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457" r:id="rId2"/>
    <p:sldId id="531" r:id="rId3"/>
    <p:sldId id="532" r:id="rId4"/>
    <p:sldId id="533" r:id="rId5"/>
    <p:sldId id="534" r:id="rId6"/>
    <p:sldId id="535" r:id="rId7"/>
    <p:sldId id="536" r:id="rId8"/>
    <p:sldId id="556" r:id="rId9"/>
    <p:sldId id="557" r:id="rId10"/>
    <p:sldId id="558" r:id="rId11"/>
    <p:sldId id="559" r:id="rId12"/>
    <p:sldId id="560" r:id="rId13"/>
    <p:sldId id="561" r:id="rId14"/>
    <p:sldId id="562" r:id="rId15"/>
    <p:sldId id="563" r:id="rId16"/>
    <p:sldId id="564" r:id="rId17"/>
    <p:sldId id="537" r:id="rId18"/>
    <p:sldId id="565" r:id="rId19"/>
    <p:sldId id="566" r:id="rId20"/>
    <p:sldId id="567" r:id="rId21"/>
    <p:sldId id="568" r:id="rId22"/>
    <p:sldId id="569" r:id="rId23"/>
    <p:sldId id="570" r:id="rId24"/>
    <p:sldId id="571" r:id="rId25"/>
    <p:sldId id="572" r:id="rId26"/>
    <p:sldId id="573" r:id="rId27"/>
    <p:sldId id="574" r:id="rId28"/>
    <p:sldId id="575" r:id="rId29"/>
    <p:sldId id="576" r:id="rId30"/>
    <p:sldId id="577" r:id="rId31"/>
    <p:sldId id="578" r:id="rId32"/>
    <p:sldId id="579" r:id="rId33"/>
    <p:sldId id="580" r:id="rId34"/>
    <p:sldId id="586" r:id="rId35"/>
    <p:sldId id="587" r:id="rId36"/>
    <p:sldId id="581" r:id="rId37"/>
    <p:sldId id="582" r:id="rId38"/>
    <p:sldId id="583" r:id="rId39"/>
    <p:sldId id="584" r:id="rId40"/>
    <p:sldId id="588" r:id="rId41"/>
    <p:sldId id="589" r:id="rId42"/>
    <p:sldId id="590" r:id="rId43"/>
    <p:sldId id="591" r:id="rId44"/>
    <p:sldId id="592" r:id="rId45"/>
    <p:sldId id="593" r:id="rId46"/>
    <p:sldId id="594" r:id="rId47"/>
    <p:sldId id="596" r:id="rId48"/>
    <p:sldId id="597" r:id="rId49"/>
    <p:sldId id="598" r:id="rId50"/>
    <p:sldId id="602" r:id="rId51"/>
    <p:sldId id="603" r:id="rId52"/>
    <p:sldId id="606" r:id="rId53"/>
    <p:sldId id="608" r:id="rId54"/>
    <p:sldId id="610" r:id="rId55"/>
    <p:sldId id="611" r:id="rId56"/>
    <p:sldId id="612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73"/>
    <p:restoredTop sz="94670"/>
  </p:normalViewPr>
  <p:slideViewPr>
    <p:cSldViewPr snapToGrid="0">
      <p:cViewPr varScale="1">
        <p:scale>
          <a:sx n="113" d="100"/>
          <a:sy n="113" d="100"/>
        </p:scale>
        <p:origin x="14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7/3/26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399B7-2537-72DC-F7A4-B27B0D6A0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CBE04B-FD0D-2995-1751-4D8E798EC0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0FFB5C-90D1-5D2A-6FDB-43F2550D09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F76792-BC63-6A4E-BEA7-0B9763ACC7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480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E1177-DC26-261F-E84F-3C9BF1F9F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F9FD2-5149-B8CD-E331-F5AA50FBA8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20256D-1E3C-D7BA-1E0C-55B1E9EC13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765A0-CCCC-6DA6-F206-6131A0E385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2086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20DEC-B237-D7BF-2521-CEACD38F5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40297D-A2CB-218B-B004-F6FB643962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E6417D-6285-30A4-A9A4-AF6AA785E5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B34050-FDEB-CD32-728E-432FFD8F48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1158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2B32B-85F5-499A-17DA-777194203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77F727-F24E-8AE2-7FC0-486AADF67D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0BFCBC-4C20-6340-B78E-C9A9CBAA4B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213A4-F2E8-92E9-1F89-80FCEFE78C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4945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77BFD-DD57-C459-D690-2B66F52DF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8BB340-D164-38B8-7825-37FF433D6B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74DC05-53A3-3C11-D3E6-3868029F60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E60187-AFC3-28AB-BAD3-DAA0E57FB1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8118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F4B0C-69A6-BA08-74D2-B441ED51F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3390F3-4377-0065-9411-7EFD4F771C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7F8D0A-2183-7169-9B8F-13EEFD79A1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95077-E5D5-8ECC-FC6A-0A894D2617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0754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01E4A-24AE-8C20-AF28-245FBC5D2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C2B7F2-2F60-63D5-BC82-D13099F037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EF70BB-492C-0339-2CC0-3702476CF5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141D6-88C8-C792-6975-DD6A9E05F6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1804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81FCF-396B-5150-F8C3-7283187C5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0BE8EE-654D-E56C-B916-17981AEE5E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B3B90C-F51E-C14B-088C-148EBF725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053122-9B74-77FE-2E8B-E887419B15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1912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7894C-1DF2-8374-9D88-3442A1DE2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DDEA09-CEF2-2FBD-C086-120EC4E46E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E498CE-C55E-7065-9166-7362AF0BB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F1762-6EEC-0144-0197-44D1293AEC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8706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4950A-7D50-589B-FAE4-0D7BB9F36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AEB531-AC86-C139-1173-9704B6F886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A2173A-CC9D-AFE6-BA5B-80556CCF97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A90BC0-319F-2C2B-54D0-8AF3E0F174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1102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9EFAD-2624-EDA9-A5DC-7B0B7C419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3AE209-44F5-18CE-7AAC-672F889CA5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BCDB5C-64C1-73AA-9E4C-8E0D6335CB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85B81E-574E-F63D-C85D-BC1B16A1FB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7148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8A8F9-0A89-4354-BB7C-E0F19374D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6F1D94-C03A-4024-8A5C-E498620B8C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B20E62-EF80-75F9-F866-25B4717B40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FF63A-0835-E884-37CD-BF30B3BB8C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7841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723C5-4271-4FEF-D777-7360DDB35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AAE1FC-C4C2-C425-4BEE-F7F4E87360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E07229-8354-E94A-4930-25AE9A715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BEDC1-33E8-609E-3242-5CA042BB4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8233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294E7-11D6-7254-4135-91B10FAC2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D88C1C-9D7B-2A84-5CE6-260C327BE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0EE56A-322E-1E16-8ED4-5F4141B8F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B57EAB-7B3D-76A0-14EA-9CB8710C89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0822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763DD-427E-BBA6-8437-8292B9857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44D308-F65E-A248-6B6B-E4D84BA77B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6E9885-9602-B597-E232-DAF32466DC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1C110-328F-5CF6-10E6-251F0C1C5D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3074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0E878-1463-3248-6A2F-F57754396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0E52B2-1CB4-8005-1DE0-37801ED681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D08739-95D8-A29A-F911-51B1369F4C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6E1AF7-9BE8-0F98-1065-929C8C6FF8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0242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9E8BB-F6B3-1407-4B8B-42E13797E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5D3218-E1CE-0710-703C-2C3560491C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61D376-4050-8D2F-8B52-34DB1CFF7F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BCB5AF-7C88-96BB-436D-43B39A98CA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778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06A13-1A4D-2655-9847-6F12DE0FB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E4AABD-352B-199D-6F34-58CA0193C9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2CBC21-A536-8FB4-CEEF-F31F841D25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7FB29-5FBE-4FA4-B861-8FB78141CA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392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1A1BA-7EAF-2022-7D60-46F7F3914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209DE9-C6CF-E5B1-81A3-4C8A7B2709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6FF656-D971-460E-412C-580C2732BC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F9E45-2D6F-3ECD-69BD-13FD1A65FC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6859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64BCA-6FDA-3664-4F31-D0D93C713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F5BA24-3CA4-FDDD-41F8-A95FC40CC3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18C690-8030-9C1E-61AC-68CA23C2AF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24F99-0A2F-C973-81C4-B731F2C8C3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8005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17E48-B8E9-4AA8-7EE4-AE1CD174C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ECE433-639D-76F6-4DF0-EB70204458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06B479-F3A9-D99F-0C15-627B559D77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ACDFA0-E3BE-5AF5-F98E-2A7A90A12E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943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98B09-8902-26BA-1293-5F4F136A1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675A08-FCC7-000D-057E-78C7CDA7EE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B0FDCD-2C8E-28CC-94D8-5FF81AB576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370DE3-DA42-29F5-948D-A648E91C03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4271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1DCC6-CF12-86EC-501B-5AAB950A2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562EC0-A55E-712C-B251-3D2D285681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174A2D-70F4-D6F7-713C-FFF3FF1411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EBDA71-60B6-8C88-206D-4FB02A4F83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560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91609-A0DF-664F-6FD0-3B2D9ED7A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337C16-D667-64B0-7085-BF7CB1DE85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25C721-6F35-7AD4-3EA2-202A3570CE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A16D2-ABD7-89B8-DA36-7D47FA102E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661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058E8-5939-9737-C6C3-A3627209D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F5C1FA-4CBC-ABE6-A7EB-5E949BD1E9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4FC8BF-1E7A-CEAC-8D2B-E18DE0CC2F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968C8-69B4-2360-A74A-67CBD14B2E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485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24C9B-3C84-6259-A036-04019D83A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BD2B1E-074C-7605-083D-A4F1D17D3F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812AEE-80F0-A216-22C2-1DA56E97E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8DD9-C44E-FD2F-2674-81ABBD14A0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6563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4F1E4-C73A-8572-3713-CBF735ED0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3C16F2-6FFA-10D0-B6C9-F8AAD2495C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F576A9-4F48-FDBF-EC9C-91A7B8661A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591387-65D2-620F-C5A2-3C18671623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88616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C8617-E30A-026A-17EE-12EA3FCC0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0B7D7C-8224-2D44-9150-AF8569B51E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2040EB-20EA-9CF0-77D4-3D2AE7F90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6FB060-698B-74F2-2E57-553570A249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62190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F4115-0B1B-A052-5ABB-012F8CF31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105C4E-A12D-05F5-AAE3-1C90758B14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5CDD12-E7CC-71EB-BE61-2C6E83B148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BA3BB-36DA-545F-5F68-C79CA092F5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17173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68DB2-888F-C2EB-382A-D046AC2A9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377465-C1E4-E26C-8258-6017303836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57F959-873A-DE01-2A54-00CC08B4EE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8807D-6BD1-312A-949E-161B31587D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8006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3F475-477B-3213-7B3D-8138E941B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9A4A3F-A342-C239-BCF7-27E74E5DDB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A29650-33E8-5870-DF6C-98DFE9ACB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525B86-1C6D-65B5-4998-1F7BB0E235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9687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16A5F-4731-A906-E431-291B4CDD0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9A287A-441B-2119-A104-3B09CB0C5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7E77AB-90B8-0035-D613-C10490B1A5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F9CCDC-E01A-E2F4-C2EE-636930379C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85560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B9D96-9399-377B-82D5-4E74CB9D9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0CBA3-7384-3676-1D8B-79B5B5A185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08D2AC-3A07-0CB5-AC73-EF4B1356B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56734-76AD-8F2E-9E5B-4734A253EC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26608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C39F4-07FD-9B87-D96B-3E19707CB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C975FC-A9FD-35DF-FBFC-DA0EDC144E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640C69-ADE0-2A2F-8526-CC5D600DFD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89560-BCF8-082C-1F2A-6532D1FAD5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87682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D2305-55F1-686A-3DAC-AC4285684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928051-CDC0-98C8-225F-B0C7BF1B04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0F339D-86A0-2286-AB0C-963A8E2BBE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9B7C9-EC4C-B905-6D52-C39834089C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5180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01802-DB3F-0B56-70B3-E15B09E49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708F67-1772-79A6-F797-B0E3CB0B88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2CE3AD-9490-2181-CE6E-030B8E8862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5E19D-C684-A8C9-FB25-4980239E32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57098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C2066-BB01-ACE6-1CF6-D72FED85A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9439BF-2177-C77C-9535-9BE85CD7C6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83F719-52B0-7FE0-4AFB-A54506B0B1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18C8DF-472E-CEEE-D9B9-88EF684090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0108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BD948-FC29-66D9-966D-ACDF86C4D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4E983F-A1F6-E37A-1150-BEA316283D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B0E05B-F742-7928-AD32-A7FBADE488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6897EB-0ACF-A73F-9D43-7B98F8AAE0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28847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11CFA-625E-0533-8E16-5B42F196C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19443A-C505-B80A-86D0-EAFF1CCE9E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0B81B0-8796-4246-F3EC-67D25829FB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00B9B2-75E0-7A1F-B5AF-4D5EF9F2E1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65287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8BF7D-700E-F03D-B477-B96DA6003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E5EEC1-9782-7FE9-FFB8-B0EF84FACA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380DF3-BA9B-AFF5-025B-B97BD61869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CC12D-9068-E51C-37B0-7CCD8056F8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3691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0F782-F312-6455-42EB-B33A4BAAC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558BD8-98E6-05EE-AB70-6A961F3854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31DF37-B121-9A72-E206-7C3A97BDC8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AAC64-5D98-9604-6425-BD666852C6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46276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A6B82-ACE6-B413-A3FA-65419F096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CF078D-8076-7738-041C-F55FCB7837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B9F5CF-9411-C0E8-D45D-E8BC9A9416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5F9E0F-7DBF-3C13-DA5C-F6C8EADA20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43521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24B31-6F56-0422-4F8B-5FBF87A7B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786314-E20F-37F6-82AF-6C8AC2DD4B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67ADB9-03F0-8015-B1CE-83A93560AB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B1CC8-D55A-1963-6168-2DB3923EB7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24983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5DC68-F833-FD7C-32D5-ED92EC5E0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FBC13E-6D57-C62E-D9CF-D53D43F8DD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00D7AB-05EF-5E99-4131-0AA475B9A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49122F-F9C8-8157-8614-0F4886512A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42576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8BC7D-51EE-CD5B-749F-44D2D167B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35FD71-18E4-12CB-58AC-4C97109540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C9A98E-0901-B7FA-F1AF-3F796932E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CD2AA0-416A-89F7-6F0A-DC47E8574E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7658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5E259-AEBB-52BE-059A-A19BBCF29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C1E21D-6AF4-6929-D31A-9986F3F109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94E236-0715-36DE-7970-63BF5ED6BE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BEF17-61BF-1684-E599-640EB0B148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02438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1503A-94DA-4E2B-5802-519B3B607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6EFE21-1A0D-76B8-D6B3-3477B2F0EA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FD7703-E586-4A57-0261-DE434D0D4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11C44-6FCB-A451-39E1-55548A6F60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38410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73C7B-BA8F-1AC3-1206-570B5A9CE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97C0C8-0C25-6C6F-AE5F-DE3B75117E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33920A-E407-E06D-8B38-7164C3EB4B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6ED75-32C4-DCFD-4B4C-DFE4533A55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30332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3230F-C8FF-C8C3-D300-262C06D25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106916-C773-9EC7-2210-7A018F210A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27FAA9-96D6-4E1B-2AC8-7536157FF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CF55E8-DEA7-2458-486D-534EC7A5C4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64139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0D4AF-6707-BBB0-F7C5-1A8DB8D2B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87FE45-B759-052E-7446-6B53D78CD5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39D4C4-6166-C785-8198-82442F6360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11660-2A01-E209-BBBB-791E78C641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62483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B22E3-783A-B40C-AAF4-940A12243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9AE2A1-0FCB-9BE8-E3BF-1DAD4E4D39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3B0172-F656-A77C-4FBC-B947587E11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A115B-2DD5-440D-CF03-F1FF89D1F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76995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73F57-C965-ABB6-F914-C4BE6438F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8FA738-D35A-2903-81FB-FEDFFD57B2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98D592-3B9D-1695-B88A-D10E09FCEA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49ECDF-F80D-3453-9817-BE593DC94C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81306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E5ACD-7C8D-D81A-286C-46814C622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D6CC0E-5A3A-B3BC-E340-E25AACC7D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318DCC-4958-3BC0-35D3-B1894B3556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939D78-4EA6-0598-A6DF-BBA4DD1E7C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6128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DA5E6-1EDE-BC1F-0AB7-A428257D6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3536B2-814A-F34C-56B2-AAA7034569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357D4A-ABAC-8FFE-1BCB-D9E7548C3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AC564-8E62-84AE-1D74-8E28FB0D4A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70085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7034C-71FC-B0F9-A639-E15E658DA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CB8BA8-E2A4-0B84-1509-B1A322D88A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1ABC8C-08D5-08F5-E51C-90E3731795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CCA4AC-80D5-1F07-7994-B8FD35E155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635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69BF26-D3D3-FFB0-C066-4EF3AE2FB8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282757"/>
            <a:ext cx="4543224" cy="501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0610B-253F-8899-D83D-B5358FDCC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187AE9-77E6-1672-63F9-212654A3965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2-cages.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4A14A27-36B2-CCC8-59E6-9C35EA2F0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2931581-6AEC-DEEE-529A-B60E512A2F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5AD4ADB-F5EC-E504-3CBC-DA84145D18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3D39047-1FA0-EC4C-D38A-CD7021CF16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189B49-01EC-3B44-3181-8E2B5EC7B9D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B63441-FB77-A935-1E78-F852FFA8164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617F0F-3A50-84CA-BDC6-D1F64933095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51A013-3B12-001D-9ADC-07D0F50885E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B1F37A-17B6-11AD-D909-1EDAE917FA0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5B6CE2-6FA6-B9A3-BFB2-B021B9CBB0C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6BDD26-F0C4-10A6-5B9F-41794555594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388D63-1E81-D2A5-1C90-92CED519F0C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347F85-2644-FEAD-7881-C88F44E4A89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28E5CA-F9C3-6336-33E2-8AFFA81A728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645711-EAB0-4D13-5489-6EED22757D91}"/>
              </a:ext>
            </a:extLst>
          </p:cNvPr>
          <p:cNvSpPr txBox="1"/>
          <p:nvPr/>
        </p:nvSpPr>
        <p:spPr>
          <a:xfrm>
            <a:off x="464537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6A1D7A-3C41-45EE-0359-17FF726909F7}"/>
              </a:ext>
            </a:extLst>
          </p:cNvPr>
          <p:cNvSpPr txBox="1"/>
          <p:nvPr/>
        </p:nvSpPr>
        <p:spPr>
          <a:xfrm>
            <a:off x="5147734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18CDA8-EFAE-C22C-C204-A94D107BF75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F4952F-7469-D7D2-1270-A05B6603163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9A8F3C-28CF-AC7A-3684-5906BA48278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620C55-4389-308B-E8A8-06DC6105FA5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FB4488-98A6-04FE-928E-44E612C7336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02014F-D136-93BF-1E86-ECFE5D2C342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C10B24-08B4-1032-3DE0-4C20D620CA5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E19A24-6465-16FE-C1E0-218FEBDDE89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</p:spTree>
    <p:extLst>
      <p:ext uri="{BB962C8B-B14F-4D97-AF65-F5344CB8AC3E}">
        <p14:creationId xmlns:p14="http://schemas.microsoft.com/office/powerpoint/2010/main" val="941342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21FC9-1473-A445-C65F-AC9BCA199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DE5E63-2ECD-C42B-6F12-F6CDFB72BC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right center block, 45–(15+6+13) = 11, in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C84DB47-CE4A-23EC-153C-FA4381A4E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1772B94-F894-F2D8-E105-985F972F65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15BF280-75E7-0A9E-03E9-173DFDBCE1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E8B54D4-1FD2-F4D8-B214-E98EB62E77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187D88-DF3B-7282-90D3-B30A28D4A65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8ADB70-FF80-6C08-6835-061A43D6883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C71B4E-22E9-3140-5254-013548CC344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0B60AF-EF29-25C2-4FF2-9A3DCF638FD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92CD5F-A74A-BC6F-E2DB-3332F2EA528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DA7F9E-359E-F40A-7F53-E58DA444CB4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6478C7-58C3-8622-070D-A16907F915A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CC1591-4302-BD01-C38E-E39D3689FFB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19D3CA-4F95-7FD4-4423-BA7BA0661FD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0AD88B-48C6-5199-D067-B838402BC2F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59BC65-4724-1E41-128D-4E5731192F2E}"/>
              </a:ext>
            </a:extLst>
          </p:cNvPr>
          <p:cNvSpPr txBox="1"/>
          <p:nvPr/>
        </p:nvSpPr>
        <p:spPr>
          <a:xfrm>
            <a:off x="464537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572491-D64A-A0B8-55A1-A126B68D0EBB}"/>
              </a:ext>
            </a:extLst>
          </p:cNvPr>
          <p:cNvSpPr txBox="1"/>
          <p:nvPr/>
        </p:nvSpPr>
        <p:spPr>
          <a:xfrm>
            <a:off x="5147734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404218-A8B7-070E-8364-3F27A00A96FA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2AD9D4-87AB-5C94-4D98-B013C9D47A7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B0F128-CF1C-6A78-17AC-87C34238166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B0861F-8FFF-9328-30E0-4105A4176D6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29DF9A-C81D-B1D7-AD59-862F2C9B22B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04BD07-2BA4-F083-E3CD-83DCD4BB4BB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507D8D-2858-9484-C835-37C9EA16A1C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579A50-E413-773E-CFF0-F61F0409C9E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CA14F0-D042-62B4-55DE-2B542A0232B5}"/>
              </a:ext>
            </a:extLst>
          </p:cNvPr>
          <p:cNvSpPr txBox="1"/>
          <p:nvPr/>
        </p:nvSpPr>
        <p:spPr>
          <a:xfrm>
            <a:off x="6654802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784ADF3-273A-64FA-D906-8D5DD20D2C34}"/>
              </a:ext>
            </a:extLst>
          </p:cNvPr>
          <p:cNvSpPr txBox="1"/>
          <p:nvPr/>
        </p:nvSpPr>
        <p:spPr>
          <a:xfrm>
            <a:off x="715715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</p:spTree>
    <p:extLst>
      <p:ext uri="{BB962C8B-B14F-4D97-AF65-F5344CB8AC3E}">
        <p14:creationId xmlns:p14="http://schemas.microsoft.com/office/powerpoint/2010/main" val="3738044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D5DF5-94E7-BA92-EC32-05CA456AB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6E27E8A-5C72-B59F-6F0D-35E9C0740E0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[8 in 3] is 125 or 134. In either case, it must contain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FF083D0-64C8-6D6D-881C-3E394692C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E56E0EA-8F63-52FD-BD60-AE3F23BCE7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D1C722A-9322-D4F8-8C2E-0E2A124ED6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2CA1CD3-12FF-C9A9-6474-57AB8270AC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511742E-5870-19C7-E6E9-A0A9CA745AA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64474B-2CDA-9734-A96E-53201269825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4F3EE0-3A3D-AD9F-E718-AD8DB94CE4F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152F35-8AB4-5AB9-6C1E-67ED618DF81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2447E9-3CE3-94BF-3B86-8D5147B17E4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FC096A-5529-32E2-707C-5139841EF97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957154-F9BB-B632-42C5-4BDCD04C283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268887-B75B-2C76-B9D1-B18D47374A7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658C88-EF6F-CF71-A5CE-0C6F633716B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332832-41C9-0833-AF37-BD6AE521F1E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724075-ED10-5AFF-E7B8-FEC0699ED8B4}"/>
              </a:ext>
            </a:extLst>
          </p:cNvPr>
          <p:cNvSpPr txBox="1"/>
          <p:nvPr/>
        </p:nvSpPr>
        <p:spPr>
          <a:xfrm>
            <a:off x="464537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24847E-072C-9442-F4E0-63D2416E1B98}"/>
              </a:ext>
            </a:extLst>
          </p:cNvPr>
          <p:cNvSpPr txBox="1"/>
          <p:nvPr/>
        </p:nvSpPr>
        <p:spPr>
          <a:xfrm>
            <a:off x="5147734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90B8EE-D616-1987-A770-750F0D31BB1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524E4C-DCC2-EFCE-B77D-2AF10E56B9A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0B8CCC-B014-38CA-5C0B-0893323165D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25BFC1-5927-5214-20B0-4E19AE7488F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10DB93-2F2C-B6F0-A924-CE310EEF2D8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FFB984-EF60-1BC2-C9FD-03928E376D4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8C25ED-ABDE-9E0D-B136-1EB41F1327E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B6C5A1-6941-2074-C8BC-DB963662AAC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27786F-F425-1A5C-A899-CF559E78A713}"/>
              </a:ext>
            </a:extLst>
          </p:cNvPr>
          <p:cNvSpPr txBox="1"/>
          <p:nvPr/>
        </p:nvSpPr>
        <p:spPr>
          <a:xfrm>
            <a:off x="6654802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78301E-E6DC-3B63-3838-3BF39C4A2910}"/>
              </a:ext>
            </a:extLst>
          </p:cNvPr>
          <p:cNvSpPr txBox="1"/>
          <p:nvPr/>
        </p:nvSpPr>
        <p:spPr>
          <a:xfrm>
            <a:off x="715715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F2464E-8BAE-A8BB-1E57-8FEF28EAA19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6D3E3B6-397C-2B90-7A5F-4BEACB0FE0E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79125C2-6B62-4D63-079C-0D2351156C4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</p:spTree>
    <p:extLst>
      <p:ext uri="{BB962C8B-B14F-4D97-AF65-F5344CB8AC3E}">
        <p14:creationId xmlns:p14="http://schemas.microsoft.com/office/powerpoint/2010/main" val="734154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C1C42-F51D-4E3F-8BAB-4F9F48FCA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ECFA31-8331-701D-DEB4-C5B582A1BF2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4102B1E-8347-F55C-A8D3-9BE4D0A01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4D90B8A-9771-A015-635D-6BD035BCCC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728C292-A025-998C-F127-EE2DB85222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57ACD4C-CEE4-89C7-7B00-B2DD28399B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C7D94E-3CBF-D953-6611-4BFB42924F9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BD18A0-628D-C0A2-C239-26B8063AF6D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EB0E8F-7991-1EC0-54C6-ECD6A3332C2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E01B10-19CC-8799-BE9D-89E671A6D49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CDD94E-1753-1164-FFDA-9501E792DEB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A2C2E3-7576-A2D8-9A6F-27495E8B078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5A9C66-65E6-4C5D-AC88-C5AD836A443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10E523-B5AD-3F5B-8F51-DAFBB11E065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14EC71-C254-9EE4-05F3-2A0D6C7F1DC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C15EC8-F11E-C43F-0331-A663B675DA3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95FCCD-C6A6-987D-9C33-6D34F58CFEA0}"/>
              </a:ext>
            </a:extLst>
          </p:cNvPr>
          <p:cNvSpPr txBox="1"/>
          <p:nvPr/>
        </p:nvSpPr>
        <p:spPr>
          <a:xfrm>
            <a:off x="464537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F23385-1358-F092-4DD9-EE3EC9B733A4}"/>
              </a:ext>
            </a:extLst>
          </p:cNvPr>
          <p:cNvSpPr txBox="1"/>
          <p:nvPr/>
        </p:nvSpPr>
        <p:spPr>
          <a:xfrm>
            <a:off x="5147734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BB6FC3-D5E4-8FE7-93EF-94F7074C4A4A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828ADD-11E9-97A8-D212-C6AFB65C40B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1D793A-A5D7-F1C7-6936-A9382B18679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6AEF97-B61D-721F-5D81-8B254156CE3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5269AA-2EA5-4566-CA37-F0E86809BB2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D00F7C-1E87-89B7-6D64-05E48F45910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B34761-3EE5-0260-72ED-AAD108A9C2C8}"/>
              </a:ext>
            </a:extLst>
          </p:cNvPr>
          <p:cNvSpPr txBox="1"/>
          <p:nvPr/>
        </p:nvSpPr>
        <p:spPr>
          <a:xfrm>
            <a:off x="6654802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68B567-9BAD-CC8D-938C-9C606CFE579C}"/>
              </a:ext>
            </a:extLst>
          </p:cNvPr>
          <p:cNvSpPr txBox="1"/>
          <p:nvPr/>
        </p:nvSpPr>
        <p:spPr>
          <a:xfrm>
            <a:off x="715715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F4FDDFC-A68A-64A7-1170-0B8770F60A6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4FD99F-2553-3CFC-DD01-33F1229C21C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311C0BE-83AF-95C2-9E31-03F52BE1B9E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43B3B7-1C8B-EEF9-2606-DCA95AB5721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4CE97AF-0943-C07B-38A4-4AF97BA4534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2793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0C3A7-6B0E-4DE1-DD65-7AA0618BD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5A3ADF-E5A8-EF20-1B9B-928AC5C6C79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D9140AD-5748-AF98-46FE-86C592F68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1E8946F-DC1B-1524-2612-2BE2A97D3D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2129ADC-6D4B-FF77-1579-271043FEEA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4736088-AD55-165F-82AC-E80CE6D935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F6EB55-1F9D-553D-0E2F-3C7C3EB7327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65550A-0735-E393-6922-2D9CF400F66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7D234E-D344-F644-65CD-DBF22C86B6E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D6A08-2487-EDD0-F799-12874114631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80C157-FDD1-0882-632F-3A0585790DA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2E04BA-06E9-6B7F-4EFC-4811166D9AB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B70C03-89AF-7973-1566-D0768AE780D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41ED61-577B-73EE-0798-D8682082FB8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7E73AF-371C-0300-C985-48312211B4B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9A6126-00DA-0FA7-8B10-6C0BC15E0E0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BD07DF-B9CB-737D-D4BF-DF4BA371CDF5}"/>
              </a:ext>
            </a:extLst>
          </p:cNvPr>
          <p:cNvSpPr txBox="1"/>
          <p:nvPr/>
        </p:nvSpPr>
        <p:spPr>
          <a:xfrm>
            <a:off x="464537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89ECA6-CE19-C582-5B64-41520AC7F15A}"/>
              </a:ext>
            </a:extLst>
          </p:cNvPr>
          <p:cNvSpPr txBox="1"/>
          <p:nvPr/>
        </p:nvSpPr>
        <p:spPr>
          <a:xfrm>
            <a:off x="5147734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9765432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8E1C01-3575-87FF-6D7E-94E8C135D73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896365-1947-16A4-60AC-926F71980A3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AD2E10-CF4A-1999-094D-9633E8C1A54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DD2045-1C8B-965C-799D-A7554A78234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249BBD-FEAD-32A6-9F5A-33A796A5F98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300564-688B-110F-F846-92FCA6368F0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A7D5F4-F101-E0C1-1C11-7E1546C0B5DA}"/>
              </a:ext>
            </a:extLst>
          </p:cNvPr>
          <p:cNvSpPr txBox="1"/>
          <p:nvPr/>
        </p:nvSpPr>
        <p:spPr>
          <a:xfrm>
            <a:off x="6654802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62A9FB5-6D93-F62E-ADA8-FC501C59B447}"/>
              </a:ext>
            </a:extLst>
          </p:cNvPr>
          <p:cNvSpPr txBox="1"/>
          <p:nvPr/>
        </p:nvSpPr>
        <p:spPr>
          <a:xfrm>
            <a:off x="715715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C77991-1314-AB21-C00F-4A2D5A4ECA6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698658-C84A-030F-D4B4-0430DF14A33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A6C91D7-ACB4-9FFC-90EF-F2E61A41F54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017644-AF61-917D-4C9F-A39B4CAB130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6B30513-4285-C081-B9CA-F1499CC2A3B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514388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636A4-F83A-2AB3-A7CC-2EE62CB7E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89E767-9BC1-0F65-BD67-4E9101C959F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8F9E953-45CC-E206-24A8-F54F9351A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D0F8E25-AA21-7234-FA31-634A3AF3BA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6733768-51E4-AF07-813A-9ED48A55DD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9A68840-0547-A0B8-F760-A4F2D0518F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C8DCB8-8ABF-AEBE-D2A4-D93362A2E3B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A2E718-C6A4-251F-4EBD-88A1D88E3D4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A0AF59-3F83-6905-5B32-B7ED423152F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644AD4-CDCE-D582-36C9-F2D80508065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A6E24B-8BEB-8D8F-BCCE-16BEA1DA9DE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5594F6-CD0C-D180-DFF2-2E9B516D2E9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95FF1F-1D7E-277C-9969-ECFDC88AF54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2A63DD-11D3-2EFC-78B4-D4CFA573D79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809FBA-BD9E-7196-F6CC-3B874171B36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6C8ED1-AA68-5729-8C51-4762F8CE41C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CBAE15-AD5E-6177-93F7-1FBECD29832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99BE6F-C12F-B683-E7C1-00F51AA3EBB4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F72737-EFDF-DDC0-235F-624C966AE89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C4E766-2C5B-A516-4967-4B9631FB824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CD9FFE-2241-9545-7BE7-83E9B4F0663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1F9614-C434-6539-0BF2-C662F9F20D0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7903E64-81FA-CE24-6691-2A93AC345E2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7099EC-B45D-11F1-89DB-5E58846DF60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7A9F4C-E170-FD6A-8EDF-0FFEFB558271}"/>
              </a:ext>
            </a:extLst>
          </p:cNvPr>
          <p:cNvSpPr txBox="1"/>
          <p:nvPr/>
        </p:nvSpPr>
        <p:spPr>
          <a:xfrm>
            <a:off x="6654802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594160-07A1-7C99-FAF5-26912F5F8842}"/>
              </a:ext>
            </a:extLst>
          </p:cNvPr>
          <p:cNvSpPr txBox="1"/>
          <p:nvPr/>
        </p:nvSpPr>
        <p:spPr>
          <a:xfrm>
            <a:off x="715715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580F51-B47B-9B8B-3756-EFAE2169427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1076C68-BA04-BE49-C9C3-17D05C78F7B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794DF6-58A0-B34B-57BB-064E298FF43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052C5FE-AD9A-C9CD-AABE-DAB17862C42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369B0D3-A0BD-FA5D-94C7-CFE7E0B7C07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57907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1BFCE-CD0C-F428-0FB5-9B4F0762E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1A4FD3-56F7-8458-70A3-A34E1CBCC3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Considering the two [45 in 9] cages, one will have a 1 in Column 2 and the other will have a 1 in Column 4.  One will have a 3 in Column 2 and the other will have a 3 in Column 3. 1 and 3 cannot appear anywhere else in Columns 2–4 (i.e., Rows 1 and 5).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42E893A-AE1C-ED7B-906D-CA0FA9276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E4B288B-D14B-8E54-71B3-EFE47A2A82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B507219-1E23-F8F6-8856-4A7FAB946B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D4EA71B-ABEB-0FA6-4EEF-FADC41E739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880390-D081-CA38-40F7-A1BA7E83500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E94D69-8407-DE07-E965-D9A76AA9BA0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524760-AE32-1578-FA72-5CB1D60A4DC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2DD014-3A56-0CA0-A35F-7938B334AB7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8BF2E8-AE07-A923-BC88-CFEA6E31E4E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CD03BB-3CF3-9C0B-8C73-C732D219B5F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6B8329-02B3-8C91-B8DA-D24ACA2A81A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EEA83C-B1F4-16D9-3927-6F40427DBA1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C7FB3E-C7B0-9DDA-D55F-C033255FA2D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745553-00FB-5790-8DAB-8BA620CD40B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022456-F2CD-EFB9-287B-FE43FCA0FAC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38A1B9-3F70-6662-A140-0AD0A98C590D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019C12-660C-3B48-A432-B1C34DF66C7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4F9500-8E5E-6538-2E40-60E2C3A6D88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65D9AD-8A3D-F0BB-53A3-A7A2207DC8D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F51562-56A3-E489-F1E3-A1C7E1A8DA6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CCEF6B-AB9F-A018-C3A3-293D5CF009B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1066753-84FB-CE9C-8B3F-9774DA4E3A9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9D17B3-AEC2-7CFE-A492-92F551E8B493}"/>
              </a:ext>
            </a:extLst>
          </p:cNvPr>
          <p:cNvSpPr txBox="1"/>
          <p:nvPr/>
        </p:nvSpPr>
        <p:spPr>
          <a:xfrm>
            <a:off x="6654802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53D019-4AF4-421D-02BB-2CD7C49C4AD0}"/>
              </a:ext>
            </a:extLst>
          </p:cNvPr>
          <p:cNvSpPr txBox="1"/>
          <p:nvPr/>
        </p:nvSpPr>
        <p:spPr>
          <a:xfrm>
            <a:off x="715715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5F8794-61AD-8C94-04E5-5A28BF16607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A9BF56-2B3B-4381-5DD3-0999A2DED4F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CC9A84-B759-13E3-DB41-02AC736E2FB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88DC3F-09A0-EB70-666E-9DA612FDDF8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84A3DD-C267-C043-5EEE-A891AE905D7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58050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FC175-AF2F-BE0B-8CC7-F90F3D77F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E8CD0F-5E4D-F19D-7464-D87F429EB28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7EB3793-48DE-8F05-67BE-3AD2DE2F7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94A3B58-33E8-2AB4-3516-5D727E281D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6BE409A-F12C-E668-D67C-D210AE1511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2346AED-45AC-0B07-C373-8B57E870B6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B70A68D-95B8-C364-C3AF-C82A01DD52B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FAF630-63A3-96D9-E7B6-5CC9EF19286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1CDB0D-1155-7671-DDEC-E323D07100D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68BE61-8318-9B0E-4817-196C6C30C29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4FBF50-6AA6-847E-DCDA-25194DA8735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007D80-DD75-663B-61D8-9C8EAC2B041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21A685-001E-49F7-3526-A403E6E2E37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89E026-601B-46F2-2538-52615636F47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35EF40-BB00-C14D-A7EA-4F95534C289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085399-0CB5-9F38-13A1-AAA7F09EA9B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A9D913-BCFA-8957-43ED-67F60ADD2D5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D1AF3E-6F53-EFD9-036C-EE4E35020217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E0FD8B-BB00-F6D8-2547-BD420471730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D43099-70D9-51C8-516A-E57FEE6EAE0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54440F-D4CB-8CA4-88BE-C6C5C7F1909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84AC13-386E-8204-B66B-10A19E2CBB4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9D54FF-B58C-703B-E519-A2D60D3BDB4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4C98AB-FF0F-E819-D0BB-B015EF48143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1126E8-424A-2C35-B842-4AB71FB95B2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51AEF5-2BA4-BC3D-187B-BE1ADA2756B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13C47D-BB3B-7FDD-B14B-5069F1FF9E0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539FBCD-F3EE-7278-D579-36C3BFE85FA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B419CB0-33DB-183B-629D-69CA0E03EFC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AA9C250-AB5F-B619-1B30-6B87FECB396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F946CE-5887-CCCC-30A8-2F6091AF5A0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39290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CE90F-323F-4240-E4E5-7EAC6C1D9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E10857-AECD-55FC-4447-D47B0E6AE0D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79289CA-16FA-DB2C-545B-7EDC11DA1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17B189C-3FE6-EAC4-ED93-1C398B397D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C76FB9B-7A17-A151-93DD-D7FE821937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3F5E5C4-9F57-5ADA-8B94-A06CA8C5E2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7A666E-6AD4-4B11-AB98-9A8E1094153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FD91D4-BE7A-566E-5206-BFE11B1BBA1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8EDA30-B22F-B511-212C-F4F36933ED9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A01089-C661-C929-BF21-97272393EA4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57A174-EBA5-2E6E-5F38-41779AD5C51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323966-887D-AE37-5007-58D6663AA0E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B98151-5E87-7CCF-371D-CF2A38C4C17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132975-86FE-DEC5-E202-D8D21501DCA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F1FD8B-6FA9-3608-EE7E-295DA86EF82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69166E-954C-0B70-B9A9-34E7B662EED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701C5C-B9E5-06BB-4DA8-8C68C84083C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587393-052E-8689-CB9D-3F021C51A2DD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C4C576-3265-65EF-5A15-C30FB378908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78A536-7A4F-5C8E-3984-D73BAD22779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6FCD76-4F23-FEE6-6C26-4ED6F140B60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77078E-66BA-2E3A-2FF5-09974EDD970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2E8E69-5F28-075C-439B-5C91539CD30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251684-E63A-0A6B-608E-D75575FEE13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BA0430-78E4-60CD-CE3A-8ED4E751A5C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CBD96A-1FAB-EBEC-A862-D2FAC7439DF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C4676B-7AE9-A5D4-37C8-6927C54A69D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E36EAB-8AAF-C586-008D-7A4DE34280C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2D22331-7260-863C-3D2E-938B9A50C17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10D3CEB-5504-9727-51B1-C15DCC5740D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7B77F0F-EAC7-F102-EF32-34F525FC30D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97C7F3-664E-207F-1DE7-9EC5FA5B1E8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144BD8-2FF9-96A0-315E-ACD39FACC57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BBDDEC-4A57-875C-6A55-E36F89A566A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</p:spTree>
    <p:extLst>
      <p:ext uri="{BB962C8B-B14F-4D97-AF65-F5344CB8AC3E}">
        <p14:creationId xmlns:p14="http://schemas.microsoft.com/office/powerpoint/2010/main" val="906115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FF99D-B4FE-5C6A-9644-4B930BA3B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610B4C-56E2-B4AD-729A-5436DF8F00F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same deal applies with 2 and 5 as it did with 1 and 3. Regardless of the orientation of 25/52, one of the columns in each of the [45 in 9] will contain 2 and one will contain 5. The upshot is that 2 and 5 cannot appear elsewhere in Columns 2–4 (i.e., Rows 1 and 9).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EC1DADC-94EA-6A99-FE35-D4914A57F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82F1B40-6B17-9D4F-CDE1-FE3798EE4D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AD17DFB-8448-2F25-D24B-7E7CD7F30E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6C2BA1C-2D4A-3929-C48C-81B412591A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DAAFC4-E5CC-36FD-6DCD-AEA9CF404F3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EB9F1D-350D-7312-D71F-40CF81C0467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8DC1DF-F97F-022F-FC68-70C0D1CB968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EEBC07-6C42-7E9C-2A39-0E7AF4E99E1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56CB43-5079-F12C-EEA2-DC317C7C8F3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826C3B-8F91-8251-3EBE-29121BF2DD1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2A5B77-F0D4-6279-B156-F79AC844F5E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F66A42-5468-B60D-06A2-09A270A7248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469A32-3DCA-690D-0368-F4B19F8CE64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EBAEF6-E437-82B0-125B-1B146C5443A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284995-5A83-F175-3D94-8223DFCDAAAD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AD9444-CF37-53CA-5045-0C49CB8E0A62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F0DA9C-B8B0-602A-B6DA-F82C3C7DD24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7A86DD-B5A8-B0D8-5446-0D0FA3BDF8F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2016C3-87B0-2860-78F9-10CEAF3D83A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A8FB49-61C2-181C-9535-C21E95155E0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FB74B7-64EA-EF34-12C4-85A7345D25C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DBE95DF-A9E3-119D-5206-F1E8322C2D0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C570A9-1A1E-EB76-9F82-A792C88D27B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D60F4E-1BB2-600D-1775-DC01B06E326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BB416E-F073-F817-9807-6DBCA05ACB7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180758-E981-DCF2-7431-6158B557DB9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71ECA3-3F15-4C2B-1029-42FFDCE9B2E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EA3B18E-FB3B-090E-2DE5-0EC0C9BA917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644AE96-BFD6-1F9B-12AB-6FBF4B82745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0A4099-1E9E-CFF9-D286-5F4AA4D792C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4E8A55-67E0-FE76-BD04-B55EEA42CDB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9A6FC1-DB43-18C0-CA2C-BD599034739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</p:spTree>
    <p:extLst>
      <p:ext uri="{BB962C8B-B14F-4D97-AF65-F5344CB8AC3E}">
        <p14:creationId xmlns:p14="http://schemas.microsoft.com/office/powerpoint/2010/main" val="1923375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7880A-DB42-9E82-3F7E-6ECBFFDD0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11958A-A49D-731A-99E2-4D49AB06CC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1681305-DC0D-75E2-609B-2FF631C8F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9D59E67-1E6A-2059-DC84-A2A9A8852A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D70BE32-68D0-9561-6CBA-4C574EF9F0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3A935D2-F838-1B97-63DE-972CD0DB63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4323D6-97D5-493C-2753-32FA3EDBD00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4D8B84-8CA4-06EC-4EF4-32F38E16BFB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B51623-D0FC-6600-A2E3-BC2BE5376F7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C96E78-4D77-F4F0-C9E0-CC50D8434D0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C28781-139F-1F92-B5B3-7913D4B8A66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E0B592-3675-F515-604E-3FC37CAE7AF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7809E6-F008-D39F-D6F5-290FE4F57B9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4C6AFF-709B-DAC0-96F2-54919A47809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1A3200-1C4E-CEAB-4373-DEE2660E391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13CA1C-588C-B03B-8C61-EECCC87CEB29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6A5158-9DE8-F12D-83B1-48B70421C4E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C5A8C6-E77C-F98D-7D0D-A11264C6D96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50F983-20B2-4B9B-0962-54C5594DD65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43BC1E-7FB1-CB6F-8157-9E9C371686A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966312-51E6-96BF-63D1-080F4E71A97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73DF5E-465B-97F3-B2EE-514052050AC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2F4166-9270-40DC-2972-BD83899FEC9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709C1A-228E-9990-CF2F-ED2E6B3D39D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581979-230F-7836-1949-E271241B919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9965A1-0116-CBC6-604F-45EF81ADE0A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CAFAB1-18E1-1757-2286-BF85BFA35FC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72836E-F9DE-6545-3ACE-F1229DB6599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02A7E1-FA98-F5EA-E729-C01DF03B857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CCB66E-ED7F-0BFB-7E5E-FAB112EB216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15D370-FE5D-E36B-7ECB-140C60BF473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E34A19-B692-3C69-D138-5DC486714A6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2EF86C7-34BF-BF86-DE58-682E6AD4DBE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2826045-05FF-8548-5476-2752C856B0D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94395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790A4-CFE0-3205-FD7D-ACCD46576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DE0E156-1A8E-6C85-19D3-2AC1CA3394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3AB991F-5456-3766-E68C-854C8DA56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5BC5C17-DB92-35D0-DB51-0612D33B61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2C36D31-8DC5-C088-76BB-A9FB008698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9405DED-D3D7-8B49-6906-9EDA3917BB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EE7956-E39B-A31E-D3A6-16E3E2D9BD7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9D50B6-8704-0580-D3BF-8CCE47D1019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291FC8-0AAA-F6E6-6F0C-2AD9B7A7E5D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809648-7846-1990-095F-2A5ED3D8259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11E54B-92AF-668A-A879-1226DE22384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F456E8-6B17-C67D-B9AA-B45E97D34F7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9062C5-C73F-BF89-CD90-9E3A4C994E4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86DEF3-E654-A582-6193-A904B87AC57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89AA60-7466-F6AB-97CD-B65A2A68DB3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DCF7BD-0A38-867B-EA17-7E50969B125B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F4376F-3B72-A70A-95BD-45C71897C9C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FB846A-8467-181A-BB82-3C7F51A9210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87661E-2BEE-DC8F-277A-266EDE2D957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6D6C91-3C47-A95C-366B-FA46089F045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B36D34-FC08-6589-D802-83F8BC1C43B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8BCEB0-4939-6264-07EE-17793C7D29B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214281-9156-B690-8E19-6947A5F83DF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EE7CCF-45AC-7BC4-5AA7-43C8A5EDB4A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D7F7BF-FF06-233D-ACD8-460AD9A2AAE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FC729D-7083-64E5-E805-3611EC7F807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CFC34D-C582-C03F-BC3B-7F2CBCC5E8B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CBB93A-4D67-5419-1F0C-F6EA246C5FD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2CCF28-A36C-C57C-340C-BA3B6A3B288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260C8B-6835-0A0C-94E4-04ACC9BF7843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D2FE0C-C9DB-3A93-BC9F-07B34A8279D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E7050F4-1E09-B22E-A1C7-7A04B7418C0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FC04C90-3B5A-C89C-2DA0-351288F2D59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1B79120-664F-5A01-FC28-E3F9DC8A244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108888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05E3A-01E2-AC69-30E9-00D643F6F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A95E22-CD82-011D-4484-DDA817E508E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same argument that applied to 2 and 5 now also applies to 4 and 8 (with respect to Rows 5 and 9).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A56F34D-919A-37EA-26CD-9D4A444C2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A2FC45B-70A9-303F-B166-E37D39F13A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9EDD553-C1B5-44B0-EA78-6D1F5B2E62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AD68A3A-A721-32F7-3DDD-2BE5986042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E47C76B-EE1F-6E26-4E3C-88B6333E6C8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6C0C36-204A-3432-B7C6-084E3ADA24C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E7DCC5-1D0E-FB17-8270-6D5F96CFA70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E06E74-5A6C-266D-FEE4-7EEA3FB4FFB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6262D4-4121-1852-F5EE-8E37A05A82E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01DA32-179B-F4B3-6749-628CFE4331C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62859C-D774-2C16-7F73-12CF869B319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FDBEEF-C994-9875-2C87-07478A5EA39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D6A55F-0142-B90A-2B4D-04373361A82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E67664-ACC3-0113-7067-08A70995A22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DCD38B-F14B-4B6B-4CC1-98D9E326772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69CEBF-7513-74A2-B69A-C4D5D547F02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065EA0-1C19-BA4F-337C-4D1BA2D0722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173B29-4C59-D568-6C79-0B74CE803D7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098DDE-5441-92F1-B96C-5290B3EDA44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15FCE34-5BDF-3C4B-9A39-5D1CD9463FD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492B46-6B47-7892-0797-92E97150A16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5A721E-CB42-B2FC-7140-D743195057A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10C2383-147B-9C8C-D102-7F102572A02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A98AE8-C9FB-8049-0AB9-E9B4CCE62B8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D469F6-62E1-5CD2-5CB7-7E55D37FF5F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64FE23-5371-6DBD-E82F-258FBFE3983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E742AD-390E-9558-2D25-D4A26E01BC5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50FA64-0DC8-EC33-1B39-B631395D321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DE468D-03A3-EC59-A4C8-9D10713DADB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85EFC3-ED9D-0396-4BA3-3E663FD64A5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1E38536-2304-F8DE-D504-26AC8B552F6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B61215A-E890-C143-C2E6-8582B5C31CF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466475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1436D-1413-108B-32A0-8201CAB7C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CA3F4A-C536-45EE-7285-37A22C09574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2999D5C-0073-5134-F40F-81CD7B1F7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8155461-E09B-0305-0448-9D18BB1B9F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87F5E0F-341D-6670-F002-208C86DC50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AB3A1D5-8AA5-FC00-E875-DED29B8739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95D845-01F9-ACE9-48DA-03B21061B1C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76A96D-936B-9C2C-E465-5FAD5D08042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C2B343-D397-6AF6-22DF-BA71B161102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7F97F5-929A-ABC9-BC13-8FA12A80A65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05F15B-2D6E-4033-1BB3-711829B421E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7E5A47-4F91-0109-8D70-C6E6E7969EA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F82253-0F1D-30EA-9560-F51904D2E2F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A4C742-C326-D1A4-B027-53BDCCF996C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A07C03-745F-7E19-9E2F-3FFF1D1BA98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008622-F449-5A55-FE2D-E45A5E77801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C7BED1-485B-9558-AFA0-942B69B4106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79C350-5341-826B-2C56-F2312A26A55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C657DBD-5472-FF0D-1724-6667C7D79DB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D50178F-EA6A-EB7F-BD63-B7FE685D820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D0F3EE-4C87-AEBF-6CB4-AF6E3197506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3461AAA-5773-C88C-32F4-3B703173AC6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7F45D7-7C48-A67E-A455-A2820CCDDD9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7B1431-3BD9-4869-B4BA-8B7467B2D75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526A63-0B05-8CF8-0E4B-F61A441EA2D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4949F7-A0C6-B7B4-4D90-A84ECB94A6D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39EE9A-BA5A-9D3A-FC65-AD22C474D11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F0C488D-E14A-ED18-21AA-6F0756B178E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2E6CDA8-1D29-28A4-7D61-247ED2397CB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C04095-6D2E-E78A-D4DA-90BFA17036D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0A5628-1432-33EF-55E7-F98F7354713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EF7F9A-449F-B096-B7A2-70369F39A3D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30381B3-ECE2-3333-45BE-CC59AA8A1E9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20EC9B-E44B-816A-8E65-CAC472CAD08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5609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A2E5D-B376-5AF4-09B7-3E69718E6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75104E-7B03-4FA6-E559-2EFCD69BFE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FC0F7E2-9BDE-E9FE-7023-04B8D9CBB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477C2B6-734B-0C4F-BBC9-7336C24308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E85FE15-275C-855C-0F4C-85B74FF83C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6FEEB91-8A74-FA8C-243D-6B790C2B4C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1A732D-D662-A60F-6F8B-A1AA76456FC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1B904E-DA5E-AC13-53BB-73A2D6AA454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A20848-BD87-072D-7D8D-69A4F8A6746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7A572B-3424-40DE-92D6-B3D3D9C5553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1FDD01-8D1B-0535-B239-4E8A4B77C28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487864-1796-2BAB-C7D2-BCF43F8D8A9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E7DA04-8ED7-90B7-588F-9BEAE3144AE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10A804-79D2-A72F-DF8E-8F2977E6381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41F9A0-1871-5D39-60DA-6359849263B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070840-398A-82AA-B8D5-D1838101BFF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514A2C-F9EC-D056-7118-4858C7A72F9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C85DBA-9DF4-3727-C816-7F85F767E92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B4FBE3-0FF5-0EA9-A75A-C91C22ADEC7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62E262-D937-5A76-781F-813B10FD5FD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8AB6EA-3B47-FE9C-7B3F-7889E46FA51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D2CDB53-3096-B48F-6239-7C44EF9A7BE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4DF841-3811-333D-334A-E4DD4CB5360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741C35E-3EDA-48BD-BBF1-B2073DC3C50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419B15-8B74-1730-9AC5-A6156E72BE5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063730-2AB9-353E-7359-4C97E5BE7B5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763090-C755-9008-6D55-91ED3DC779B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BBFDAD7-C3F9-CFCA-4B2B-633676C48E7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418F7FB-7D18-C942-0AF7-69489895856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A2805E-77DB-2289-B6CD-6A25FB7C441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C95B0D-38A4-0DE8-F603-9974E3AC4A0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978EACC-398B-075F-227E-FF867511C07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9A251AC-A2A6-74FA-6E20-BE97A2577E6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03115A-49EA-B140-C391-D35C5AF10B9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26695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95C03-9CD3-C6B1-80E7-84AA1C473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89D3D2-8BEB-E00A-FE57-CFDDAEF2F5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[18 in 3, no 1, 2, 4, 5] could be 369 or 378.</a:t>
            </a:r>
          </a:p>
          <a:p>
            <a:r>
              <a:rPr lang="en-US" dirty="0"/>
              <a:t>Column 5, center block, is [19 in 3, no 1, 2, 5], could be 478 or 469, respectively. Because of the placement of the 7 in the center block, it must be the latter.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7987943-1482-DFAB-8125-4619058D7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58D84DE-3AAF-6A08-2683-E6FBEBC23B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857C2DF-70E7-487C-8DAF-F874F990DE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369FFBB-4244-5301-D87E-9E25C5D960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F0214D-AA1E-7C7F-7F88-4EA665E53B0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6CEAFA-5D92-45CE-6EDA-8CE5A892FB2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C1125E-8268-2161-1D73-58A65268C67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127ED2-2CF5-D8B6-251F-9A8C321A25B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B8B3A4-E948-2B3F-C48E-404E7C683C6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B92B05-5838-1A15-BE6E-65FA20FB22A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F5BA2E-1E10-8577-8F90-BC3C2FC6D39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773FCE-03CD-F8B6-ACE3-DEA916B72AB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930E683-2399-39DC-BB97-0E485783B4B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4572881-AE35-792C-5C66-8EE45087A79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13AB3C-7EAB-902F-56FA-902818A4794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8C7153-833E-B0E8-86CB-BDC071A2750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88D25F-3317-011A-978E-C48A3C8D36F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C1CA599-654A-8346-F37B-D550905DA82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F5E04A-4970-B34F-DD94-6D344E5B245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110719-DBEB-CBFB-A339-B89D10BA9A4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FE885D-FF1B-009C-4B7D-204C58C1826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E041A86-850B-430A-1F0A-05F61BFD0D7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02E88D5-D1CA-DCF8-7005-D32F5160806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D634EF1-3E37-B5C2-BD81-A510462C6E4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B1260EA-4B0A-571A-5D70-556D5B5DD2C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9AEFEFE-4548-0967-EE05-9314D293015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F9643DA-E15B-62DC-19ED-94755813705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A6EDEC9-51C1-52C6-4ADA-11B9FDB358B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D60C080-A0CA-6645-5901-CC73D5BAF34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5C03FB7-AC49-8F10-8D48-3EB33C518F1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A310D78-3DB3-85CE-42FE-A10326DE85A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BD16BE8-024E-2162-745D-A5E500C230C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69DFAE4-13BF-4643-FBAB-4E8F7A80CA6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3C72A07-3173-A4ED-592C-5BC74A8EE7B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F33BED5-2DDE-A795-9031-D76BC35DF69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C58D3C3-6731-790D-5535-21DC5A1E94F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AD1B139-C658-AC6C-1AFB-ACF968883D2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920444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37E79-26F9-2FA8-47A1-097FE9D86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5451BB-E6C5-8EBC-3C87-E96E487709C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13FBB25-74EE-B77B-64E9-E6B24C7F1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DA11B64-25D8-87B1-B3CA-F74A83775F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0243BFB-5EE9-257F-CAD8-80F2FB58A1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80681A5-F1E5-1A2E-54D7-4FFA952A80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ED812B7-16D6-B66B-1395-7725400BFE0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920DC7-A871-D4B1-2EA6-EF758DADEF8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CD7FAC-346C-95D4-15E0-8686E6880AD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5810FB-96B9-5F45-4645-8D6E63EF6F0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D633BC-4A08-64E6-D123-8525146AA6C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BAD4BB-F231-1E71-B534-9047BCE0555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E304FC-4244-6F18-3F45-755E3F6D52D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7EDF677-5D17-9AA8-18A6-5944973E697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A3C093C-A68A-FE5E-42D2-4219D906374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76312BA-EBBD-4E6D-555E-B92A631A864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3D8CD6-C436-493B-EEED-3DFBCD2685C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C79E21-6289-4082-E9FF-6C21D14CDF2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9BC3565-7C82-C58B-4AC6-0BA8F58E2CB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04A317-B6EF-ABFF-53C8-ED20063236C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71C54B-5FE7-3AA2-377B-9C564839B607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D4FFF08-C9E9-DBC1-3A54-F995E238D09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5B99016-2BEB-6DF0-86BE-46ADA84AAFE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E3EC16C-833C-11D9-8D7C-76DAC00C346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DD43334-E32C-7819-EADB-AD383D2039C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84FB243-19D2-11BB-0F00-CB9C4786BC2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B3328F2-EF14-5647-3AB8-961980F14DE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3FBD55D-EB78-7245-C614-96E63D56C16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18E7ED5-FA2E-2471-C84C-4EFF3F14269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156C016-D9D0-75CC-82EB-2E61C0E8AAC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D3CD4AB-2230-5E18-08A4-8D6EE8CF0DB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868464D-F699-CCD8-325D-F762F5211FE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57A3231-80B3-4DE4-35EC-4D8383F3CE0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A30C5B0-FBCE-608E-7C8E-EC141E4BD6A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10539CD-9110-2CD8-EB7B-1424563030A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6EC62D-C991-BC5C-7959-4CC888375D8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88757B-EFC3-253E-BC64-0D7F6D07036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3298DC-A2F0-0CE0-56D7-AA6123A582A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4BB67C-675A-FA5A-0A3A-9C6DB1CECED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020354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8D9CF-8D7D-807E-7A5D-A50C09B00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8BB5563-89C4-3A55-8FC4-DB200F8A77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5396B44-FEA4-D8F4-F7A2-0611A9D84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FFA8221-0622-D445-B7C9-292AE4F5DE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CB8E8FF-C3BB-A486-D9D9-C050B101D7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99D48CC-DED1-8991-55B7-B46DD1920C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DE6E6E3-DF61-E277-0476-6B6A88B17EE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FA8954-956D-FDD9-A3D6-343890831AF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71F905-BEAE-EC73-A971-8C871E91700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BE6532-1151-06A7-FAAA-51E02BBA7F2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6B1DD4-319B-0894-771F-204654FB152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494B9B-A9D8-50B9-8DE9-C8E65281E7F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5ED09DB-4FB5-68E7-EFC7-BE8213F0DF6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1AC79CA-A322-2E74-4EAF-F4A42E30F09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F8E1657-FF4F-1A70-465A-C66E5E00A69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B5CB2C-A14A-7D7C-3416-C225438BB68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231B9F-9971-AD20-08D3-AE330A56A37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7E3042-2DE0-3BAD-8052-C361DED0F50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7080B3-4057-8E9C-BEBF-5B8C8D7C573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3E96E8-3D26-E7F8-8EF6-7EDDED2F849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88B349A-625B-6B75-7B60-A8559EC19299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7C01EFD-2F71-DFE4-3435-E1F92324F33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D8655EF-FEEB-033C-FA89-743DB064972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80CA91C-BA49-A53E-F220-BAB34C42EA7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CA8F35B-9EFF-0071-A792-ECB55924131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441F1B1-E63D-C036-579B-3EF563232C4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C9CFD2B-4274-FD4D-BB90-BAADB8C1655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B45BCA2-2AE7-1703-F441-CE2336F089D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3197FC2-3D5B-520F-487D-2983E03BE1E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D2B3A25-1EC2-D726-6D28-124BB24E96E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9335BF-F307-C528-554E-474CFDAA753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E36BEF9-7CC5-1A80-52A3-25C184497B0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8BB264B-32F4-5C42-8696-BA641863AFB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C8D4D02-D354-D27A-6BE6-6D5EF329787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EFC7935-01DD-26C2-6DBC-46588F55B7B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A45DE1-0395-87F3-5897-5B13D110C0E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8F6B35-CE59-0157-26E5-043530389C9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B7238B-07E3-7131-E482-92A159F7618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C980CE-9321-317D-B561-0BBDD454CC6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2244636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6DF03-A1EC-D832-ACFD-E99509835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C6D7A7-6CA6-2769-B6C4-EEC0A008CE2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[22 in 3] could be 589 or 679. In either case, it contains a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F2AA1B3-A272-E417-393E-EBD66C4D5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A174858-C073-7282-6493-7E5B077953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D178DE2-43BD-2F7E-1B99-E9EF825B0C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FD66C78-FB8D-BFA8-2AC4-32136A869E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BCAAE7C-AC28-B3A8-A2DC-D590C2FED33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C07DB3-2544-6E4A-1987-3C27D77CFCB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8A44A2-F0D3-F16D-710C-60D449F8478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C06DC7-60DA-485A-EDE7-0DDF106CF6D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F719A8-C0A6-D293-F68D-E6053DF8CD3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31B7C4-2675-6CAA-CA87-6AD3B8A6922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8ACB66-66AC-94B6-ECF7-71D741E142F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E5FCBC-E8EA-6274-95FF-1B73F63E72E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5AD107D-BA2C-F11A-143F-38EC56B7DDB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5D4D78B-63D2-CE07-E76D-E5C46646307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327CA0-CF77-1952-4DCE-22B8B4DFFF0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02391D-50E4-4C2E-BE7D-F4C7B7C8083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F4BC8F-0D24-143A-AFA2-D7E22101D59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76AE8D4-03F3-4D22-52E6-1C1FB87D9990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5B49E7-F78D-9AF1-358D-9FD2D92FD6D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2FC4E84-190E-0EC2-EA53-7AB5E7098C2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B6AFD95-FB96-20C8-C4D5-61D5E4477B2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1B8E2B6-3BCE-9C9C-8708-EC8D5E15124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D20B96F-82D2-C95E-A033-AAFBB56962E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900ECF0-0B61-BE76-BDFE-5BE09893AD9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98F80BE-940F-0CFF-F265-1F869270984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1F89401-0F23-8292-2562-A9015DB8B69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CD4DCFD-BB2F-5D1C-803A-3B5D59720F3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8D34BBD-17A0-A0F2-2AB6-47080C05099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8E15C2E-F43E-4E6A-0803-A82124397EB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2645C06-EA78-4A37-7D39-03CD7157A8B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9B16D12-7863-BBE7-A96B-C1CAA534423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4455E45-486A-FA07-5F4A-FB7D0584B33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16A867B-D18F-6DC8-A7C3-3BD8863770C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0D2FA5-F504-3561-F76B-1F7C329A912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A40DC8-822D-65C8-6778-D1427141161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326E5E-0566-B11D-D1F2-71ED3D7B198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6640DA-AB3A-560C-247D-6812EB31A24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122896-DABB-93BC-9445-4FCDD926311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4F44AD-FB99-1EF5-29EE-2A1CDBCE144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15A6C5-AE7D-3D20-E0F8-7625D938759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</p:spTree>
    <p:extLst>
      <p:ext uri="{BB962C8B-B14F-4D97-AF65-F5344CB8AC3E}">
        <p14:creationId xmlns:p14="http://schemas.microsoft.com/office/powerpoint/2010/main" val="3948780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EDC2D-DA26-C49C-6047-6DBDC0C68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3BD103-7C8F-CE57-2AF3-3EA3EEE8DA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CC5DBC3-6353-E618-BC98-E40A1EE28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E9F173F-5852-264A-41FB-06B43FFDD9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327C1B2-84BC-AF3D-8089-D8CB72AEC5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603E01D-01DF-F816-8800-13866BC41B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75C2206-66E9-0646-DCB4-C639F725D8D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98E7DA-B6F3-8A91-2A25-A3E1B97C682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1DC1DE-AD4C-C274-7518-C7CE1FFCA20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EF4F53-DC59-B71C-1635-CDC00AD1B23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DC129F-82CE-EDFF-F47C-01E4D3CB7B0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47CA03-BBA9-C26C-B3C1-CCA3DEA4EDF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F260F1D-F94E-7B3C-82FA-20A33933A02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648FFF-1C62-B589-F738-84856752149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4D52B1-7F30-6420-02CB-3E44F2989FF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833CF2-84C2-43B4-1031-3819E9C5BD3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2B0824-A1EA-402B-D4AC-5457A819C04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1BD5CA-97F7-DED8-19D6-ED3CF3AD2D0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9374B0-7B10-7523-C76D-C3C999C9162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A02EE9C-2295-B07F-6D98-03E6102223B7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8C89C8E-7456-9C38-66F2-0A11634E1160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65E6F1F-85F7-226D-27AE-12C48A09534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11D6899-8E14-F223-28AE-3E3C7BA3693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3EC6B9C-BE6B-230B-74E6-8AF2CCF7FC2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B2CF822-8A3E-96A2-D66D-027899734B0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3C65296-CDC0-AE0B-B3B4-2D2F12830D1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7A6D943-FCB9-29E8-E961-5030B3933A4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76A565E-CF1E-BB76-6407-B91DBCDF643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BA44377-87CB-B27C-708D-7FC76358EDF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F74E58E-6211-8A3F-AD30-9E44636B7CB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476FC68-EF28-3875-568A-F755DA241D8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26EB82A-C899-E59F-F92B-09460E3E4BE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70EE113-F34B-3FA6-0F07-3B6D75DE5D4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A81DD39-B950-57A8-0C5A-29D437A0B0F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6772DEA-A1A6-010F-199C-1A3C816CA90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A0910B-C9C2-B814-AAF8-2736898C155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082CA5-F4D3-1DE6-D8EA-9F2637FF77F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8F00FA-4C4C-3ADF-9E35-992710C351B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10284A-DDF6-6DB0-ACEA-D27A001E1F9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B46897-4BE4-47EE-25DA-9B2037E5F98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BDE5F2-BAE5-BF1A-A0AB-8BEA56322C6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9DB0BA-C03B-F5C5-8ED1-B8CE7724D2B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</p:spTree>
    <p:extLst>
      <p:ext uri="{BB962C8B-B14F-4D97-AF65-F5344CB8AC3E}">
        <p14:creationId xmlns:p14="http://schemas.microsoft.com/office/powerpoint/2010/main" val="29916371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348B8-FF2C-947E-E792-515225EB6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625E86-5BF0-40E0-DC19-868865C4BBF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([22 in 3] must contain an 8 or a 7.)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A84DAC5-9DDF-E207-95AA-D0BE1C673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F3DEEC5-D062-6829-8283-8C465FE66F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F42179A-5928-21EA-1A36-88D98D4E1B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2F8E704-F65D-C29E-585D-B27D796A2E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B95744E-9BCA-C703-7959-312346487D1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C1CC55-80EB-220E-CB7C-00302BCAB5C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8E5B6B-32D5-BEB1-522F-2D92EC19334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D17773-4C04-B32E-069B-9F34FFCEE46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4F0741-55F2-9F02-FF70-8F8F22F249B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088E11-3181-7C2E-3ECB-DAB2D845517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D84CD0-24E0-D6F7-0B17-C38A07EF3AB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466C9C4-AD1B-9B78-7689-A12B0BC69D7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0D64718-D565-83BA-6FF5-E293F4610AF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D004A9-E093-EAE6-2EF4-CD398161EE7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FDF122-3935-37A3-7C5E-880A4EDFB26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96BCBC-04AF-4E36-6910-A746FDA2401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B50C78C-E41D-E88B-D270-31CF4C12B0C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BBCAB2A-AAFA-DE1D-E4C9-078094151E5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9C12889-1D34-F7FD-5609-6049C721112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FB005E8-E124-45A5-9501-08EF2FEB17B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EA5ED56-1782-E196-E6E0-EC6074FBA6B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A94C06C-FDE9-3D79-726E-466C492E5EA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42AFEA0-2524-AA30-A4AD-1FA746396C3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169CCCA-916D-CED4-F906-7CCB577C315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976B746-80A4-FAD8-290B-05E70BF27CD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6F19EC9-22F7-77CA-946C-7386B88C976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5662515-AB54-AB09-48CF-0ADF2CFA48F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B75D7A-BBD0-1A27-EF02-8EDD469878D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66FB692-1469-71FA-F23F-07B3D17E2CD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753B50F-64CF-252D-5059-F6ED1D7D971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78DA5D4-4068-7787-4D24-F63423E38E8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9B727F-F1A3-2B83-FF51-F25883A3D4F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99F17A-F10B-0E77-3006-5F9642C5DDE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86B4C4-37D0-B2BE-80E2-10906348FD5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87B8BF-1BCD-F179-8E44-7F9933D9C2E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65D170-779E-361F-0FF4-7441F6901C4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6E4DB1-759B-288E-62BA-EFDC688D3C3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97A68A-2286-C2EE-B034-FD93D441B8F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D747CB-0366-7121-BA2C-1F577957791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BB339F-121C-6599-B4D3-21B0F9B1C51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5365690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8A4E1-F463-985E-DFEE-B7E5C7D6F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E3FE93-D597-30E8-10D8-58A4EA0AE4C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upper center, center, and bottom center blocks.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6168B9D-3932-0B94-7C2E-A160732F3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BE73A18-A09D-6777-68ED-A7C9A46566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63F9A49-A4C5-813C-7E59-909557C40B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0E9D33C-DDC5-3E6F-BDC1-8441808585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16277C2-871A-9EFA-4F3D-BE3E01E427D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BAEB86-C0BD-A5DF-B8D5-F16EA133B5E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47139A-0828-9BE6-985D-BF953810C45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FD8363-5949-E83C-655A-46AAD0CD440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F5FFC7-939D-FE59-2223-D967145365C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84AB7A-2F26-1317-C097-AC5582BBB53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FF9AFB-5A94-0C98-36E3-54D3247DDA1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E14692F-ED33-123E-52D0-98952982BEE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3514FAE-3303-DB54-2579-0DEDEFECB77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8248B0B-EECE-4329-4906-4AABC48DFC2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91B02A-49C9-E426-B682-3D13502AB08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9CA1CB-57DD-723B-70F4-DC7F2F78A72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CC91A68-CFB0-C385-5E1E-888005F739D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E928A31-4C3B-6FFC-10B4-6DEF2FFB186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44245A1-4778-1ECC-A018-36407C14946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623B986-55FF-A816-BE88-588F99F4422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18D2269-B86C-9E1F-FE4C-B0911D4506D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85C7C3D-51DD-91FB-B43A-F243E7275F5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8C0241E-5393-6C44-784C-7594B8A4EB8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573C256-2044-4867-0EFB-41414668A36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9BF7226-49F9-2C17-69B8-BB83EE925BE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B5B4FF1-7A76-5FA8-166B-8DF77D90906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AD8024E-263D-52BF-FFC7-4B6A49E8E4E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8CB985C-31AA-1F3B-1C00-43F074150FB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B934514-F964-A9F1-9513-4684B322A8D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9BCEB1C-BB97-6AF5-E018-CD1C6CDD165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7745DEF-8389-C1D5-D5C8-DFA72207504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6A4D62-5654-9294-F1CA-CDDE333F3A9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EA13BE-58A8-CBE3-02FE-0CBD8FECF8E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28B3BF-CC1F-3733-13C6-D4D96AD8B9A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4459AF-41EF-A2B9-D149-42ED6EABFC3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3C6D0A-6D22-2C6F-A5BA-311ED0D99A4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0901D0-9BA3-D745-3D4B-84384A12917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680410-B60E-5DD1-BDC8-FE67B425F31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733B99-8DE4-B436-265C-169B0A2A3B8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F2F760-EEFC-E267-D3C0-ABEFA4D9A1F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641CF0-DBF5-F82A-DD35-2392F412B1B7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766F41-095A-F2CC-866F-5A9498FC5FC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D15CD43-3FDF-9430-589C-C42897E8606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7D7B5D-D5C7-F17E-7D46-938F6DA455B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8BD39C-02A8-3FC7-905E-4D1AAE01A22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ACBB75-7532-86F6-B055-28B61AC107A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05E0DF1-C63F-1DB0-C383-9D1572E7E58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7E6E2F8-8F7C-7884-4C16-E534C679534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E73F71E-7702-8981-152D-FD5667FF4DE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A2D51C6-40A9-3038-0D27-6DAB9BCCF86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D164AA4-126B-317F-2465-57C44DEE23F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A33E26B-7B57-6FE1-04F6-7C6700A5635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B420599-5C88-4BBF-D3B5-81758B25658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</p:spTree>
    <p:extLst>
      <p:ext uri="{BB962C8B-B14F-4D97-AF65-F5344CB8AC3E}">
        <p14:creationId xmlns:p14="http://schemas.microsoft.com/office/powerpoint/2010/main" val="39940677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39CF1-56B7-F3DC-435B-3AF305DDF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D999A3-E557-364F-848C-F46A5C166E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([10 in 3] cannot contain 9.)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17FCADF-8CE3-F010-20B4-8EA43D903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D30DFBA-D6CF-E438-0269-3E57D7168F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DED3ABA-E9A0-340C-4DFF-A78476B231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0B7428F-A7D1-BB25-1CBF-802170A42E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366F9E8-04D9-A556-6D9C-A5438B53C4C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C5CAA0-4C23-E2F0-FFBA-0A2983FF5F0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96E4E7-0E7C-FB0B-B2DC-1957907F683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848D32-6EA9-C950-6602-6B5A9AA87BE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2D01A5-99A3-4DE2-FF48-70D07EE6C41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86D187-2335-908A-885A-7FEB7FEE863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451218-1EE3-60DB-CAFF-91810F48814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46D5682-EBAF-7863-B445-97BAB292201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A7B9C9D-B5EC-088A-C604-D7629ED58F5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4DA1AE8-236F-E160-368B-CD4315645E5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997398-E221-2950-14E1-4E21077E30A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3F2E3E-1153-B775-6402-69A43AF4C7E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54A52E2-F8F2-640E-5BB0-575BE09192F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F101A5-D0D5-B6D3-BBDC-A94479231C4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6E281DE-BF80-AEDA-B5F8-024ACB013DF0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B9E120E-E846-B804-3C13-7D033675128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F24CD8D-DB0B-BFBD-CCE1-3CC4A565DF6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E696E5-8B02-A4B3-481B-CA85416F45B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DD2E3B2-3C0C-26F7-5487-F1BBADF9B79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48122F9-7B30-E9D2-9038-8CAAE5C3EC4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B604EBE-30EF-77B7-6AEA-7943BE69378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3770081-FAE7-A406-FC48-654ACE42915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99CDBC0-7181-6F4D-9469-C75DC131153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4116DDC-A4BE-45C4-AF47-516970B7D7E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33F2BF4-AD5E-356D-CE90-0A07E9B86A5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0FA8987-A446-9680-D33E-76DDB7F9B23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F4132E1-D9FB-6064-66BF-66ACFB5188F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921E5A-4298-15F0-BF5A-73AE87B0562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57BA7A-1B27-9F52-A9B8-A23B26E4037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9BBDBA-47F5-F682-8466-9DCE6C7A047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AC1924-AC99-1356-77EF-31E9956930F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63CA42-BBD0-D36C-44BA-ECF55E75E7B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1FED7E-E5F8-2ACC-2D04-450E3684526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99B682-650D-A0FD-90F3-C4CA8EAFF93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8199FA-C04E-06D3-718E-DA0A8A393F9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1F4191-E66D-F640-E89B-BB52D6754F6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C21EC0-5350-364D-6664-FD1F9D0B183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F999A8-8446-6F7F-E3E9-A1BDAE9DD0E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42EAC2-5704-6A31-DBF5-144C2EFC5468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4ABCC2-797A-1463-94D0-09C126C2639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6873C9-01D1-5D2A-B8BB-C96554FD46E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6B2DFE-C97A-50C8-464E-2AF81297F29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54CAD5-6272-9967-D6B5-03D22AFD016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7406D9-3DFF-77D7-D810-3EE5D68B0E0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2E04E24-51C1-1F96-027D-FF524340CB3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8CBD590-BF58-CB17-793D-0716D8043D7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7515A8-FB88-FE13-249E-26F415DAA0C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C6EBF56-8B1E-50D0-D2F0-3AD048AE6BF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C88573C-675A-E842-CA88-559F0CD8449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376801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64201-257B-476A-9E10-43E2402B8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FAB0E00-4DEF-6C6F-9946-FA496CF57C5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6A177A2-6359-25F2-5173-0D60D9D53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E54D620-F4D4-763D-AF74-4B324EEB3C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2B196D5-9080-5171-905B-C4D1387A27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95938BC-E615-0F95-6C5B-77C5EF4129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974E0A7-5A5C-D0AB-96E7-CB5CA7BA418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491E45-86BF-68CE-59AA-CED23E12C2C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F82407-1272-136D-F15D-238251621B5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D36BDC-C9B5-A013-FF0A-5A789983C5A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6114E2-D330-53F0-6C80-D6C466E7414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86CD0D-179F-E91F-B2BF-68591DA4F8E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E87E20-1999-C4E2-1A9D-990FE988509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E3D8D9E-8F18-9FF1-5FF9-75887D48225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2F92F8-EDD9-A7BA-B833-48D13762347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DB4D22-B016-459E-87E0-C2F5ECA6B36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DA36086-EEE1-4DEA-1D8A-F69F5F59153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14D55F-B6ED-8BAD-B577-E97973D5F1B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6DCF8D1-6BAD-CE60-AC0D-7D4F6A2C97D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3EDC8C5-9F59-5952-2AD3-B88112D7508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779E970-3020-0B4A-5A27-92EF6514BA9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C384EFF-F524-7421-AC85-2FD04984F07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283DCA1-F253-A905-F8E7-B7FB2AEE1C0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2EEB884-D7A0-10E5-BD67-7E47154842C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FB8FA0D-538D-E48E-54FF-A2C13299161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5F6D1F6-52AE-7929-60BE-B73594B984B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14AC93D-6BA6-7862-87CB-6C018E6E42F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1BB7A3D-4522-BC62-2F2C-172C720991C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42C2CD6-6B9F-48E8-68D1-2A0392641C3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885FA4C-92BD-0907-DEE0-5FF975C01ED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3CDBE95-BEDF-71E1-022C-A234506A34A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E19701-C75E-1C62-ADCD-FE172916141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94B2BF-5616-C1BC-90DF-7459E0B75F4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AA4E4F-5FBE-0CAA-E1C5-9D81F0D1005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488FDE-3E76-878B-19CC-11855A0D5E5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2C4A0E-BF71-2AC0-6AE7-780974D4F94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2300BD-23CB-7BAB-D318-D07A060E0FB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923C96-57F2-B90C-EB27-DB08F6C2B90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442759-DF4D-CEF4-DEDB-6CCF4A43ECD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9FBC8F-E3A3-CA06-8838-ABA206CC2F8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2B7148-CF97-D8E6-9C6B-2A77A61A595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B44E6B-6F0D-FDAF-07F3-B1F253F66D1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C5CC7B4-DF10-27EA-75D0-07815E8D7D6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5C20A8-477B-B49F-404A-13352B71016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363898D-1AFD-CF10-FC86-BA02A7FFC4E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954D4F0-924F-8129-E208-ECD0DF271C7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032AAD-138C-A46D-7602-11D9BBDB8F5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257347-56F4-B4F6-4EEC-02D32075B23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D086B27-2FA1-9DB1-3DA5-9A5D1AEBD41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099EDA4-D4C9-F77A-F371-6B059177BB4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0BE7A86-AC9E-5A66-043A-DDACB091EB9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2262AA0-1577-3C29-A581-A86532B0077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2135F27-3FA5-8EB0-3B22-B11FAF32F32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28BB679-BF7C-9861-EB1F-F787E968C06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FDEF87A-B7D5-A4FE-4275-8C382128896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382984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44E34-36F8-4AF3-22F0-BD084BAD5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7D819B-184D-D6FB-99BE-E8B0D47BF1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0B88350-C8E0-CC20-0ACA-E0B8583CC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D470C1B-B036-537F-1B57-5579207632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1FB223E-D48F-C1EE-D1A2-77869FF0F3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66C1FA1-71A5-8FF4-C302-3BF9889EBF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C074A94-D582-D8FE-59A2-F1DEC81C7D3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3C0001-EA30-91A0-7470-F9033E6C84C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8D4D69-8E56-9306-1B1E-23A9ACE87DB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5A15F1-5041-0481-081E-A45EC32689F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5382F2-A33F-EBD9-EFC0-973280F1D2D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7BF3545-7766-B18F-5DA2-8921A5DF2D4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8DB4E6-D213-0D71-2313-10EA8B20858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CA7F90-73A3-0D1D-7D91-E759B0FCC47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A1CC24-07EC-F49E-AE95-A7FE3E4EC79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12555B4-1B41-7908-A5DD-4F1884F4F9B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57BF75E-61A7-BC87-BA75-3DED544550E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3E02A3F-8248-4DEC-6B30-1A438BE91F0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8529A24-147D-AAFF-49BA-DBCFC68EDF1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98DF50-6297-448C-4D2C-1E27F44D6C5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CF38715-5469-4179-9ED4-CBAA943C5A9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7A81E9F-FC57-D9AA-5F2E-1C951C0A0B8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4BC3C81-E993-20B6-7FA1-8A6DB6376DC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CE69328-5A98-99C9-B417-40ED3C6CC65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2BF8E61-6AB3-F082-50A3-0D12E9E9DAC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372AA92-441B-691A-B7EB-550749362B5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51FA438-F9EE-21B1-65FE-F660C023CDE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FB9EA8B-5052-AE77-8827-87287CD6D31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4BE473E-18AC-505A-ED19-690FA658B26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5E37EC-A96C-0257-933D-BD54F66C363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0A43B4-A792-AD75-C0A4-268276C6C2A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790AD9-21BA-55D1-AD85-209D532ABE6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BCF360-F84D-D84F-E69E-2EA6C400F58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7085B2-AA90-138E-B6FA-65F1417120A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E29B89-C10E-191D-7818-950AE5626D1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C26F47-A063-5B92-147E-FEF9F4D3D8D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51E2A0-53E0-4298-BFDF-F3C5D805AC0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AE90A0-BAAC-95BA-A22E-C7A70F887F2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16817D-4A81-2F0E-FD85-4F2BE093C57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A0C6D5-9AED-0EFA-1C9B-8967679F702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4D5C85-D4E8-EC2F-CA59-D866F442A5B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6348CCA-3D01-0704-279C-3AD1FBD8EB6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4B4561D-087D-59E6-058A-DF905D11C14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9ACDEB6-8BDA-7D48-E2F1-7ED05BFA5DE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5A2550D-A85A-6E95-5FEE-16A28A51DD6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32DFE46-80E7-A50D-087C-325A00ECA0F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BC7D45B-9803-E7DC-9F74-3C297D8A33A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F69C1E2-9F9E-72B8-862D-993F86018BC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8021982-2AFF-DFE8-C526-C6FB395978F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D7D325A-E6BE-4032-8FEC-2393AA924E6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EA4EDC3-DBD5-6A77-D6FE-3F295FDB7BA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C05EEC4-CFA0-7C40-AC3D-301437E0009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E2DF09-040E-2305-8C97-80B18E1DEEA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2F213A-B74F-10FC-C901-6D19BA257E1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86ECDD-2888-DB8C-DE9C-51B311EBC30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3241307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53E00-F0AB-9A59-B7F2-574E19D06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FC83DA-D0BA-58D5-36BD-60FE681D4CC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A9721F9-264B-7737-55D2-CB4C84130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2A7DE57-E1A5-5079-AAE8-52F9B3CBD6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4F8B2F7-4ED3-402F-E286-BEF2B91A2F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A2C9BB1-1410-14B4-238D-5E4208F408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57CF830-E60D-44A9-662A-8AFFBE94E1E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4839FA-9F73-B3AA-C556-6DFADB68E95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39F792-F656-BEE7-541E-F8DF5D27605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9B6FD4-1830-D2F9-B9FD-63809FAF2FF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B3E5241-B714-29AD-1799-141810679CD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A31CA7A-5A7F-535B-6906-119B05D65DC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2950C9-2333-52EA-AE87-2B9AEF7F50A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64E7BF-DA9D-C880-3E25-B33140A6B69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49A112F-41CC-D11F-D473-D7225411B11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61E59DE-5AA0-48C7-3656-51A724111B75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9E95688-8CB6-CC40-43FF-584F007A65F1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EFA32F6-356E-DE6D-BB5E-D8010BC32A3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DA43009-C73A-ED98-008B-A87365E457B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7525AC7-349F-FF04-812A-4D0F6241E7A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DE6148C-88B7-A4B8-EF8D-4243D848036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622D7AB-6C16-BF0A-F5BD-4827F45691E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5CE6D2A-1570-7879-1E03-90B42776D53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B3CF049-621F-7F5D-79A5-43DEA252624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8D59FB4-5475-FBB6-D788-2475FF60039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724F448-9535-8DF4-1331-050693DA1A0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0AA9D35-E328-7A9B-6CDD-FBD8ED5A1E9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368C386-7CA3-501D-14C4-F3A5F527948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F52A406-56F5-4911-B87C-C4AF3495252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835E35-6E93-159A-099C-B6C4C01979E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F55CD5-CA8D-D986-7196-4E327C890B2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F63C82-BA73-B9E9-5D1E-5C41C85C592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BDE9A6-70DF-792D-722E-6FED9995C21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AAFB92-3CBD-E0CE-9EDF-B248992AD99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34322F-721B-8CB2-1E9F-BA10D9F8B94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4DE10C-E3AC-07CD-E565-9DDACDFAADE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F6BA3E-9028-590D-B036-3E1FA22DA73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62300B-AD1C-2416-6F5C-F27038C9503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25FF44-673C-638C-F51A-5D51028FCE9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4C6349-F3AE-1BFC-2022-5968B57BAB7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0C80AE5-7764-BAD5-2655-49A8AAF821F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4A3CE4-3480-D199-FA0C-E79EAE518E6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8EFE6C-570F-4E83-8BC0-3F56B512CDF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C7DD01E-FA46-76F8-C636-8F1DAF5B81C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42BA868-D02C-B9DD-F4C3-A4D1596F6FF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E96A52B-B2A6-1121-2E6E-65F2168A0E7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C017B4F-F044-197D-B93B-19CDEF20AF6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31A4629-182C-83D8-E9ED-63CC57CD8D6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2BCADB1-5D8B-8E7B-E852-5299CB08722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342A44B-1B2A-6ADD-4B78-18F0EF6E425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2117248-44BC-1977-A75B-45B9BC4DBAF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CA52D67-05B0-5D99-B5CB-E6CF079F348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D2E109-7336-7CE2-CDC4-7867AE8ADE9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63C725-5CF8-44B4-BDB6-65C633427D8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5BD77B3-9AEC-3E65-BFD2-6D5E5E9605A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108687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E9BDF-2F81-2CA1-D383-FAC8E1598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0DFFCD-DC36-CF77-3D10-774359DEA4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6 in lower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2C99199-3AFA-CA38-17CD-A42247E00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3B19F4D-8136-76F2-6BD7-3784EFF877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B3C9DC0-4755-4B89-7D14-F2845C602D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E569F57-9E34-CAF0-22B8-D9FDD7D639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D53930B-BF88-AA51-8661-00AE1C0F9E6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84F42B-F162-4841-FC54-04370675AC8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B45787-7911-0E4F-AD4B-47F5390CF99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DC4E85-9771-1FEF-995D-898F4D1909D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CB748D-9F14-D04E-F08D-0A28538EA15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F8E349A-864B-1879-D63F-F6D945BC791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0486BD-B47B-0733-AC12-8D14161A412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4929BF-0C9B-10F0-0D44-46A740F622A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4B52C00-B6CE-207E-AE0F-A0EC7117CAC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4B4F04A-AB15-0ABA-C44A-E95DF74409D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1237F6-09F3-B54D-A1A6-135C396FEABE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8B58538-1BBE-1D8F-5551-502745C75CD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E76263B-57C3-8F44-2C34-2B4A1693428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731C104-3ADF-E9B8-FF2C-3BCDCBA957A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0E4AC3C-116B-FE26-FE71-BBE0FDC877E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12D6317-A942-83C5-8A84-FB180D0CEC2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53E1F60-1272-DA86-44A2-65669E2CCC2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07D1CB8-E6B9-C61C-2AF6-CF69EC8F06A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7ECED8E-E302-1CCF-7AEF-D12C9BA960E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DC28F99-248F-08EC-1E52-BC5322C3EDC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499514B-6DA1-F189-51D8-3F8734DC4DC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EFBDCE0-97A5-4BB1-B640-327D7CD5B65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4E81CC6-3B09-F6B0-F486-EE0A063264B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5BA7E6-3A6A-CE41-0207-9DEA6F1FE6E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EE11D5-4114-52DD-19D8-B94EE4627C1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989657-EAAF-9F45-7C1B-5DA73CB9A45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2BE508-E30F-EA09-CA9A-19836464D75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D6430F-5FF5-31A2-44C2-0E1E9A456C6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1B79DF-5A52-ECFF-DFD8-B108B2FCBB2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585B33-2ABF-778B-7CDC-C142D2D6A04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472173-5846-F7ED-E403-E5AECC985C2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6C4C09-3B85-7F72-DA6C-7382C3BA988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A43ACC-E0E9-D96F-D694-76FB46FEE89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54067A-84D5-C71F-DF36-67A857F262CB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15CD3D-8057-44E5-514C-4F35EEBD8877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C0482B-765F-6A46-283E-CF4650B716A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56EFCC-AD1E-2486-13CE-5D6EA237935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3CE809F-B754-2600-2CDF-DBB706C5AF2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5EDD0CE-A69D-A77A-19FC-E50B7BFB744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9884C1-D731-F186-C99A-A343D3F85E1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EC1EC01-AAE0-E47A-C17C-E752A8699BD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25BAC90-E0C8-8636-46BD-504B322E9A7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981548F-BD93-A9B2-FE6F-284BFB1FA89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50CFAC9-6C32-BCC8-A011-5584DDDFBDB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0EF63A5-4393-E67D-2AC5-50A7FF2AA8A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222CB5E-1CD9-7C79-5D47-0C373568EB2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8A1AB4-2206-469A-AC76-36F1B16E74D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B4E1AA-B35B-2680-6770-DE0EE4A519F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436621-9329-E84B-C840-C6D849B49C5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3F0A2A-65E6-45E5-47C8-3D62201DAEB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189312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000A1-0E12-FE59-EB97-4467B7748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630751C-25D7-D1AF-9271-9342C423A1F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F1474B6-65A2-D5BC-4ECF-F68E63C40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33F8BED-22E2-6828-E010-E157B180D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4476749-6CB0-D7A7-E4D4-258166A997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C07E8B1-C885-791C-3072-2995706B2F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9700F33-CAFE-9965-0470-18A73DA16F0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445091-61E5-ED61-767C-CBFC1232F82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6CAC71-AFDE-1F15-BE5C-7A94F8283C8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DF34AE-7EC5-B749-02B1-FF32A423015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0DF9398-632E-1F2B-F276-D7CB60C9034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070DBC8-809D-343B-2552-7C85D02D3C8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5CA409-4AF6-6D8F-1C31-67D763358D7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7A06A0-EAE1-2A0E-63EA-DFA0125F6E5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7D86C9-1166-5FEA-CC96-782F13E359E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8F7197-AA59-FBB9-9A2B-EF196C0D3656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5CCA0D-C71E-0896-83AC-29939A7651B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F619BFE-7A50-AEDA-71E3-8A301599CAD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12A3CEC-BEC3-0DB8-77A2-B98EB5400C7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A583DF1-6BA9-D05B-9AA3-5E6A4055868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52381F9-BB27-9BEF-3645-F14E43C711D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339C133-8BD9-DB34-122E-28E22BFF483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C52B81F-2F87-013C-49FE-9FFEFE97F88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E1BCC7E-11A8-5F90-A825-16512AB08B6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34F4653-C00C-85F8-AEAE-F4317E59472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2BCF56B-C8C7-09E3-65C9-77625CC771D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62035AF-A224-FF05-A9C5-3C27F91AD42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D2982A-22BB-ECA0-F0D5-A1505F9A60C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A00CD6-86FC-F8BB-77F8-04350C8EA0A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1F34BA-C012-42B3-60FE-4F3CAC57338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00FED5-7CBE-2C16-053C-EA16E6C328F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DC807B-1E5A-66D9-32F5-5D8F9864419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F8B766-C06A-3D40-7E7A-7FED50A67CB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B0FF93-653F-D2F1-CF47-D73111B62B7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254704-D462-544E-00BE-C911640E234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0D2D25-A6FD-69A8-4DD1-70CDFC1DBDB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640535-05A8-D12F-E460-EC544C985BF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38A493-121D-3561-D293-C22D2F8E465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77489E-320C-795B-3FC8-D84BBB365BF1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436BBD-04AD-42AF-5D81-8132AD53C08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2E935D-1B85-650D-19E0-6B950302F6C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10A6AC-7516-3900-D092-D85D699DDCA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B726E04-4EF5-DA31-D818-6F62549EDD5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AD677A-483D-A34D-9E91-49D82F26F92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5B37054-95A3-CF1C-9947-E93DFD25203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7EE920-4EFE-2BDB-F07F-DC0104718DE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678F2A4-AECB-6702-4D1E-58467CD96AF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4EBBD4E-EEBF-21AC-0F98-1C0A32C444D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AE423DB-5598-B6AE-76F8-25C922D7257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0324628-5A97-C37F-F864-7D8979C89E4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AEBDFB-4D1A-9B91-5703-0EEA0D27C16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0045F1-7514-D75F-81B7-98C554DA588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3836ED-E356-4F15-B393-002B89030C0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48EE75D-1974-F593-14AD-815F32B24AA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79D9E0D-945D-15B1-3A43-332B373C317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DD554CB-F288-C821-CF94-485BE64691F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287635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AD693-A3D3-DBF7-161C-1864F9B7A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696875-9827-0EEA-4993-6666633464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6 in lower right block.</a:t>
            </a:r>
          </a:p>
          <a:p>
            <a:r>
              <a:rPr lang="en-US" dirty="0"/>
              <a:t>Then, last 6 in upper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D4C58B7-6A32-169B-4CA2-BA3FF4269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C4B8C6F-5929-A607-4283-8AC20000DD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BDAE09-B7C7-86D3-8C9C-7DB9458952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3FEB4B2-2880-E18A-A2D2-4CEFE53B31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B6A9DB3-DFA1-E0BC-DF5D-BEC03B86821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F24E63-85A9-E552-FBD7-F2CFD91A05D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495A0C-45AA-B93E-8499-28EDCC6E5AB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3AE48F-8397-D798-EE95-A5F7481DFD1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7A0FD40-0888-5C25-D5DC-FB6B7CC64E3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04A12E8-3062-0F8F-8752-A32F15B1341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11872A-4704-22EF-3D5C-B16BAF3D5E1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6164D3-E627-ECE1-65CE-9563D4253B1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9C0D177-AE27-7EBB-D325-6D6CFC668A1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9F3C055-4104-D982-B06C-CCB9F375B19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86D99C-B8E1-4D0E-A8BD-336F7DE0A8F6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7F6D0D0-3973-D230-6093-25EB3B43624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E71CA0B-669D-6596-46E3-BDE7ABC5DA5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FE0D6FE-B9EC-1900-0556-ACD70DACF29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7400D9F-300B-7512-4B97-6A520E7D89E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1964FCD-A797-B7AA-354E-577E94B70BC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BB63E57-88CC-C20A-56C7-078F3CE1754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9EA9A0A-E93A-3A26-6D7B-62765E7F4A5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1B26E75-412D-8806-82A6-C7FB00E975B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13E12DF-999C-9FE9-DBAC-04536B63907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F87A399-7C95-3A24-27A4-9F1B3552F0C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43F0C1-CAEC-DFD6-AB8D-1C76FBC802D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ACA5D5-EF2E-9037-6406-94F99E77C54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993F8A-96CE-BAC9-D96A-DDE12D330B1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559F67-718A-E249-FFB2-4EF846CD7E3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75FBC3-097B-A224-2BED-DE8797F942A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A17F41-4A24-CAF6-83E4-D4C64A2D4B7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C2C433-D1A5-AFA6-2F53-DCABAEE4638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05E6B5-F073-477F-5FA7-81304830440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35B0BF-690A-3ED2-D3B1-D44EF9605C7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435EFE-A79A-3366-EEF3-B1CC7F9A707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113F3E-F030-205A-7D16-B764BF09210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E894D0E-9136-8D33-5513-214568F61C9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8AE05F-CB7D-B109-A256-51A36D12CD7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8096E9C-0650-224C-E866-92A1ED52EDC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DA9ACF-8928-91D3-3A2D-55D73BF1CC3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7D94D0D-C50F-7373-5984-996D16B3C48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2C08864-855E-CBF7-2C0A-3EE325E77C5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283684C-CC2C-9104-7649-300AE001242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7508F40-C1FB-A67E-9B1A-3A1A3911C1A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35C2D7D-8DF7-FFD2-505D-37F85E096FC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5A68E3B-1A83-E2A3-BB9C-D46806F4C88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55D97D0-5542-C0CA-CD05-FC553B0FEA6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081E2A6-4746-7ED3-6DA6-60CA8408599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26B3A1-E38F-DE77-CE3D-B315E27F56B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858A5A-0ED4-7E4E-08CA-ED39AC77631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8D2545-9A8C-BE1A-04F8-BA003AB2543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02D8042-0F41-C97F-8D2B-1DEB8CA5139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9482614-232E-C6F9-B0EA-B4C558C0493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6D3C914-9D23-5FEE-BE9A-DD316A5E887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BAC64B-B6BD-B777-3CC0-AC4A4ABB6D3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0338588-B384-0E02-C60A-D57CA39A866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509022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13AB5-4208-48CD-F8DB-04C6D8809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6989CF-12AC-A132-F7E5-A200178B8E7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E71FAE4-7F24-7564-BE0E-544FEA382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799C4A1-978C-9923-4971-7FC243B9B9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3D517BD-FAFF-9B11-F809-183BE61256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20495B2-39CA-73D1-1686-2B65D3163E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68D7BFB-25B0-CBCC-C521-DBEBCE5D401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000E3E-BDAC-9EA7-04B7-91854B047E2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5D7F8-338E-457A-AC7C-BB1D8E51CD5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A26EED-45D2-7924-6A05-64BEF883A27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9DD52C-F1CC-2182-1900-72C26C03D85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B9261A-FA3D-5B4A-9B76-94875DAAE9D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6AD1FC-9C37-8099-01AB-0B2BC674249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B8F0FA-0BA8-0731-4D5E-8545053A2C2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E3DA719-88E0-ED54-106C-1F1507DAA36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18C640-99CF-5CC2-9064-B0E03C7995B5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99D25E-CB8E-0F0B-B322-4959CBEADD64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77E86EC-3AFA-1EF2-D9FF-CDD24EBE0A3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1A9AF88-DB8F-4E38-528B-661C706D010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F4F5E90-F237-3889-082D-5F7208B268F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5065CC-085C-1AA0-1AE9-FC31A3FC19D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C493D15-8219-B592-82F3-C0E08B61188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1B6779E-7AD4-679F-8EB0-1BD63AED53E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9548C34-C460-996F-AD52-2FFE4CC4662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0198B11-5664-C85E-2F6D-DAB60920D3A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9A450A9-0934-1B71-35C0-5E33A16EA05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62F4DF1-6256-B1B1-5768-63D994FA88C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5C9EC5-6F8C-4BE6-CD6E-39A9628CFBD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76B1EF-861E-7B5C-40CF-9DCCCDB3876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664AFE-9204-3A45-42D0-B26121EE756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05FFF7-D01C-45A1-8721-EE69B20DA75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5F5CCA-B30D-BEBC-25BB-0188E7E7FE4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81D03A-25A8-DC9C-DD7B-13A7A0E12DE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1EE947-69C3-8A58-5FDD-C0317F2305E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73C820-51F7-026E-AE34-9A01A1F88F7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A01963-FC00-4960-6DCD-749A7A0B9F16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B68CD0-3F52-DFE3-8D3F-8F2E90FD8E8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159A12-9891-1DF1-E3BB-489F9554B2D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CB945D-AE40-2A19-086B-EE616A05FA2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D49D13-DBD5-D49B-2427-363B1E47566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0B6BA73-5DCB-5F66-0992-0473B6E6EF4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FBF5FFC-1A2B-70E3-5A49-EA5D9D054D5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A492010-D3B1-56A3-F4AD-8DFE8D31251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F0CA241-A26E-070C-006C-51C8ED968EE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A85325-FCB6-6DEF-6545-F50A7815503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99446D6-9DE9-8C4A-E3F4-461383BA7CF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792684E-68AC-CD80-209D-95366F1E2EE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82BF636-9E2C-AD55-1AC2-90910646BAF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2353E88-9AF7-B1FC-3483-1E88997D440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46228D5-A379-C44B-F9E5-974FA1DBD6B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14F819-D662-4A4F-9EDA-038889BC652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CF1C91-F5D5-5DC7-07AE-D1427C039A7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B82E5B-31E4-157F-026D-51F18A9CB83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217E696-2977-EFF1-BA2D-86BCCBAC83F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9AABDF7-D5E8-0902-B456-BD872767311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2A394BC-4015-FF81-C34F-986A337F264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D3223C5-4601-5C78-F3BC-95CB682D29A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3F339CB-3C25-BD5E-B1D1-90A9F9A453B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750419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F61EE-F541-1D1B-DC35-8F9640B2E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5F7585-3A41-877F-CCF7-769CC09379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(Last 6 in upper center block.)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4DC2CB9-CB60-7B92-CBA5-8355E35C6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B892D2B-69EC-0F17-BD1E-141B8F16B0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2250C9A-56F7-E489-BDCA-2FE148E262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C7C4E26-E2C1-6774-E890-AD41C36385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CDC0C52-A9F3-FDB1-C1EB-372E322FCF0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CB0477-B9A1-F940-926A-96762BA1270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3DDE01-5F08-5B84-6696-95477378EF6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909CDC-B360-E0FB-C06D-7B81DD1EDBF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7CE14E-FE58-6D24-19FF-DFEB51CE2F7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4616CD-D705-763C-2F1B-84EC485797A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02B326-C967-ABBC-455A-6F13BFF2347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AA4441-150B-56C1-682D-9ACE50F0285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8293E6-62DF-3DE0-1E3D-2CB0C07C2B7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2A9D48-98B6-E518-D3BC-B5857CE8C7E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DF2C540-3F05-0572-5A2E-733C6311C8A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4744C81-1F66-55AA-CB6E-BB892B667A0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AB276CE-2D27-2693-1880-FD119AFB2CD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A6E5449-FF7F-8D1C-4925-09234501926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1A9BB4A-0F36-50E1-3B93-33EFB993B54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C9F3570-FDE4-B55F-9EA3-4FD943704C5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F3A9B2F-5BAF-235E-812E-30D5299D999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ECE5DAE-209C-43E8-02F3-743A9E59A83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1D600A5-AE0E-DB09-4844-C3F886E0F54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3BBF5A-714F-6DCD-0F12-C8FAB9EF6D3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650CD0-8891-500C-A588-EDD21017459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576EA9-BD9F-4ADC-3F8F-8FA6B2553E0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FDF8C3-004C-BBF8-471D-A092F1E6A44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162720-798F-02BB-480F-215941CFDF0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6E5A2F-15F6-1825-8098-DAF5DDEAA5C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86FC9E-F143-3657-632B-88A5040E95B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403E2A-2C92-3BC0-E728-3D5C8CB596C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CC2D03-06F7-8E1D-162E-87D3834761F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914F84-E491-FAD9-D335-F32E51B4E44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87217C-1510-5BA3-7115-7237D1407DD5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BCCC46B-7388-5D0E-AE24-7595E5ECC7F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34667D-0EDE-65CC-5D26-0BEC79EA996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EAC0D45-D0F0-6557-EC7B-316C25169C6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61C70A-AC75-69CB-87F7-10737C2E55E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6DB0BC1-A167-B016-2150-A515DEADE6F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A9F4ABD-8B2B-9880-C4C4-10887F515FC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AE3C77B-4605-2C19-A3E1-38D4BEBDFEE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E6DBB16-2E56-0B59-4879-57780CD509F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04F56C7-47CE-9B19-068E-3EAA822F39F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EFB86BA-7CE4-A700-3AB8-C7A90E77708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9D4E857-4E76-6516-4EB4-92D739DB866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61B0BB-2997-7D9A-AD11-8EDC9FAFAEE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A3E131-B8C0-51DD-877E-DABE620D05D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FA0CC8-D13D-91DD-2C53-15B3851D1E8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A00248B-6C84-31DE-E930-FD8BB5206DB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CF2988D-AB02-9280-85C4-8964A0EC196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5A28F60-9685-0E4A-CF11-FF3EA0EE371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08F453F-4124-31C2-E989-F35B2590300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5D6EA14-DB02-A647-784F-154E8A0E834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2B0C9AD-3E1E-FF67-2A64-564E5468EAB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960F465-3FD4-09BB-F1FB-5236AAA2512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0D367FB-2E46-2403-1C15-65D100D76BC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7639890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73CAC-563E-82C6-C05E-CA9C82F78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D0881ED-BD95-6828-BA85-5138B5FC059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(Last 1 and 6 in left center block.)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A70FC50-3701-CAB0-8EC0-A9694C153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5A1A123-FCD0-E844-B809-C73FAABF7C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BA01397-9DC6-B36F-3195-904D3208BB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E8D0DDD-85FC-4B2D-AFE2-A2C1733E48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0E5C6B-CAF8-D527-E52B-05D2DB336E2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FEF8DA-97D6-59B4-D71B-0767714A4C2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D62FF5-9D9B-986F-DA5A-9EB6FDD9529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06C41A-5C67-C925-8135-B9FDB334C7B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88A566A-2E3B-F861-FB9F-D3BD71FF5B4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E3F931-A9D9-5BB6-DA62-1A51027D87F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505594-D6F9-8B47-AC50-416EAD29A85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44DCC5-489F-5F48-7926-EC2674C30CC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EC24A5D-1C97-34B8-78FD-DB408D0E66B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392DB48-52A8-75E6-7482-555BDB70834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64B370B-90C7-EBCB-F5F6-8B6D82CAE0A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B6DC6FD-9CA8-4A42-F9F9-4FF57FE3917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EF4C221-ECB0-45F5-6279-822350CBB45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4AF3F1E-E9C7-A43E-1E73-499D9860DC6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E761B66-E597-1296-8143-F38E66F6269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6C834DC-7830-A50B-16C1-FAC360F3A07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C9F5C3D-BE87-E83F-3599-AB0566CBA77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EDF3164-6FCC-3126-F29D-9ED42A1CB27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DBCD8D1-2C52-3D59-89DC-DB64EA08BC9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A97E0B-CA70-494A-85F8-B6F2DD11E69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73D488-BA03-2427-9053-0D637146548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7A7B6E-0B53-B5AD-EAF4-FBE79C1D885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925332-9818-5C35-A25A-943446D9509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0AF75F-A619-F16F-1282-B4C9E5EF8FD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AB10F1-33C1-4398-698E-0EAE18B76C9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98F144-CB61-343F-018C-3CFCC77E250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D67AEF-39DB-EC1B-209A-1D955BE0997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85B7B4-47BB-64F8-8B83-DB29809FF62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5C8350-DEE0-6AAA-2A88-AC468C8B729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D066F3-79F2-235F-19F2-B8538505383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2E429F-94CF-6E43-060E-78368E345CE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53B9BB5-B48C-AE2D-7B00-A2B94D54916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5C392E-C7EF-1461-727E-5FB121D3A51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138FC68-3D18-F131-9E4B-0E6634A6E51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6A72B73-1C7E-51A8-8827-AAE3D22B5DE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C8EA064-4E38-D571-6B2F-71C6CAC6E75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6990ADB-C451-A655-8981-69452E45645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55F1026-2768-05D3-8676-41AD642D093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132422A-4E9A-AA04-4B42-0530EA97E1D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F298208-7DB4-0972-BEE8-764785B20C9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12CDBFA-685C-9E30-91CE-79C9EA47149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3B6505-76D0-8B07-5778-EA597D4349D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281BBA-4C68-5860-6E96-61F01F434A2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2EE0C0-D507-2702-8925-12F7FE646EF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F845F34-6A40-8B14-5C82-7C1C11DC92E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D2C1C37-2F66-0A45-B500-DC2CF63F3F9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351911-52BB-C44C-FBD0-49543CE0FDF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79AFC0B-BEB8-1AFC-2F16-52ACB748CB4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9EA3FFD-AA31-C507-9D81-6748A38ED97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9BB28DB-B4A4-F669-F8C3-6BCC05C07D4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15B14A-60E8-D8A0-DE00-61DFEC3BD13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3DFEA2-839C-CCEA-1590-35DE8447724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78A68BA-2033-F406-F3CE-468ADBBDED2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AF568BE-8F7D-D40F-9DBF-D9C6F78A26F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674446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71CA7-5E05-AB89-A18F-BF6C14365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14AF1D5-917A-5169-CF14-B782C01D790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[6 in 2] can’t be 51 because of 15 cell below.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85EA5EE-BF06-73B9-3D87-7263159E5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3A62B66-7A41-3725-5C89-E37A2CDB62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0B4CBEC-DBE7-3058-84AD-F4B57B69D6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A405D4B-8E0E-D7E1-B542-7AA6A7ECF5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4BB2E4C-0D5D-2856-5D8B-33732876B8F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E6D458-2D22-B5C2-6B24-6C4BBCBE104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02EB5A-9F7F-9A13-1165-DA0B9C53F50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0C0B59-0D50-EA01-7B20-83139E76B4B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8BC297-982B-C740-926C-D6BF0D77B7D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FF5871-3B8B-6DC7-451A-040D7452C5C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30894CE-7133-D95F-172A-0F84CF67C38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29925A0-DF79-69BD-A262-3AEFBC31946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3714335-0040-573F-6786-939C6295813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73BAEBE-07CD-5728-2C06-8C9316C0EB7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1D12FE8-AE5D-1B11-3758-EEE01A87FBE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22163AE-2B5B-7A13-031E-58A8FE36BD3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D50C3EF-FC30-61B7-214A-1873EB4E7AF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A2A94D8-03DC-9A6D-84BE-7B151875E39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FF12AFA-002D-A77E-7185-336529764D7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DC790C6-F9B0-F694-7995-2894DE4AC69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B2E46AA-44C9-78C9-BB09-650FC8E2760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20466B-09B2-131E-4B77-190127C8CC3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FE48AD-5467-EF82-E97F-D609240EEFB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9DEEE8-93DE-6A07-D102-2E301824E78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AD6099-16CD-086E-1783-7BDE7A3C2D7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B69202-70F8-04AD-E7B6-AD8A4D958ED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EF6257-8134-D7A9-9AE4-D3F3318EEF2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559999-791F-1414-0FDC-9AFB6E81F44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9B9975-2722-B776-8A53-381E1EA3887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BA1CF4-6F5C-D6A5-356F-563ED107528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F2D89E-71C8-D056-4BB1-DD95BFFE8BA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F6E26C-C2D1-1141-55A6-B8AD1D6F086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BBC733-09AC-543A-2095-209EB639BC8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A9D31D-0DE3-B9F3-C2BB-3BA39834871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32F16D-AFA9-EF29-0A83-FE036C53821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DC4E2D2-80D3-77A7-E42C-CAF88CF27D8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6C33DF-A00A-2DB5-2802-90EE5C3123F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DD4FE1E-E609-1C57-66B3-88748F5FC67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15849A8-79E3-1466-2796-D9DAEA51537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54CBA8A-E629-FD56-5B84-0362D54C13C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958984B-F82F-E53E-07AD-171ED609CC2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FE8B2AB-ABB2-D38D-FDAB-1020B4BF422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39CBB2E-361A-A870-DFC2-D0FF097F090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0819CE-6764-FCAC-12D1-031CB3E26A3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B514C8-0500-234B-B7AA-7449000F39E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397575-20A2-725D-5C10-EB4C93BECB9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513B60B-157D-BE21-8BAC-12E83541B91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8639DD8-8B25-C018-6F7E-1F1E0AF669B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320DB46-B04C-0983-25F9-7D7171FE3F1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C954D2F-1DA6-75C1-B688-C926992ECDF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6C52D0-EF4D-50C0-F194-CCBAA39D6CE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3BBD2F3-5F98-FF7C-21BF-EED3CEA90F1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30B113-7CC5-81AF-3285-40B20A5EC03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0BA0B4-F2A2-097A-AFB3-4BCD858C061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13B5E92-8DC4-5261-E96D-E27B3C9FA1F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858F736-7F45-E5C9-304E-C3F2514FD75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F8AF62D-5761-EFB5-BA0D-3AA41C6E768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79CD0B2-052E-8DCE-77EF-41073836F55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057052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BFDFA-3A2E-9F04-33BB-14632E477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21177D-A0EF-69EF-CD02-B870E4170D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[6 in 2] can’t be 51 because of 15 cell below.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E868312-717B-6D1C-069A-7815BBBC3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B23EE83-DC74-7838-3E62-E3CC680A7D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4F3D119-A268-A8CF-5211-580B9E6EA6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0ED7F04-8AD5-EF89-9FEB-666F123258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DEA5762-257B-85EB-6799-9B978A9D7B9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7FBFAC-45BE-868E-BE1F-6859A8F8143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02CEF9-8C3A-BCCE-4828-CEA237B9569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E2A79D-9C6C-E2CE-0A37-C485F170138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9A7A15-4BF1-731A-32E7-DEA6DEFCF47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FC7556-D01D-BDF6-964F-5682FE76D2B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5D7DED-ADDC-14F8-F3E0-A0128C77175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B609497-361E-6532-CBC2-8F62EC8639C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D9C61EE-A93B-4E5B-3E5B-A07989F7B06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9AAF49B-DEE0-DF29-16DF-FDE915D0608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404DD4E-AF6E-4BDB-C9E7-0D59D825C7F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D964BA0-C6B7-463F-EE5E-D434EEC7D0C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21C63ED-661A-A037-06CB-FD831BA5808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65FB68C-4927-BB6D-EF3D-75EE9EE1DE4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5B4A121-8439-65C0-28FD-5C21C1D652E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1222AF-0F5F-AE4E-2FD3-27B8834C2C0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879B3C-ABFD-2525-D8D7-C6C7659D3D2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B21830-E369-B730-6FB5-769229A1BB7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28ADCA-D78C-8689-CE76-9F0864EF74D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2976C6-97BD-7075-386E-716C3101679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F3B5DC-3E6C-C9C7-DA3B-AA40B24C2AF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7DDEB5-E1EF-0A91-F27B-0C23153F98F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F7996C-B2A0-A3F2-B976-6D3396F0DF1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5FA03A-3DE1-0938-A612-E6FB30AFE07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B80600-6021-CC7C-E25B-B40AA2FA37E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DEC618-3B11-2BD9-96D4-02117813A9C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7C9177-5C4A-0C0F-CBA0-E377AEEC27EB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337B16F-3067-0C58-5C9E-B3304AD7773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797E62C-2788-53FF-0CD0-F2C81733CEE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3B4514-4430-24AC-70C7-C0FCFB33D57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B11F847-F18C-19CF-F7E4-D983C413B85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6A0573F-C108-69EC-BC99-59A89E6C6C9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17AC0FB-5250-25AE-CC05-4EF27DDBA0F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9E506E1-A0FE-F611-EFC8-47EE53280A2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E4A640A-56CD-7210-2569-21D7A1C0206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230F943-E63F-F229-EC15-94B91E75BEF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EF3C4AB-F219-D599-060A-08D671B0C4E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4847B-98D4-0FB8-221A-3CE1A19CF27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8A258C-032D-67D6-4D5B-1251AC772C2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54CC17-DF07-70C2-8E59-4E54ACD3E8B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0007ADC-A95C-D224-556E-DE73CC712FD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AA1E13-0397-3F6A-55BF-28559B3B0A3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C5DB722-76D9-CB1F-7E4E-30939D763D9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F756E18-8AA2-AB69-8AB1-E80F796E90D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8675CC2-B7EF-CA08-6D71-9ADAE9F4BD1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F59A078-A035-58C7-4829-7C405690D93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AD71A8-1056-BFE7-5991-AA0F9717155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D452865-1660-6DFA-6A3E-663F17CA2F9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A61492E-84BE-44B8-77F9-63E5FFA72F7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B7CD92-FB93-25F4-D506-A13A7D29405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E671A5-E6E1-C77E-3F64-2FE3DD129C0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8889D59-2E04-0D3E-6511-A9195D87698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A1D4DEB-E521-DA20-F02B-159FEB6F734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FFC21CD-2EB1-57D1-2291-4DA9E9EF0DB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746440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656B1-0F59-2103-63B9-154BF9B3F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79A671-91C5-32EA-8980-5B10943DAA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right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E478ED1-9E9A-8320-84CF-F2B56BDB8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D5264B8-59A6-CC11-5D2C-ADE2C5574C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0C71EE6-3ED3-BA7C-77B5-F62E4CA681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E1506B3-E0F4-4244-8192-D05A5AE740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467C43F-6AFA-177A-88A6-F6513E7A006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C3BA13-8CFA-B540-2C62-CE093D3D3C0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EB07748-AA7A-2EE1-AF66-21BAE676996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17BF670-E87F-AF72-4E80-BFB83C9D91A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97639E-AA08-5749-9CA9-B21335619D9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BC88B4-6FDE-BB9C-03A2-7B6C2E1AB0B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167BC7-8326-EF02-95AB-F8D31B0E4E0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80E9B03-5FCF-E3E3-6A9C-5D4F1BC8EB2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F762A71-75F4-EB28-5ED8-9674FEFB42C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43739F-0724-DFFC-E222-2444910FC06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A6CEA91-A444-AB21-6E62-7BF89F295F7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64D6E61-F460-B0B7-36DC-9A64088012A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489C0D4-A5ED-88BA-6AB0-9996982E8B2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A5EFB77-A000-A534-278C-212AAFE5831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5F54DEE-8E6C-908E-D8FF-10669FEF6A1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2F2BF-607D-FCBF-FBBE-27A86701D33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D55A4A-05C6-AEEE-86E6-E12CC3076C7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F19424-23CE-775D-54F6-AA345B04E0C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40ED03-9B7F-D2EF-57D2-75AFA6B5896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B68872-04AB-ED0F-3CF6-24510B771F1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295590-89F6-4CD4-4493-C87FED52DDE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BAD204-334A-AD65-B24B-DC07CD3C423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C3E1A1-CF65-DF6D-036E-BECE04063B1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098AF1-BF32-E1A9-555D-61ACEB70FFA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4D7C9E-AEA7-1921-6DE8-6BD092D2882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A9D7DE-02F7-0EF1-F64C-4BE8391EB07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791DC1-AB73-A2C8-673A-1D272F1941D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3DD85D-9779-F00D-C4B3-2A7E18E62F3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64B426-2F5B-1814-8121-1A5BF4F5885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BA9A5B5-80E5-F914-5453-B8F020A41C0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F4C754C-BCCF-EEDA-56A1-18E5C031711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96EC246-140C-C21E-FF87-37C48CAAAA0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4628AF5-ECA8-E005-7320-80F4AE52E7A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DFCBFDC-0B68-D2E6-71FF-2DCA87F7965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9BEE868-5AC3-9F74-486D-ED165B218AE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30E0383-1B64-D7AC-4469-D0F3C52C505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4ED8DB9-B51A-B927-DFB0-55A3A1BE383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AFD244-80B4-0CF7-5FBB-EEDD091D4A4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BA592D-45BA-B37B-0B72-B096713C6F9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D3B4DE-B5C8-AECB-D1CF-6F1447E190D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F641437-8A24-2CA8-B739-63CF8895DB2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ED61109-717C-BAE7-4DD9-19F1FE2C413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F98E3A6-1448-C49D-CE02-CBC7414091D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41464CA-9FA6-B2A7-8D1F-B8503FD02CC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23D1C6C-88A0-CA5F-A74A-4159AD3E456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31DC78-253C-D864-6919-9F3C39D60C0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73E103-FF06-43F6-EA69-394F1500155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C1CEC47-1A00-8BF4-FDDC-A826B3A7C92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5B64BF5-4313-4465-BF5C-544FFCD0906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0BB9B0F-9CE9-0B76-2DFE-710A595BD3D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C3FE413-E22A-2281-F261-13BC3EE0ABA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1C6F909-8E69-7EFC-E9D6-058562264BA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91FD2C2-312F-D1EA-5CD7-1B7281849A1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551EC9A-5A7A-0BD9-F1F7-7194856049D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758DB76-2564-3189-D5CA-5A9BD83223D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B50482C-4457-E919-0C2C-B774C396CC6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748078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9DB5D-4311-891F-9BBA-1283346F2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CB884B-C0B1-98CB-7EE4-3B9E886E6B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47 in Row 9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D0135C1-C002-35BA-5AC5-C7D9E20CD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986FED1-FDF1-991F-CE99-3CDE2D828D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B9FE299-8687-A2B5-0DE3-1B2359F349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50CB79B-9E24-9160-56C1-BA2F1207E1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6595FFB-1C00-3B3E-9188-D7F43835CEE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EDD5D8-1D3F-28EE-884B-AE4AC09917D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1C24F9D-279A-526E-A5AE-E342516AE2C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97E2F2-7AE2-1882-B871-B0F3EEBC8DF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EC0E71-CFF7-5BF6-CE27-549B34D797A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9C6757-C393-7F38-A2F1-45A5ABA9935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C77B1C-715A-2A2E-2A80-7A1826DD27B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2DCEC3D-327F-E165-2B74-F185F280F8D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324287F-5ED0-5715-381A-FF021F75268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FAC28FE-2666-8484-8CA9-519EB5CF9F2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E18C5EE-5F1D-4E16-8E89-A12D173585C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3BC3D61-2994-29C0-5764-CFF75FB0E04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D3D90C6-4996-D952-F7A5-A76D30C3C1D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F885169-EDCA-34A4-D487-61011011F56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F22E12B-8A1F-B193-7B22-6A6B3609A1E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BC1E59-65AB-0109-4F54-CB1871A1BEF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CC6B43-1C6B-32FE-5CA4-85B5C8A83CE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123804-DE0E-88E1-C606-6697CFD4037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61ACB5-5A5C-E99D-3EDB-69A72FC3D0B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17FD4C-B5CC-ACD8-4C2D-CEF00BDB45F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15F86D-ECAF-AAFF-ADD2-13DC55815F6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1BCE01-5DC3-3602-1DBF-5D4E49FE961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36DB11-26A1-C776-45D6-B5E496381E6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FA4755-2455-243A-FB99-4DF48CF9C827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B78E91-E88A-9470-35E0-C2D97215B2F7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4CA88B-8DF3-F9AD-489B-1A23AE92684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90E7E29-6F09-C24E-C850-9C6EFD2194C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B3141E5-9FB3-626E-3730-4A9CA0E52B0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263E79-7A8D-39C5-5B9E-11606DE1F79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182234D-68DB-0A76-DCBC-3EBE4F8B127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0D6CC3A-1568-280B-4EE8-79F0B6D86370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EEC46E0-CBEF-6D34-4705-0D1678902C6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AC10D89-4002-BFA0-B2B5-491E08D624F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B213CCB-7927-439F-43E4-63F46C466B4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17D352D-6C05-D1F2-2FC9-4F216FC8338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8D3659-8A73-3D33-F479-5FAF2782632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A5C337-F21C-8BDF-9C5A-D512EAE3E66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B41D7D-DB3C-7541-78F1-DEC44797149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9A41E86-0AA3-3CB5-4C05-AEEAF3B8927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C1C97DF-0AEC-6953-32B6-295ED9E9975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3C50C01-DB36-CA1C-FCC9-C5BA4B3F9D4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D3067B4-915A-EE37-E21F-2C1D4B32D04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A7B66E2-8994-E63F-77B7-57A5381CCF6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ECE3CFC-3379-A4C0-0167-FB1176D9D3A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1537DAA-18DD-79D7-5DDC-83C703338CD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5A8A2CE-C691-6A41-481C-C62187C2E05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72ABD48-2986-A92B-431E-8FEE2E1D521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74CC54F-9ED1-3F3E-5ED8-DE25DB20DB1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D910E26-5BBF-13D6-6CBB-505F6F5AD0B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4A07F99-AEB9-0E17-B604-63912E87ED3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E7EEA0A-3C9E-01AD-5E67-54681055131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2A8DBA8-7022-4C5B-245E-336DFF797E6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D903057-D7B8-440A-0AAA-A2D92D7F507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D3C1E8E-0538-C36A-E445-4401EB5E1A8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35D65DC-DDA2-F394-8AD7-7163F059403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427BEC9-83E7-2C11-4CD5-86DDF69945A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720DB0B-8969-8C7A-31D3-9A5991DA943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182194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FC807-58CD-F8D0-3644-D8377C8A1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2A9DA6-E75A-1A77-07E2-0F95E26B46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bottom left and bottom right blocks.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C97FF89-9FA4-012E-008F-B157DF053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F4B589C-95DC-EFED-402A-CB1AFEBBBB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C2B2CAD-1204-FB28-19A6-3495D10114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EF3BA54-B29F-7526-FA2D-4A2677D11E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22BE6B9-AE10-0064-2AF9-8E911D916B4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2EBC76-2266-4537-2925-66C0D474473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529ADC8-DB53-4EE8-FCA6-A60D4856EDB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18627E-8CBA-04A2-D03C-5F09F51B771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A40B72-A570-1D0C-4ABA-1C35F3A4C8E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005FAC-D449-D5AF-D263-8B30F200841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01D3CF-56B4-59B5-55C6-B0B1788C937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8B9B33C-7244-1611-0BEB-264641DEE7C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A9B6887-F8F0-4A1C-7DB5-D8D2910325E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B1A1580-74D9-42DE-DA97-A70B332128E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2066E6B-4E02-318E-BEAC-7989013F457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6F991EB-D55F-4010-0F6C-3E00C7FEDF2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B0EDCF1-5C07-C8A8-9073-A17B9A71D1C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9770045-7C70-FE2C-A4CB-8A33004C9E8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72769EB-B27B-3897-7C11-BCD886405C2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33075C-6042-0A35-AA81-9B77F992580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88BD47-E9E3-6C1E-45BF-82E788D0FE1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9F7EDE-9892-B117-607F-1BF5255B24F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950A0B-8A21-2304-C889-3706ACF617C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0A01C2-F4EA-DCAE-9D36-54CA55AE8CB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D76DA7-5ECF-885D-4E38-5705A3B4D3C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D18EBA-250A-B312-CB8D-D4243FED02C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E5E9EE-9E95-0708-26B6-CD3DAAA3DFB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3856BC-FE11-F983-22CB-81DBC76CF86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4E915A-E336-3AAA-273E-A339C5F07E77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957682-F4A6-7633-99E2-F71D0842C50B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377384-42B2-2CB4-9E7B-345AE5E4EAC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7C966A-BF47-49C6-26C5-691C8344BA7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4BB28E-165A-A2B0-7CC7-35485EE25D1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13DFEFE-6ABF-FC1C-2304-3277233972F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796D017-715B-6699-C412-58257265343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1E564F2-A0F8-2C9C-D10A-84738B2FD67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F327F48-6222-C6FB-902D-4081F736ACB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F63907F-9249-1D23-EF16-0CF5CA0C9D2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DF2CE24-7475-4D91-0AC4-72CA8941BFD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F0A8C0-0AFF-91DA-DF6C-B7EC4D8080C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09BC7F-7D79-768B-F767-66A565C0E86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F40A3D-1807-C2BA-2822-362000CC0CC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CEFD842-477D-5ECB-9BEC-9215D1B4F49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F6FA201-76C9-40EE-E4D4-CD978A38D94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B332713-372C-1B0E-12FB-5D45B6B3E13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057B90C-6359-56D2-4709-C285C44FFDF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1DA7A0F-B95D-1A25-ABDB-F1422D223A2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97BB15C-3DC5-237E-AEA7-8D1D0EC292C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1BDE192-918E-3D85-5118-8838AB09313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FAEE6C0-BD75-4BEF-D5E8-A1AC72F1D47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F9CFF3F-4041-79D3-F7FA-C4CBFD1E8ED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5929507-427F-A098-B2D4-713DBE9B3DA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24BB473-4906-CEE0-F4CD-438459067A2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A429077-BC6F-325E-1C87-265FD2C675C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5A1CCD-8C20-5EAD-2F24-AB58D05DE54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3EB4165-42F1-449B-246E-716229170FB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720A677-16F1-9EE6-9375-1D25E84220C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23E4220-01DB-F110-A888-312961F62BA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281BE23-5315-7892-B678-6D4FE2F3CDF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90099B3-AC53-D8AF-C474-A17BAC5EA05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BBAF7D8-E0C2-505C-82AD-59672C0FD0C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7F03F7A-D776-7764-F57D-D2DF0CEEF3C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8FC2DC0-7C27-6614-05D7-09E61B49FCC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0413917-5E25-AB05-8545-2A2BA0585B2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A74BA7B-2C31-60DB-3D28-20463258848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29DE845-743B-46E6-446F-31B99A3A076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D9E8227-926D-1D39-85CC-15648742C6F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5532974-EA26-0CA3-9BFE-653CF6751A1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B379196-63DE-8D6B-DE2E-F1CA5C0C2EE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02192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3E06C-5583-1DE3-603C-37AD1BB19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47F355-0DD6-69BD-6A73-36D9C6BD41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EE1B6D2-2D8A-2E6D-D58D-0DC6B8188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F65D1B9-7A5F-816F-747D-48AFEBA790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67318D7-9564-E99B-7A31-A81D218D9E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1AF1C43-7EF5-80F9-BE0F-3D1D1B4C7B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D5DD2C3-C4B3-BA53-7DF0-7B6296AA4C4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DEA586-766F-BB3F-2704-8AB672A499E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B35D597-64B8-5957-86BE-5F2DED749D9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ECFD1C-780A-879F-3EA7-05133A1092F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590E1D-00FE-6223-38D3-46AFE316352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38DB90-0310-7707-53FE-DD2DE363870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17EC1E6-22FC-A66E-FDB9-FEA5E2811DF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B3D983-89E9-F86A-8F93-C68B17AED94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7832E1D-4C1E-C76C-2806-1CB2E1AEA82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40FA0D5-AE89-15E5-24B0-937D993CFED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4D36FC4-25FB-25D8-DC4A-7AC7E02D0F5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7BBF1B7-DB51-7852-BB65-3597B661A43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4411B50-A2B0-1656-4BB8-C5AB451C10D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C301A69-65AD-722E-04BF-070CC0B7A4B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650CFD0-BC99-6386-CCD1-FC4BCCF8BB5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7D92C7-8926-E9DC-5376-D5D08993102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109B1A-C4C5-0B7A-86A3-34129709C6D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551329-4B96-6F50-D6AE-58569A656FB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E49C5D-8B7A-D289-2600-B0B988FBC04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37F5CF-EF83-90C1-7534-43A6B08DB55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4EFE71-0C92-08DB-17D2-9FB8005EC82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6FB5FE-BFCF-90AF-4C09-E951C4A0BA4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FAECF5-4028-BD45-48F5-5FF147FF38F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0CA24D-4DC4-356A-1B8D-8A1DB95A6B5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E4F440-6D3D-F905-1EDA-C5FFAD4F4BB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A5CB6D5-92A7-37BA-EB78-6322B03817A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F02BC1-EAC9-84AC-13C7-B057E9B98401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8341BB-1B6B-BDB3-857C-B6F71BF72C6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C472AE-F7CA-ACA9-E3FB-A00104B77C4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3D2CE8D-459F-0100-4FF1-0B6F8DA3B6F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04A8496-A834-FEFA-B901-90876A48F97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5222EE2-984B-99BB-6B86-CB4C400D2C2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710DE81-1E13-2F43-21DD-5D8192FB7AE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290A2AE-4029-B84D-75C8-BB7A41D76F5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A008FCD-B086-E451-B7F8-3825818E34F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A225BC-6A10-B943-F337-A3D5539C719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CEBF35-47C0-4502-CAB9-9A59575C8BC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E8FEB4-A751-9A56-D119-37CEE0B2506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72E7DE7-BCA2-A493-4503-5B4960E65ED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268900A-181D-1616-0E57-40CD8356B19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CAC5F77-793C-AED6-3B4B-0053DAE568F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9C7588A-015A-8480-91E4-7B49205DF47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FECBC0D-BC4B-EFC9-B6B4-1E64708D46B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8E854F6-C576-C81A-8255-3F44EDBC72A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E696B5-CF6A-B5A2-FE1D-2740B554A0F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DB528EE-2361-2E06-1136-FD8C62ED3AF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B14954C-45B0-CE12-24F7-808E637DC2B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C060826-09FD-2856-88C2-A6BC28C51E6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A515520-E0B3-8360-3193-2ACE5A9A4FF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00321BD-9255-EF8B-AD7B-3C7EC9190D5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1AE6EF-947B-DE65-E790-3960344C7DF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B22E84-5947-5327-BA8A-4093262E933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1733D7E-5A60-C49E-648E-CEDD19002BA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9E22C21-6C10-D862-3B7B-F3A4FF6CA6F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E72D209-A155-CC31-728B-DF0B12C3434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F9E5126-6652-4D80-2B87-49C202D962E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B8DD93D-18D2-6246-D472-F89E1E79BAB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1D52FCB-3B22-1FD2-EE50-C5496E08F1D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278ED22-029E-62AC-3128-1FDCA002435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2448C1C-DC9D-1298-F088-68CDDE0796E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17325E0-CCB7-FC15-AB4B-01F2A6A1E18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2DC980B-ADB7-7FE7-6A52-8DE5E5BDA62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005AD2C-9895-B29F-7138-70E35D63D4B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7B567F7-6E4F-6541-7EDB-6CDF386468E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59670C4-EE97-AED0-A905-755159CD1F8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349917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0F196-06FB-6518-17C2-DA1C7372C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4F5DD8-C459-68C6-C0D5-BE5D3F6D226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(Last 8 in center block.)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7279B51-B026-4C4A-733C-0D6D59383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7386D13-30DA-D1ED-4A87-9090F5DFAF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A65D2A4-5026-05D7-E571-68A6AB68B6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37FC9DF-073A-A943-556E-24D3BF0F72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DC57C8FD-EBE4-195E-46CE-DA441FD1CB4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ADDC548-031E-B196-9879-52B96E62A55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D3FA46-3DDA-426C-2BAB-69B22DFFD70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950F28-DCFD-6942-C06D-5C598929CC7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E77356-8C4E-0B0F-B3D2-757804883B4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43C94D8-16E9-11A1-0FA7-B211EBC16E3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F6737B-949B-10FC-0D79-48A05C70AF1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F8DE610-8CAE-9C75-D58A-0C7C75C8B4C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FE405A-3F66-DC84-D236-C3D817D11CE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543B1B8-1E1F-3827-29F7-E89CADBE88C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4E654EE-8C97-8581-5B32-8C2B6B3717A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9633FA-923E-E62F-0E2C-87F64D8A147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B1BA78C-8F6A-33DF-0BEE-301A0D4A5AC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6D1B2C-EC2A-1CE1-B2A9-443449AC6E2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5D7544-2D39-EDA0-EE92-B032CF65EA2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6B1710-3A8E-DBB2-4F9A-4923E0868C1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C2AEEA-4C32-2EDF-E7A3-04AEF452BF1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8375B3-A041-791D-BA67-63BE60A3BC2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93A0AA-AE16-E271-9724-D0A1587C6C9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C90F7B-E751-7DAD-AB90-2A465980823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A52AC1-91EF-E305-A610-19B8FE57ACF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796934-68A6-BD9E-73FB-5A22A13CCEA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99B78BF-4F93-D4D7-5990-BE622C3DB35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FDCF29-F823-C199-A791-553BDE0402A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A715DC-F7C3-5391-9C66-42605267B42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B68EF3C-868C-88FB-EA6F-CA2EDE5533C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92651D-0EDB-F13A-DFF6-ECF44BE48B9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7EEDADF-6AAC-3CEC-2201-650CCAD0C84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969FE2E-0BFF-2F6D-3CAD-3000D445C9E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29CF8D9-0ECA-A574-87FD-470E3F0EC18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9CE4CB0-50B6-3674-5D71-CF7754BCC53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58F2D0E-AD16-06A9-181C-23FFB774648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CBDF0F-ADDA-3256-4910-31A328D0BE7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3BBEBC-4FC8-18A1-CBF0-0A4F3840410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154BDF-3EF5-AA46-A99A-E031375805A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7091731-8E57-9A70-B151-78C83BA41FD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9289892-A0F2-F034-A562-E4C54F031B0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0FFA44E-71AF-7948-8C5C-61400558756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5D17826-29AA-5129-B378-41D8C76B28E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2A02E39-8F1E-B11E-9AB9-1144A6FEB43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AFE40A-F26C-9A96-0B87-4F70FE02584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ED433C-5B6E-A31F-03B7-21590685FC5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0CE5B85-4E9A-CA6D-E6C6-D9A5D3A428D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89703A9-2138-DBDC-219A-58902067802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877E664-0E7E-F81C-62EC-D54D6D1B1BB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90413CE-BA0F-A9E3-61EE-04AC7FA5B92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88C2BEB-F3F5-8668-A0EE-243279037D7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75E53C7-3465-E3EB-07F1-DB719140612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D8BA4CD-B889-C07B-9531-13477200B13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67542D3-F902-DFB2-836A-CAF2C7813A6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D602FD4-A3DF-7C1D-A18B-26679127F9F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8B2CA77-7878-9080-CD4E-9007C050BFF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4D59DDC-8AC7-0880-7815-18FDF4AFB21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828C4E8-BF3B-758A-A898-68441FBCE6B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D33AB7A-4E73-B4AE-4FB7-B3223DF81A5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51848F7-946D-F4FE-47EC-39B1FE2B223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87BF081-25A8-9F52-D55C-3D5EC87130A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5B89B07-CCF0-E108-14B1-440EDE7D3BE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D6AB02-48F5-1663-3A77-00AC6453D7F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168442-B309-8EA2-D05A-D8BC7FD9F7F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3B38F00-012C-AF88-F50D-32DF5296724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98F5D29-A948-982E-C6C4-F07AFD2089E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D23945F-EA6A-FB26-FC36-4EB92B38EBD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3AF82FC-40EF-931D-233A-EA790AB3DB8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6D658E4-017B-7F2D-F38B-A0EFC77E2D7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45965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C5789-1C65-EE2B-909C-730C4706C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9E47FB-1D3F-5ACE-6447-11BDA4992E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(Last 8 in left center block.)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9C13469-4B14-3328-855E-EF08E8DAD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563D654-487E-1FA5-3CF1-6DA3292489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ADCBB15-CC25-83D8-EF86-909305A978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ACD9917-7603-B380-FCF6-9B3CCE3E84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0FB61BD-C7E3-4798-0FC3-7DCDA342350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FA385C6-8CA2-9208-6467-6E10683CB86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307DBF-CA05-05C8-4623-D260F983714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D832E9-AC77-E315-61AB-739BFF9BAEF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E1DBDCF-FC14-86D2-B4E6-A1065C2E692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6150752-B38E-C373-8EAC-55D74EF97E3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CDC5226-AD6C-E7F8-5D59-49953B06885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9847FE5-15D5-CC37-5037-6F02048606F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9A5DE9A-5ECF-4CF0-3974-8EE79266CBE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4A6546A-E0A5-8FF7-F19D-4CC57D64353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F1BE0BE-C886-5C5A-9B29-2ABB2106046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5CC4530-DFF3-23CB-4A71-F188B95D1D6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C26050D-1731-D3FD-542F-37C30A095A5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75C8B0-D45C-B172-194F-ED2B54107E0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8B5A39-95C5-5B7F-140B-4E345A8085D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B9EE62-7AD0-FED1-C544-BB7A33234BE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03DA96-B584-A768-4C5D-6B2B6A3C656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11DAB7-8652-9CBA-4F7F-B45E1E25F37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2C7F8D-8918-695F-712E-938399D3756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69555C-7936-CBDF-66DD-475BAAFFCFC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3FE93E-AA07-A515-9D84-5BCD8EEA04E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2BF460-045A-B2BF-EFCD-913F12CCA7E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B9AFA37-C60B-D2C4-289F-3B2E56DCBBCF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89E69B-9246-8887-7920-2B4C213BFEA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782A26-B812-F859-9515-84C07B02742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AD844A-9A87-D252-1765-ED63EE1C328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F924459-093C-35F9-6AD8-D2E51372DA3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0CD00A-C083-FD41-082C-171938B8301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04345F7-1589-BDFD-C6CD-A4AEBC2ABDA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87A58A5-5045-799D-37F5-FF43FE2BA6D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0A8BDDC-6E8D-6EC5-31E5-35328EF9852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51F7C0C-7C13-9CDE-3C85-DA2DFFE890B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3B15A5-523D-C987-EE2D-E07984009A9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EEA178-2CEE-4F58-9B55-8960FF606FB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7A842C-A155-1BB4-1195-E2EB88505E3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DE9B9F1-569B-C9FB-BC3B-0E2CE12672A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2C2A0D8-F4DA-FDB4-BA81-04C80AD203B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900F9C2-1A9A-6311-77A2-6DED741B0D6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5583285-E1A9-F7CE-D108-07782F179F1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7FE62CB-81AD-43CD-E20A-115A148432A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B67DF23-A34D-EFC7-5013-B34C786A99D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5F6B285-DBA3-9793-492E-C87C3EBD56F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37F7058-85A2-7744-D8CB-D624CF66B0C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CA256BE-6DD8-4866-13E9-A4FBEF65925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CA8B740-430E-99D6-7D26-658B226CDEB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C797162-6E1D-8067-2478-60B44564532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41D1E55-55F2-9887-07CB-2E9F034E145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0B82F6F-7B29-4B7E-DDD1-E54C1C59F4D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4B2A713-AFFE-CD41-145D-685B3044ED8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892F3A6-E28A-31A6-BC32-D3E6D27CA67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7A73878-A3DA-861B-402A-ADD0683F687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F419AC0-93DB-9B77-9954-69CEB5D75B0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79AB655-4E40-FD8D-FF11-B45563F4ECC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16D5C6B-3558-4222-4099-CE75237B651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65DD2D7-6DBA-DD0E-993D-A5285E05AC0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D51058C-B572-7593-3CE4-23AB6181C42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6FA3C4E-8D38-5E59-B7E6-B73CA8CDE22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893BB0-2569-6348-E10C-72483F4109F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9988CF-6703-C917-41A3-F9520AB5A8E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979CA32-90CA-63D3-9D37-8AD6DC45B5D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626328-8F80-A84B-54A8-4D90F9D025F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AE467E-41C8-95AF-DB31-0433739C251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80CF6D6-91D8-A776-5645-B3BC1F0B2BD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C43FAB8-0C83-8D70-E208-EA5C7E3071C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9B5267C-F763-3229-A4EE-EED6CCF19EC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7D6E227-9AB4-C384-F98F-6C47B6F22F6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557780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DEF0B-2CEF-C3DD-BA1C-237EA6CBF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579F9A3-89DD-3EC5-565B-E3E46BC6B6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Columns 7 and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07B3749-6678-0592-ACF0-89E03AC49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C7C9BFF-9E1F-CEDC-F65F-5C898B1808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D5C86CF-5C68-E011-F46E-F8404E7DFB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CB911E8-0615-8F85-3871-3547BB7848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21EF3DF-D261-CE26-A870-0ACAC4D00AB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EF60A7A-10F7-1D0C-1ADF-43985DD4F54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88AF76-105C-CB6C-93EB-5BD82539C7FD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99F862-CBC0-B18C-EE6B-9488ED56436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99B38C-6B7A-2FA0-5B0F-CB612111635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2EEFAE3-B4B3-A9F2-C4B8-02374838AA9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ACE6A22-92E7-3AF3-7381-7E85CCE6B5B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1E141C4-EDEC-E900-E94F-D2E58B89DC7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DF25378-9622-7AEF-92AB-F190A70F2A8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101D588-9A28-5B14-F2AF-DF5A3BE5D90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8BBAC6A-E0C2-1515-44DB-0D86063DD79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D717528-9A1B-7037-643B-8BFAB902674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46C23AD-ABC2-005A-918E-19BBF4206BF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1AC91F-0661-4D6D-EC60-5FE39C2A0DC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A0B50A-8D80-22C4-09DB-3482ACED711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69F0E9-0B76-CB88-1771-79C1A4E4AFB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227F82-C9E5-6631-B26E-BF8D5105818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3AE82E-B718-E9B1-490A-7624BCA4501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B128B4-AB09-8810-E57B-8DF7D7D9619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32BC8A-FC8C-CCE9-7123-21CA99BEE03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4E9663-44BF-24AE-F5B7-E25A98DD703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AD1B6-A9F5-4AAA-4657-426D4BE8753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1A2BAD-2CEC-6F26-8C7B-90F1DFA8351F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B3FAB0-4122-61C6-253B-1E55CA1B25C1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B9B9CC-83EC-3770-2EA7-F9EAFAE50A9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7F83F08-A7DD-28D6-89F7-0DF0B18D407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E5B7D2-15AF-61BF-C19C-3F07FFC84D8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CF98F5-68EC-A39A-E647-34A3BA12FEA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1584FEE-5A39-47C3-CC4F-4ACC37E69BC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44A069F-7072-F34B-8535-E709E85407D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301351C-01DE-A1F5-F4E4-D3811F68D40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DC4F543-18FA-47FA-BC5B-5C6173BCFA6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1B6F16-E201-1331-2130-EE4FEB2D1BD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C6CE5C-A3DE-9CA9-676D-B1CBD211E20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8DBD45-CED4-DBAB-9596-7943E22444B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0C6D3FF-6893-C0CE-9AA7-E281732C4AC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5D55360-5AAC-FC85-7147-BBE57050A95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2046135-2DAE-A298-CCEB-8504EB6B7DB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EBC0BBA-AFBC-A405-6BC1-42DC3AA068E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69AB953-D10E-BC36-E3CB-A0AF17ABD15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FD844F-BE0D-6F66-AB5C-CEA2F93AA69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6074B76-FBCC-2120-7B75-D1A65B70E03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D8B8D0C-7571-4728-F026-8809E0BB4EE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D17C945-4DB5-19D7-832C-6D335CC6172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E2E87BF-5826-2D6F-99D7-57097AC8B34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CBEAF84-09DD-A5D8-94D4-68125599158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30D0994-CA20-FF6B-01A0-EA5C9D368D5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B795E3B-0F61-7F2E-5AC2-DC1E8EBCD74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90A7807-1D1A-BE92-1642-B7497EB4EE1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7D68273-E911-42D0-2FDD-6FFB44A1502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0DED5A2-8057-6757-E3BE-8C9A1AFD731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6554729-F2EB-B883-F91E-173D514097A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82419DB-299B-CA1C-09F9-E6367D17521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8DC7624-9924-B372-6F15-0101C943615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4BE75F0-D7A3-B122-1E4A-E037DE2E282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89107F1-E542-BF0C-8271-171CD6F52FA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3A1F901-F594-F69E-4C20-4551D58A5F2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48E315-C4FA-D1DE-8987-E40F3B7452C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1B396B-32E2-6E1D-3257-ECEE9ACD625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79BD729-4AEC-6BD5-EB0B-FA58B400E3A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FB784C-9A95-A0F4-E87A-2184CFB9ED3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EC774B-BC15-0540-DBA3-C121C598A00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C4677C-2CC1-83D9-4B36-56FF0D0103A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4099465-0D10-5C3F-2F81-45DD7D809E7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6B7175C-3A7A-2975-2DE1-B78752AF683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65A497A-CF06-0BBC-716A-D2DEBD89D85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30839A2-404C-287F-E54F-80AAF825DD3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BA7BF31-F032-2394-C741-D57B7D0A7FA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6F8F528-CF0A-4F3C-989A-528993715DA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8C651CD-5A5B-0EF8-0741-FC27AB17996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0144570-6822-1B7F-570B-DE2C08EBDEB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A3DD31C-F960-9C85-0C01-229936B7D87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0994275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EF8D0-7324-5210-88D0-E0F6BF4FC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EE3A58A-8AA5-C260-7E71-72C3CAEB87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([10 in 3] -&gt; [4 in 2] must be 13, which fits in only one way.)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54240AB-C1AA-298B-A6A3-C43042E2E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3ECC24F-E68D-8251-4F2A-B78236E606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E9DF385-82C7-82DD-2E7E-535FF131E2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0625D29-930C-E48D-1326-452CFA11A1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9A9729A-5706-6CB0-87BC-CB83BDB6AD8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9CBF9C5-2C87-1BA5-A516-802D7589E56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EC1E30-780D-D1DE-8545-0F73C872D9F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E9CF06-2117-2E28-8704-F4C5B717B92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DE4B7DE-68F1-72FB-6DB3-AD444471F96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FC1CC01-660D-1357-C97F-6A76004DD86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D5B6D2B-C500-4251-0F46-A5C07515FC9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43D455A-0343-701C-297D-A1FC7180BCE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AA13D7B-05FB-CFC9-1039-6D0AF44F985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936464C-3FED-255B-F627-AE22B213625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246E7E4-8E8B-3511-1513-71309F1D321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734F850-247E-7454-6CA0-5C1EBDCEB95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4D0FBB9-6957-83DB-BE76-C0850FA8502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2CD301-BC90-FE7E-4A04-7663BE2E151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798CD1-CD5A-4F11-A573-E26ECB8D9E1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27F276-DC58-EB67-4C12-A76B3D1F661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8431AB-70A8-73BA-C482-FCD46CED032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2EAD33-845B-44F4-0F33-49763E77014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85F5AE-B23A-155A-DAAE-D802E44A05F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ACBC2C-51C9-D19A-3D72-C6B008CF702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EFAF81-696D-714E-E3F8-C7ACD68CD70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6B9942-0468-9D16-E8BA-9A64DAF07C37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E4AFF6-9137-C4DE-666A-5FA1EBA5316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21784F-6153-1584-62E9-DC27809C135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07B153-5316-4987-3C13-EEED90AC5D7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4452B97-94A0-8D99-37E7-21406962E27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A23DA88-BCE3-D450-2706-151130FC2C3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1870D3-37AE-4EE4-B5C9-F7AFC35599E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32C545C-7C77-8EA6-193D-00D9C52064A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FE7F48D-DEA0-53E8-1A65-3CCA423FC4E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0AD2610-E296-DC17-9FDF-0C63DB8E70C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684F0DF-15C5-ADAD-432E-33166610C87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E57CE0-8715-B046-392D-C8DF609DCBC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6DA142-7851-F8B7-6A2B-4AA888A7A35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81478B-A0D2-8BAC-4A49-6102945DF9E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F9CDC1E-F22C-B0E6-19C7-1FB86B64C00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E0C347E-2CDE-CC86-A9B8-24AB9AD6526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EFBC6DD-A9F5-AA41-47D5-6D87E897622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2DCF3C0-5FBF-D7A9-2B37-967934E9432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A31CCD6-B23C-578F-837D-B93A8AB6622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6B19F8E-0370-DE60-FC02-DFA972CEFAC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0867E50-F668-AEED-ADE1-194AAC4FC08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CC40A75-65F0-BC86-E292-0E5F7ABB3C6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2664055-6E15-2A6C-3165-55EC2E83C9F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DAAB787-AA14-5825-5F23-034CD92464D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123727A-C1C8-E5B2-3DB8-0321D6097FF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5FD247D-88CA-C3E6-1674-7E715C7FDD0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30594AE-FE26-55EE-FE23-97B3FDC4DA0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9CFC415-1007-6CF2-A0C1-23E80CF4512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7AEB9E0-AC61-08CD-EDD6-682A7853827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E1E39F2-69DC-6DF4-D1BE-8616D43DE50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3BAAED3-900B-98A4-6F0A-540A68AD068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7094062-D6F2-9533-C108-D8B40D87C6C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57EEA4B-3937-D600-A3A5-2F76ADB66B9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2688E1A-73B4-6ED6-47FB-5F1B0EA0C74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BF9FA15-4252-F513-87CA-FB20D4FB516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551FFDA-F579-5ACD-9C38-3AE98E86899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720FE5-489B-61B1-A870-8DEE8D3A124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F0126B-0F6E-46FD-B5DA-2D613AEFC9C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113C0CA-06F5-CCA5-155D-1AA278CA41A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8A2866-697D-7F23-1EC0-8A071DBFD75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EBD00B-6BCD-2907-C19E-79512CC7EFF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9B0B33-ABC8-6A2C-BE84-E1979629578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0620701-1827-2839-2AF5-639325EA054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FEFCD87-1C97-7FC1-5FD4-B44D490AB14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A0AA7EB-8A56-5411-843A-C2933070212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EC6BE28-A4D8-E0FF-2E80-DFB47F118F0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F41BFC0-A0DB-27F5-F3B6-BE17CCC2C35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A076427-69B2-725E-D1A1-94D88B19BDC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7058875-51CF-5C9E-4B96-B109924AAAD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1745E6D-3E58-F2BA-7D6E-6AFFF8C7CDB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BCC7B21-FF22-4DB9-CCBF-9E5409D576D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7290005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155A7-C9CF-2C8D-16BE-F9205CD18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D4211A-D0DA-1212-7E20-0D35A19D6DB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D839E6A-021D-C68C-600C-99A569105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2AA2DFB-9055-F5A6-FD53-1462A1E1A7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FDCA73D-99DE-CD65-8228-85B0740AB3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78BB4E8-C440-2DB8-C731-9DFA9DA204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DADEEF7-2EFD-EB2D-05E8-F5D3019A6A7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452DB5B-423F-FC49-80C5-F95BD98B7C5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C336E4-CC45-1CAD-99B0-CDA628F3007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516D79-BD04-F0F7-D2A3-5D602B6C226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B5D5964-3FF5-A291-D0D7-B5F0893CE77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D2A1533-95CB-58E2-F7A1-7DC8298696E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FB7F175-C2CC-6916-D422-0AD9E9AA23A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65FE85-F0EE-5278-26D4-EFC62B0DF28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98E65D5-97FE-D84C-4677-4EBAC14F16D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617F105-833F-D346-C26A-238BAA502C6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524EE7E-4ED0-4350-6667-61959CCA4CC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9CC9C8-CD03-A5D9-B44A-2A4469E20B8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8041C50-798F-8F11-75AF-E4A19B0E7D5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3B44D1-1D4C-0487-BA3F-7F7C026170E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07F402-AF0C-A831-9961-82C2D6F6227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1E4DB5-16B2-7CDB-1BA3-7DD0D4421C5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CD90B5-4809-3172-5616-597B8C3DF81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EAE188-0A64-617E-F596-E7A0DF14399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238D75-0F67-7E89-8A01-B9964D0DCB1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379D0C-7692-85AB-852A-05D445DB183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A96C9B-7999-6885-4462-B654D82F069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4B087C-CD3D-45E3-8886-10D85F02795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1198AF-FDBC-7152-80E8-26BE8FABE19B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B66B7A-12E6-87B9-1180-6A09560D2CF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F37D18-CEE1-68EF-32C3-3779439F4A5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7072416-3A77-BF33-1EF7-DF0C53F9E41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164E1A-C045-21C3-DAF7-6DA6C2B5849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4E75C65-3B32-EE53-C784-879BFF16F54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ED0084D-F778-562F-06BB-9F591FB7501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394D536-CD7A-6A7D-6751-CDDD84288C0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837864E-6F20-9868-063B-822C71394DF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F0145F9-1864-0AEE-494D-02B0A6294E0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5AADA3-A493-1F97-764C-CBD04865A79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9B02AD-2A0A-25EF-40FD-24FE82467F8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678624-CCCD-A0C5-CB35-1F1B281E54E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CD24358-777B-1064-EC42-39D085C77E1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7A72DBE-EF05-D21F-5545-F9BCC1DF588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BD0ABB6-47B2-7AB3-59E5-E37D69C5DFB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120792E-51B6-F136-DC9D-B7CF1CC39D1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D2698A2-3F4A-EAB4-BE95-89DEBEA89CC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9DAD88-9F1A-A034-E13E-78738257A1E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F0BC8C-B1F0-3BE3-C982-9351D549D86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23EF0E7-7615-3718-9E17-A900C2BE767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39B8E2E-2CCE-B031-2A58-CBE51685943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7C4C216-8F5C-8BD3-F898-961AB09070F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F12C6D9-316C-2DE4-A9FB-5ACAFFAF113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F0B98A9-5DB4-CA4F-013F-C2E7683D0DD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19FB311-3567-B295-3070-DF96DA947F7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4699DEB-E3DC-EADC-A50C-3D8BEE1F931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F903281-4F25-4CA9-4D71-47F48642DA1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E16A8BB-0623-14C9-FE70-28EAF7F5993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0513217-7481-5C77-F403-8EDEA75FD4B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1EA9BAF-AEDB-F6BE-2DFA-ED067BDD6B0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1165B66-81DC-A976-4C63-3161D341A91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394796C-B303-DF40-AA46-6E3AC312345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9786F06-F96D-8B9D-092A-685766A069C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79CF32E-23A8-210A-EB61-D24EA29B99C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180643-CCE4-FD74-7D9C-C4B48EE3D6F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50EAEC-EB21-9631-698D-5E3BE0B414A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C600011-88B0-E9F6-4B64-0589D4242D4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F30311-1C0C-947F-0B82-B6003324A51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5FF697-CF72-DA6E-80A9-51C1BCC5D49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59773E3-F914-7A86-4C3F-EB56AA620B0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1048F90-8444-14AD-F973-923219C3832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CDBD791-92EA-7403-5DA9-7C33EEF0613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9F7FCB8-B278-4259-4B4B-5D1D55CD937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D2C1B3B-A7F1-AEBB-B6FE-AE7F6EFEB71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3DC1E32-AEEE-5ECE-D862-2341C093413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46B19AE-0D82-6EC5-98AB-D8F7FC41203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E95B2C4-5B41-5768-75E4-3B7E22DB491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E83D69E-8D7D-705B-E3C3-05DED3F821D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7B1BE7D-6B16-726B-4484-3F011DB014A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9801171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AA8C9-8CF7-88F7-F399-554ECFF60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ED8EC1-6F78-C5E8-4521-FFBCFA5114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(Last 8 in upper center block.)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2550197-E172-D148-889C-742F97A13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670B6DE-8A52-545D-6759-332360BEB1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835A46F-BCF9-01ED-EA88-DC2882337A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1A30E16-9C56-BDB3-C341-E7DA2350C1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5114580-009E-18D7-A1A2-BB809F274B8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54E3F8C-C4C0-FC94-E63F-8E12F323461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25F8132-4544-6896-95EB-45E6C1A56FF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A2A8A0-5BB7-D4F8-6BF1-37CE00CF30A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7171A9A-04D3-43FE-D370-EECE422995A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A58D3B2-6F3B-83F9-9ED5-2ECF3E0E720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733E671-5D5F-02E8-FCC4-7F028E00E29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838CBC2-3888-D1CD-062D-8E3A86454B9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B0D957D-0883-E48D-93F8-69172812792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CAEEF53-AD78-80CC-1E78-B9F96607BC3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257BDD5-2B11-B2C7-5529-F2F3EB85811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E3F761-6D1E-276F-5589-8A762AF2A5B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337FA7-EE82-5AB2-BF51-63F819910B7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8FABFC-4A54-A9A1-1D58-8A74AB71ADF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1ADE3E-3E86-D073-2BB2-1441E8EBCE5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3A5ADC-0312-9559-E0E9-248DD671269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E77893-B14C-4CD4-76A8-2F34BF3E32D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1A138D-B84D-4C3C-2434-5205C36821A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07554A-AE3A-D6AE-27BB-E3B83DC46F8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85B4D3-8838-ECE1-E477-3999F1FFE78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7F5730-28DF-9E7F-5817-8C998B594B75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C52EF1-F998-1F23-514A-923A70AFBFB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497F2B-A387-3A6C-732E-7804A248D3A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C93C79-25AB-7286-7341-73B4B344548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166353B-0E4B-6259-3E33-6DAA2EFA9DD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5ED4C61-2D2C-7461-135A-2DEC996CD0E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C4E0638-279F-4C1B-A462-224430439A7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9AB42F1-DC4F-16AB-E598-B2F6BC5E0E2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1587237-337A-5691-B57C-6F85B9BFD0C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B4BB6D-505F-8AA3-205C-27A2FFDFDFF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97A6C5-9FE6-5482-8810-BCDCA5FB96D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DC3E08-3C3F-A4DE-FB6C-C2A1BC759D7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12AA355-BF8C-8E71-9E35-6B4C8A1C9A6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CB33ADC-D2E8-E4E2-FABB-12A394769BA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FFB84B4-666E-7F12-98F1-B360A03CD55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DB583DB-38A2-06E7-E3B9-B561E3B6C6E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4FEE1C2-3216-522F-0856-37C938567BE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E95F8F-EBBB-E1B0-1C71-B68038727750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02405B-CF76-3070-FDDA-3710FB3F315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976CD1A-894B-9C3E-3578-5FBB3194367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4752A89-457B-48B6-09A4-836FB0F909E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D50BD5B-2877-EBE7-8FD9-EB5E7D4A7CA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9CC4898-E2AB-CCB0-A300-61342A23616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4E4DF86-15F1-490B-27B2-9E6C4A44F49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E6DB2CB-1ED5-210D-292D-C115BC8A0AA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E2908B5-F098-6215-FA6B-2217B8434E4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33F4E8F-78FB-4778-882A-1D4E20DF250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14106FB-DA8B-A434-B62A-1C75A5BE9EE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DBBDFF8-715A-0B04-C05C-EB49178814C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1889BB5-ED2E-E938-F77B-8EB7DADF702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D35F2B8-93E5-6EEC-6063-013AF529C21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029D952-57E5-9913-6FA5-CF0D9522A1C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0613F5E-56F6-B9D2-D3C6-582D8830737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42EA318-2436-A8E3-DF23-3A5DB920649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2951C7-991A-E1E9-E85F-7AE74935896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4FFFC8-24A0-114F-F77F-6633C961C1D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2E41AB4-7F63-A47A-58AD-1A6FC935C07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6CCF2-1B3B-C1DA-1879-B507FA1D24B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3CD8BE-9DC3-0265-AD3D-1AAE435B5F9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A6B15CD-6B1C-C719-C210-4E8214C569D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9C12C41-BB4B-6823-D153-9E9852FE492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7E090F-9125-B3D1-CC5C-8DB421205F9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913366D-7CD5-B700-00C2-BBDF14D7B64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CD13C8F-0572-2B7D-EC30-5EEC6B480FD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B61FFDC-B196-F474-0E56-DD2A75E9CFE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EFA9BA6-6534-A912-0053-14921C049BA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1AAAC91-197C-4688-66BB-439F2C4309E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7CA5C48-609B-BA05-0718-2094E423FA3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FEF352B-920E-6617-6D5C-E7509B4418B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61E8262-AC83-43AD-B443-3D135BE2AD8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4658586-B67A-DDC5-310D-46C4C76939B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BE163B5-0E98-D52F-7003-63082B8360C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3815944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2BB47-B0B7-D29B-322A-7DA1E0B0F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48A3CA-51C7-61E2-260F-E9AD8629FF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7BC5808-393D-9BFB-82EF-DEDCD2A67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12FAF06-0C74-971E-A573-58CCC79C3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5924A86-0B43-8B7F-7377-A8D0CFEBA7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A8DBD22-D8BE-8DFC-02B0-A30634A812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44665190-82D5-5616-40E1-7D1323E2FFE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008C26-D281-DD14-505A-3A5483A7775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E9039F2-314F-FE62-9FFE-9AB1ADA21B0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E8A765C-51E2-B87B-DFAA-3636DCEEAA2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7136691-BF4F-7BD6-7F5C-CB2DD6C78B3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9A178A9-62DC-FB60-AE9F-453F4422C58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7DC349C-05CC-13AE-E9FE-7FD7FFE8ECD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11F94AB-E236-860D-CCBD-9ECD6AD6DF2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DF93620-1A29-F476-D590-1C6D7C81193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19F8499-FC6D-255D-F093-91E923DE600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08D80D-DC65-F4CB-B6D5-B492A36E531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17DD00-07FE-13E0-DD53-C3E5B49D18D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75850C-1C0B-E699-4D97-F52A36658C1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1ABA17-CFE6-7E92-70D3-F26C9E0510C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9729C4-C8D3-0531-94BA-B11D8DB84E8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DB4F0F-EE22-5B78-D106-F49460C7DB3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5E28F4-5226-C19E-D92F-D5A7AC04FDE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23A92F-4940-4447-5A8E-071E4836737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B482ED-EFFF-F40E-7D79-4F0643661977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765E31-4343-CD72-7617-3C7E676E805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CF4F68-4A65-F827-8358-77396384893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B65DD6-5996-BBB5-1F28-22D3A4C6104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15D704-0FE4-588A-86AC-24ADC1CB6E4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3211993-C649-5FAD-E09A-D1734D14529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B3E8696-3B61-9CB8-C2DD-8A709E8DD69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FEC414B-9368-1222-658E-76707C49964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5D2D7CC-1DC2-6DDB-82BF-0A72F3C9E9C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605C9FA-8A92-CB5D-C7B1-5DBE2242E7E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CB0272-D0FA-E705-2A43-A4C5B00E122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E8A200-85D5-D8B1-8D92-B92F357E267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FB29E13-1B9A-F57B-1FA4-810CC64FD8C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4A911FE-ECF4-E395-6BDB-239194F082D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55BD574-8BAE-1CC8-E2CE-137816C7803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4780D94-F7F3-CF97-02DA-DACAFA1C296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9BEFB2E-0FA2-676A-24AF-8361D4E0396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BCBED44-C648-6919-3849-7974BDCFD5D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838D0D3-8485-A0B1-CF68-D2A3AA8A0F7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823EAF7-E45A-80C1-76B9-5CC56896EBF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9A9DD89-3CC9-5BA6-4951-DD258A92070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D2873CC-78E7-830D-1948-D2F192FD663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D7096C9-B0B4-70FA-AAFA-01E7BC2435F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CD52839-1D02-329B-FB31-F37ADDCB548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A9202D8-84A1-1558-86D1-E5C327109A0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84CCD30-34B3-4BB4-71B7-F787BC19617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30A697C-8736-B5D2-A3D5-EE72B7E76AD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87B32D5-7D76-59CD-F937-7EFE2192C19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1219C7A-B96B-45A5-3954-78786BB1133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0B25FFB-8CFD-FD80-35A7-6FCFAC9E63C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337D4C3-DDC0-6FD0-EEB4-E212B93A92C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7DD6521-AD51-C923-731A-56028C7ADD7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3889808-4F72-F70D-DA02-0DE580B0B8A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7D1A879-676F-B54A-F228-4BA8D143E0C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C5DC37A-1367-6049-DF4C-A8F7046894B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7058DB-38BA-852D-DF48-B7590FB972E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A16EA9-9DAA-C905-E48D-8AC909B9A31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A001F53-2262-EF52-E807-EDC6479414D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90E256-E18E-7069-802F-8EAE6BC69E1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23B1E9-66FF-BC01-77B7-76546D336EC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7F70FCF-DB6B-28A0-BC2D-BFDECFBD6AB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43005EA-F994-640A-0FEA-AE5779A0191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E5463D-344C-7A1C-DFB7-4429CC4DB40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8DABB9D-1429-74CA-72D8-BFEC0A92CA7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A9DA260-7056-C7CD-6EF1-6D5FB833C5A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F1687C5-9D3B-31BB-BF52-80D65A864AC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F471F2C-1ADC-6B2C-36BF-3B9F7D2515E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5A1EE6C-11F4-BB94-4FB5-A7675D390F3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D7FDD4A-0CEB-A762-8020-AEFA41250C9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37AEFD4-7887-5E2F-12E1-5A7837F6383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4F052DB-41BF-1B11-1F1E-85F9FD1ECD9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6928D48-38BE-521B-26B3-5C9C4D960A8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9D5988D-7F55-DE46-A6F6-6ABB980409E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5AD02EC-0433-C345-9A93-B77166E3A3F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3899908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74B43-D51C-34FC-A727-AFD861D25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CE59803-6762-BC86-BE3B-163B804F8E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remaining rows.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326EF5A-3CFC-B6A8-9D97-64D97BB3B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F97C549-6C5D-7833-880D-3C1CD25A82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CAE8523-BD98-D5BE-5FE3-99C9E590DF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4735797-7570-4C7A-680A-E110CAB7DC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8181463-A5C0-A436-7DCD-6365A195DAD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3E61F35-12AB-0195-0514-EA59CE32E8F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22DA2E3-09B5-814E-EC9C-7C0288F61A7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94215E0-62CD-960A-0270-242C286AFF6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180A9A-8EDF-E890-EAB4-44946384059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0231C18-E5F4-B527-6EEF-685D8DA5A02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515EA95-9DA6-0662-CF55-977DD47BE11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E981E2D-F164-0F85-18E6-0E86063254D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6EED00C-8DC8-13ED-BA43-6D4F64A2379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7B46B76-BE67-5EAB-26E2-B43D946090C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F8E55E-A434-27BA-9054-2EC1E0238CD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D0A56F-62CA-4FDA-38C9-DCB0E34DC0E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3A663C-0F10-08DF-55FB-5A8EE77CA9F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C47663-F870-3E5B-E494-6A452D54BFE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5EAE91-E371-286D-2857-863F1FC559E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E605EE-04D0-D893-714D-9C5063DC388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D454A4-0E24-43DA-5AA1-B3909FCBC47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16393A-479A-57A6-4E5B-67D68686481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8F3FC-37E4-CFF0-0E89-3C779391AA0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3537F8-D2F9-3404-C625-B230E6E1537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6BB616-FA9B-0F1F-BE84-46B798263487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4BF152-7A21-E3E5-F84E-1A1ACFCC3AD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A852E7-D4DA-D89A-3103-873E14DA41F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04080F8-2212-C527-2BED-D7793272DBC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294AA53-61C3-20DB-B9DC-C26404DBDCB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DC48999-86B8-58E0-45F8-835136F3AC7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E232F16-79DC-591E-BC13-03BEA29AFE0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CB74739-EC19-A165-1AED-68E31EBA267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31BD04-03EC-32A3-2231-D065F250423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F21968-C917-88E4-D8B6-2C0FD31C5B2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891646-EC75-3BF1-A66F-30422280904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F247DBB-6607-3C34-5EE2-5B7445059D4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599D073-EBFD-51BF-7DD6-821D4A07D6D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5EAB064-3D2E-5E12-8112-76647C55721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CD33539-20CB-760E-3AE7-E5EB7C6698F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E99FBDA-B8D8-0A01-2957-69C0B0BF24C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A9AF2C-503A-DDEE-4699-0BABD9A759C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A1E729E-949A-52C3-A050-A6D83E8B4D0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651CEDB-545A-8F42-1F30-DB78B101E7D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03C7FC6-1840-1542-211C-58FB31616AD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0342672-C4CB-99AE-7B38-F6751F5666E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9D78CCC-30CD-51E2-4CA1-7494BD4119F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5EA856F-DC4F-FB09-5553-46EA126B206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8ED7BA6-B148-E4A5-D089-E6472098371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F7AA7E9-6B62-80E0-FB59-F7E31B0BD00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B512CAB-5659-A900-0980-B2B074C4C8D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B04F3A9-F45A-7DF4-F0B9-3DF31D4B0E4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3E2C70D-BCBF-7C70-01DE-66F95434868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031D00D-C385-AD0C-181D-88D399C36E1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8AC9640-DEA2-3E08-EC87-F66670124F6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F7E0B6C-F472-99BE-1A72-BAAD9E009A5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F62375A-0B0B-4EB3-7192-E4D375C3620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A21E40B-2DC5-5088-B131-D2460536661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890B87-6B07-78E5-96F2-3858C882F50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DD9AA5-4FF8-A164-03D2-65ACBAE8EA6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38CF61D-E1AC-4AF6-D922-CD087BAC0D4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CFAE84-9394-A864-3942-A19766E6399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050F74-2882-14AB-BAF6-A4079AA0774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3CF8320-1BBC-9D57-1961-E1CF0D4BD8E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68CD59C-67E1-D97E-7B5B-13DF7148FAC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E4ADDCA-9948-541D-F139-8B4890C253F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28E2614-68AD-ED2F-4C8D-8D3F5035EE4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92D7A63-FD91-753D-0258-C35E4D7F924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B1EFC57-91B2-4A15-3F26-B6CB89173D0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F79A4F3-1BF4-7DD3-A733-5C7007DD9A8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BF1BF50-A062-129F-0453-F1DD5E8C50C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56B32FD-58D5-B831-7105-EFC6048E333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AC58255-B708-1CAC-CA08-6240C547879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CC9097-2DA8-BCA8-1D42-27A501A198B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C99AE3-9761-B551-FA95-7AA9E356F0D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98C687-214C-FD8E-367A-9AC28B1410E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0D8DA6-71AE-23D3-05C2-4441D83AF4D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62F2FD-3992-87C3-DA6C-EC88C98FE20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0240B5C-2FF3-C03E-E601-C40F3F50477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4126C63-5CC4-1DFB-A0FB-277EAE078D3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7CA6EE4-B904-A54B-1F3E-7FD1902C583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3A042DF-0941-CFD9-696D-996BE3126EF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64E924C-8940-3227-8F8C-E8A1B0267E3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9A8ED74-BD5C-56F7-DAF0-EAA1CBB03F1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1773218-6463-59D1-498B-C701CB6773D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35DC8FC-54D2-2AD8-829E-52A2F3AEDE7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89568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C8D0E-FD51-DBB5-4439-C6B4AB690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562EC4-2FB8-456E-78B9-60C4D27087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A8511FF-D389-C0AC-C3B3-748DA27D1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E548EA0-1960-7FB0-02BB-D42F9BFD98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B7379A7-036B-E7E4-2A84-D438106A80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B614346-DAB1-D27D-6DA5-E1DF6E5B16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5B2A279F-0B58-F986-C792-9AC10497A2B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7B687FB-F034-45AD-1DBA-2ACFAC190CB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B3AE8D-33AC-3D60-70CE-360CB9AE7BF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B457EDD-0856-6E77-3FE4-6930194C931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E126A80-9004-A76A-AE41-C46A1428D29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3103EBB-2F66-A7B1-9746-9A96BDED5B0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2E1F61E-1BAA-C779-8E50-DDD7D3F97BB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92B1AD3-B55D-41E8-1797-8F68D3B1BD0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DF56539-6C79-CE3A-EB4D-EC183F480AA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0C5CBE8-9E9F-1626-656B-1E15E6FC281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271D72-0252-7014-EFFD-0CD4C221A32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151C61-66E5-7E5E-2C52-F78AD6AEAC7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FF858B-0D87-F432-F1DF-D7BF15BC5DC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3110ED-6163-12B9-575F-62A2FDB5EB5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DF6587-A712-A363-AD05-F5C7719D9D2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382880-DCEA-6445-F84E-6B0C829A69A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B8F438-4D9A-8B53-9804-06E45145272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4C9EA0-25AC-1772-E396-39A7BE9E47E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30D1B7-9046-80E3-524A-2F8ADA53EB9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E32880-DDCB-D580-B8DB-2FD938BB9DE5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BC7077D-FCF0-75D5-51A9-5275065CB41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CDAC70-35C1-B81A-6A94-EDDF2218734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FE52726-D584-790D-D3B4-AB1D283EF0E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F818895-ED2E-27AD-41A3-D8A9D506F5C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D24048F-971E-C739-6844-EF4F4C5DDE3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6DE2DE5-5DD1-45A2-7E97-2D4F398ED75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755F7E8-84EB-5B28-1EBA-E6CA8F25ED7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9FCA7D5-5304-0EE8-700D-4904A229DF3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5F5F44-23CE-CB50-BF32-706E7105300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A75377-E206-79B6-41D0-8258A94054F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642FE6-DA66-FA55-3863-CD9E3375BF0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F854EB3-A9E3-DB09-7916-BB3E4FE9D87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83CF8AA-94A1-57C6-837D-BDB01A0D504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E206D92-B754-A807-56B4-C52642D504C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439CA2D-1766-343E-8549-9915D7B8396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FF2D8C2-34A8-6DDC-5A6C-F5693B2DC0E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290CD3A-4717-9CC6-0861-0421401E8B0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36FB894-7B00-0C26-0909-4940D8AC874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B331A90-384E-165F-9256-D6EF9B8343D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F1A0F93-92FE-009B-76DC-63746109675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4E3A6FE-ADAD-5601-D3D4-D6B99FBC515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A9A1929-1C86-0448-7D2E-774059EBAFD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BADE8CC-A916-4A9E-E160-118F5AD8B20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2986D88-F842-FB33-9C55-12AD4B30726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D172FC2-07D2-D0C1-21AA-F1814758E7A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439DD8A-EEA8-7B49-D963-39B38C31CA7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A933080-C6A5-0DF6-3060-644C61C41D9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9028C71-74FA-8F99-A196-44CE3A354FE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28EEC81-1177-A213-86B5-611D32BE82E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1FDFDDC-686D-8D94-6072-A13C3656E3E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66E0F25-AB55-9039-A208-6C3E224D22D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ED966C2-8DDD-3413-3E2A-7681FCB2734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0B0D185-D6D1-F776-59A3-D8AF775445F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A414BD-F96F-1A64-EC79-3C20B5FF4CD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EC8D28-9682-6198-1A49-1BAAEF9D0B6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A327F04-3C35-73CC-845E-B990CC01E41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AE5F5D-B124-6CFE-6978-257FC9CC604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FD8134-3BDA-30D4-1BD4-132CC03CC70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088EBC1-E85B-DDA3-0188-B2FB90348A0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FEC9F48-380B-AF97-F970-5636BD91F46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A4C6F8-DFAE-292C-96EC-919F8AF2F98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66620D3-088C-CF18-73AC-76A35B50045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DC34B5D-E087-CE19-7E3B-8994E881E3B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EE2D039-CE26-61F3-F2ED-D54C4D19D26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C46DF03-7DBA-E924-7CE9-1FDDC0C26B9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FF24245-FE39-E66F-9063-E5E6F777C2C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C60C7C-03CD-80A2-3574-2C3CC540919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A64B900-1363-B462-6247-2FB17A604CE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067C73-2B40-9194-E8E4-40798BE86CF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0784A7-190A-3E50-9C01-1C2E102EF5F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C073FD-C2A2-3F7C-A208-B16AB7D38DB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A5FE528-4D7F-5696-ED14-AA766BBAAB5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252B926-C6F1-495C-5AB8-2423DE1F694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591CEA-2419-2EA4-6F46-1A1665682B1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F885D4-3139-B47F-BD69-0DDB3AE357E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1A2E7A6-8BF0-3CD4-ECA8-9621869336D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F5DD715-23F1-63C9-7B2A-1546FA410A3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60F560A-54BD-4585-E147-83364D81324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2F613FB-2667-3419-8D07-64800641C2E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51A814F-74D1-44D5-06F9-30D738BEE0F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5EDD490-B9B4-EE2E-F255-8B6EC5D488A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450348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6A7F0-F94F-832D-2A34-E60E9AE88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627106-FDEB-C5A8-0F08-5A911DB9098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E15682C-0851-CB59-C0C2-B184F6C92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B5EBE59-3C09-EA0B-0A5F-8069C83181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AF7E1BA-829E-E819-D542-81C987FF4E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07EBE8C-0B45-E4FC-C7A9-39303E9AA7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ED18CFA-599C-6D12-2C2C-5C4E8907F1C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811EACF-1FCC-9461-5F83-49E37ECA322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C587E41-4961-5752-02C6-44BC9C28D07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F47E468-30C4-A7EB-7609-1237DAB3DBF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41109E5-D385-6A1F-28B2-754585D07B1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462AE2A-5134-A377-6D79-F1F9A00E1D2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555385F-BA6E-76AD-8A67-9B497E78AA5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16208BD-DDDA-2C9B-CA29-A119F8FE0BC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23B3E96-090B-1351-D2CD-C4C3E57A723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DB7A88E-57A5-00E6-75BF-42A472D7EBB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7091EB-201B-8D10-AA86-906F330D75A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0E34D6-D1E2-930C-36AA-6CA87C29F21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98D523-0075-DF82-755F-B82AF928382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A41B0A-56B8-21E5-B7B6-58DCC6B2C1A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26422A-08F4-2304-72EB-1C6E349F5C2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0CB54A-E7F4-8A59-A9C4-08C2AE378EC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6E662B-60E7-538D-EFBD-0DBC6D8590C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911B3A-D8F6-256E-92F4-36EF03C5FE4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301B2B-04AD-5075-5539-4EC2C7D57DB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D21031-9582-75B3-DF2C-D564F118D3C5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D5DD15-9DCE-8BEE-B645-F6B23FE795C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E1B4EF-0955-14D1-BB10-3B20E3D3626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C339C3F-0351-4E5A-2285-02C64CE246C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7D727F0-B421-6AFF-1EDB-70D7B65673E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5B5A512-D4A8-E8D3-DD31-9439E7EC827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BA4E8FB-977C-6AE8-74E8-4BE93D1C0E0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89C385F-3BA0-0A79-F89A-5B71033FD06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9E122BA-8992-40EB-A59C-AB055C0C5EF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95C9BC-6879-8587-955C-D24A2FA438B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6E6E1B-D2F5-C777-7DD8-6776A00137F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FBA4C6-9927-DDED-F952-383AC16FD8A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D4F2E7D-313D-2DC1-3F4B-85B7C87EC36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00C683-E8DF-749E-A4F5-B719FB59A9A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AFBD7EB-0177-299F-F113-CB4CA6D49E3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CE7C6B9-8E15-A723-ABB7-68DA7C526DE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CC10E5E-3E76-5CEB-C5D2-B2A0C73733B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72B322-D44C-6227-2BBC-D13F19D9C28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C4FB92-465B-714A-CD06-C2BDACEA594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741746C-BA51-4F7A-2545-E0FE97F642C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B6CC6FF-087D-77FD-1425-26F80DD36AA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622C795-B5EF-A397-1BB1-B1D5CC73E4F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B9CB5E1-A726-6F26-608F-87A8FF31BC7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01FCB89-94C4-B86E-E054-0FA8E572E64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F26D0DE-4226-9512-3A29-2BB0A451649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02EA0AF-F054-CCE7-74AF-6F3D9C5FA34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7328AD0-33DD-65AC-C09F-6206F2C47BF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B587BD3-12EE-F001-32E8-125307D8F03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90AD566-5D11-0547-4969-17E8C1EDAFA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0779832-6D22-E158-52CE-4D164F3A640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3FCF7D1-1425-DFFC-06A2-2203823C98E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D1802F4-702D-BBC0-FC29-98BD139C1CB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358333D-1008-580F-4FDB-03C89AAAA07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1D4EDFE-2636-4884-1787-58431A26695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195042-C5C3-93F0-18FA-A7E3B3C3B67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384305-3C1F-0BEB-4F1F-C361501EA7E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E6608D5-D168-9DAA-9E4F-A7AE5199A90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030D1E-0F33-E317-515F-85DAB994C1C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BE65DA-AEBA-8052-F576-AB255F9277D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5454A8B-AE75-63F3-4F37-2F5A3574BE5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1D8A31A-2C68-8561-9267-60CBEC7AA43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13B2D3-FA68-BEDF-7DB0-3FF074E66D3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026C6BC-4AD2-A9B1-4697-EC5CA6BA074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3F12625-8543-0B3A-87FF-C5677960D60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9ABBAD2-B459-C316-4331-4A6F0B57084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18C0E9E-325B-AF4F-EED1-3DC227C196F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96FED2E-ED6B-32B2-0494-A2D260F12EF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07101E3-422C-ACE3-25D7-72E9095129A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4041B70-0553-461E-6B57-B0116FBFC18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55D8EF-B4F6-E74D-D400-E0DD2BD8046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C49BF5-8759-E445-6BF1-3C21C407D7E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D84D309-3472-FDA9-05BD-72B368B52E0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7DD94E-5FF8-D981-9ED5-3E0463E3EEF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208BE79-8CDA-F88D-90D7-66773355045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019960F-F6A8-90EE-7F69-1AB457317F9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A9918B6-A5D3-F9D8-6C78-E84377E96E1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02CEC03-16AC-EB5A-56E5-EE28119F5FD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F6C6DAA-B9F6-3DB5-9021-1CFA1F6326A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8587A6D-DEA3-C184-371F-20AEC818622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53018DD-26A7-0A73-5BE8-5581E66D90F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3372BC7-FC9A-196F-7793-9AC0CD8E4FC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E28051B-68B1-55BD-D269-B0EB53D7A62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80757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985C9-CEDA-EDF4-D0A3-1106630E5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F10928-7EC6-1927-B5BB-F9E70A3F2D2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451A4CD-CD1D-62EF-1F34-D063AAFFC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56CFA4A-FF19-F6C8-77BD-44A9A75555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FDD1AF8-1327-29A0-AB5E-EAEE3C7BE0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666D7EC-7D10-D5A2-CD3C-EDB497542F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79DC7466-AB1F-BC2C-1DDD-E9A480B3966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99E79C0-885D-5CE2-EDEB-7D48FC820B4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3C8551-96E1-86CE-053F-496F5322284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00F5FE3-A16D-4A7D-CFFC-9346CD9FC95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042AD6F-9640-8EB9-55E3-2622931DE10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987BFE9-1F92-74CA-DD63-D9DB2EBCE3D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5A24BB7-E399-EA72-671B-6C540D5EA27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68867DF-B590-31D8-DADB-A40F212AFC9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5E3A88C-DD28-FEEB-B64D-FAD5DD6ED9F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E4B5F38-1ADC-1A5D-9FE8-94915CCEF61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E6F5B3-24E5-BC7A-DAF0-D54B9A07A35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D11C93-C2AA-27B0-295A-FC4A572BF52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9CA65C-3678-4251-AA45-6CCADEC3F35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B1618B-50CB-CDE7-FBB8-0BD354C9FE1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42AD2A-B643-D028-EC54-7F88679D43E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9B06EC-2066-83B7-57B4-25FE2ABF6FD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E11D07-EFC0-56DE-6804-AF5015846A8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29ACDF-F3B9-F1B5-69DD-E43CC193161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B157A3-B8B7-1843-D20A-9405ADBA3CE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A543CE-150F-CFED-44F7-F54C4E5CE8F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98747A2-D52C-6E89-C146-7EF5B5DA353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1C47791-A94D-E902-4E29-4E03DB9FE0E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60CF8C0-3F84-3827-0336-D9685D090F9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6D08FE3-81EC-6DA7-9E59-F655FBF7355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40E3B73-6B12-3E67-4438-07E48257F1F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525BAA-81EA-8EE6-5431-BEDA322C40F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7FCA11-733F-062A-CCB9-6AF65CCCD64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AB2E66-C60C-9AE8-D4D1-6AE41CBF73A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96FBE4A-3EA7-04A7-729A-1FE82812D06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1574205-D980-E7DC-FE22-06D8E751FBC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FFBB5B-C754-BA82-492B-1927118208F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F164910-B5F6-18C9-F6A4-20B0A854DAB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1AABFB5-005B-1657-EC46-0E6F5EA4530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6922511-F745-80B0-95DE-1C636532BAE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9B1E82C-FD85-13B6-DC4D-47291C95B4C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78516A2-6E6B-72CB-5CCF-74054E169EB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C847DDB-FAC4-D622-8441-994C12504AE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C824AFE-F3DD-D2D8-A1D1-E8A3F7D06D1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7CDDE3E-836F-8225-E89F-979FA792F8B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CBB2E77-C5CD-A959-ECE9-AE711AAFC3A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3146666-A097-A945-A8E6-08870E20B12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B792864-AEC8-E064-5D61-3D49A87B2F2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969C4CB-0934-A8A2-E52D-D919BC5D8D4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F03F77C-BA2B-2526-9C30-D8CD8318AE2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49FF6F6-8B52-0D69-0A83-468FC7071A1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DFB52B5-D8AA-2721-977A-B4E987D6EC9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3BEA6B3-DEDC-2F6B-E9A4-C981503D0F2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380E78-0338-4773-4BA1-FFD9C404C8C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8937E9-01A3-17E3-52BB-F41A1C68D97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0ECBED2-100D-0559-4D12-188C5C59A63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7CA645-78D8-6B16-CC0D-2435A5E1A71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1E2F4B-1B8A-7B8C-411F-A3FA3C9E3C3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3578F48-16D8-FD9E-6F17-14644F81352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7167E1B-5817-BCAA-83D6-9F219A39EA2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8C948C9-53DD-6143-6A7B-5ECE59FC608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11F58C9-0174-AFBB-29B1-8706FB75F87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2F874AB-D059-81ED-3991-6440DD167E2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BFFC342-75A5-A1EA-3E1D-24999C8B46C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87FDAEC-A98D-511B-F5CA-4B2BB7E4CC1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4DC1BA8-B739-B0C2-61CB-B7678F8B668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C32056-0687-A73F-8574-4824038BCCA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EE64CA0-DB02-96D6-1C9B-8BCA4E3155C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22053A-9975-DEB0-2C6D-AB1F0785EBA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6155FC-229C-9A74-EBA2-CA765943DF0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5370EB3-9E1D-AECB-A13C-3D42869283C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6AB494-A6F5-95B1-A2D2-BDD218AE005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0AECA8-7612-239B-9B28-9190CF51C6D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DA3591-6190-3411-7F47-50F9B1E84A0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3D7848C-BD56-C741-3495-26977D1980E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4B5F211-1F2A-73FE-642B-B1881727E49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D9C0599-709A-5640-8A2E-3FA1042C647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67867D2-2304-D79F-2371-FC9ABA287D1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045EC0E-48FB-8C11-B9CB-DD87D292AA0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FC97542-BE01-C964-628F-4CC0CBAC620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87D6B49-5C97-A2BF-20AD-9C2FFC189A1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F1A5BBE-C55B-8FC7-8160-C003D57E750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49385F2-5F9D-0FED-1BEF-F08241E3589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7AC9D80-C91C-085E-6669-876D75669B5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A287081-999C-8804-9B26-77DA3CC4555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A5C1890-E8E4-5B42-DDBE-CEB2237EC72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EB0858D-AB33-299D-D4B1-10F6886EF27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978371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3AEA7-3131-3414-C588-365764221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10038E-3A08-DDEE-82B1-695167E3F0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6353761-74C7-B66F-E98C-3E248F074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E188DC9-FF38-7B60-D393-C6A0398CE3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D2F0914-B4DA-9B04-93C8-1B7EF2178F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07FC313-E785-0905-3749-7700E44CC2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563B7C5C-669A-8C73-0932-385AF6D0D10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7D77425-8F37-17ED-2BDB-7A36FAAB607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24E9026-2EF5-8A67-3D31-ACB053BF2E7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2629596-C092-C518-C757-B0CDB6FAA2A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10CA6E2-1052-138C-B4F5-8B079AE052B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648C6DB-BA7A-A0F8-313D-F21CDD8932F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ADC4C61-ADB7-D8F1-4CCB-48684F06A67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ED7FCD7-EBD7-F7BC-720F-BC06FEC718C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766FDDD-9B6E-273D-57D7-B57CA03778C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ECFDE88-88C5-9C81-59C7-0A91CFBD17A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EF9E76-9E17-42DC-B50C-62CFC72377C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A59DB7-CA6D-2580-45E2-747B162E5BD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0D7086-86D3-32BA-700D-F855AD5B284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B6B088-AF9D-3470-8F62-B6CDB6A126C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9A12EA-A7AA-5996-CF30-9E5B5E94766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E7CD91-1FF8-F073-8C77-6DB2EBE7ADB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8C50B2-4D79-EFE8-9B3B-1B99E5AF3AD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29BD8D-68EF-45AF-2461-908AD2D8A48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5D8E7A-3F9E-AED5-4ABB-0211BCE6977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CCF9E1F-30FF-9FDD-230C-F5133468DE8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1B6FE9C-CDA8-B676-CA5F-15807DE6B6A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68E2F2F-DFFB-84AB-06AC-57EA82CACB3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6BDEDE2-A38E-7D88-360E-B6968723ED9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45A7FBF-C233-0BBF-E60A-5DD27079F33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B2CADB-95FF-F0C7-DCA7-527871BCBCE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F160B5-3CDE-E7E9-EB28-5E7091EFF50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C7593A-D0A9-F4D4-D92C-636B5CD3C6A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11BAB07-A71E-0BCC-2C25-DBB72151501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593D606-FB92-5881-42EA-2A85278E4AB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DE32730-0DC8-8945-CF80-3505AF8BECD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80122DE-248E-61D9-9B68-18C39F7D5BE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D49C894-454F-12D3-A4E6-33ACA1EDE05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E1ED22B-9E65-20C2-B619-004E2BADDF4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349CB39-D0B8-5381-3290-5FEB0ADFFAB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EE5C605-EE81-60E5-B2F0-B5BEE0AF6E7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0217A97-F1D5-0F71-C5FA-B546A5E8CA5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CC023E3-E262-0683-55E9-4ED15377B3C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E8F2D6D-96CC-4A9C-27A3-E9E684A03B7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101A632-0270-58EE-7407-4E1425A3FA9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E501850-20D5-53E4-4D39-472622A215A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94F3E86-3191-0EFB-3168-FDE22D34EC5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009CD79-1FAE-8108-DB43-CC3F5A3C14C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FB6BD16-5E07-CDEF-772D-17D18D47CE9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E104553-DAA0-E0E7-F550-3209F1A9AF8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983F83B-F8F2-64A2-EADB-D2D001B1515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C278F45-8601-4D0F-28B4-1E490DCCC50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D95017-1805-0573-728E-5FB76B0A947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72BC76-D489-57F3-A2AE-F5C85BA4D4A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43E928D-8486-8393-E8D4-9F52D88C764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8701A6-42EA-678A-4872-D8A3F091E08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DD31C6-ED75-5ADF-20C0-6B6F17C460E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A5DB47C-33C1-DB20-F2B9-1C44D8A42A3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B4EF022-D5FA-740D-AA33-F813B536289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74A91E0-3E03-6AEF-8DF0-4CA18622BFB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30FEA31-2304-90B0-6114-3FE4610648B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816F4B8-BC40-E440-745A-254E1CDC35D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A06D1B1-2A84-43F7-3EE9-F3F28636803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93BD8ED-696D-3920-973F-49AA839CE3D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F81D783-F4DD-0001-3BCF-BF31BF46CD6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C4E37C6-9F31-A933-ACE8-ABF7BD1BC62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66272D1-63E2-522E-7564-D32AF70A372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61DE30-A038-BD22-5046-C9BDBA2CD2D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43F795-0CF9-C9AF-CBD8-A0004B177B5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5C9407B-64BB-E81A-7ACB-CAA05290262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CD00381-6CAC-EC23-36DE-5AD033C4B17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BF1B6B3-05D8-4530-776F-874C05C106B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C2E9985-F7EF-C52E-BF7C-D2EE3800E03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154D415-B2D7-F3B4-D4E3-50B5B7305CB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5A47A63-8259-99B0-89BD-76F10F122A1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18F7692-785D-B7A4-83BB-29C3CF00083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2C30F31-BD59-364F-C14D-57D1FC28DF2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1BBCD9C-C471-23AD-6E35-963E5DADD5C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B5774CD-14D5-0D82-038C-3B5897FD327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89157DE-224D-E638-E981-ED09291E44D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383B9A0-37B1-4443-E995-438EBF92533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52BA4C7-2745-7F20-4533-48F39DED52B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C958B7E-CF17-07AC-D4C9-0428C4659CD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D95DF73-06B9-482C-88A1-84DAD1FF66B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D9E902C-6343-9854-F93C-EE24B89BC14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4A192E1-1C7A-AE45-6DE3-625A5392D9D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8245EE5-0E0A-65EA-1F3A-E8F67161796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67918616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554F7-C18E-255F-6FD7-537F59EFB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C5606B-B67B-F9EB-DD3D-74816983C0E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CE3F2D4-366E-A408-EB51-5BE4546B4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F342B69-29E1-3912-72DB-AFFF0543D0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BC7445E-47D8-EC25-3AB7-C9EB699782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2AAABE6-0F62-A2D1-5536-2BACAE9B8F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0C7B05C-C7CA-15C0-CF48-010C73F30AD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3F16ED-1A39-360E-8767-3D9D96C0740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67C3EFD-126D-9EA7-31E0-A254E31C6CD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2C7B789-E02A-5B0B-881B-DD54238FC3D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0DCA1E0-CCB0-FD56-B3F7-B589757F2C0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58A6987-02D1-5661-DB35-A700C501E9E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30DEB3D-B31E-6661-4BFD-361252C72C8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E5741D9-F728-DA50-1664-47A55615D82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B3197D3-3825-9E2C-B7A4-FA4C1DAEF4D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B437361-5D13-202D-0332-114CB8FA197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BC0646-E4F0-9491-F5B7-EB965F7AAE7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77C28E-82B5-0006-A184-4442995E86C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9BC94D-EA4E-B20B-2D51-9D2A9CC09FB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CC88E2-4840-CBF0-8F3A-1392B3CACBF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D84245-63B7-7C9A-A3E1-D6219E25166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9B459E-5A5B-7027-6991-62AED48C60C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2C6F40-707A-3C8A-4708-8E656D1B03B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B65D79-387E-2535-9724-971DDAD28B3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9C8324D-8E97-2B55-8729-059ADF864ED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5391917-E342-F52A-7A36-34995F37FBB0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5194ECF-A94B-1ED1-0649-3D7408111E2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27FDEA6-7220-E550-C34E-27C35B96D8E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236A662-D1E5-AD51-A7E0-1DC82ADE517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9A0F156-B430-9F95-785A-6CE4906D509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8FC42E-6CE0-14CA-A188-0E32093EABA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9F4669-3769-C928-030D-1544BBAB092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4E5344-335B-F4FD-298A-F94543D88EC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619542-AB4E-AE62-6692-5910F3D7524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D45B83C-290C-B0D1-2190-748F7C8FBD7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EB7423-FF94-DA80-F926-1B50401ED4E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19046B7-36D3-E04C-9D0C-B2026846B59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D9C3A9B-1C13-8FAD-AB39-7077EB8226D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87668F2-7729-135C-A5CE-A453B3E9787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8F7C99B-4C54-1855-91D1-AC86EB6CB55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0479398-ECF2-085B-BC2A-26531C3FE94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03934C1-DA09-D8BB-5370-310841F0936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24CC01F-B222-8BBB-D1EA-B170F22F4A1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2F98E12-51C8-B74E-F771-C0E3E5D99E4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D083271-F96A-8553-4EDD-E5297950AD0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152BF56-C5B7-732B-20DC-480B8F90104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84ACFF9-5657-02FD-0501-366180BE549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DBCFD07-1A65-4CA8-95B2-A0650C7F12B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1E214E2-0C6D-DBBE-B418-56E979F0402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959B540-FCC3-122A-3C1E-FA9252E222F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C8A453A-E096-F14D-ABF8-38B540AE298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5963C8C-BADC-619C-092D-A03E3991100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0A6AFA-9AD4-C4BD-B3D2-065DDEF459A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6DA87C-913D-260B-0CB3-D2347B32A46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B8A2F59-95D7-1A63-0AAC-7B20B8F16D5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D19BA6-3A01-B0B6-0793-4417DBCFC15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D585F5-7AEC-F905-4F7D-26DC2997169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3E3A6CB-6C62-7483-1372-B2A1A1CFCF5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3A38768-6A5C-F8A1-1703-3EBE14D0F89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353A0C9-1C0E-13AE-BF9B-789CD37EB03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99DF253-4948-6E18-7A20-222032D1E63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2A631D9-734B-B452-EB3E-B27E6BCB9C0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8E61172-2623-3FF0-E441-6F650FAD2CD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8FD3848-096A-3365-093E-F0F10277E5B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82D6BCA-0060-9A3F-A9E0-262E4D24203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1423760-5C59-03C8-BA21-824AE01D103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36CF8CD-ED3C-7F7D-6048-74C82C476A6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34F1C7-31DB-5DF2-CF1E-8173CABB620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046217-FC44-F752-461C-AF40E59C54F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CC44FB8-387B-2AF9-8274-9FDD6B7C0E8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C29E988-2FCE-83EE-E728-986425C675E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9A14F67-9AE3-D8E7-0266-B4ABBA4CAA7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163AB01-F68E-FDA9-1AE2-28A11B4F2C7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BBE4765-1895-EE2F-E541-13FFAD4FD4F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19BD450-CB08-9216-A3EB-DEF92A4ED86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B2FD9AE-6FFC-0B1B-F5F5-5803237F332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CE3C3E-1E55-361A-0AFD-0AA36C17F34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B3913B-43F4-72A8-F416-4BE70695EF1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278C2C0-BF2E-58B0-E289-F8FAB8AA178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1BAFD66-B7F0-9D98-7EFA-25ECBE8288F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307D575-009A-9F58-8214-0371DB4B124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FC9D73B-FB99-D277-61A3-86CF3CC5ED0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025F487-2A1C-F532-7A23-B7233C650D8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A8A81FD-CF9D-BB7F-0179-217E51018B2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4C0D86E-A455-2E82-F4DC-FE9ED660E92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379056E-E39A-738F-82C6-9670B0AD71A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E56FF3B-4DE7-E0EF-F704-B0F4A61DEB6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0721606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466BB-1887-EA21-695B-BB44BC2CC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B4EAFCA-D391-ECE6-6391-596390CEB3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5D7035D-EB81-034D-AE91-8C3EC6115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C89A021-AA3A-4D55-4117-DFAB097417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93D583C-4DA8-FA7D-6164-37093A43EC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3A4D8EE-7B3C-F4F7-E1EC-7B031FE059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96204165-6FA2-57DC-BDF1-92C24D9A767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8A2AFBE-CB2C-C4D4-86ED-04A5755A9B1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302DCD1-D993-060D-467F-D920EB0A328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B3270DF-87A5-EF5D-97F6-3F2A58A8B4F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294F7A2-D110-6353-B3C2-207B5A5E003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2DC6746-2870-E5D1-E8C7-3B3160F5F34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F8D6EA4-0968-201E-4F74-659B6B8185C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4E09424-686E-ED76-1A63-2903ABC2AC7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F3D4CC4-37F4-52FD-082C-11B37D28936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832C647-8E62-B45B-CD33-103A412BC56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F24C4D-1FE0-2ED5-E60E-AA8CC67F572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2344EB-AA8C-C700-E0BF-D8F42045B5E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F40CFC-BD75-FE6C-2E92-0C88E9602D2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A8503A-DF62-19D7-DF7F-9600C8BF125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8E90E6-14F8-02D3-C600-0139F52E118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C9BA91-28B9-C8B8-98BA-B42207A02A1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45E206-E176-450F-56C0-4C314D9141E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B9CB77-2EFF-B4F7-7117-39124F9BB0D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27480F-4ED6-11CE-F388-E8EDCA07CF4F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2CE620D-8B83-0A35-3FC2-0B13B4B116E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8F8FFE9-99DC-DCC3-4A1A-C39D324335D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CCA9495-F4B0-711E-0121-7BE00966C8E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1429232-C9AE-1F5F-E403-EF509B55413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3E111DD-7E21-F77D-79F3-2939F8C911A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6DEC43-CA2E-19CA-5572-7A2D9D29CB3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3EA8F3-DE54-3F53-8B87-2637B9A1D7A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F886CBE-0FAC-9516-EBC6-E96C2081D21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7529528-CBA4-D0CC-6513-3A37BDE53B7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40FF2BE-8730-DC66-D8CC-771685258F7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3A70F59-44CB-086A-B8A5-90B8A4325BB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C3DDFDB-A2DB-C196-11E6-E58EC053DCA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35B2214-3C41-208D-1E06-166D671BA66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316781B-9CDB-D39D-AAD1-A1596F09236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042C2D5-13EC-07D2-F335-AF1C100DE5C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1D678F3-7EB0-F501-50A5-963E97BA665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A705417-F750-FC3E-B0D1-F8D91CA6F57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6057E37-E2A6-6A5A-C514-FD40822111E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9DD423B-C438-9956-2510-988A0ED8C7E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6C8AA29-40F0-8F63-8321-6C9611EA29C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CD0B821-FFA8-F427-B16E-6B55DA53C5D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96318CD-4297-62F9-57EE-2E2002D3AF5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EFE66E6-D3B7-AC23-ED1A-2F0640476C6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A8CE0E0-348A-64E7-FDA7-A32EAED3EBD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7BC4E52-06B0-1FA2-0E72-96666F72A62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B2481C-17B6-C041-A5B9-68C8BBE8616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9CDC73-46D1-136D-D5CE-F1FDA8DF952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60E051C-0678-C006-7D25-BC76380C880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E1946C-210F-132D-9F9E-382A2016A7D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C8A658-C914-36A9-DF4C-907EBF8A1EC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5008EA4-7E65-DDCF-CDEA-9E5D8821829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40EB208-8B40-3376-8AD8-B725D0F10BC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62153C2-9783-9535-EAB4-91A59704565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AE8071D-44C0-9E2F-D6E2-FD37B76D1F8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A08AF2D-A615-A869-B9B3-D89CECC0F0D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02E108E-04FF-A3E9-855B-9BA925F409F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C1346DB-075A-16A0-144D-B0F891DC9B7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2E106BB-7F4E-746B-1FCA-F1D863F4FF7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C2E047C-1F31-8AEA-15C2-C8A0593DA39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DB951D8-43B6-8091-A759-E04493330FE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5B8242-5FF2-F90F-ECE2-0BB005CFA4A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EF33E7E-8ACD-C4F9-E5F8-1DDFECF9B3C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6FF6856-87FF-A2D0-C92C-DDA53A8B159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013A38E-6EFC-64C2-23D3-3194FBB17DF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7D5258F-08B7-E64F-98AF-F088C7DBB51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22AE200-4B1F-EF2B-B90C-C91F9619281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C8C0846-3C8B-BFBA-CBF5-CFE9B13E71C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F75B34-A182-791D-A3C9-796CAC5D36D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6FCFC2-FEEF-3CFD-2C1D-4930F2A49BA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BF1136-69A2-E67F-4B01-D36CE8603B9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F4A002E-A896-79A7-DEFB-8A6F673F484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4532008-CA75-988E-6EBC-51476A28AC9F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DB118B-35E5-0AE4-6983-8BC9D0C0933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C1E4CD-CB3E-7EAB-F5C1-F5208E73F0A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509F4C-3B35-E9FD-2985-E19E8547E41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4BAA579-9770-D177-A7C3-24F4613AD19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A6511-6786-648E-C178-8F1840FF9C3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7A8B412-1C99-9F8A-7C92-6DF13294ABC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EC63C5E-4BD9-E6E5-92DB-DAE3F79EDCA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A1668C4-3A69-B54E-7E69-35D27A1654C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78C9997-4B9E-3050-6C0E-C1472AAF5DD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47EE4A9-30F6-892B-6FD4-6C2B1AB7053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844762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48D1-DBBE-AD03-7B30-DB565CAEA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807679-DC34-6ED4-EF37-D6EC127EAB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6E0C948-1284-5AE8-E07F-096BE8520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DD49793-22B1-FAEA-0D60-49485507EE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B3B5598-0BDC-3B00-E7C5-D6019BF365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A723901-57D3-33A7-96CD-E7E7EA99FD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E049D79D-7DB0-9A55-9FC7-1DB15FFAAAE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1F7AAF-3104-12A7-3226-A3C4562C6A6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2270BD-157A-9AE7-8CEC-6D44830ECAB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01DC4FE-DDB2-43A4-5D28-E3A24DFDC22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A9CE1C6-6CDD-755D-B7E2-0A2D3DE4A2C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3CA15B3-B19D-46AB-8583-4956C495808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D76BEBC-2277-E7E5-136C-A68F52B708C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F3F1297-2F42-ED81-8015-5DA6359A923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E960B9-B8C7-51DC-4AE3-77B33E815FB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AADECF-7602-62A7-8FBB-66FCA25D70F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E28E96-0060-F6D7-7032-C7E2878BDB4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90EB41-DC1E-FC80-4AAC-AF2259B3CD2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C5CBFE-6A17-FABA-DA20-7BFA2460982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A24F06-11E4-566C-E940-6934F380DAF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A1C09E-BE6B-BBC6-79E6-626DFB88B45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3415FD-6A09-889A-37BF-3A49E1BA200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7B1DFE2-7957-9FC1-9569-E9B3A8DF68C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82D8B3-239C-55B0-2895-DBE912800B6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32AE075-AE57-3F07-5EF0-C9EE86A2592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F508A47-864B-1C8F-96F4-2F2437F4484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B6AF4F4-5F1F-6925-0FE4-3560BD97452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F6949C4-33E7-5504-D2A5-E5FA6C843DE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5B83D8-550F-698E-CE13-74614C0DE1D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E1220A-2175-B60E-403A-98024201587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B06A59-8725-1850-0961-EFD9F52575F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BB311A9-A384-B410-5B15-512F30D82C5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6C88781-3BC6-F913-4EAA-6A303095709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0399813-4F02-02B7-9E18-BCD2117E6CB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7C5D647-D1E4-A571-5A24-D185FC89517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9ACB5EF-61FA-611B-0EF4-F4D886371F9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67CB622-7C65-460B-3EC1-DE0322EE184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B245B5D-C46E-4F36-5FE4-FE1FC20D25F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61E9C7B-03A7-8B3D-F9CA-8851F24B7D0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64B7053-C90B-374D-8EA0-35EF7317181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E90D2F2-98E8-B6D0-4667-B092F4B8E95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46FB966-D9EE-1B6C-44C1-6B012B8B108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CA2DB78-9CC9-AE15-0835-D9984CFB039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2736250-069D-4C22-2A2A-85EB8F2904D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2510148-524C-4F43-C6B2-6C8E2F2F896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222FE17-C4D6-2A0C-4240-151A21AC354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6F9A09D-0957-E81D-B073-DFAB740DDD3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23F346A-2785-2A77-DC53-8BF8C317A8F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E56169-280F-F40C-1F47-1816D3AAF69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B03ABF-203D-DFCC-9DA2-AFEB8560748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26CEF1C-20C2-8267-22A4-5AEC4A98127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0B1612-DAD9-8A67-907A-683B6382B1F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F8CBB8-6846-FA61-08D4-C3A74846298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EFBB2F5-9960-297A-70A6-FFFA45C3A50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7BBB443-25CA-5121-EF2D-84276106706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EB4E4B-808B-9A42-24C6-4A38947A55B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C529C11-5BF2-09AD-AE0D-14350E117C5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CAC0EA4-A104-533F-FFA1-272483ED5E5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1E6EB2C-C280-BDA9-B5F6-D63614A7E37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95E9893-0710-956F-8D16-4A1A2FCD014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192E064-5676-B307-CF72-5DCBA811767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F41AD04-433E-A009-04E4-A7E52C83A0A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C267FD8-F25C-86EE-0D76-4B43EBFA99A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FAD5AD7-A209-5DE6-F9F5-2B11626AF4C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34CDA32-0B6B-0EB7-B657-57F309BD1FE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6C11075-2BB5-02F1-1745-9614384D7B2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4AA9335-E5CA-264A-0FE4-EBFD5EA96ED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E241A86-F6E0-FC34-C6E3-49E2E13BF63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C254F07-B588-E265-399B-6E6B5B5AB29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D7C51B-8C21-2330-0A71-2FF873ACFCE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987BB6D-3AF0-ED88-495A-FF73A973856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A50E21-485B-6CA4-37B3-8C302404C52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7EC29FF-851F-4D5D-D67A-AA9A5A2175D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89657F8-275E-2B5E-D246-E6037804F02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B32E6C-E2DD-C1C7-E08C-191F77BCD3A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40749F-4A3E-238F-8632-5A06F61D701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6F6E10-A6A8-B2F6-B1B8-0E2A33FB8A6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99E3AE-CE14-9862-1C8D-809C1E3A9D5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17FBE1A-94C8-180D-E22F-20B958C38EB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2F0167-8308-9648-5E82-8D1E120D2D1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65770B0-E3CD-C142-D268-54F985CC051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2D673F-9987-EA96-B298-A70749DDF02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41C5B8-6101-A3B6-A55E-3C80340818E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B956D4-FEE4-5F50-31A0-6044CD088E1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0B819C2-8325-22EA-5E86-1F37D73F613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2ED6969-5BA4-458F-8A4F-9EB91C9C2E6A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FDF9C37-9DE8-EE31-7064-6F3A7C96429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320890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9A58E-C862-18D2-F590-1BF80B527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9EAAF0-726A-34A2-7779-ECB7368B6D0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From cage sum.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F8A517A-4491-4FBC-5CDA-69FCD4F7A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B890F82-F9D5-DE63-CC17-E8343FFE08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DBC989F-14BB-8FA8-77E0-32A566BB13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9CC165D-0E46-D1B1-CFB3-105E05E504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9754A43B-3490-700C-9620-0657803FFE9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52F055-492F-1D2C-11B0-EB4B7FE72BC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F9ACE83-099C-061D-2984-58BE38302A9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D9BD0FC-D509-443F-959F-C95655706B9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9F0FC62-9F7E-D476-D34D-BFE5EF1827F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D64BA17-4C0C-1810-B697-91E1F14B7D0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97DC135-EB15-4E5D-C4E5-9AB209B52CA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20641F8-3B2C-CAAA-3132-9983E4CAB91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F1F7B3-8576-C9CC-52EA-83ADDA37C42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B7C326-8442-1D3F-2465-B2E047332C2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6FBC66-7D59-9268-3A65-E7C03C8DC0D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5BB622-ABC3-5BCD-556C-5EB71FBC82B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1AF10E-2A19-16DE-F4EB-E3637A88238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1D7A95-59B3-980D-4A82-0BF07B8F02E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E22CB9-F056-423A-B2CD-9165AE4753B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AD4490-9946-645B-F36D-49C6B4C0973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B458F3-DE4A-4A9A-3CB4-20B175D6DA3F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51300D6-596E-1936-BEB4-EB9629DC031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E99984C-C3D5-AA46-71F8-F4CBE54C316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633479B-100B-4DBD-942C-1F3254664A4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89408F1-9B5D-27FC-6D31-240FE93A800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4BBF83-E990-FB33-7FDB-12C56CA7AFA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FA517F-6F3C-204F-A377-84C2B29E656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62F33F-A74F-F89F-AD9F-DE556D11052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3866224-98A3-A092-7D5C-E23488DF7B1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98CF97C-C765-0FF7-6C5B-A9DAD42A47C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0ED5844-34EB-381B-E66F-C18E56B72B3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D8FCEFC-42FC-4310-E23B-E33287C6577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DE6FE08-3A03-07EC-EF6A-2911E20C03A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CC8A5C8-49FA-F207-2370-4D81476B373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F16558B-E4EF-50F1-9BE8-15E52521590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2B11870-4995-C23E-ADDA-EB4C4727EDA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A732080-71DD-FB30-0ED5-A67F89EA8D6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C65B78E-5C6F-B5CA-B97E-61860BBF495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607B989-FD85-251D-D861-54838A010D7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F2C629F-5DDD-7D57-CEA3-4A3909A6B82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13DB463-0F33-C23B-8D0B-FD0F1FA8C2B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735D5D6-4D41-D96C-5C5E-7D727CCB7AB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4F50DE9-BF37-04EE-E829-0FFFB52B0E1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B96DA58-6D94-43A5-1AE7-79CE099A58B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76D4B36-BFCA-6331-813E-21D3CA740E5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E34B19-A686-5D2D-B985-0B01FA24EC6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58E41B-7322-D8A1-445C-C6F4F393202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9CC1B75-55BC-17F9-8254-60CD1C74613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0E650B-0A6B-2ED9-0AF4-1A70C1F65BE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513013-AC6D-B65C-AF05-DBA6A7B07A7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AAB1B93-63FD-5E39-F68F-1A46FBCE4CA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4841E1F-1A21-7D12-D30E-D6BF25B96F3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5168DE7-71B5-F30E-F8BD-36E96B195B0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F10375C-4863-1059-F658-69530A04AC5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5DD37C9-F499-25B0-6FD5-C57BC1BD5BF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E23D4B9-5E6D-0C58-F593-A2093E39F4C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D957DE5-09BC-3530-5147-4036286E16D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2BDAD52-C5CC-1467-8BD5-2A1C2C8A4E6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107C66F-AF41-103F-AB17-C00B63A154A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E2E3688-40AD-B009-BB0C-C474E194E24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1D33BD0-4EF2-0672-76A2-929AE1609E4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D491633-ADEB-CAD4-5C78-BF60001861C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71E6AC7-0637-8AB1-4426-690B795A4F0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CF7EFA2-7053-CCE0-206B-673B3B9A2E2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DA16F3E-5A49-07A5-8570-EB668B6A93F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710A86D-A99E-2D7F-CE85-97FAFF18545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FB2363-2D3A-4125-9F9A-52556A54A1C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3FD775-2348-2B00-52E5-BE713C0187F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0E95573-5895-006E-3756-7406530FE8E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F7A368B-485C-F7A0-89EE-9834B7D73C0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C689FC3-CDEB-578B-84D2-BCA9FC6F8AB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14701E-860E-E934-BAC3-A1FE1A6F79F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4BD2CF-1713-F680-3E58-1D79D407592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6A8533-3D00-777D-B975-8B1C3A78D0F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758A9B-973E-06E8-7558-E56E1328B8D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54F1CEA-A174-A985-8243-B645EF8B857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9FD2A1D-0D13-94D6-A8DB-82BFC304828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724481A-379D-70FA-4A77-6D6B4E68593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41EE37-B151-63AA-2FF5-80C7B93E07A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965636-D149-F9DD-0E09-9029B630906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9E2A047-BEE1-2DFC-B700-B085C4FF231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8005CB7-EB2E-2B03-A5E5-C007455D0AC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2C7600B-A6DC-C51A-5C20-8A64859C5EE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9B7B912-52BF-A535-818D-A2C205F1FB7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387CC42-F7AC-86F8-B2FC-3A55A215A74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76363500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5E7EC-EE6B-2281-6D13-4BCB5B687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4C2C16-83B8-5008-EBEB-D2ABE1EA953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0BC4E2D-22AF-B00B-0C3F-C878E45CA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5C46925-A93B-B6B5-BDB0-BFD552898E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3CEBD2E-E647-F3D6-FA0F-5B26CC559C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C69F46F-344F-191E-4BDF-A57026A028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2E8FAD6-C2C6-767D-4A87-0A1CA8B5FCE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41155EF-A402-052B-A7A9-2437D46CE7E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E82471B-A4E6-EA57-BA1B-FB5ACE850FF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81B76DC-D4A1-14CC-36EF-53B7FE2F97A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D943218-2964-6EE0-5A23-AB53D133E22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5F0C94A-F00B-7A41-3121-D79A419361F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3BBCB6A-1ED9-5EC0-1B60-74EA3622F08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5C107DB-D2A4-FA76-65DA-2025C696906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017503-1395-F74F-30BE-8E49C0CCACE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C7E1DF-8D24-F5A0-8122-38189D6DE2B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89B6DD-CF3A-721B-5131-6EBF43DFC9C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BA8C7A-BBD3-16FA-52DA-59FA82D478D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B68122-A843-18EA-A55E-2FBA6E098B4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75CF82-6792-5825-073E-8C1E047A0B1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6AEE06F-07D3-7788-E686-2BC43EDA049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002CB10-B53E-02B6-72E3-BF4ADCBA246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9E31FB2-A98E-8CDC-96E6-C7557524989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95E3CD6-B1A3-4885-BF6A-8CD534A00A3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A1C7DC-5844-DF01-A195-B2FF3647E67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A6DA41-0324-6F2D-BF64-2885CB2E362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54573C-05E1-2785-FA0A-84D35A21841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AC007A8-DA6D-F828-4DD1-7432CA7FCC0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8F2B87-E0AC-D1F2-38C7-AD1B9554228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39ADC97-658E-B39D-21CB-221D35DCBB0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D7E91EF-60D6-78A9-577A-5AE68FA0F30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86B523E-4DE9-96A1-8789-4FBD75710DE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D2E8943-3062-FF46-5ABA-56BFE82FB97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D4055C6-30B8-4141-C0EA-D435E202DA6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D98AD7E-F234-CC9C-B8D4-5C10657426F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B68C8AE-16E8-018A-14F9-FF75D205C18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6A2CCAE-9AAB-9289-F156-D5656144E7C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519A84-E595-5A54-3B54-BDF0CE370EB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1C82730-7414-0B53-B613-78DEB18D14B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A64EB4C-9B6C-449A-F24B-83A272C4F1F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0EABE7C-540B-3C72-516E-432CEF90FA1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E4E2831-3798-C18B-F9BA-BE10B83765C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2113937-1C13-BBE6-68DE-6F27AAE91A1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8051A2C-3574-0E2A-83BB-43B76D29FC9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3B5D84-407E-FEE2-CBFA-33364308149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6E9CC8-D529-1172-758C-1F443DA4877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883C7D5-657A-522E-2CFE-4716FF351FA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70BEEA-24E5-4E78-F4D2-1C0632EDA41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A5B7C74-7CEB-A9B0-95AD-0D1F2C87AE3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6852FF-6FE2-4774-9909-635E3AB581F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4B82179-FF50-C9BB-EB36-A25EE8EB1A3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B61AF02-7B48-7D63-8A52-A4EA65D7793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2689C64-09C0-7A79-255D-F7B63076790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4FEBB10-0546-9039-0C70-F30815A6DF3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3D1AD83-37BE-9051-AAA2-5116E308C03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788E1F6-5A2D-BF29-B001-57000753224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CE235EB-38B8-FF25-B861-53DD014AA23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9BC8031-CD99-9157-DAE7-4F4DDDB7424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B2D2F2A-3F3F-983C-8580-A0DF81A0C9F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2858BB2-7D70-E294-0B6B-2D5C630D07A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B239311-0CA7-B8F9-31AD-5344B27DE63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6F07AB5-28EA-3469-9581-8F303604AF5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23FBE3F-58ED-79BA-B0F0-7204483550A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4506DC-644E-9E3E-5082-9D77B547C76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0E3B66-B07C-8C71-0862-41B9CB961F4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65BA3E-4F7B-3663-5663-16D6F055764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B2F8A80-2934-6906-4E21-8D9147FB18D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058F3CB-AF40-241D-39C9-C2ECDCB5DCC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77349B-6626-AC00-1D63-1D33C1E438C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3AC677-3D1A-AB8B-F5BB-5A9122BB61D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3C0DA9-D517-A423-4616-CF24C9070AA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8BF9DB-1524-ED7E-D5F8-82384B5C00F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C26302-1A1D-9034-E19F-AA8D0D7FC32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834AE6-9F2A-B1BE-E99B-31650523A17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555EEC7-D34F-FB4A-2B83-A7730909889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BBE09A-F07D-7C2D-DBB0-524A7EEE156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C6AA28F-2EED-243F-AF55-241D8763799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DC0254F-0E73-A825-79EF-B64BF85696D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BEF1FA7-4156-CC95-8364-33FE4D31022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E32FAF4-D7A4-A744-33AB-F613E106D7D0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4F68756-2B51-8A8B-FE44-733AD518281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37EC0AB-CE58-DDA2-37B6-B61245E7040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E0B62D4-E3D8-45AB-465C-BF74A5E3956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9F5285-DD5D-7039-F899-A49703B74E6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6D7F41F-60AC-E647-4BC3-4B4D1AF207A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2A8131F-9E27-F4CA-CEFD-C5C613BB378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BBC1A93-8999-F92A-EC8D-B4698E130C0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98264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10502</TotalTime>
  <Words>3402</Words>
  <Application>Microsoft Macintosh PowerPoint</Application>
  <PresentationFormat>Widescreen</PresentationFormat>
  <Paragraphs>2916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404</cp:revision>
  <cp:lastPrinted>2025-12-02T00:08:17Z</cp:lastPrinted>
  <dcterms:created xsi:type="dcterms:W3CDTF">2024-03-19T02:13:08Z</dcterms:created>
  <dcterms:modified xsi:type="dcterms:W3CDTF">2026-07-03T14:10:49Z</dcterms:modified>
</cp:coreProperties>
</file>