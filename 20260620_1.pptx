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457" r:id="rId2"/>
    <p:sldId id="531" r:id="rId3"/>
    <p:sldId id="532" r:id="rId4"/>
    <p:sldId id="533" r:id="rId5"/>
    <p:sldId id="534" r:id="rId6"/>
    <p:sldId id="535" r:id="rId7"/>
    <p:sldId id="537" r:id="rId8"/>
    <p:sldId id="538" r:id="rId9"/>
    <p:sldId id="539" r:id="rId10"/>
    <p:sldId id="536" r:id="rId11"/>
    <p:sldId id="603" r:id="rId12"/>
    <p:sldId id="604" r:id="rId13"/>
    <p:sldId id="605" r:id="rId14"/>
    <p:sldId id="606" r:id="rId15"/>
    <p:sldId id="607" r:id="rId16"/>
    <p:sldId id="608" r:id="rId17"/>
    <p:sldId id="609" r:id="rId18"/>
    <p:sldId id="610" r:id="rId19"/>
    <p:sldId id="611" r:id="rId20"/>
    <p:sldId id="612" r:id="rId21"/>
    <p:sldId id="613" r:id="rId22"/>
    <p:sldId id="614" r:id="rId23"/>
    <p:sldId id="615" r:id="rId24"/>
    <p:sldId id="616" r:id="rId25"/>
    <p:sldId id="617" r:id="rId26"/>
    <p:sldId id="618" r:id="rId27"/>
    <p:sldId id="619" r:id="rId28"/>
    <p:sldId id="620" r:id="rId29"/>
    <p:sldId id="621" r:id="rId30"/>
    <p:sldId id="622" r:id="rId31"/>
    <p:sldId id="623" r:id="rId32"/>
    <p:sldId id="624" r:id="rId33"/>
    <p:sldId id="625" r:id="rId34"/>
    <p:sldId id="626" r:id="rId35"/>
    <p:sldId id="627" r:id="rId36"/>
    <p:sldId id="628" r:id="rId37"/>
    <p:sldId id="629" r:id="rId38"/>
    <p:sldId id="630" r:id="rId39"/>
    <p:sldId id="631" r:id="rId40"/>
    <p:sldId id="638" r:id="rId41"/>
    <p:sldId id="632" r:id="rId42"/>
    <p:sldId id="633" r:id="rId43"/>
    <p:sldId id="634" r:id="rId44"/>
    <p:sldId id="635" r:id="rId45"/>
    <p:sldId id="636" r:id="rId46"/>
    <p:sldId id="639" r:id="rId47"/>
    <p:sldId id="637" r:id="rId48"/>
    <p:sldId id="640" r:id="rId49"/>
    <p:sldId id="641" r:id="rId50"/>
    <p:sldId id="642" r:id="rId51"/>
    <p:sldId id="643" r:id="rId52"/>
    <p:sldId id="644" r:id="rId53"/>
    <p:sldId id="645" r:id="rId54"/>
    <p:sldId id="646" r:id="rId55"/>
    <p:sldId id="647" r:id="rId56"/>
    <p:sldId id="648" r:id="rId57"/>
    <p:sldId id="649" r:id="rId58"/>
    <p:sldId id="650" r:id="rId59"/>
    <p:sldId id="651" r:id="rId60"/>
    <p:sldId id="652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458"/>
    <p:restoredTop sz="94670"/>
  </p:normalViewPr>
  <p:slideViewPr>
    <p:cSldViewPr snapToGrid="0">
      <p:cViewPr varScale="1">
        <p:scale>
          <a:sx n="113" d="100"/>
          <a:sy n="113" d="100"/>
        </p:scale>
        <p:origin x="15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32CBD-FD5E-C7FA-93D0-29B54ECEF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54644A-CE28-5A28-1828-5A40D509C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4B1477-834D-20C6-BDEF-700678241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D78C2-746B-0DBA-0134-95DD26DF6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067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298EC-820D-8E40-A8C0-A4D864AFD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022755-0FC9-45E2-8333-A6A139530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6198E-8F2A-D589-E587-FA5D0E93D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AD72C-3379-5583-6B30-A454BFDEC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08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D6874-C63E-B4D1-9E7B-C8474872F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7A636F-590F-8D0E-579B-74D142242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387B1-487A-498E-EDE0-0306459B9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C4397-FB04-79BC-6E9E-43CA8CA2B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42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AB380-5842-FD78-DC06-2C90C994D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9007EA-A8A2-8E84-36F4-F84296923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8389C-0F8A-D61D-5DCD-E2DE4C08A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6DEA7-6C2B-BEBC-C33C-BFA8DB5F8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91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6E05B-0DA9-AAE5-1BE0-72022889A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B34B5-2CF6-70E3-1977-FEA0ED69A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6D4D3-F114-9453-83F9-83F801A74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BDE4F-1491-B2CC-6861-C525C2114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43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486D6-8BB7-8535-CE7D-A7D6A779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4FD36-5DB7-6BE1-577B-339CC5B87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EECE0E-E6A1-CB1C-BE8E-98C3BBF41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10ED3-BF0C-BE19-C33E-EEC633F0B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01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48A81-2C37-8E24-DB90-B9D08109C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10CC57-5BD5-B646-4738-374C99956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8DAF7C-07EA-ADC9-B501-A9B825FD9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B84AB-2708-61B1-EF29-A18395EFCC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111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EEC3A-4DAD-B86C-4242-F6433014D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CC2F21-5626-11FC-2106-80B0A47D4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D6CE8F-013E-C4A6-9A05-D362FE958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B4F4F-52EE-5D3E-A183-BE36F01C6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00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4C535-0310-460D-B58A-326CD2CBC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11F8FD-1E3C-8300-5E71-6D6793DEF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5EA322-97DC-1B72-2E0A-0D170A32C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0AC7C-48F8-8DD4-4842-F8E6CEEF8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422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C532A-E515-19C2-DE19-7538A930A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A71653-7DA0-2BE0-9B21-D146DBDB5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FB3C8-B510-55BB-9678-E859544C6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BEB7B-A287-D3B6-F621-F12D1E77FA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675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430BB-D12E-DD01-BDC4-F216A4B6E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88C84-D63A-9803-C49C-1D9D1EA3B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AA1A55-2EBD-4850-84E7-A356B969C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94E58-B97C-5AED-B8EA-51196797E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959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51F80-4702-CCB2-7C25-47D6ABB52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69C757-055A-904C-7578-572A796A6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A8D2A8-34E9-5408-66D0-8C9592A0E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CF706-06D3-8C1C-7BCF-3598B14F39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25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1430F-CC27-96A8-42D0-C54C00C7F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D4C29-C444-94E1-3523-DEAAAAC63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5DF0A-E771-8629-00E7-B3C7AAA81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28963-38A3-970C-77F6-CCAC7AA9E7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646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8566D-269A-E567-94C6-655F53D9A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8765E-D8E5-C0B1-401D-7F1F78B1B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F2997A-DA38-9B8B-B0C9-C3CEDBEC14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FF750-F214-9E3B-9A9F-C600A0D82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627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471EA-6342-AA59-44C9-D503F02E7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B42CC-1F41-5108-76D1-DAC5D7E1E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74EE35-6F83-CCC0-919D-1F75FE7FD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DDEB5-A766-2B02-DE96-667C11F39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1522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578F3-B9A0-20CD-0273-1E3ADB2F6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442C9-F4D3-8A2F-51EB-673D845B1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771421-2BE6-5B1C-8B1B-5FD63A73A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D8927-51C5-1DCA-FCCE-FB34B913C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4257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C2829-9773-4991-283F-0E34227D4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54A04-09FA-FBE7-01BF-7CA4F7AE3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9C2CBD-5838-AA5D-A0E3-E4CDFCF9C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299CF-4C3F-F8F4-D62F-78B474C47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469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876E0-C862-7D6A-7440-217131FE2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91D877-1359-5937-EBB2-67FCCF16B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8E6BF-233F-46BF-BC36-6FB44A69B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5EC5D-8F4E-932B-1EFB-A22F38418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3022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70F8E-6CBB-1E67-D8FA-B8E7F67EA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67D395-C3A5-D540-0177-B273B6E39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8F748-5DC7-4AEA-E37D-BAFFFBFAF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B6C4F-BEC5-4481-34C9-BF77D55C76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908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39375-F7F6-0156-48D4-CDEF3B0B2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CC9B2-9A0E-21D4-4FD1-E9C2C880B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970F68-1851-D8E8-2859-2602716F7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D8192-E16F-930A-8E7F-2BCBB6127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1543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8E80D-249D-7FA1-85F9-456EC5519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684F2E-944D-DFA4-A412-BAE3E61471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F98065-140C-B832-E8E9-9103F0053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E9452-1C36-60E6-B80B-6798584CFA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0225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53C28-5CF7-218A-E61F-163587F9D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AA9D9-BE60-725C-F3B2-24CA8789F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7771BD-EA2B-9CC4-EE19-300FB8623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5D6E0-F10F-ADF5-EC0F-8BB7F55E6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963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09994-E9FE-D765-EF58-CF62F94AD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F3A07-778E-996C-4361-1B1508DFB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886AC-5027-5BC1-3744-EC7F59D7F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D2DA3-E121-FB92-90AA-6DBDF2B99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1322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C34D-3FA4-B769-A1C7-8F838F052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A5F21-C28C-4B77-D4D6-5CDA85330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10892F-6933-7ECD-3C73-0A831106B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DCED0-4D8E-04F8-2300-096699946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711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315D7-CDA8-875F-2CD4-7B86257A8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CDB2A6-F45D-AACD-D147-7EDF53EEE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AB65B5-C4E5-DDA8-27A4-A2B1B0D04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FBDC6-F422-1145-2292-EE5888BCD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127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977D6-B49D-4375-BAD7-C5A9EE5A8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67C16E-4A52-42FB-A077-3072FA59A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1EB97-2A67-01BD-2F5C-76104D27D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FA456-7618-FC68-8B77-B7A93D8E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142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C2F6B-DF9A-25D6-05D8-CE26951AF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297E91-6383-0063-6597-104BB043F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42590-10AD-0EA7-2FDF-967A35689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88F79-6543-CC9E-0D28-0B35248C2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1788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F9EDB-3A08-0487-FA06-5A23DF081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17CCD-AAF9-F264-DB68-8E2E0D9AD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DCFE14-129D-2E3F-1FA4-BD758B795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DD979-77FD-82FC-83F9-3C06C1867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370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3DCF2-9773-A7F6-C844-D14AC7218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D58213-46E7-74C8-478D-F05CF66A2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080FD4-70CE-F141-A99F-A2F2A0789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CFCAB-D9E0-7CFC-A133-8358FCFFB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504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AD7B0-AF61-CF86-8207-19DFCD9C0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6BE31-A158-0971-8F0B-B6FD2D92E3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73256-3531-9B2B-D0E1-349CE335A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412CB-AA27-3AC4-2EAD-F5417F4D5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490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44202-3650-6DE0-7937-6B34CCDB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87A44E-9D95-F22E-61DD-7378CD994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6630F4-4989-6E16-FD6F-72FBA1052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A38081-2AFA-B33F-8EE7-33BEAB833C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974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DF525-5108-73B7-B0DC-C8F489FBD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F5D506-E012-B461-C42D-2ADBF59FC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9F42AE-1A1D-9E02-4305-1AA0FCD40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91E2B-501F-B36F-A673-DD4A35719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7703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8FDFD-0495-F586-3F60-2AFF4B75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557CA0-DC1C-0273-24C8-C645AAF9C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34E854-9394-98D4-B6D8-9AB49ED66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F946A-4EE1-C79B-6123-73CAB24E9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561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12310-14D7-CDC4-E907-1B8E3BBEA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4A6FC-1466-DFE5-F204-2FBDA2707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752AB-DDBD-3A99-352B-559676342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8B0DA-B14D-D1C9-4238-0669810CE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9609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0D915-0C29-0071-8A73-9E47CC04F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25F956-2803-9107-30C5-D92060082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305EB-09A4-BBF9-FA60-A79B631C3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31FE5-94EC-F03E-41AA-9A01F33FA6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2092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E1327-E973-9CCA-34F1-5641D179A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2396A-A014-EA40-C52B-8AD13B874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44F5A-D770-9055-BD6F-D39781730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C46DF-F010-388E-FA81-7FEDB74E0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380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6A5EA-C944-DBA3-E938-0F31BA1B5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91767-3370-8604-A09B-2008FAA54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C2787-52CD-AB10-B5B4-F474124BF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3BC37-B637-9614-D3D9-246E7A7AF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2791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A4AB7-4998-82FA-9E3C-B17C64E8A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5E117A-F792-FD1B-36ED-71AC65688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585701-7D73-14D7-55C7-29B926718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B318D-7B7D-FF92-D20A-EDA78A5F0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2187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A749C-68CF-DCEE-0FE1-842A011C3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A57D6-C2FA-945D-C090-011856F84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1427D7-866A-7B41-3E4E-25F7EACC7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D557F-ED65-7561-5B3D-4FED51516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31131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4EFA6-B517-2AF5-37C9-916287945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22BF9B-EC94-93AE-9CD7-2778B3A8E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86C02C-D897-CEAA-146B-4EC770F53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3C438-8B78-48F2-2D1D-D3E392892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7962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97A26-4471-E5CF-DC95-2B370C2EF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11326-8FCF-5FC1-3AD7-E26E7A8E1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5E94B-9895-E12A-15BC-636FC18D8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17045-470D-AE35-C014-E0586B1E1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1437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8C1B7-74A7-0798-954F-5855F3252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05DB9-226B-B1DC-D0FD-B648EABD6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F7CD4-9079-D150-E54A-9E7BAD412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2796F-1E82-4F0A-4998-90BD586E2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89603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1F9EE-9A74-3F8D-45AC-A9EA088E5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13F4A4-C962-2265-1557-04DCEC166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AAD09-8B20-EDBE-1A0B-57A0F1CAF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8829D-C89F-496F-521F-9A550538D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32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0BCE5-8AC5-DFC6-8B3A-C67A88C7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A527FC-6E52-E15C-AF8E-E8AE7F727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4C16A1-C1AA-44A8-9996-5ED81BD7A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13707-E9B4-5525-CD11-2F6CB7077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639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251F7-CF7A-8E3F-940B-5F17AAFBF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69FF0-AD64-A41E-CD0C-A3B335294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96A04B-2C0E-EB2D-FF48-6E27B70C0B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2958E-B144-AE03-3940-D25E186FC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4902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1611-3D07-AE96-FCC4-C6EC3EC77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54C10-4800-A241-D332-A3E1F9890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8EC0AE-27B2-B923-9A00-9A6B695BE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60C86-C2D8-BCD9-2AC3-733E9C960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32357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2079E-4D27-F628-F5FC-E813F7BAB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C5C2F9-CC58-9BD2-C39B-EB8E650E9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2A5259-2707-23E2-524F-141CE059C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1A913-E898-439C-2910-D7546F1CA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9337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01CA3-5DB7-6C2F-0C9C-32080C8F2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E8396-B7CB-2026-74CB-648ED202D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7F81E-B488-EEEE-A1A3-EFF600C98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3B872-8D2E-1452-65B3-6DB9A83EA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7486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E271B-8622-231A-922B-CECCC0E91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076748-20CA-971D-8EEE-2C21C1A92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E7976-A3DB-C7FA-181E-F02457A84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B4EF8-604D-07A3-A319-30DC07C98A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3179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2F515-BD07-6F5F-1F72-2BCC67F23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2EC4F-17D8-E028-2E93-4E154554C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51A542-D318-A1A2-04C8-8B543C433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F23ED-FCAA-1899-BECB-2B73C584F9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47532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7BD92-0036-DE88-50B2-11A3F6545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561D4-A491-D144-AB34-ED77C74F6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7B86F4-6CC0-16AB-EDCD-E02F963F6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16B68-4F9B-4120-9CAD-D0E23024A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27500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18097-8B5A-EE16-FDE3-047C9FFB8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416553-83A2-8073-7392-684DA216B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8FDB8-7DE2-1974-E385-B4D65EE3E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1799B-AFDF-E2A2-F396-4C5403E5B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128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06D2E-0124-6A2D-DA13-F1BE5A8F4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719BC-7C64-5325-3030-F86CFFB84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3C107-089C-2428-1A28-EB9CD7AEC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17983-EBB3-A7BB-79CB-BCE1471BF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0630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1557B-A226-75DA-426B-01B4081F7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571FCB-38FF-25ED-D532-E16F470C4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62A4B-B932-5DC9-88CF-F4B3E3153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8DC9E-B135-F5BF-9B27-2F0F6BD59F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4786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F8A54-18C1-0000-0C88-757519EB3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4F0C9-8C16-5FFC-8AC6-023D99F6E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AFF40-93C9-E6F0-AEFB-EA72CB24A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D387B-9680-C31B-845F-45B1A7CAA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0362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96B83-CBC2-5783-6865-468E2F523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676ED0-1AF9-429C-C6A2-EBB667DC0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A8FE6-234E-3E1B-9042-95D428096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3C27E-7BFB-BB17-2B38-689DFF90F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82065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45D4F-3014-953A-A604-D5096548C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47686C-54C6-3096-8566-4C6401527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51AB6-78F4-D3CA-4E9E-986DA75A9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11224-90DE-DA9B-6B80-921D70461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8728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4A343-D9BF-4AB5-E5C6-F2BBEFFF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1C980-C92F-3AE2-0F3E-CA5CFBE69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6B766B-5E4A-225D-71CB-A789668DB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2DCD1-C4C9-1A12-3D79-AD5C714C0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33804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979E9-FBE9-BE78-F6E9-76305CDDA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EFDC04-0970-15BB-8796-E4A464BE0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C10A14-A901-9D3A-2D2A-9582E7BC5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D9987-5289-D650-BA6D-3C1D81B53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A4D285-264D-AAB5-8152-2ED32C4F9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69687"/>
            <a:ext cx="4544825" cy="502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A724-B174-B381-B861-508F5FC8D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E1896B-248A-B4DE-2DE5-5BE080BBE1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2-cages.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00C4E29-823E-5BE0-FC66-CED46D294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39680D8-DBA6-EE49-1253-296ADB847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3C20E84-1CE2-2A98-134E-63B1149AC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0BEF024-8053-5F4F-6E82-E04FFF8523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07CBB7-26AE-E864-50D7-842402839A5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7F85A6-AED3-8D86-AF9F-57C58838E3A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2CC16B-E3DF-C95C-A75A-0B6DDC62D2C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CC5020-657D-CE52-9854-B0BAF12E996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305348-015A-27FB-43F7-2E30A021F07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85AFBF-F934-B35D-B76E-F112CB4FF09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620424-A6D5-1272-85CA-55F198E7F4B4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0431E2-4BF3-8808-A4E2-7ED61FF5CC40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</p:spTree>
    <p:extLst>
      <p:ext uri="{BB962C8B-B14F-4D97-AF65-F5344CB8AC3E}">
        <p14:creationId xmlns:p14="http://schemas.microsoft.com/office/powerpoint/2010/main" val="3668853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3A93F-563C-1FCA-4BB9-054A6F8FE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DBD53D-1B71-343C-846B-CFA3E94CA6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[22 in 3] is 589 or 679 (always contains 9).</a:t>
            </a:r>
          </a:p>
          <a:p>
            <a:r>
              <a:rPr lang="en-US" dirty="0"/>
              <a:t>[12 in 4] is 1236 or 1245 (always contains 12).</a:t>
            </a:r>
          </a:p>
          <a:p>
            <a:r>
              <a:rPr lang="en-US" dirty="0"/>
              <a:t>[9 in 3] is 126, 135, or 234.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B2F77A5-EA5F-00CC-379D-CD658A585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EACAC36-AEDC-6297-8BC2-49C94529A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EF2985A-9354-3567-E5C9-D4AF495DFD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2D4A562-91D7-BD8B-9BEB-4E30FBC2C5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CC4C48-2E65-2848-34B1-CBD457DF2CC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BE3056-D0AB-6FDB-DBAE-213F3B2B511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51623F-3F8F-51EA-0CE8-8FE1CDA981B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E63D54-08BC-9E21-BA52-91790D5583B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AC334C-42DE-A814-D029-5FC8E90C9E9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1E054C-4F41-FF8D-9A20-512026A8F80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DDD8AE-562F-1FE4-A02E-16152CFE8FFB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58A724-2506-4B92-05D1-532B7F741E67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66C17F-8583-1D64-CBAA-6A7CE45836D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AD8B15-0B7C-2F6A-56B5-22CF3C17267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4FC2A4-107F-6AB0-1754-0F64DA7120F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E2317F-0FCF-41B4-567A-629B5EF82FD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6616DE-2A6B-69D7-52E9-8D3C662AB80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1C06DB-FA89-AFC9-95AF-63DC9CE6214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978D78-622E-9193-220D-4100649AE92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553085-14C0-1372-54F2-1A6C77E47F6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054213-F81A-5FFC-8BC9-385037A2618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D55338-4050-FD4D-A5BA-CE610F1805B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57660C-D3B9-7388-EBEA-9606305A0B3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2F6CB6-44E0-206F-8496-30423A66F9E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5C34E5-CC81-C7FC-26D6-82D66308292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EE3D74-B1CD-551C-8E74-E0CA0182D2F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C97FF2-E85C-CAAF-C0E6-317DC4B7372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0297E1-0787-623D-B1CB-B034901290C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DE6BA9-B8F1-97E1-18E6-C06DC02B8C8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3112527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B9144-0E15-371E-B24E-D2B95E432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DA951-620D-17FB-28C0-7DBB819CD6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34B8A7C-85C4-2FE6-598C-2DF138E30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B156731-E7F0-3BB6-2368-984F761B6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4800108-8457-D15E-D1A7-B9DEB61749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91DCE17-03DD-9B97-652B-4C2EAC39F8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8ED856-31A0-7F78-82E3-090C1ABEF28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2063D9-62EB-B8F1-ACDB-A866831600B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9B6589-1234-AE87-4688-4590B3F0FA0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2D142B-738F-0C15-8A44-AE374682B71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BC5572-4DEE-EEE5-6638-7B30E21F0E0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5F8EE3-AC40-0393-965C-74255D686B0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B5B93B-D103-1D14-F1A0-261195870887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C48362-4BB9-C461-C041-12E05DD18965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1A3170-270D-56BC-67A6-4CBA015A7EC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3AB18A-667F-16B0-CBEB-7F04886BEB0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22C785-9C2F-105C-40B5-3BB0BDA3744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29F4FE-AF82-B5A7-A84D-ABE5CFB7C19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4DCBF6-2C70-ED06-D117-BD29BF66A02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2E8DD5-F3A7-BC03-0309-EE4410D7B99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E3B450-C8EB-E268-0070-2698B552C14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E13C9F-0FEC-7B28-054B-F639F69ADAC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87225A-F41C-486E-3DC8-EE8AC9DA8A6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28BF88-8AD3-A855-B031-5569AF24573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A62737-BCD7-A20A-ED0B-B187E64C7F6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B9F880-BEE2-E459-17A5-CA49AB558F3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F83EE4-EEA0-5B1A-89A3-7A630281B5F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0814D2-B7D2-365A-9DBE-6F40E43E446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6C2AD3-F798-E670-45AA-FD4F13D2B0A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6E2275-C0A9-EEA5-E228-D9499BC20A0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E74128-6CE8-AA3E-C0A1-9C352EF3E06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3897276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16ACE-6546-0B3B-8216-0F3D0047F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83379E-456C-BD98-BDFD-95EA258D72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FE80B4A-1EE5-FAFD-7F29-DEFE5CB84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7A616C5-B749-33FF-E9B8-BD3D4CBAD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574FD35-DE3B-CED4-FE3C-059079276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045DDA9-9465-9774-E57E-298D31E3F7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CE9FBE-3685-E8AC-FB20-FF99C73FDBB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0F260B-1709-6713-82A9-E3145855DFF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A685DA-1A20-E9A6-2653-9E33B5E2A51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CB90AD-B688-6296-F8DE-63C51E85F27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F3599E-4D9C-017A-4D27-5794FCC8246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05BAB0-13BC-3AFD-9BAF-568BE81CCD4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B05853-2981-879A-8CDA-D26797EF916F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9B5865-F0B9-3DAA-D17D-B7D2DB61EADC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417BB9-760A-1E3E-1C06-A662A2A4C29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F539DC-E4CC-1F0F-DFE8-DC983B1FAC7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932087-5314-ADD4-67AC-89C020A6D90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38933F-42CF-039B-B790-D0C6A1733E1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5676BE-DCA8-1382-4B6C-4A7156FF6F4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B03FF6-0565-9DFB-A17D-40AAAF95E46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D0F775-A04D-F10B-BCB4-128CE167B9B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DC4351-0DF6-4B3A-25E1-12E0D9730E2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829348-A004-4952-0542-564C5E2414F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8BE9D9-7F19-15CA-AF76-D487C413E9A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44A851-2655-5E60-720D-2F58C925E70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3D9FBE-C07F-28D8-D7B3-72AE16DBF13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BC964F-0C8B-762E-DD40-CDA4F0B5DD6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1D929E-CD4D-0CBE-B065-4B385C4798E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0FF3A4-1631-956A-4AEF-23507DE1042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FD47F3-F9CD-768E-FC43-C7D0F272302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D09254-908D-B96A-0F2D-EB2F300D05E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34B528-F198-762A-E520-1577811613D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33740E-371D-DCAA-0B65-683B7B5E345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926D26-0C09-E900-8641-D3FED5FF3DE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1003597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4377C-AFD0-B689-D7C8-D0FCA1C53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AC77CB-1A7E-6013-3536-A8025A84C0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971867F-A0E5-CE6B-951C-B6C54D5B8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2F18F6E-489D-C3BE-9F42-6F0D77D32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59ABF4E-B17B-6A7A-32A0-7CF75B533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E1E9B6A-DC37-856B-9974-650D03AEA3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47158B-12EF-8AF5-695D-9A35CA025EB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766DED-5353-3719-5990-BD7319C9A8A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16DE8B-CA55-5FF1-A19B-D5C82A2F073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01A552-E481-97E5-2CD0-F73EF3C8C23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6875D5-951B-AB2E-73F1-08827771DD8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49156B-80D4-E7EC-DAD5-593DBBD8D2A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30F155-80EF-D365-B3B8-8D369F4C66C2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85A934-A9B1-59FC-D5F5-FAC5CDA85C9A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9BD475-6595-FA56-84B9-E4B19B06C1E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DE7E88-E7CD-9997-5AD9-E6CC40EF3AC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9F6235-A1F2-20F4-C696-4071D537F8D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A07881-BC3F-7BAC-5CD3-0FAAD72C3EB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BE3DFB-4E4B-3303-F234-3111631DBF5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ED51DE-EABC-9455-F515-E5115A64608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9799A-C156-1933-69C8-33F1EBCB5E0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033534-BDE3-C11B-988C-3982B46BFC5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E8F2BD-1ED4-E6DC-8C7D-B6ECC97C469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651FCE-CAA4-24FD-311B-6B1D3547E18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8D2746-36E8-0DA0-CA73-34643C99882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2B1443-2D82-18D7-AF25-C67E054E668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8AE955-405C-9C1B-3DA5-D35E1A49310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E60C3D-D7AB-FCE1-E524-6A0C53BB02C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37EACE-6A63-3244-B672-CC6470EA514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BDEA1F-71EE-2C60-9A53-A4BB5BE3F62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E4199A-BD18-0BF6-8FA2-18D4503EEFA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F7CA1A-D6EF-C829-4EC4-8F340407461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59B14D2-8196-3A78-D955-D5B65248B11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80710A-1921-16E4-EC9F-554893BFE60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1431641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DC2D9-23D9-96E2-056D-25F0957EA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83FA36-2EDE-C14E-B444-8062C94670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([22 in 3] must contain 9.)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EF535B3-390E-D549-716B-F6485FD68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6978CC5-DD8D-C735-BE1B-0179378F4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F519C36-EA03-C3B1-83C2-EB9FEB5BB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5E38D98-2DB4-FA72-2A2F-8ACEB37E0E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158B16-7242-AF7A-43D9-BF4A6B0D4BF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3905E4-DE45-750F-2B16-C758D9385B9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F0AACA-2493-FA9F-F386-04247B27FCF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658367-2642-B194-7BDF-C554857EBC5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A6E6FE-4169-2982-F025-A59A3C95ABF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8EABF3-4627-36D8-C8BD-A6CDA3E4ACD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74661C-E164-86D4-9F5A-5F878A90EB00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EFFE60-5C86-08A9-6306-2712C0409516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E7744F-E8FD-BE67-98C4-521F2A33F53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FDD2AB-61D3-67FF-EE44-CC0793A1CA4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D6F0BF-DDA5-A0DD-D5A8-ABDD7FFD4B1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C3C6FB-F87B-7697-8121-DBA04EE1A24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2D2C23-A62D-95CC-7879-295F2495E18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570D52-03BC-D903-0F6F-2817E130F6D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248016-9896-DFAD-B6B9-8EEED616CDF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2E9FC5-BFAF-AE71-205E-C488DB16BDE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B54997-CDAC-359E-037B-77953C0A215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46C88E-CA15-2493-0F77-84BF4EA58B1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568DA5-7B85-1BA4-2486-A2042DE495F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6635E4-0EA0-13ED-D491-D6CBEDC825C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B991A6-4C74-5AB7-3A05-011E880E2D5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438F3B-18F7-E011-D269-C7D65A2A92E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3564D7-DF14-827C-F9F5-43B47DE70B6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5CB1CF-9B0D-85D0-D671-5ADA993CD8D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9B6EBF-0933-4AF3-3300-9AE49782A34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DB68D3-E799-C51A-AB90-DC3B9301D7E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9B844D-EE11-EA18-6845-969DEA2187F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39DEDE-CEC5-BEDF-2321-79F19CDA756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52373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342FA-BE47-A56C-512B-09D2607A7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57CA01-E0F5-FBFF-7163-E153BDA3B7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58 is not a solution because it would leave [12 in 2] with no solutions.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A99D790-1436-2B01-8B52-B4A87D6FF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691AEF6-1AE9-5174-E6F8-8B9A8DBDB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C15357A-09D1-B7F4-C608-1CC9A27D3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CE015FD-20E5-D44F-2103-3709FEB692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D2306C-3072-D9A9-7768-E0DEC206649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9E4A66-6CDD-2C20-7298-C60357B92B4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868A31-5AA1-6B57-AD84-9D00104A5A0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DEF61C-5CF3-CAB4-B723-9443B24ED9F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8754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D17864-10B7-3454-FB98-64B8846EA84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5DF59C-6625-AC69-69B9-116A45133D9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381E07-34A7-4D92-9F80-501A54558B55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9F7137-0D5A-1995-C8EC-362B32EA2C98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4A9977-4ABC-C115-AF54-17FF1D9A1E9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81D30E-15F2-B600-BFE0-445C2B619B5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05233A-CDFF-560A-7D88-AC99D67DB5B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024A21-CC16-4B4C-1055-B933E151800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33271C-ADF3-DF71-F213-0457529D192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812535-21D9-3379-6EF3-1CACB631A81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1A7AC8-100C-E0DD-00EF-1EFC9D770F5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E0CF81-7B58-0922-FE71-5250A03B9B0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E80C4E-1533-CF74-A70B-60F45C9418D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B15686-3433-15DB-C5D7-FE1B0B4983C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E710DA-5C44-E496-31BF-2B30F5FDBAF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D002F0-0BCF-91F8-BDAD-A0EFEED5772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84C7B8-C55B-6852-5887-DDA43F4BCF7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119D78-1916-AA23-2380-EEF35EF4038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183E2E-22E1-B5A0-DF8C-6DF1B6A378B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E07CB7-3FFB-ABA9-0DE1-6EF046998F0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268408-BD39-51B6-234E-EC6463A240C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AE2184-ADBA-9266-098F-D8DF2520789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9007E8-0083-2548-21B3-2C95B053708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721D59-BF8C-028D-6295-6684BB44C3B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5581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D5EF0-7FBA-5095-BE1C-804796389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4F0C78-B06A-52C8-A3F5-FB41F3AA87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E6BF05B-C244-C005-2183-88D8E3E42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BEE2B32-DC56-4715-8981-310B3611B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26CB4C2-0DA6-1E83-D2F2-EB73EB71CF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2044F7F-8DE7-C56A-4221-C3CEE17034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961065-9618-25DC-A366-6C7793F4F3A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FD2E5-66D8-FE84-F7C4-3F2935A1267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7E5BC5-379C-49FF-D8DE-625D953E288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C61B25-E655-EC0E-FE2E-FEAC365FA2E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DD944B-1035-CC24-B9C6-4CFD2632605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085A1A-8C6B-5608-B480-B0DAC04B9EE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C69F38-E0A9-854F-152C-A09CA8A127FB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F7919C-37ED-91F3-0818-E558074F6390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DCD3DA-8076-1070-9480-054B8886319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278E34-6C5A-5CE1-0125-56B916357E1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43B231-E7AF-812C-7DE3-9563414213D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4EEAB6-C693-A6E4-30C4-F53E8397745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E3E92C-B48D-AF61-7309-CCB960A34E0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0C032A-EB14-B943-9FE7-53785631041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918E05-CF83-ECBF-750F-9E5AD9E89AE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8A45F6-BC43-BA35-2231-0ECFA862145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07F9F6-6F8D-CBF3-9CEE-F32B6B5511D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3FD0C5-015A-7C67-23F9-329A43CB3A1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0CE382-0BAB-E2C3-668C-BD1F7E8EFF0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A0B91C-A9C9-21DE-3F06-23AF30183F5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BB703B-78B5-83C4-8370-60F08BA7EFA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9DED4D-9645-5F57-3FD9-BDDBA619467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6ECC2F-6C09-920E-C96B-7C104015654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75CD03-17BD-A633-3026-B9CB1080826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3E6EFC-01B3-70A5-27EB-A528BE9524E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118455-5892-1782-33A5-C506C51F36F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B3BBD2-034B-A937-E4D3-C1CA1A049C3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558F0E-9484-A2F7-15F8-3108477D926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00037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58430-EB1F-9C27-4D87-4550DAFD5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5B921E-05D9-F8AC-9DF1-19D5E60ADD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1–4.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ACDDCD9-3184-08CC-C460-2AFB0A72D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72C1DF7-8734-7FC4-9037-C70BC7008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B3C8A69-03FE-CE0D-B899-4A8FE2FC28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27EC071-B0CA-416A-54CB-EFF1EAA6BA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A05AE3-9319-7B8B-6F8C-D13F97E4D19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66D0B1-6292-4746-8C8B-6070710F17F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DE887A-188D-C137-5CB1-FE3CA34EC19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28FF27-8F57-72C1-C90E-B06EA7D5A8F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3BB070-6EB1-DCC3-C2E8-5781442BF24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AD8B45-980C-0F9A-7A63-770011DA8BA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2D1930-6DF1-98ED-4BD9-30F8A6E08D29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D53511-3736-3DA5-518F-C2942B00B8B4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815ED1-AA94-3AF9-9270-DE841FB1FAD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61952B-EE15-6C9D-7F9E-A82958987E3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E17367-09D7-349D-D57A-F84953E47E5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F819A3-DB54-BA6E-A057-CF35BC14815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A2D671-FCE9-34C2-87EB-5A4A3E6A67E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3FD82F-B255-5A5D-8F9C-C2D2AC4C08E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8FB0CC-2D53-AF53-5D52-8B5EAE127C6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7BF8A3-6620-7FD0-AD1D-FFEBB786C99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945970-71A1-C244-E52F-365AD21245A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A8A930-408B-9135-3C5A-281DF324BA0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B6BF30-EBE8-46B1-3307-C867B7B6154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692A5D-8C88-2FDA-E9C0-869B85E6E67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419B34-A384-5145-2875-6F723369E64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9146E4-C2F5-8319-601C-D18649E8A70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8B58DA-45D4-E9D7-9772-E46436F71B7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19AFDC-2D42-41B4-70D2-CF0C22A738D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333361-9617-D6E1-9E7C-63082054C21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8C28EF-5D54-F7EB-E946-B136090D453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4FDB49-F5A2-5715-0F4E-402B7806A86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E6CB25-94A2-3F3A-F72A-F72A914E40E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8BFD4F-582F-A5E3-EFC5-BE735C8B69D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9C34AF-55A1-E9C6-61C3-F82ED5DF82C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BEC25E-D9F7-B0A2-AB34-A73FC3C3AA9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11EC39-5517-25FC-638C-0344DFA19EF4}"/>
              </a:ext>
            </a:extLst>
          </p:cNvPr>
          <p:cNvSpPr txBox="1"/>
          <p:nvPr/>
        </p:nvSpPr>
        <p:spPr>
          <a:xfrm>
            <a:off x="3138310" y="90193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51396B-08E9-34ED-5C07-9D14C5078F8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4BA69F-3ED1-6904-93C8-6E40F32AC86F}"/>
              </a:ext>
            </a:extLst>
          </p:cNvPr>
          <p:cNvSpPr txBox="1"/>
          <p:nvPr/>
        </p:nvSpPr>
        <p:spPr>
          <a:xfrm>
            <a:off x="3138310" y="140287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DEBAE6-9D8E-4536-34CB-53DCF3E4D3B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16FF56-0A82-6D09-F245-BD435C932542}"/>
              </a:ext>
            </a:extLst>
          </p:cNvPr>
          <p:cNvSpPr txBox="1"/>
          <p:nvPr/>
        </p:nvSpPr>
        <p:spPr>
          <a:xfrm>
            <a:off x="3138310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0BC80F-FB4F-CD48-29F0-9E9A1AAF63B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086D8E-7190-AF49-745E-A9490624707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4DF6CD-9C31-441E-C5B4-B8191AFBBCE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7F3177-6313-4BBF-1834-E2F159BEFFB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3F40328-38AA-53BF-E765-F2061F23EE9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B606F87-7B66-A7B8-9174-4E8B26C7569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DBDB8E-21B3-ADB1-B9BB-90EBFEB1950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C494D7B-096F-E512-CE6E-9DACF8A1FDC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6C0D4C-CB8D-DD16-B2F3-B0DFA3E8956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834B7D5-A866-1CC8-BE48-45E23BC4541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D4D801F-0F83-AA16-AB91-3B985B7E629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</p:spTree>
    <p:extLst>
      <p:ext uri="{BB962C8B-B14F-4D97-AF65-F5344CB8AC3E}">
        <p14:creationId xmlns:p14="http://schemas.microsoft.com/office/powerpoint/2010/main" val="2826747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43D32-CBB2-2672-478F-2BF7CFD9B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360798-79A7-E1C0-2DBE-10DA0C674C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E766509-9C99-D5F9-8791-8A100A4A9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56CFEC4-34BC-4AA3-C19E-8E0CDF9A2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1513DCB-BFC3-9380-5043-865E51C82C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41DDEC6-4A8A-CDB3-296C-5A6A106ED5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38B388-4D7F-D0AB-29EE-BB35F7D55EC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7697F0-C251-26CC-9D9D-D5157DC21EB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59F033-DF11-C793-F6F9-B744819B3CF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19695-EE37-C2A0-D121-A56082724EE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956734-8E1D-4CCD-16ED-0459C5709B1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6524B9-45B9-7116-2E83-84058231D5E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618FD7-0856-0F25-3064-64F32A5BD01D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02BD6-EB44-B196-9484-40E95B6E42DD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ABD018-55D0-97EA-025B-37895AD954C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77E393-8CF7-60D6-221C-81693172184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17C689-16F4-6E06-C1FF-6D3F90B28F3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8E362E-9430-267F-3C95-43E6FE21E5B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FEA472-41C7-C040-4FA3-6D76CD8965D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1C345C-4B23-F45B-1A15-52CD20CFE44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44E5AB-3FA5-5D12-3F26-C3B69A0E283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C06D9D-F55B-C1E3-1425-6997F532C24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DD235F-FE7E-D9AE-7221-01B78E69E1D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27D93D-D349-C6A4-5EB9-7733E385799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F8BCB4-7333-0A35-8CDF-C7F527FBD45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CF4DCE-6386-9C64-04AC-A512551B590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A2CACC-3D70-329C-CA2C-45E03C4CC19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66A26-EB93-F206-901A-411A9C00F5D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AA66D5-883C-8E50-1299-3B41B9DA64D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158FD9-5B43-13FF-B7F8-1CD6F4F7120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626492-C9C6-DA5C-38DE-9C75D7C90FB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5E9452-30B8-3ECA-C4EB-A3BC788AF88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9D3632-3E30-C7F4-FFA5-760686780DC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CD4077-2CD5-6E36-15F5-BFCDEB918E1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DB00A3-393F-1264-099D-4E21F90ED7A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7B424B-8E44-0651-16A1-CCFA9C5AFB0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1A215C-A8EA-0EDD-601A-56A1EAD721A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643583-AC96-B521-8380-72E741878FCB}"/>
              </a:ext>
            </a:extLst>
          </p:cNvPr>
          <p:cNvSpPr txBox="1"/>
          <p:nvPr/>
        </p:nvSpPr>
        <p:spPr>
          <a:xfrm>
            <a:off x="3138310" y="90193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AD9666-F77C-653B-D27C-ADC2778FD99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789A812-9266-0F21-C250-EDB70BFA0B12}"/>
              </a:ext>
            </a:extLst>
          </p:cNvPr>
          <p:cNvSpPr txBox="1"/>
          <p:nvPr/>
        </p:nvSpPr>
        <p:spPr>
          <a:xfrm>
            <a:off x="3138310" y="140287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98990C-4D7D-584B-BCFA-A5A035500F0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BD0AFA-AE19-4242-8A95-E520876A2059}"/>
              </a:ext>
            </a:extLst>
          </p:cNvPr>
          <p:cNvSpPr txBox="1"/>
          <p:nvPr/>
        </p:nvSpPr>
        <p:spPr>
          <a:xfrm>
            <a:off x="3138310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997502-E542-7E7E-C69E-A44A8FF219C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5F5830-4861-D29D-00B6-3607BC32385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A6A2C1-3DAF-4E10-2F85-C8EAB1DC658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882F8B-B2BA-13D8-ED40-E2256027041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5768F6A-DB8A-8D8B-B9F8-7CC37289B49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D791732-C3C6-02B0-BA03-D8574A03548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B49FF3F-AD6B-BC90-9857-E267979B92D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08A39A2-C871-0A9A-CC72-6BC4DAF953D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9BAD42-75C7-9C86-EDD9-BCF865A6B92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FBBA1B-C6F1-EF07-0B19-BE3BB9F6BEA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ACA71CB-3742-D5FD-7C87-CF489449AB9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</p:spTree>
    <p:extLst>
      <p:ext uri="{BB962C8B-B14F-4D97-AF65-F5344CB8AC3E}">
        <p14:creationId xmlns:p14="http://schemas.microsoft.com/office/powerpoint/2010/main" val="1698806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1806D-FB32-D0B9-519F-55A2756F8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F7FBA9-4F15-0251-6FB5-D6CF3DB36D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left block, 1 and 2 are in Column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1E65654-9840-DA8D-8447-32043D57B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5F27B18-5DFE-C140-E9BB-785CC8C26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A601104-2929-04C1-A92E-18BF660E1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35AA202-2579-67A5-1753-3C12BD49E9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BB61F9-369D-8718-31FA-DBEEC0FB8E5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7B5A1A-13F6-BA85-4734-8683DF8FAA9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07944F-AFB0-DF17-673D-91611D71937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5CF2D7-9E7F-3B6E-A74B-95DFB34AC27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A2613F-724B-4165-2BA7-393FA035723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B74316-ECDE-0850-FC1C-CFFF611AD48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DFB744-A377-F665-CFC8-08577DF2B3BA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99B249-C32B-D448-4421-E8B575F05312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E50078-88C6-2DD6-9EA8-8BBC94408AD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F32148-565A-257C-2456-F8DC2112D80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33C9A0-8F86-A82A-A000-8EF391DC0A1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FBDB5D-A9FC-37D5-CAC5-6E3B1ACA496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27A4AD-57AE-AF13-A78D-31FBADE6467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F6FE28-C560-AADD-CA73-1AB3777F369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509686-3C9C-E088-3676-BDEC6785CAA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35566D-8780-B969-82E4-DB64FBE5445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E39B29-5D1E-8764-020F-6AFC4C34959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FB7F0F-6D77-0829-721D-DFC27116BA3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7F449D-160B-92EE-684B-1E5D5641D89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CCADAE-5C0C-D1BE-2713-1CF493E9C7E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2DFFC4-38CB-6FB9-9187-444B834D593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AD1817-FBF1-D7CF-21E5-5B4AD11ADB2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D5AEC3-C5D8-0DAB-5D6A-D3B731C8BDB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5C3F31-A4AB-BD12-F209-F0DECB64642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88A995-9C10-B202-4628-6F8356A27A4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B9B748-9650-7FAE-C29F-E4295A4BCEC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3B4FF5-C8AC-1A86-0C40-660C3D690D0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A9F1E4-D31E-7B7F-B0D7-4A52A66DE36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D5295F-D9A1-E648-38C7-16AA5842D69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2E670D-D48F-5910-4CEC-D42CFC6B012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9D494D-3288-E8F9-E1F2-AD1D1916D0F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57C809-2EF2-66F4-19E7-567DB09F569D}"/>
              </a:ext>
            </a:extLst>
          </p:cNvPr>
          <p:cNvSpPr txBox="1"/>
          <p:nvPr/>
        </p:nvSpPr>
        <p:spPr>
          <a:xfrm>
            <a:off x="3138310" y="90193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019132-C460-3658-B227-4BC94F3A112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251072-8B75-693A-155B-1BC9B5CAEF6C}"/>
              </a:ext>
            </a:extLst>
          </p:cNvPr>
          <p:cNvSpPr txBox="1"/>
          <p:nvPr/>
        </p:nvSpPr>
        <p:spPr>
          <a:xfrm>
            <a:off x="3138310" y="140287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5F0DD2-9579-D1CC-9B2D-CED924FB2D1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8BF354-FDD7-0C3E-EC43-582AED4E06C3}"/>
              </a:ext>
            </a:extLst>
          </p:cNvPr>
          <p:cNvSpPr txBox="1"/>
          <p:nvPr/>
        </p:nvSpPr>
        <p:spPr>
          <a:xfrm>
            <a:off x="3138310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034F9A-D7F5-43AC-838C-804E7438AA2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DBC991-83D7-03AB-E3AE-09DB09695B4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7D79B2-6D05-AA94-8B46-98BE99F0E27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6D1A488-8F11-DD2D-ADD4-EBA552C6C05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1E60C12-F0D6-A8E8-8274-45B0817905F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9F7E63-FF1E-0D62-F616-690FBBD57AD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A879079-D8FE-B638-FEED-9017DE7B4F8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961D07-E602-18B4-D58D-8935EAA4439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862C2E2-7D0F-0D46-A76C-441B22C002F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43B4514-3AC5-9869-0E13-76A7B7BCF96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1362578-81BA-1DD2-A120-20CC6BB7E52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</p:spTree>
    <p:extLst>
      <p:ext uri="{BB962C8B-B14F-4D97-AF65-F5344CB8AC3E}">
        <p14:creationId xmlns:p14="http://schemas.microsoft.com/office/powerpoint/2010/main" val="1397690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7B0EA-7F58-BDDB-4C22-91D6ED376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42D1C8-E78D-FED1-9F16-4B5F0A8CBB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left center block, note 35/345/345 triplet.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E27D036-0C61-C217-8BF3-666DCD143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5A3A6AA-CB71-5611-28DA-4AAEC4933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F4E575E-4778-FA0E-0E2C-A10D6D4F3D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4FC3C11-CD37-BAF9-9120-304C72976D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5494C2-733E-632D-B31D-ED7D2048667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4A2070-20DD-2AB5-1478-C877A00BB59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75C8DD-79BB-4847-31FC-890B4BC0789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08347C-A5D4-6FF7-8E68-17E037FD390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720907-AA7B-236C-B7CA-DE9A35D3073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A9BF0E-DFC6-5F6A-5DF5-86DA43716EE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795375-1DA9-CC47-A5E6-318F65C77ACF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EFE544-0449-3DA2-6EAC-00DDB85D198E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D2E320-DA89-BD7B-B8C6-2AA9C9C8801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E3576E-D7C4-5BE7-A196-9261B2D0575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6A74A7-EB08-5229-8057-4DCB1D45BC7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E1AAD5-24A6-7FED-1D32-F4A89136EC4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5C4EA2-4725-B009-D4D8-D64A603E2EB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484505-20CE-1504-5E84-152F0B8773E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285608-4787-FFB3-DAAA-46DC5932C04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EBAC23-F9AE-421E-3A69-9815DADBB95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1B7E4F-711B-E191-F66E-D9370E0ECEE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273256-FB58-E51E-BDA4-1CE4D62431E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4A0C0E-8986-C480-6617-1F87CB2EF83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A6BDCE-817A-16EF-D267-981D929AF7B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1913FF-0198-78CE-270D-D52544E1EF8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D4321C-7E52-1DCA-5494-71D88709BBC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4F982B-1637-E242-E1A1-E11CF0FAED7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5148070-7188-CD78-A55C-1AE2BCAC7ED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56E8E6-94EC-2B12-7AA3-25EF71DACE2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5C5A58-A1CF-82AF-7FBC-0D49F79D506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A33354-50F8-07F6-0B0A-D89FDBFD4A6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15A7FB-1942-1443-20E0-FCEF0F224C6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0129FA-C897-1E4C-EC84-54E64FB10FB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69EF0F-3E2D-10D3-81D6-305CA333ACB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8019B5-3CCC-3645-BB55-8D291E872F5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48242D-FA39-CA55-9165-07B741CB5D80}"/>
              </a:ext>
            </a:extLst>
          </p:cNvPr>
          <p:cNvSpPr txBox="1"/>
          <p:nvPr/>
        </p:nvSpPr>
        <p:spPr>
          <a:xfrm>
            <a:off x="3138310" y="90193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515848-AE22-B501-DF7B-BCEFC8F1A40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FA52A7-2379-B643-BA6D-176935DAC43C}"/>
              </a:ext>
            </a:extLst>
          </p:cNvPr>
          <p:cNvSpPr txBox="1"/>
          <p:nvPr/>
        </p:nvSpPr>
        <p:spPr>
          <a:xfrm>
            <a:off x="3138310" y="140287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D989C3-4273-5051-6F2E-2041FDB26A4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5DC025-A821-E957-FDDB-C4E4E46A766C}"/>
              </a:ext>
            </a:extLst>
          </p:cNvPr>
          <p:cNvSpPr txBox="1"/>
          <p:nvPr/>
        </p:nvSpPr>
        <p:spPr>
          <a:xfrm>
            <a:off x="3138310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3647A7-C78F-5354-DC24-5AD62F4FFC8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52A874-E613-07C5-153B-720B7E8EFDE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05DABA-CBA3-5028-7B72-246B475A795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611890B-2AD9-0B85-507F-3879B970D2E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97C4B3-0706-2488-8413-D2A1E54DE6D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4B7C759-47B2-3910-F3E8-D0261FA44F2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F5E9CF-1B63-B9F8-A76A-E244C93447F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3F20D9-633B-6835-E235-A5393D24BD6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96AF64-A6CF-9BF5-FEE4-11CF307CE6F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3DBB70F-948D-B0BB-10F4-4C2DFFCD42B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0CF3430-2431-D283-81FC-C7774208A11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</p:spTree>
    <p:extLst>
      <p:ext uri="{BB962C8B-B14F-4D97-AF65-F5344CB8AC3E}">
        <p14:creationId xmlns:p14="http://schemas.microsoft.com/office/powerpoint/2010/main" val="3765631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DE5FB-AD8D-B741-B2DB-E0E5FFC02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CD054C-6A98-F952-0521-6D99E6C956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C414098-E030-2327-D799-05B7F6FA9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87F22A4-0152-BD88-9106-95AE13D59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FA93E72-AC23-15B8-686D-7012B9956A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D2AB293-0559-08EC-FBD0-5F9BE642F0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B9A430-FE7F-B3A7-3E1E-42506A3CB01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92B3EA-E16F-9C4A-C019-1CB7EB28FD1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53D04C-BB5A-9C03-8614-EF5F9C510D7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FA39E3-599F-1470-6D41-ADB23AA10D5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086015-FD3C-3068-B916-C2BBB6BEFA3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03DA41-18AB-C3EE-225E-B3B73F2F6B5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D89E5F-E956-BA85-6344-9BD526AAC981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A5813F-439F-2D3E-BC91-EB1C014CEBD0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E7251C-9A40-8A65-8A39-56E138B3D4B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69121-A980-F308-7DD2-ECF39064082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68BFA0-F78B-7297-9CF4-F988BA3B3E8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C23E46-826F-EBD0-3C94-9FC88BA0728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077C4F-86DD-A470-C014-B6A406E53B0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01C25A-7BFA-7404-AD55-758A86F6BE5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90DE72-4DD5-C63A-E323-C13F59647DE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F82D35-7486-DAE1-B68E-6F1D0AE3C8E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AF4ED9-1F1D-AD7D-A58D-80ECA904FF3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9A998B-08FC-C143-01A2-70A8D61852D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FA40E3-46B8-136C-4CBB-077B7BB8324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562011-1476-1983-E0E7-F602F36BF9D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8F5558-5827-6C54-A092-8D34E2FCC7B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456568-A6D8-3D10-B0B9-3F069F66B89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BF336B-88B2-18E1-CB8D-CAF40E8099E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FA9795-B1C7-1173-053D-0DC446F6AF5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FF9957-3B4E-1776-5A56-7C990F13CEA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8AD054-B005-6FF3-E9DF-79D0F778FD2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9987D0-ECD7-D870-BB6F-2029205CFBE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2199A1-BA7F-744A-09B6-A20F493E688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C221B1-1AD9-509B-ACF8-37F2C95B25C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231DD7-F8C0-F416-EEE2-0AC42588239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3CAC85-EFB2-9906-17C1-E1AA3C95191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B665C0-A723-F35A-069E-605B8F99E000}"/>
              </a:ext>
            </a:extLst>
          </p:cNvPr>
          <p:cNvSpPr txBox="1"/>
          <p:nvPr/>
        </p:nvSpPr>
        <p:spPr>
          <a:xfrm>
            <a:off x="3138310" y="90193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2AB386-E490-168B-9902-60B966CB34B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08FA397-6C7D-6009-7834-D4AEAAECA1E4}"/>
              </a:ext>
            </a:extLst>
          </p:cNvPr>
          <p:cNvSpPr txBox="1"/>
          <p:nvPr/>
        </p:nvSpPr>
        <p:spPr>
          <a:xfrm>
            <a:off x="3138310" y="140287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25FA17-288E-D053-40B8-F58A8EF30CC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808625-604A-825F-0167-B21049DB5DC7}"/>
              </a:ext>
            </a:extLst>
          </p:cNvPr>
          <p:cNvSpPr txBox="1"/>
          <p:nvPr/>
        </p:nvSpPr>
        <p:spPr>
          <a:xfrm>
            <a:off x="3138310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B5198A-99C9-1E93-3C59-D98FC152CAE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A918B12-2FA2-D2E2-960F-15F4201A3BF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049C42B-2A37-ABE3-1928-CD4DC7352F7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802C220-955D-575B-FD07-92F7817F877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2197F3E-88BF-8B4A-9D5A-8B4B1072DBF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0666FE-B528-67F6-D732-D8CD4112346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1599A0-D684-4E54-BA00-0E6DC96E0BB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628E2F-C0C6-C91B-D9FA-87FED4D4D03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795FD6-2AA1-0F77-0E24-0368BD40A95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FC38EFD-76B9-B3AB-176B-A1C9EADBA03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356C8D-D580-027E-4909-D4B9114DECF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</p:spTree>
    <p:extLst>
      <p:ext uri="{BB962C8B-B14F-4D97-AF65-F5344CB8AC3E}">
        <p14:creationId xmlns:p14="http://schemas.microsoft.com/office/powerpoint/2010/main" val="463735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C3106-52B7-78CA-4F21-DA7D6465C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89945D-4624-3E9A-F02D-106CA97004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E5032FD-A196-3009-B273-C185ED8BB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795E4DC-4570-8476-3BB7-848B829AC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EC50A8D-0A3F-6C1D-A260-AE2375B5CC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1BD2251-1FC3-A603-AA97-DD00011068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090091-9B09-8C90-F5B1-A8ECE62D36B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7E39A3-507B-DFCF-4C93-226CFBAF7D7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A40322-D8EF-DDEB-C97B-D6FADA9E4B6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33E6E3-DC30-E1FB-797F-1D98C8A786E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68DA96-E50A-E95B-0A86-A92343CADAF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F2F87C-9F6F-5D75-553A-421D5CEE2BF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D92839-EC24-A8AB-9CE2-AD7261308E1D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63C222-882A-2D09-D998-7A7E39D9611E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07DD22-D9D1-9675-4AEC-C71DCA42AF3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DCB8F3-ACD1-CCB8-1039-7CF7712BAB5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CCE7CA-114F-08F9-35A6-246CB51FFB9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86DECE-F722-A368-06FA-CB064EE11BD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E20EC4-750A-4313-C85C-C1596985495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302F5D-27C2-C96E-AC64-C0DA8A43DBC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B804DC-34B9-3571-D74B-230D377211C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6C7686-A323-6395-71A4-1C0C95ECC12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4CECE5-457C-9D88-AF8A-C114A184B65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531F93-9D4B-3C25-D94C-D2039CBC284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1399F9-0B1B-5833-DF7C-BB37E2DE8AC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C10790-262D-1FD4-C7B0-271C5D0DBC5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A47ABD-B5B6-9A48-E632-C56D510EB08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1AF6F5-AE66-35DA-1D27-A42A93BFF27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1120C5-633C-D091-6EC3-7B3EAC9E6B6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CFEDCD5-A244-EFDD-E1CF-EC242D4BDA7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DB95B6-A517-3C5D-F310-FC7F69C4A40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C3E0B2-07A1-0C39-2031-931201CBE66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202B95-046C-57F1-19B4-8A1036FA4FC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C0BC5F-E2B0-3ABE-769C-79484A8B7D8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F95D2D-4B4E-D708-A18B-FFA9EE10346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C816F9-D9CC-F878-DF48-3DD0C2A0E47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1410D5-A846-F255-83E8-1A73DCF60C6E}"/>
              </a:ext>
            </a:extLst>
          </p:cNvPr>
          <p:cNvSpPr txBox="1"/>
          <p:nvPr/>
        </p:nvSpPr>
        <p:spPr>
          <a:xfrm>
            <a:off x="3138310" y="90193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65C674-9050-ED90-9665-9F96C0B40F6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9DAADE-0EC1-154C-FD45-F281C3D432CB}"/>
              </a:ext>
            </a:extLst>
          </p:cNvPr>
          <p:cNvSpPr txBox="1"/>
          <p:nvPr/>
        </p:nvSpPr>
        <p:spPr>
          <a:xfrm>
            <a:off x="3138310" y="140287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D3DE1E-9310-9837-C548-5BE7735E418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16D252-8C31-9772-EAEE-8B8B3BEAF1D8}"/>
              </a:ext>
            </a:extLst>
          </p:cNvPr>
          <p:cNvSpPr txBox="1"/>
          <p:nvPr/>
        </p:nvSpPr>
        <p:spPr>
          <a:xfrm>
            <a:off x="3138310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EEB402-03FC-02D5-D8C8-CD714D2A59B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6FCAAAE-8AC5-E5C9-2780-ABB35209AF7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7AAC09D-E9C4-F9C6-DC61-7A5A8D22ACA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6D5DC14-F044-FB88-6D24-69E82852B1F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FD3033-7C4A-69F5-7EE1-0D939DFE3DF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FF2B57-AA36-4545-9F6D-A39514E8565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8C6AFA2-5742-643B-7A10-1DD3BD9A6B7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ADC7A1-327E-A316-B993-9D42F24BDBE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8F5B167-19DC-B7E2-D67A-DD92520CFF5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FAD1453-9FF0-9141-6E00-48ABFD7F765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7050C2-C6C3-43E4-CBD0-981FF3FBD5C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630AB8-EAE5-2926-A74E-046138B6939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67180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9648F-F2E2-DD87-234F-CD286EF2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BDCD6A-EE1D-7799-BEA5-1E143DA9E9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CA6A3EA-92FE-3C6C-49C9-F91F0DBFF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EEDCF67-F9E0-A2A1-C5AB-6AE44A406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ABFC06B-61F0-89F1-0D99-D3815CF9A2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FD82443-A941-8AC6-F44A-D8E24272C4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E097C4-F19E-A9B5-B4AB-600BA1B7413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72956B-1C74-5ED4-5F93-79A4928F2F9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1A10AC-0A15-5C79-46E9-D2FEE314C09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B5F3AA-5A1D-E2B8-7FD1-47DFABBD336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321A62-BFBB-E456-0996-B7C6228DB2F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076739-0609-08A0-649B-62D7E72C2F2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05BC2F-5E91-E6E5-C924-B455404C66C1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E7F1EE-5890-2807-F0AF-7646BBD80DE5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668DBE-7184-AD02-9FEF-2AB12B59F4A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FE2DD6-4A21-D05A-5FF4-38D12940193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08BFA3-E306-A3BA-BDDF-AF3764EF1B7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1E6324-49C4-914D-9380-E5569712628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3BC9EE-386A-809A-AEFE-348B7DE1956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5CF943-B7B2-B280-9AD7-903E8E71DD8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C053DC-AA8B-9F80-5431-F379DF6C9BB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8D723E-9F8D-1F61-5215-875E046C851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9016DF-01FA-4854-37CF-8EF3548D066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6C383E-C98E-9E22-D8E7-084C9DDE44D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7E1CC4-5263-77E9-BDEF-AD0327977E6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CC7170-ED3B-F371-6DA9-06658D9003F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93014D-2669-43E4-BB4B-E440DFE81FD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C49ADE-73DA-FE32-17CD-27B6B333C57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B3BFB4-AA3F-B1CD-7DC1-B00FCF9B118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82B6FD-FA79-BDA5-4230-023AE107FCE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E84DB8-65E1-7DBB-74EF-8CE3996D770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233212-8348-2DA4-D267-1A64E96ACDA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6B9DAC-70BA-057F-D809-612082A53E6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24E8C0-0CDD-81A9-5638-94279C50712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541213-69D8-B922-DBED-6029991673A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BDC0F9-8FAA-6830-DD0E-4D4982C6562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E78129-9F46-9B8C-20DC-C37076A3FB98}"/>
              </a:ext>
            </a:extLst>
          </p:cNvPr>
          <p:cNvSpPr txBox="1"/>
          <p:nvPr/>
        </p:nvSpPr>
        <p:spPr>
          <a:xfrm>
            <a:off x="3138310" y="90193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6ACBB2-645F-6EC8-3FE2-E775AB31300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813D6B-8048-6CCB-40A6-080874779E39}"/>
              </a:ext>
            </a:extLst>
          </p:cNvPr>
          <p:cNvSpPr txBox="1"/>
          <p:nvPr/>
        </p:nvSpPr>
        <p:spPr>
          <a:xfrm>
            <a:off x="3138310" y="140287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7E130F-62B1-29D3-9AF5-FB780D16917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29B165-68A3-960E-AEB8-E1A1367D8AA5}"/>
              </a:ext>
            </a:extLst>
          </p:cNvPr>
          <p:cNvSpPr txBox="1"/>
          <p:nvPr/>
        </p:nvSpPr>
        <p:spPr>
          <a:xfrm>
            <a:off x="3138310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50913A4-DECF-23F5-512D-5DA13F7647A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78159BD-BDE6-C5B0-F5E7-9DCA74D8BA2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8ABB581-762F-2979-E331-69DC6A5A7A8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160DBD-7F59-4219-4F0D-8F4C68E9E43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A0F621-2654-7453-A41D-9AACB0F16AD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A85DED-4FFD-BF82-1DE1-B139DA59162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5AFA268-9207-0AFD-26CA-3CD2D7B9ECF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5B0801-A9B6-5306-0BAF-7073DFB92FF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C9804E-A304-885E-0F8A-1DF46098AD7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688605D-4D89-89FB-1CFB-4C218D06AF3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2F72EF-9D55-3F88-453C-F5B1352ABFF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E5F4F7-EDA2-F95E-A8F1-961C798205A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6379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672E1-8831-89F2-4A7E-2BA1D8E5B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9A477A-56F4-F27D-C075-4EB5C3D575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3B11C29-3156-8346-686C-4CAED8DE6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DCE18B2-2770-8BA7-BCA7-A59182B8A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78105D6-488D-0210-A445-786B99DA8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3AFE6A9-8385-E22E-EA6D-C5241348DD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EEBC98-FE11-AE38-BD39-1C588AB3F08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92510B-E4EA-1D48-7A52-080D9269418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84FB07-6657-6F74-F900-452394E4E21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2155E-D893-60FE-7C03-FF5C88F2664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F443B8-6D48-736C-3477-99B70E09DF7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459654-00F6-8336-BDC3-8A8246712C6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79279F-AA7D-D752-8BEF-11090B5060A4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E7B4FC-E75B-B35D-12E9-8FBF74947A62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A3E5A9-70CC-E10F-1A85-086034B3458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EBD5BA-99AC-0CC3-7BB0-DFA297AADEE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C3AD6B-A4DB-CF3F-7963-DA718533661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D77434-C225-5D4A-9BE6-79E54A776B3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75EDD4-686F-E81B-FFE8-D0AC1517C6B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E6EE2A-5DFF-0E4D-1DE4-9313CAF4578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B6BF07-0811-17EC-08E4-75FEEAAE9B4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F6E414-DC63-E744-E417-B34E4EA102A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89E043-6454-3432-1097-67E313E9BD6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D55471-CBF5-823D-1503-DE371B1FFFD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E9CDDB-3DBC-CFFD-49A9-90C9B2FAD09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9DBDA7-3B7D-DF0F-CAB9-FBE5C104A25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EF86F2-A8B2-75DA-A901-27C265AFB2E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8F29FE-9625-717B-00A7-F87A586F6DC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56565C-3796-EFED-8789-FB81774344A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2289AA-09E9-24E6-DA2C-5CD1EE1B6A4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8D811A-B7BD-B771-E212-81FAE07F87C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B9A992-1976-2CCD-9A8E-0DF98ED8EF0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9F1B60-A88D-6457-75A4-26BD5E90BC5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646866-1019-0E8E-1594-7E1A9338B7B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1CED22-6430-5966-B4D1-D567ED62C77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C270B7-9501-1055-EFCC-7000AF427DB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200396C-25A5-A632-AEB7-F9D40D419B7C}"/>
              </a:ext>
            </a:extLst>
          </p:cNvPr>
          <p:cNvSpPr txBox="1"/>
          <p:nvPr/>
        </p:nvSpPr>
        <p:spPr>
          <a:xfrm>
            <a:off x="3138310" y="901933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9AD362-6556-A576-56D6-C4E71147A97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A5143D-DD20-39BF-2188-93821147E01B}"/>
              </a:ext>
            </a:extLst>
          </p:cNvPr>
          <p:cNvSpPr txBox="1"/>
          <p:nvPr/>
        </p:nvSpPr>
        <p:spPr>
          <a:xfrm>
            <a:off x="3138310" y="140287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947972-475B-FA5D-3119-9A54EE9604C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CBEE68-2CF8-7F9E-071C-8332755AF6A4}"/>
              </a:ext>
            </a:extLst>
          </p:cNvPr>
          <p:cNvSpPr txBox="1"/>
          <p:nvPr/>
        </p:nvSpPr>
        <p:spPr>
          <a:xfrm>
            <a:off x="3138310" y="190382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18333B-725C-DC0D-4A2A-B4E6B6880D2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8F99D4-FEDD-0818-94A9-A325D0C3898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A85B17-85D6-BBC2-F620-B95AC813C2A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4BE7D5-715E-F74D-A9D9-EBFBEE586A5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9AF1E7-45D9-7C30-E7A7-A35E67CA89A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63FCE6-DA00-5ACD-777A-BD06A3392E4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EAE3C27-FFBA-BA72-53C1-D0840EB053F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0DE62C-521F-0288-3EC7-83221C6D869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0850B8-2AFA-C69C-F775-A9ED27FFB73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9F8485C-BC27-86D3-0728-A29D1A536D3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6CD7BF-1952-B28E-DAF1-5578819D059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0AB741-626F-F9CF-6DC7-94C002910D2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6851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18481-B7DA-64C2-772F-11A94D3A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0D58E5-2C07-5E90-5561-3AB8C3DAD9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[12 in 4] contains either a 3 (in 1236) or a 5 (in 1245).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E91C514-BB43-DD28-ABF6-163E9B95C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46461B5-D254-CCE8-3B70-A8AA13581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5525EB8-23F0-C48A-E8BC-B89A55313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36845A3-08E7-16A9-6D07-6235EC64CA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ACA4E0-D1F4-6200-9AFC-DCDCA7CEFE9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878732-511C-DBCA-A830-232231BFCB8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69E718-51D7-8B61-3103-FD2696DD59A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4423A1-F9BD-AC66-8C3B-7C79BA5E61E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DA0276-E828-E6A5-3D42-24DFBDA04AC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C50BFF-B73F-657F-E0AC-A32C9C1C417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C79E0C-47D0-2908-D28A-4475B7E015FB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1BCC63-627D-6C32-BA01-B37E6459FEB1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74039D-27E0-9A51-BDE4-25782F3108E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42CC95-9717-5CC5-E975-F0F1A89BA82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30AED6-CAB2-FF56-B001-EAD9CAA3591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0BB4A4-DB1F-5AF6-5E7C-C22B82538BE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4DAF87-AFDC-A817-E118-72D9C8D8F6A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EB9696-42D6-8D15-4333-72EAA6EEC63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C40715-19CC-63E9-90BC-FD6B625E85A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D35CF2-AE54-278F-2B1A-B945B361815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6E9EED-391D-B1ED-0B54-2AD0E9E183E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1DAA60-A31D-0B3B-B244-BF51E9A133B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2E3281-C119-0A4D-EB69-CF3D64E1FCF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1CE1CB-A403-297F-FB84-9C71B72DEF2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875773-A581-6030-7DDC-725C631F520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C72489-C0B9-7029-D1D9-703B2496958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DC3CF0-2BAD-2A4A-FFB4-A3090A1B9CC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1C7FE9-FEA0-2F2A-74D3-4B6E588AB66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CB07BA-EB62-8A6E-592C-CF068E02809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4AB237-22E8-17A9-E2CE-7FD57BDF483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1A9C6E-1F07-BA86-F91D-004744D28E8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936147-59FC-5F20-8E67-50FEFF161B6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706FD5-B71E-15E2-2CF0-A19D3A516F1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15FD5F8-25C0-4117-7CAC-3B9925D2536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946244-3476-72AE-5A84-4956C9F0CA4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E0FFA3-EDAC-F90A-5E11-60A30B2E9BC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16A83C-496F-BEDF-F66C-FB886EED3F0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36B1DC-C2D3-E910-397D-69A7C7C0A6B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B53E58-A1C1-320D-6BBD-64F9EDE1629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101CE17-088F-D6C7-A8BC-2852F2D6482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EA4C84-4558-DD9A-9076-229700749F4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4D9447-EC9A-9F47-EA69-5E4234FF9A0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BEAFD9-4432-403B-347B-69B1DAFD3AD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D7E2A1-5819-6ECC-9C73-C072D0459EE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997229-72F4-11DA-4D30-16A311EC47A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46E4D7-EB6A-B5C0-F895-ECE8CBB38C1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478C5A6-A830-13B2-EE6E-C6FA45A6F49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A278EAE-601C-DFB4-70FC-E535AE3D544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EC79370-81CA-DE8C-00B5-08217B32C51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2F706C-8432-912C-3368-E243721FF8C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E30F20-2E53-6809-28A7-B28DF1ACD29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51333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325DB-41B9-7F5B-9746-807C590D5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47827C-00CA-46E7-789C-3CD9444C76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[18 in 3, no 6, 7] could be 189 or 459. In either case, it contains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F486ECE-820D-A573-7318-300DEF7B6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F6E7ABB-9280-4F05-1E6C-3E71B740C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ECBAD65-6983-BBC9-121C-5B0FCFFE4C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DD39697-18DB-656D-2C6A-9B90A7BE8D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230C6C-4963-7C90-F7CF-0868C8C08C4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AA1D7B-CAD5-1F2E-457A-1F7D99FD6BE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C5DFE2-6495-2381-5315-E0BA66F4482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B4C558-0D3E-4C54-3910-C24ED926F45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916499-F2DC-ADAB-DB8D-CF70CB91771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63313F-AC5C-9792-82C3-D1E10F38977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2B15B6-504B-79BC-EA83-6AE648EBC6F5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61DCFD-20F5-8117-526B-860DB2BF9FC3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E8A9AA-0A8D-0E1D-C69D-8C35D7597C7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E72AD3-6FDA-3521-56B1-32C9C73BDB0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B6E2A8-FAA6-4E6D-59AC-C4DEBE98339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B4CED5-42D0-A05B-688F-DC077CED0A0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7696A4-F08A-0A03-C6AB-65516228336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FAAEC8-9158-3825-3AC6-90EE9A3D253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CD71B6-C517-6604-6741-4C20ECD13DF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331158-5EDC-FC78-5B08-A843E7C5D97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8F0299-9F7B-996B-B7F5-944C48E29AE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61A122-905B-1675-0181-A3B67FFF770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DB9B5B-F32C-8A6B-3C48-EE7290DFF7B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08E5A5-40DE-7621-D21A-52107AE2010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FB5B75-9139-FCAC-09C8-034225B59B9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203578-098F-B42B-353E-4642EFA7A5E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A78D4E-92CA-F516-1ADB-2286FD945A8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CB83EF-255F-0D89-833C-487BBF5E3C0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5DE9FD-391C-630F-5B58-21C3F9DBDCC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A2A9C0-E98B-D86D-F4F8-58CA54513D9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89B84C-0632-5683-3A5A-EF58167DEB8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C9DB3D-CBAD-469A-FC37-5441A921FB5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968B8C-73DA-2920-0A93-0469DE9B02B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D30757-F6B4-EBF5-B366-17AA459C8C5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5F5648-0EC9-E164-B79B-37E5E7CAC6E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3B5D82-1EBA-6D39-CC7A-2E63333CE2E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D33A7A-851F-0223-6CAD-5072BCC0EF6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F25D04-62B0-D10A-72AD-C87FF710C2F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9356ED-6C95-9D09-79A0-495F07A59CE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E8D7BF-1CDA-3FA7-A6E9-DE8539CDCDC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1A04AD5-A578-10DB-BE29-C2761202391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EBFD1A-45A7-9D9E-35F7-42E36190CDC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5C56A4-E024-205E-EB88-C31DF27A595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2340CA-5805-6C82-6AF8-39C996A9BAA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DE5DFD9-C2B4-21D5-2E6A-62EB3C13388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6E64786-7584-7891-E435-3DD449C71F1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C57879-E5B9-A08D-43C9-9A40A27B8A5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682E35-E261-51F3-5120-732E3C42671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1A5D8D-E1B4-6DA6-DB55-C10EF12C8C1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FD96F2-38B2-6CA3-9BC7-D7A79D9320A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7FC016-EFB3-6411-2818-EDE838A2B9B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6E369-7569-1D2C-6698-764FD362962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9F27B2-E7F2-90CF-BD22-17F162BFF4B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A1B75B-495D-6288-669D-C61233A8BB6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14589 </a:t>
            </a:r>
          </a:p>
        </p:txBody>
      </p:sp>
    </p:spTree>
    <p:extLst>
      <p:ext uri="{BB962C8B-B14F-4D97-AF65-F5344CB8AC3E}">
        <p14:creationId xmlns:p14="http://schemas.microsoft.com/office/powerpoint/2010/main" val="1775845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29044-8AEB-6CE4-9399-D8DF65BC9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B9CBF0-52F9-0FED-944E-D081089960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(Again, [18 in 3, no 6, 7] could be 189 or 459, each of which fits in only one way.)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00A22CA-A938-8332-8D9E-68EE3B398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3FB12B-4233-5487-8D38-B5397B686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EE47B4C-E019-4633-530A-3BD3D0CED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28C530E-93BC-22E3-541F-9364A44CC6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F6D09E-A7E6-AEE3-F5BA-7FE8FF0776F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BAB1C2-65A0-D018-98E6-DB78B126A29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A1F021-5319-998E-32A5-4585100ADF8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6CB1B2-D9D2-804E-CBC0-8531929772C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04E2CD-84AE-3806-828D-F18BA26C346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4E503E-AAC9-E320-C22A-1D4E79CDB90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E4D5F1-047D-8786-39DC-728C6DC11EAD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EF1C81-3C6A-5229-C25C-3D4805EED4F4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B0577A-2906-F2B8-B645-0198D679679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F37990-F8BE-EFB5-B690-3DE9C1EB216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73FF06-57EE-7D5B-A068-BFBEBAA2BAC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C60D86-F100-E4E8-EED8-5B7B64CAFC0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E01CB2-F3FD-A1D9-D099-796F2640B06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225058-51B6-1AFE-FAA4-F70A55F30C3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06FBEC-E275-90B5-A646-3E7CCB14F80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461539-8DB8-851A-A02E-DB022559A37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01D931-96E3-8520-1107-50580E216FA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4BE6FF-E1BA-46F0-B2F7-37C4AD738F4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C7F3E2-82BB-C46D-50CA-1F9A0D9CCFD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9DA21E-CAA5-6C9A-B226-31D5E305FEE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C516AD-D003-CF3E-2A69-ED05F4F88C7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758632-0B1E-CF4E-1B9F-462744C9636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D8C319-9836-1942-AFFF-8896DDF57FC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C3BC9D-BA8F-9D88-EF6A-69955D24C95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EC15F4-CE8D-E54A-D49A-DDD4883CC55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BB8261-6749-F58D-9112-D84B359B9BB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78C92A-B06F-E711-8E96-C4FD22EAAA4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B97D74-8A0B-471B-FF97-731E6211FFA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82BE57-08E3-75B6-C921-E94525CC06C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DA1386-0087-F348-A7F7-32DD937E529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024DA0-4813-830F-382E-F9E9C06C4DC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DBA877-3705-2325-117D-DBDC304EDD0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1C7704-3563-3217-9559-2BEADD14C83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4ECA21-868B-9AF4-79A3-B13381BCD16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0E9B96-C8AB-F3CC-5AFF-567C766209B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F8B8CE-802D-8379-EC25-DD790695BD9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A790956-65AD-C15E-7C5A-93809847EEF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61F6D9-9EBC-93A6-E8B3-511A2C84D7B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E3D832-21F5-B7BF-FC5B-8A32EBBF645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D104A74-DFF0-8217-2860-0698D8872F7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54D4D1-3223-501C-3AD9-F691E50A788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D21392F-3AE5-6C04-B72C-2CDB86FFF1B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73D6BF-ADC5-80A4-DF9E-7ECB53E40B4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95E0C0-22AF-37F5-9B5B-240AE720DAE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70772E-F173-9D5E-2911-29E734C5CFA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0D6480-069B-37A9-4B72-3A437B2E0A5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FF5171-B7DF-0461-D6C2-634064CF005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1BA639-2FCF-148D-12FE-1B7A3C02060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30B242-3865-0EF5-A88F-98D47368A42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19E243-3C34-621E-F92A-B4CD31EA8F5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 </a:t>
            </a:r>
          </a:p>
        </p:txBody>
      </p:sp>
    </p:spTree>
    <p:extLst>
      <p:ext uri="{BB962C8B-B14F-4D97-AF65-F5344CB8AC3E}">
        <p14:creationId xmlns:p14="http://schemas.microsoft.com/office/powerpoint/2010/main" val="2592165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54A1D-516E-4085-0C7B-53AB70E83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65E32B-9523-3764-5140-1EC919215E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center block, [15 in 3] must contain 9 because 9 cannot appear anywhere else in Column 5. [15 in 3] -&gt; [6 in 2] is 15 or 24.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8938A94-9F62-4873-4E83-3B73870DD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6E48C07-554C-D192-9508-010C59E79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447EDA7-C096-C2E6-971A-AC336DF198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0AFC36B-5A44-9F48-DA1E-639D5F703D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F52AC4-DF0D-49C6-3D5A-C86197D1548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5DD871-7449-C19A-EFAF-F08C5986DE4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984ADA-4C2C-B383-1881-B0801E2309B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A6935-5EAD-19AD-1C48-FFE8D336C69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043573-23B2-5795-9EA5-7D2999B22A5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952AF0-F371-C93F-5C7A-DE7DC501415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B72EA7-1B4F-9DA0-CD52-0CE1D8FDE9E1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FCBB9B-1DE3-D421-2186-843EC077AD0E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CB6E78-D7CC-45BA-F4DD-EDE82EE757D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0FD8CC-DB64-4F3F-168F-BCE58154E48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99D41D-7D86-8FE2-2200-31B9723B40F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6BD25B-AF6D-2F84-3684-A214C68E27D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465A1F-CE01-6BB0-9822-CBAF0AB1EE1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C0F4AD-FF98-2B0A-7E3B-90C095BFDAF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E1441D-BF55-63BB-583C-BE2BEB9BD25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DF10A6-85A6-30B5-5685-5FB3CC09FC9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FDD93F-D93D-4C78-27C9-78922666984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078FD3-0552-0D73-6E5D-F8D00CC6A7D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802E5D-6B7A-5C90-6FEC-981955E2C74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963232-D099-40D3-8A43-84F71CF1097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531E29-8875-703C-3CF6-F033BECD672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5CF290-23C7-A636-B40C-B8A4A2AB07E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06DE09-4888-32FE-422A-1A625898D7D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09ABEC-7FF6-FDC9-632B-F8DB89355C2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D2DBCC-7F93-9705-3E3D-BE25E1CCB6D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33A7D0-3FD2-4436-5FD5-1BA3E1A9428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F14DC4-3CAA-01CE-5E2C-189818F6230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F41255-9FA0-5662-947D-CE51EDD4B3B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2403A8-8D53-7ED3-192F-9F4D9740F78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20D425-10CE-D627-613B-462C844D49B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9484CC-BA9E-249F-2C1E-03F0C2FAC1A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60BFA80-D34B-6C7B-63C4-41C7E2B76A1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BD88E9-A2A6-B51C-82B2-5AD99EED6AE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C5EF23-9688-B024-77F4-1B64FA53BCC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FCCD0D-6D62-51D6-3E98-97692F30450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17D70E3-20CD-98CC-EBDF-9F71DA603AB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70A2E4-FF87-3FAB-D697-7BDC81E4B72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FBA1C4-20F5-B7ED-F667-A5B59722681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B94EDAA-8C8F-DE7F-660E-16ECBC9564F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DFBB391-0DDD-3552-A23D-A15501FF8EB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C9A7CE3-304C-350F-3911-CFFC610D137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79C160-0230-C1A0-82FA-CA0B9EE5FD4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35C0EA-71BC-87BE-C8C5-C69CFDE46BA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58D866D-8A50-32F5-680C-A94447A3DA9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F94D07-EBB5-3E09-D3E5-76047E741E0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3F15CC-2553-71A8-F6B7-B589E7D361E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5DFB1C-92EE-DCE2-2B18-5BA1239FE41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E8F1C0-4689-57B6-5641-2681FB747EF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747F01-FBF1-2F25-9D2E-54AEFAAAD30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7096E39-978E-AAFD-8A2C-98893640B83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500122E-86CA-9DCD-CF10-78AC80AA5B9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7EDAA25-D139-7F2B-9C4A-7913AF6E5B2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F8E7EC-F0A6-1C07-654A-054A27E31F9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</p:spTree>
    <p:extLst>
      <p:ext uri="{BB962C8B-B14F-4D97-AF65-F5344CB8AC3E}">
        <p14:creationId xmlns:p14="http://schemas.microsoft.com/office/powerpoint/2010/main" val="1407624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0F691-8DE8-494A-54DC-723DABDA1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254D0D-FDE3-D01B-7A79-D4F723BF52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center block, Column 6 must be 678.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8FD71FA-D8AB-4516-3181-5BA2AC907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D9C61FE-20EF-CA92-888E-8845C703B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9F45A46-3EB2-3104-AD90-A70C85DE5B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832DDCE-A5C1-5E79-FE31-E5C74F3B53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49C6C2-BF7A-91A6-0BB8-FC3B88CAB7F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FE4879-2370-6818-A340-1554A19F815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785B49-5746-695D-F138-5DF784AB586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15605E-9F37-0347-0A55-238B7B76CA9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28015C-79BD-4F64-E334-3503EDD3814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054524-D132-E9C9-C7E4-0AF0B669C06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6B2066-8EDD-BCA2-2800-7D99353A8705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F8D33C-B96A-B428-244B-3F56776DE666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8855D9-48C0-BA99-AC8F-DE97EE1C3A4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009405-3FF5-6275-5282-BDE1313BB67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99BFB4-B88B-D394-2CC0-462E3C9DAFC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90AF16-2151-7307-E265-34E5EB8FE72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DC2676-4163-9854-451D-C35494069D8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39EDBD-460A-059B-4AD1-CF9633B70E6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546D0F-46EF-B972-95AB-06D2FC38DA0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E083FB-E417-7DEE-1500-2A751FBE190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43693E-8C47-12E5-AFD9-E37715C81C8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DEA928-5637-0F6F-DDFC-463871B9BB2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23DC6F-07E9-39CA-498B-2498EAF0AD8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248906-318A-43C4-56AE-6ADB083839A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2785FD-4838-E6AD-F44A-A8511B70ECA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810AD5-1907-D4DB-943B-A1354DD94CA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7B70B9-80D8-5239-E075-3EA9A27F508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2010A5-4E2B-C275-1B85-F58CDEC1EFC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4A425C-164B-347E-C420-C47F8DD1D44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778BEE-0B21-6034-41D1-10055B3714C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08EB08-57E7-A2C1-0291-BBA9E90BD29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67219D-86CF-A993-3309-FB11AF7EC03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6FACF5-2107-C384-6062-9B5A0025243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90000A-0648-B71E-7CC7-5FB3BF927F7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80C22E-58A4-054B-72CF-28EBE19E94F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0F1222-36EF-9DBD-516A-2CCE80432FB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35DC9D-AB32-227F-99D1-BCB9E950232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FFE96B-D04A-0A55-BEF7-1F2808A8545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D0C65A-6739-4AF1-D452-7212565850F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6E1721-05DD-5022-33F0-D0382D140CB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C7C817-EEF5-A135-DE2D-D7668123F3E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59FD8B-1614-451F-1774-0F5F7A2587E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395CD9-9F12-1715-63A1-0DD8066CAF2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F41998-1D57-7FB4-3900-82307E67E32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1CEB84-1AC0-6111-447E-F7722FFC9FA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1016B90-C49D-D4F7-C721-791CA7EDE2D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D982F5-73EF-8FCB-15BF-509569B7097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8E79102-8F04-2A54-741F-635716DBAE1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E349AA-0856-9487-B6F2-5591F894E6E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8D8ADC-C044-A01D-C48B-CADBC3014CA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1831EA-896A-0341-D010-65B45BFE6CF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4D3874-5C84-C54C-61EA-BC6C8105516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678CF7-1612-64CD-4F72-9A5F06FAF1B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ABFC28E-8716-5C1D-BA60-E4D95F4444A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BF26521-C813-0331-9164-5799DB792C1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07492C-4BAF-8CC8-3375-50D575CC561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B4960D-C6AD-7011-8EA9-AA71C23AC9F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9A98C9E-D630-3C88-536F-EFA0F306849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</p:spTree>
    <p:extLst>
      <p:ext uri="{BB962C8B-B14F-4D97-AF65-F5344CB8AC3E}">
        <p14:creationId xmlns:p14="http://schemas.microsoft.com/office/powerpoint/2010/main" val="4212004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BA94E-BAE2-2DAE-37F6-BA487FE9F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87632B-2792-DFF2-B7B1-8CD60B705A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0F58E71-F456-024F-D112-7D8E7C71E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A89154D-CDA7-90A6-307B-C532CAEA4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4158307-8401-0626-589D-438A3D13AC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2F5015E-800C-9B97-C1B4-25FCAEDEC7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5CD0C0-ABD8-2F73-5D60-E3DB5BFE837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885A81-A3ED-A4FF-C9A7-7D060298954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43D0CF-B6B3-5D30-BDDA-BAA412DA812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106E3B-389F-EAD6-9F1E-E2E5A0366C9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CE51D9-418D-AE77-D054-DD9D76BF699E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163D24-4DFB-1F5E-B097-6333354DC80E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520047-D061-A58A-8753-50C7CA8CC76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1A1F2E-99AC-E227-70FD-1AE2C34444C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2BDC9D-D3CE-8AF4-97C4-8D4A83F98CA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DD3587-0AC7-33B0-4765-2927EEBFCDD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F5D58C-4060-13D8-6695-C114E096309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73C7EC-A9E6-AE96-99F1-A273D040BE2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D68F6E-70E6-9276-CE7F-44F0AA4BA7E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F7E08D-EBA7-D0D3-4D92-7649C7F9124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9287A2-A36B-63C6-13B0-3463F88CB0F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38E7C5-182E-F8F2-0C71-28A3C2D3668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A91BC8-6DB6-21FD-596B-DE22CE60139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FFCE4E-9D70-B739-4300-E86BD3451D2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FB24DA-044D-CC98-63F3-5FCB40DA655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B988DF-F0E3-70AF-945D-3B27C573FA6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95405E-D3BD-4189-07DD-F89A2B8B403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DC2F0E-04C4-179F-5A04-548EA160F2A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53BDC6-DBB0-54CE-5A21-9A6537A8A8A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EFC1D7-D448-A7EB-F2CE-7E75C8F35DA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82CF4C-BC51-B0EC-5065-7C54BDF2418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3B72D8-029B-D02B-E4E5-4BB3DA00A8E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FE7BC0-5EC1-8F29-C02E-D7AE8E7A3AB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76669A-87CF-72CE-8BED-BAE0AB90831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79FAA5-3062-0DB8-F2AE-8D1C11C748F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962069-E4CD-5365-C454-85378E8C91B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B9388D9-6A41-3931-2184-7A95BE61DE6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6BE9B54-082D-B233-0035-80EF7EF6911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425FBB-0D04-83E2-34F2-6A583C44E71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025044-FF46-A5BD-A654-7B7952FA203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A4A4E5-B615-373F-D23F-65D87DE7A08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A01622-8074-7EB9-6899-A6CF8D9B48A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524F29-5D1E-F921-BDAA-75B3B408621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E3AB1B-5D3F-D23B-2C19-85E6F662CA5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BA1F61-11A8-803F-62F9-988FF0CF5A1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D9522C-A892-5B6A-C30F-C111A65E3C6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16B723-D577-FE61-9808-F9886F68FF1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18292C-7CC1-A020-4208-4219027A73F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5459D8-F903-8BC0-2255-AF093DDD3D6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6B5AC3-0E0A-7979-E5FE-5766991A169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3EEE24-45D0-BC81-3B88-57AA66AE921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A3B3C95-B5CB-4076-9F53-46CDDD2EFE3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75CA91A-34A1-5ECA-7C3B-FE02C25ECB9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12A55D5-0F24-E404-A2F3-FEC29CF4BB2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AFD3564-0CF4-5845-161F-10DE28816B0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944061-B3AD-D7DD-B80A-33E5465C2BC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4BF1657-A978-AD5E-DF80-81C947FCB5E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0FE7DE-EAB2-D4EC-1D4C-0D0147FA480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D8D0C85-0C51-EF2E-8E04-99CE07C84E7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F16D0AA-A42A-2298-49B5-C3AE3D9C456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432657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57164-7BD6-12B9-055C-3C5C48A66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139B85-90AC-77CF-5D96-E9030162AA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7CDF756-7D94-C35C-5E3B-B0450470B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33F57D8-DE68-F27D-0A1A-205F7EFA2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14A3DDD-21A2-CFEA-3D87-E1DEDA0268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9AD7129-E07F-E6C0-8C13-1B32C3DBCA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E52530-399C-2505-6912-77063664DB9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857A45-77CE-D1AA-9F1B-F0807658A97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AFF214-FF1A-B68F-157C-DC68B460039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0B5F36-30A1-03F8-21EB-C5312AAA1C3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DD4318-A9E9-FBA5-8F03-F5C3C0E1BB2F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9ACBEB-2B80-E828-DA55-5616936E2EC0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51FCD7-C38B-C22D-4CDC-D864A3C1438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8AD6D8-2D58-3E7D-752C-3E845CA0CB5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24A69F-E898-3602-7DD8-4BC72194735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390632-14C7-B2B7-0D2C-B884B3F19E2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CFD8AA-A613-FF34-F135-1ECF5C83EB2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547AD8-B61E-3A05-D7A4-23CA603D4FA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60960D-859D-5831-36A6-2703B17ADEA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50D9B9-E603-432F-AF91-766F736E097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711F34-B20E-3486-B2D8-4B4AD0171E5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8383CB-E9E1-5C8B-7669-65FC1349C31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F7F9D7-DE19-4685-24B6-338C35A71F7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85D76E-2966-3FD7-CD36-5AC21E22646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0CCF8A-0D15-845B-6F30-78F11B605A6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6A9F4A-1280-002F-808E-624C20FE6F1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5C11F0-2833-A08C-C7EF-42D13818E4F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95B0B8-C322-F51A-3945-D3B5A18C87F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5D93D2-E458-7B38-41BB-B923915AC61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D9F1D5-8565-8061-1518-71097738012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406D08-FD10-C27C-6C3D-0736537D713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0752D1-A3C2-B3B7-44C4-A107E32CDC5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8BB08F-CED5-A3EE-5B6F-48EAA11D83B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D75088-FA89-7290-2659-0768E5A634F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A79D34-8E1D-4812-F147-4F82D336124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991015-67A3-8089-DEBB-54B4082A418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E7FD0F8-8E94-9621-66D4-B44DED2ADAA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E392D27-369A-5E30-BDE3-E64AD08029C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C6B2B63-F1E3-D49F-D614-ACE0BAC011B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9024D3D-0D04-CF0C-907B-FB24C6D27CD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AB7069-AF56-408A-8F23-3E9705EAF1E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8209F8-54C9-380C-E9D0-E80E62390CB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449E19-A539-E6B6-D596-2EF92EE0292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A7A85BB-7BEB-6344-9700-04DDAE3AF94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EDEFC6-0AB5-7D65-BAAE-80703F12510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6E2F27-D925-C191-BEA8-81887938179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819BD0-BE34-4FB5-F868-F7F93295AEE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62216C-603F-2F7C-837B-385F6676CFC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EF6BB6-4B90-D091-FDB4-0349812874B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554E6AD-3A7E-9158-A0B0-2D61D4EF1C8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F76E0D-501F-ECE2-E613-36FF5BC8B25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A6D02D2-D23A-7845-F4B9-BF2E6AA0E34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4B50D9-8B19-0A66-649C-FD05A16E6A8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E6709D4-3A38-E60D-1388-F2347DCAC5D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E02C8E8-FB6B-B511-4D54-440131274DB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BE90C0F-30A6-301D-8751-1F3C258B819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7AC6F80-F6A8-6820-99CA-9536ACF8983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99B8D7-CD4E-AC44-3E98-622507C7F60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31445C-D3C3-69F3-416E-C46212A6A77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CE7DD0-7C89-3B4A-8355-A44DA4CE431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99665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95347-9FA2-717B-CACD-2131C62EA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806630-9DD5-35FF-F5EF-58C999913D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(The [12 in 4] in Column 1 must be 1245, rather than 1236.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84D4D98-4D42-4323-9B84-C706C516C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D292614-F976-9687-A929-7B78D6416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A383335-E804-20CE-5915-B391C7AF8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1AB57CB-ED66-30C0-E308-7A35AD9D32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CFB408-16E6-B977-C393-373FF7B0F03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6C41A3-E5A2-999A-96E4-23DB4CAEF46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FDE2B3-EA8A-1CA9-A029-17C3F3F9958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1B83A4-E1EA-EE8A-4FEA-FD47948152B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11DA12-75BC-F118-E75C-884479DACED8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6924E6-90FC-DF0A-BCDB-2C4459EC6CA4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54F98C-76F1-B6AE-8097-0B96DAD7C04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952339-C332-D274-22DC-F55F340B8B4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34218D-3E99-ABEC-9EC6-1DFDE5192D8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3AB61D-E93E-017E-7850-7C5722452EF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A3FFE0-91C6-16DD-5A41-8AF06B39FC5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93E769-5CEB-4C60-34C1-0FEC407EE32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84A952-8EE0-1E26-7DF1-E7CCAE83AC2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154161-50C8-C226-AE4F-332FE51F345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B18257-7230-3CB7-002F-FC56FF6A26B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308DA0-08DE-8128-78D8-E44A33EE9B9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9480B5-D2A6-B6EB-1E81-0B8F4855035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3749B6-7E17-F325-EFF3-C8EF8A2CE71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A09DCC-72B1-CBCC-4745-BDB298E4A82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7AB5AD-A17A-EBBF-F902-DC5E7F6CC1B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3060B6-EF6B-78C0-49F5-2A4373AD269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2D9741-098B-03EA-4E34-F2AA8D602AF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0D80F3-B5DF-15CD-7A9E-95FB11E4524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C5648B-3926-488B-8DBA-582C7CEB3E3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D05CDA-FEB2-280D-8E9D-631C89A8E03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24C240-081B-4AD0-4254-042DEF9625F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C64830-9702-9F66-0085-631013E229D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6EAEB8-2113-732B-CCA5-97969A0F8E4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90F302-EBDA-945F-BB7D-9D8E9F29198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220684-C566-1CBD-0318-3EB87A5A13E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74E3FF-9639-FF14-3705-53C6418957F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F0B120-5B8D-23F2-FF33-6EE8B72C74F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1DCAB7E-68DC-E582-4A61-4A95E30273C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C46816F-9BBB-9B66-459E-09F82F4CC62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663F15-6652-7537-D312-D0B213E891A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2BCEC0-CB96-8D4B-F1D3-3CDE0C85E4F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387B33-1019-3038-EF52-CF677DA3893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B84B407-936F-31B1-66C8-9663ABABBF7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225B549-8FE2-7BA6-F6B0-E0A019B3AA0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0DCDC1-7DFC-1559-066D-9B4E2F36FD6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2528EB-FF1D-D9B6-B338-5A205F30C68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4AF106-D1E3-04D5-0B47-7CEB59215C9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24BD0C-5C91-A2B6-EA1F-2676DF18E3F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6E59854-6844-8404-31FF-C20375B6C78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FA4E1BC-DCD5-D9BA-F8FE-9BC7CC3B8C1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1A1C3A-93E3-EA8F-08E4-FEDF6755485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176D41F-F852-008E-C90B-6970FFC105F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9C85729-C8FF-D615-2016-DFDFE72FD11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A8DFD10-4D23-DAD9-64AC-3E48669793F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62E8E6-9E51-CF9E-CEE5-D3DDAD0A950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C1132D-7916-1DD2-8D49-1159632CD65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5586BB-AFBD-C5D8-BE4C-FE685B15D77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2A0873-DCA8-6074-14C6-23A2CC0889F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000DF3-2D01-4FB3-7253-E494B5FAA0F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61138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FFF03-9E9D-793A-44F5-FB03A82FE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19E2C7-20EC-75C8-6618-5A4D629AFF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C1D9B59-4BAE-439C-3385-9C71A95AB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78C8AC9-43EB-7DCD-B9E7-778B52347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0340A12-0F23-378C-1953-E404A838C5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8152808-52D6-3EC0-D42C-CF776DDF2B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2EA9C3-C61F-5477-CB78-1C98F7D5995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2EEC5F-1C0C-C2BB-7F97-C34F5BE075A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A11770-7D91-F634-6644-1FB2CCB9725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FEB641-999D-F3B4-2AC4-5873B84919F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FACD56-0B85-C74B-A7BE-EB5856166195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2532A8-D22B-E1DA-7D1B-AC149EC0488E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9F9B52-21A7-60A0-6BFE-7A3C9D7A90C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A83F75-29FC-4B7A-BF4C-2657A8A5284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DFDD60-A648-9842-98FD-968AA01F0BE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0A0309-0657-638C-D689-A23D5D90B4A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3DD79D-5DBB-1504-F992-B527083FBB6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F715EB-3021-F589-D6A0-37F9364C0C9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2441D8-65D8-7F45-EDF4-8A050198EE5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43B59A-F579-72A9-7C7D-598EA0A7A80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2F3B8C-75EC-A579-06CF-125000E3FF0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EB7117-B15C-3FBE-DFFA-958BDBEEA5D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D83ED5-D2C8-FC30-E619-2509239F89C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AD839C-F8A9-FB19-E139-EFE44B820F6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499BCC-6A55-546D-49F4-2266CA0732B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3B6C13-7871-927E-25AF-CF57CBBA5BD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A101B6-B9AB-16E6-1064-65D1747D56D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034ED4-DECA-2147-C89C-A540D162971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D1240B-C637-1BA8-6033-445432F11F1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852E5D-34D4-F263-300E-13DEF303B21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0FBC8A-7AC5-FE16-AFFD-C07C4A07AB1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22F86A-032E-F3C4-56ED-F5900CF2D8A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F535A2-9AA8-2BF7-77EA-EEFEF790F67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AC8198-AFDD-0904-1169-B25CAA6B7E5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59D507-F411-86AA-1C99-124E177BE3C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3A1FFA-D509-16CE-4031-7C9B29ABF13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D15BCA-AB98-F98B-2A89-2A89874042A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718BF1-22C8-2CDE-5AA4-F61070BBC6A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3B415D-C12F-56A8-8358-C1EDE298613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3EAED8-C015-3344-849F-738DC2C7886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15C98B3-427E-00FF-50AD-6F9158BA932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27B9DB5-B0F0-7A0F-A160-429B7D38B61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16F7687-CF81-0B8A-14F6-4F2D0A1AA08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7E123BA-B29B-C654-68C6-D5A4464E463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E4A9FA-EB33-BDA0-3F4F-192673C01EE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E98907-65CF-9152-4C02-BB3E8A4EE73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1817462-6A87-E5EB-2285-086D218EA34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62099AD-CA25-EBE1-65E2-E8D208C7142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D79E7F-737B-21EC-BEBD-C9B4507E1D3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A6B9021-4176-1DF8-9C41-903B33FDDD8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DF3E3E-9A03-9D5A-F69F-0DABBF0DD2A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4B507A2-5472-F720-1EDF-17D511143BA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C015D0-26BA-96A9-17EE-A6D9622CBF0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8761338-D8C8-38C9-4660-1DE90877221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6CD1801-D192-268D-442E-F63440CC716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BEE86C-EA1D-3E71-F9E5-946D7BA2039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579F80-A196-C5BC-5506-0BAEB418876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75B903-86F2-6346-8679-105431A347C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D088C3-C9DC-4335-DB12-0906322558F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BCC51D-5AC0-58BE-0075-51833F14040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78620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A4DA5-45CA-ADEE-67DF-666717663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A1C3D2-E68D-7EB3-EB50-40FF218F6F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561FBC7-60E9-051B-2287-24EF1AC83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EDFA384-F866-A667-CC94-706E7DD44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29D286-F3F5-1740-282F-3DDEA7A5FE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E9B4CD0-6113-6EEF-2933-19A6FF23DC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F9F7D0-FD7D-E84C-E49C-85D32593673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67D30E-8513-42FD-43B9-0A910C520BD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E10573-591B-8261-D2A4-35651351309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7D316A-45C9-1F02-D185-F9798E08C50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27A5E7-42D9-E904-AE51-987EAC57412D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AD0C8A-632B-EDF1-2ECE-0C9046F40033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855B88-DC61-63A3-127C-57F34027D0A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CBE0E0-AA1C-4EAD-C2A6-1FC13D58090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9F4CDB-856D-7506-DE7E-A0B6593960F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755735-ECD0-28F8-D4BA-0DF97FAB56E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9A7BB5-3473-2BB0-3025-785F8E4F5D9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B28395-380B-2E13-BFD0-AB6DC83861B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F950FD-DF3B-50B1-BF61-A1E72811956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B31DE9-1C0F-A763-E178-5A61C552D0E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72FC17-6B38-4ABD-58C9-F857378338E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44F83D-28C1-CBCC-9146-AC6FFAD3A8C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0E19F6-3659-8D77-4F3C-70EE3F04FCD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4900B1-BB95-FE7F-A86F-1DD7065085A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C795CB-6CEC-2B39-821C-9AAA762DCF5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FB1D85-BBE5-C144-5858-A1B1035441A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D8E018-0BA1-BA27-A382-C8CE24AB0F0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C36901-EBCA-178C-7BFE-E62B17DF775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F876A6-8E79-5A5F-A244-12766D6261C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E89B87-A17C-790F-9A6C-D2F735A2AC3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CCDD4D-A9CA-E4AC-7346-76866382EF0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A75B84-2907-3531-8FD3-C1AAE846C31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D53561-FEEF-6D4D-7D9C-72FE897FF9F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70C17C-C630-8099-3DAB-C4042C61EF7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FED999-87C3-87FC-0B0C-B7FDC0ACC38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65D14B-B464-30FE-A638-34DE565E74C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45F30F-17D3-5A3E-5E72-5E3146914EE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8BF454D-EA06-D503-690C-F1DEB8C0221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D4A0DA-F881-D66A-8AA4-9FDE321E845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F08B2B-7D23-5EFC-93D3-B2AB01A20CF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BD623F-23A5-733E-811C-F511B0D6E8B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CE8AAB-A21B-FDD0-0E54-66CDA4174B1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7E16973-60EE-2F82-BD98-ADE360FF74D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4F78C5-7266-0207-5286-EDAA8ACA735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8FC6CA-BD9A-A7E3-C6A2-02929E10498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7986A4-01E6-B8C6-3A96-FD65452B557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088F49-7D04-9D7E-5BE3-66EB542AD9A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C36A907-D03F-238B-5D4A-5F3E511932B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DC3FC15-51EA-ADF7-267F-BD4D1477438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DE6799-C03C-C0C9-C776-9ADD8E73DF9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E18CBB-5B30-DB80-9077-5BD89032863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542A83F-B6C8-2B78-4C49-3C9C7606995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50E47F-2E97-8182-E3C8-0689355F7C5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9149CB4-C326-B986-1B42-0653B00E103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EE3B506-48CB-ABF7-6930-93B00E4AA5B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AAB3D2-5452-CB42-1B34-8D1F164F19A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2677FE-6548-F9A1-2F0D-E0C896C652E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EC8FD7-BBE6-820A-58B4-25A4C0D9C47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8B6C07-B965-FE88-D6A7-A64C8E96734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66AB19-79AF-7F46-5BB6-2AACCA8A45D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304690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9693E-DCE3-D414-29B0-F49CF5998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42571A-EE37-7063-5ECB-D37853C80E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5A0C446-194F-9D7C-06A2-22B611055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6C46B2F-5998-B4E5-3748-2DD25A0ED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E2FF06F-1E0F-6DEE-1795-03B0646579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B7916D4-EC54-80A2-F878-9D44E29185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5DDB17-6833-352D-BEC6-2CA59A7707E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A4B458-6BB4-DBFB-732F-A923268C82F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C0B716-D1DC-DD74-1214-468113D4AD6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5946AB-9D0C-E409-EC1F-75D5E6A1392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E51D27-5242-3FE1-D57F-5E49A14B1BA3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300460-B826-A8C0-F791-11FA3511AE4B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5A40B5-BE66-3121-1188-77D685AD804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19F6BA-54CE-F646-FC67-E2B666B7937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D78F5E-10BC-B23B-5E07-CF303691051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7FBD61-1DD9-EEE0-A676-AE7E28161E9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02B30B-F7A6-AB3E-7B85-30000F25F19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AC5338-3ECD-37A2-AC9F-427FEE85EC8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33A3D9-FFF5-EB63-2947-C5B9A5A9E8A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4C27DD-AB39-856D-0884-7391DFBE0F9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71F366-3955-7FED-2004-B9013EDE1C0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264E82-6AFB-6DF1-9DF9-39724E7D859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A721C8-D6BD-7BC6-F1BA-26ACCA5B67E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8CEE93-5B70-CB13-47BA-7DEBE1FFF6F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EA324E-C086-64AD-27E4-1BE4911D875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6A81BF-5FDC-E826-4D78-6EFE9484294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0B5EB6-8E17-4F07-B11D-8767E4FA8DE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172FAB-CA4B-6517-0FE3-2DDBFCD82F0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8545F2-A4FA-41FE-954B-8157DB17173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FF193E-6034-A465-5073-B014C200E4D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8BFEDF-6BDD-6256-617F-CD5BDCF10F8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28FE19-BA3F-C2F9-E180-23FEC9DC073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C23BEB-0454-2F4D-6597-6611DF62C7D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AB8CFA-3B68-9C74-00E4-0EBC302D191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03C998-B746-A49A-9767-23CC8A4FCDC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145E18-2C86-ABED-B58E-54BCBE146A7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654C9AE-67CA-84E5-D5AC-BAAABCBCD26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82E6DC-DC8D-6CA3-CC61-A8784CE443E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560599-552D-29E7-1210-0EB36DB3A47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5385ABA-E87D-5D0F-16BA-66D628D6158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D35125-6CAE-1184-5CA6-BAA4D91227F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D86505B-2561-B948-078A-9596F2143FA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4CF866E-DDAC-F73D-BC04-7E3B37766E0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9A634D6-8D96-4B8B-F9F1-1E85128AA7A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21615-49E8-4D30-60D4-AA06FA5F1CA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9D72DF-4ABD-7AF0-0C8E-E97145533A8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2412A3-CDCC-75FB-37FF-C23F77A66C2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73BD03-D6C6-9F46-71EA-9EADA5B7FFA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8911581-8BA1-C4E5-B06F-B307C9C42BD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D586C88-A0A2-B007-9E6C-861089BAF58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C3612F-E656-0A77-E7CD-F9FF3CB1EFB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89F44D8-8ABF-B01C-D5F8-9C3523CF279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E4F84C6-61F5-508C-2C62-1CD706504B5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68E9F8F-7110-C563-875C-96EA70BCA3A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7E4B8E9-3F4E-3939-9698-20514751D42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A6D5AF-9C69-1FE2-E4C9-7C613A5D5F0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E5E7CA-66F0-646E-9097-6890012F7BD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D06123-AE52-16ED-44BF-34388B86E29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C74D11-1FFD-EEE8-A905-1E57F6877E8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9252A0-AFD1-61AA-E721-85FFF92E566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959810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4157-ADFA-A3D7-FCC2-5389601DA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6B5A13-2AD3-7A03-D5FF-486C9F0440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8E8DDE-3B24-D429-1E1F-D90F13EE0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5A34EB7-4325-4238-8954-35BED4B77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F4C18C3-8981-9233-EEF7-F4F0FD002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5FFE141-9520-7A41-F730-A9EA123EEE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D18763-9C60-F5F0-2EEA-87E6FFF996C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B3AECC-1B8D-33E2-68EB-DC0C62F2B21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EFDC1E-E52D-A754-D7AD-3243A9FE3DA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0DCD97-6993-2F2E-6546-A3ED9849AB3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B89BE4-331C-C3F2-2A6A-9C19583AA0B9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0AB5FF-E510-5B1A-C233-52766966818A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CFA911-0A31-A313-BEDD-9CCEE9AB03D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40124F-0970-1AEE-867E-D62DABB9586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02A363-6959-26A8-480B-6B6A3B5B09C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5193AD-EF44-F355-5AD9-5966D76C23E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18EF7F-5B5C-B412-8C90-ACBFBB30219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4E4478-ADAC-A713-41EF-C6510521265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EE515F-C791-D1B3-9068-5CBEFBD806E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1E52CB-36AF-9ECA-3121-700EA431E12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3CF3DA-E85A-513A-B5F6-B6592E951FD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CEEC00-11A4-F1D3-8D96-CF1062BBB6C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A250B9-EEBD-E73C-D097-D08F607F62F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E48577-3F32-44DF-9C51-A0D2E2A1834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3DC0A0-F2EE-378D-4F9B-9EE64C0E93C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42CDCB-EB0E-A3E5-A253-3AC4D84EE7E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D3DB1B-7566-CEFD-4613-7DAB4C5FCD3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7EF237-B11D-4A65-90B0-520132EB0BA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7C7876-30AE-FB34-487B-491AA14E3F2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3C953D-F244-F0C2-EBC7-B18352EFB39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D2D5CB-4500-823B-7A1E-0147645D82D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77AEE6-9005-633D-EDF3-3B1681947EE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254BE1-6E00-FC46-4D4D-BFFE3DEDAD0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978289-B3BF-06C5-0FA5-6D7224D3169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C6D3AD7-E8EB-3DC9-2030-F354E66614C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298984-7A3F-7E2A-E07E-D0C3AA753C9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E94AEC0-9D77-1EBD-70EF-A0726EFD0D2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1DEC8A-9E95-D14B-4D7D-35AEC73D829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CE2D74-1C7D-5253-E4F4-A9AADCC69FD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4B4629-B7F6-9644-E2BF-241AB2CB489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FB723A-7DC9-855D-BF22-FF414F6323C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01746F-24A7-B56C-DCC7-6489CAC6616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47AAE90-7F12-01CE-3709-77913BBC0C1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5C01ED-AC80-ABAF-03F4-B03E1D67222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0BED45-5868-0C4F-277C-B2666486628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CECD41-7C6C-1A7F-DE0D-3F39A24947C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2C2BDDA-55FB-A426-1475-FD8A5735F1D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BBB23FC-87F3-4E66-BB47-AD2B83B55BB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6FA21AE-A7E9-E891-9CEA-DFDAEEBD63E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CEE0BC-6C9A-075B-AC0B-2F08CF67845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75405E7-11EB-987A-549B-2E1E935A604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04B9076-ED55-71D3-B34E-C0C6478FCE0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ADEB6D2-C722-1437-B958-7AA6D14C825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CB22323-6093-58EC-BA60-9FF307ACF81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4D1549-1094-4FB2-44DD-D94CD3702E6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5188F0-AAD7-A9AC-8619-F42B0E15E0D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E6D300-3F1B-0C5F-D793-47A5A79264D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6ABA44-618E-6305-ACAB-CB9FB886621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4D9701-5E41-9014-0D07-3CBA8AFD5D8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0C4CEB-86A3-7FC8-522E-1C1D598CD19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355311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609FF-ADDA-E8EF-ED6E-208DAFA2F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6C9091-3034-1A7B-EDC9-959E1E3D71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6 in upper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104BDB6-4AF5-21D3-BC20-F5580227B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6EE932C-23EE-00F6-615E-4A75586AAA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3CEA38E-D177-79E9-F7BE-65C37B1634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8BA3E2D-76DE-445B-29E3-05356E6335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E2B3B6-F3C0-E9AD-0F2D-D0734233202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94A26B-287B-E7CC-56BC-C2A9825DC0D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8B7C73-7AD1-10C8-1097-AAF5774C018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2CEE11-85C3-8973-BDF3-8F7F9426752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87B367-11F0-CCCB-1FD6-47EF1A94C686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DC13EB-58A8-A8CD-4BAC-4547EC85345A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6442F2-74B2-C3B9-1FC9-2DF7EC38A98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C13937-7124-5A12-E490-A352D6711FF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159227-712C-0DA8-1CB9-C23CAE8F04B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180DA7-BFA0-8B4D-EB2B-A8C068B27EA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535626-798C-5B35-F45B-91CD7D084D4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71731A-1B47-4700-86B3-B9B1C46B8FE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A97756-DAC6-EE4E-5198-9FB8576C60D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543D39-FE33-60E5-D955-1698C831198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11FFD9-6A88-4633-1031-214DE209996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C25E67-9B97-AFBD-AD9E-B6C06D58C7D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66CC1C-0772-2C4F-C6BE-002FA3D152A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E05C7A-67CC-5B6E-1F66-55B605FADA9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47870C-00F4-D624-9A57-A123F64AA19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D057C0-4A44-9DB1-D98A-9BED5EB8915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F3184B-6E35-7B22-AD16-2D6140DEC01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80E238-33DA-1024-658D-4B2DDFFA418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218A30-AFF1-BC33-D6A2-96F19F47258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C0076C-76C0-3013-2CF1-5E37D70F006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5E0EC4-9F0E-C8EA-413C-C4C6B3E6607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658039C-50A6-EF55-FED3-0A2FD90B7CF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E8276D-8DE7-68E2-3519-DD6FD067CE8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FEAA78C-EAFC-9448-BF67-AF30B904EE6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EE92F0-DEF6-E66C-477C-EA1A243934D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84704C-68B0-354A-B9C7-BD47011A71E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8354D78-3824-5F1C-EACE-F9056659362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B75008-296D-471D-D130-9A41964AA2D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57FE7C-701D-E3D8-AE72-824D5F248E6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B87619-8020-87DE-F23E-9EEEB9CCA3D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E99F2C-E90F-C0C9-4406-8819EDD52B3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03C628D-8E25-D058-F241-093357C7244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004360-B2E8-A84E-EB84-199B26EF3CE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94EC85-BF80-D0C1-9486-92098EC511F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589E17-096A-863D-5A45-C341EDF7C6D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80B15CC-B112-2119-34CD-C248FDDEF7A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957797-5FFA-961B-FA42-3F61DCC1D5A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EBC16E8-1AF2-3153-80FC-B5668BB2434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8CBA23-76FD-C3C0-58FC-EE4A481607C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A868BE-A9EA-FF49-DC54-B6092834427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0759D1-41EB-011C-0A72-BC52D4442C3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BED8A0C-3A44-4746-1D30-EEF2B98F60A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4B7D78B-ACB2-638D-D453-6DA75942A0B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494898-3BFE-382D-9BD7-517A52D7733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B7AF5C-99D6-EDAB-35F1-FBDC084FC28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A865CB-C257-70F7-727F-3FDEB764780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B6B70D-E363-6892-4805-64B403EB446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48F879-15AB-8012-27CD-EFB942F3B1F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74C3EB-79A0-C7B8-99B4-24FD77B99EC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F47203-1E53-DCF3-8CBF-336B33F52A1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472117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F9E30-034E-CD0B-4699-DB79F3DF0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E531D5-5697-4362-04F7-F9023DA483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98A4EED-598B-A176-E923-2786601A9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6BCEED9-7415-5FD5-68DA-3B419314A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632145E-F456-54A8-9B50-3F5AEC16AB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0F21B6A-2900-878A-8614-D9D6423BD8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1D95F1-4A93-F273-FCD1-6DE10EC9642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A91638-E488-9601-FC04-85E2B45531E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ACA526-2A42-7E52-E851-00FF93CEB02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07BF96-AC10-A1F6-B950-6182C160F8A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4085C9-AA72-33BF-03C2-DC7A1917CED9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E9DDAD-CFAE-5050-BE43-0C1EACDD4DCD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3674E1-469E-B11F-A554-78ED818A357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B6BCF2-5720-CD46-9F76-D04722AD2D4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6FE309-94CE-5B69-D8D0-6F46ECA72C1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E875E2-5F00-104D-F715-049DA363F52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DA43BF-3FDB-0261-0FF7-6CCD16018E7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F3709E-5E5C-2520-7BB8-1FFD91A4928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65A101-9595-F1B9-F412-745A0B33323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C62117-BC74-D4D2-EA0A-7071A8A6E57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C8DC07-D5F5-404F-EC5B-3393BF3F339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203354-2F80-7428-62E9-CDBCCE2BF18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FDC67E-484B-B165-C060-5E8E1225E89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A23B3F-2F5B-CCF6-E357-AC573F0C063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B1D812-53BE-D68C-D185-001337B32C2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1D85A4-BA46-8A68-C325-47EF2316FB4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433E07-CC48-C148-CD7E-82C49FD1F4C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67AE9C-1F15-3368-77D4-A01E2327D49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40CE27-B986-A4C0-AAFA-EF5D0C810FA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159132-03D8-EB25-0918-E3978246F11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CA78FD-B1AA-5214-ACCD-04E6FC5E4B5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C8D403-52B1-DB12-9259-7D578013B01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1222DD-4C14-6628-A482-0C419FF1CEE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94A401-56E7-8DA7-FE5F-47C731B640F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D02586-EFC6-1731-2869-70BB9617071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198DBE-9EC3-B484-F1B3-95B2A094D48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75F565-6F3F-1E12-A456-686F12D055F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38ED5B5-F02E-7645-DFAE-FD714F2607D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CF5936E-2C4A-7822-AC78-81B65F15D5D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346366-A285-D687-219A-7AC6A8D982C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0EFBC01-A411-3666-301A-58D67FB0E68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819B2D-8E76-29FC-8A51-5E63DB2722C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313BA5-7B51-89EA-A490-8BE627385BD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E99E2E-F7D3-548A-485C-13749468AF5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CC7F3EC-4809-CB58-0D7B-09A46957E4F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F5B835F-45AD-A02D-F797-CB73A193F76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C8C5E64-97CD-ED6C-3896-C973BB40A71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2F655E-129D-8426-48E8-A7929EBD175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2CB0D0-605A-F0A3-B8D1-B491D530A5A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278BDF8-5A97-935E-AD8D-78974D29EB4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14268F4-B345-EC4B-AD8B-E7D5DEDBFC2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1DC7745-CF1D-25CB-AA0E-89E42ABF4AC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7B631C-75D0-2A08-216E-3321C847447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747D8-46B3-7E21-58A5-A4C6EB4B7C1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F65651-C889-729A-DE88-018970423C3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9F963C-897B-1D84-1B4C-B5D216ED55C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F85635-8E4E-E8DC-7612-7D7FA076D78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B816D9-CD8F-81F1-E2F7-71B4449041C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FD7719-381F-0589-2E07-2EBF0EB0AB5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4435F8-2D76-03A9-7F1D-C8221F0FFDE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96FDCA-D160-338F-4D31-C332A258B71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F4E667-0384-2757-21A4-494B83D07E1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D7373F-DD2C-5F31-F6B0-4A51F931B8F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238</a:t>
            </a:r>
          </a:p>
        </p:txBody>
      </p:sp>
    </p:spTree>
    <p:extLst>
      <p:ext uri="{BB962C8B-B14F-4D97-AF65-F5344CB8AC3E}">
        <p14:creationId xmlns:p14="http://schemas.microsoft.com/office/powerpoint/2010/main" val="14899219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FE793-CEA8-C5D2-C44B-EA1275FA7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A5332E-4765-364D-15EF-A99A31E98B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9CC58A5-C7F9-C409-07E3-258E71300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F25BE98-D837-79EB-92F5-8ED141191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9CEEB05-BB2E-3BF4-7F39-ABBEE28AB2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D3F7597-4356-B4AE-3EA2-B4DE0C4429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F2B5E5-05EB-F7DC-E3AA-C5696206A00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EA016A-AEA2-8811-5A19-F1251827613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CEA11F-0685-3695-D606-F45885B3FB6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B67148-BFEF-48D0-06F4-DD2DDCFDE26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ACCC5C-E3B2-411E-E538-EA554107F94E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8B2A08-B1D0-7E88-B8FE-69B6B5CBD347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69EDEC-86B7-3D41-E4DE-FA52E2262AD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B5F3BF-9AD6-5424-D204-225B4B76B55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201C2A-B680-EFA7-41A2-93929A5DACA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7010C4-4639-70B3-B603-658D1927ACD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E9042A-B855-C162-E015-DF5D75E84BC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DFC340-F020-F563-68E0-616B7AEC600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5B6DF3-7BBF-9989-F681-B9C8D8486AD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E08178-4040-0C93-02AE-01FB175760A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CD6EA4-2748-0908-B087-F757143EA51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9698EB-62CB-2ED2-7BE3-4F0F6400744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DEE3BC-02D5-914C-E4C7-15D06EEBCF5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E50CD5-0289-CFF8-BE5C-E4F9343DF37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D368B5-D9F7-8FB7-FB1E-2C905C99259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B737E8-31FC-10E0-7904-0FD90311003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038472-085D-7866-F59C-7C7D41AB3C3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487D87-9F75-839C-091E-0B9CFEE36CE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CF1D2D-E58D-4669-2C2B-4925C1F3C40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B9B17C-366B-A8F7-ED65-8569DAF609C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96C438-C982-7EF1-3011-48353CA0AA4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09040-CCDF-466D-EA3F-01B3D3F2FB9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E25378-20C4-F730-A042-97E8CA0A9F9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F92E20-A3DD-634E-A095-412F6ADF277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C77BBB-0947-D508-F6ED-58266C53F95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51E222-7B88-0CDB-7FA1-2AD69E78016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1722F9-3127-0185-67CA-E0A7EBB0803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BA963C2-2881-D840-90EE-2CFC97E36B1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794697-E7F9-E5FA-1CC4-5AB9A34F5D7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00B2F6-C07D-64DB-19D2-DD63F229CC5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B39AB6-28A0-B277-9906-C0B8EB87FE4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258246-44B7-1F90-A3B5-5577C8E44BB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39980E-D596-D69F-A36D-F80F6D59D87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1ADDA2-A4CE-E5F5-24DC-B8662CBF0C9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71E261-3E9D-A344-47DC-03A1498CAA3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DECDBA7-8B3A-1F8A-4186-828D3F122B5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3852FC-1BC3-5B08-9166-5AAC01503BE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5B36412-0718-2437-C86D-F629BC26832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0102D1-6975-3F43-F54F-DBEF3BAE667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E9A1CF-A02F-9CEC-6EB1-A71B6F69B80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72C029-BB3D-50CD-333C-1A2ED2D6619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62D5DF3-8783-ADB1-4B12-65ACBFC9D65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E2A293A-ACED-D322-9EE9-35E09FBC147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643932-836D-A493-1788-533F0F2CF9A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DB74E5-2E2B-A2AB-1CB6-F7B4B3E2FEC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6D09D2-4B0A-4C07-1BFC-EB0BB518EE4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9068A6-8ED0-9CCE-F1F6-BDC10084E22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7D6B84-1B42-7E08-1BE1-6817E8851FB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5779E64-197C-C743-570F-E41155D8DD8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41448B-9FD7-3378-F049-A5D7D792891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DD28DAD-AE29-7C68-1E01-9DD4BA240FA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974DC9-DA0D-58DF-5E90-58B9A0DF4E5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C6C59A8-3CF6-DD83-62E1-5776B323628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564843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A7176-7F57-E0A8-9536-90FB0D16F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0576D8-63AC-D8AD-AE56-CE33D507BB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3AC3395-0051-A0E4-3D2B-53F60421F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CEBDF25-B926-371B-9FB8-9762736C7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E357D8A-2EE9-89F3-9199-D19AFAFD4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D600A05-110B-0CFA-A584-CF6943E240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B836DB-CC8E-9B70-041B-99F15B9AEFB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3F5AD-37D4-F09E-B595-F6EA4E969BA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04D5BA-7A2B-0FBC-3E8C-9986E4A2EBA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A3BAFD-FE8B-2746-BA5D-584B3E88A48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24E1EC-74C9-2B1B-3959-DBD2B894D2F5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7D7DB4-10A5-BEF1-1829-BD0F30EFD819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43541-F4EF-8439-0D1C-D281ABA9186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3FB99-83A7-8752-70AC-25BD46D2032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C717F0-2385-C4C7-ACAC-A8CBB4E9B27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4BF1BE-6A17-FD15-40C3-7883EA8AE05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F8BDB7-5B80-F804-8D0C-E0CE871341B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A61E8A-6666-6FEC-7C61-CBF453A7773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5AD959-1E0A-71A2-9137-46C7AF10679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58A10E-AE7E-4375-0857-785812E0321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A2BDD9-A609-5846-1266-02F83A428C6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0A0561-5256-930D-3310-627C9702ACC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04561F-70F0-3B34-002B-D5BA50ECF5C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EE4EB1-B1C3-51B9-FAB3-BD8D2F1AC6E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1A76FF-165D-1115-48E3-41C0AF2934F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BC43CB-D1E6-048C-4F4F-F9690D95840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9BF8FB-1123-C598-D37A-C8D2F600651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23E565-F2DD-CF2F-1916-2544AFE441F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9B4FFF-C0D0-46C7-6991-C06846FAC65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D29546-9210-928E-8CBD-F3E1F195896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8D8BDA-03F1-4C53-C231-3B066874220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DD241F-5B8A-8782-BC59-D8723F2EAE4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E19F2CA-6445-E24B-B988-23D207E7C40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5B84A9-75FE-21AE-81C1-B942DDFE539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B4A9F55-F033-D402-A68D-585ADB36A33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9412DC4-5AEA-D4B8-6A4D-B61745C477E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424158-4DF8-FB49-09A2-9B6C803D879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46A6DB-8DA0-8020-24ED-75CD8213B9C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EFF11DC-3EC8-CDD1-1A24-51A000793AC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A1B340-AD28-4350-A64D-1B52F059B2A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1AD410D-E67A-3FE9-DE3E-57D271A8D0E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B1424A-3D82-35CF-8218-4D481F94C73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A6922C-E007-B252-60B6-84FF7DCE9A7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7964E5-C79E-79A8-428B-92FEC9F1FC4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37C3C4B-D171-EC63-5B4F-7597B162976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BDC028-50F2-9843-52E8-299D5DC3E07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C843683-4A24-2CEC-645C-5DAF1EE4490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9E3EFB3-B692-CC0F-5695-E4BD7E8A801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C282E0-8458-5E9E-66FC-B89B32899CB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A52C91-EE54-8ABD-3C14-D99D642E938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E3D6E5-C9D5-E203-DE11-00D3DBCAFAA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53ED691-98C8-3F09-14D0-17A2BCA92A9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A028C3F-CDE0-C0B0-144B-172681BFF0D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303F15-8DD3-80B4-DFE6-2021CBAC996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305109-52D2-3786-2624-12D20B7DB91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2A8BA2-5719-32BF-9185-2DE10164170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5CE392-A08D-4A9C-80FE-931E03DD8C8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615B83-4A44-588C-D951-5E20022B1CF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8113F0-E769-AA00-C836-CCAAA761A59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FB05B7-ADC9-D406-9A8B-EE1B72C3B98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37B0C8-8F84-4C3A-2B93-A6CA3E775A2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C6A070-387A-A453-ABCE-0F69F613AC9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BC043B-9678-F83B-316D-43AF83C295E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633005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3C696-5F16-33C2-82E9-A55057560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13BCEC-7A2C-FCEC-FE7F-0502E85C93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5 and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60FC574-5851-D4B0-F2F9-D36658DEB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DD5E505-EEBE-8B5F-4478-28796CB62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E6A10F8-6170-91AB-F21F-CAA486CA81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6A59F51-E5C3-37EB-256B-234E57A4E1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682091-0C63-A061-A09E-4668C48E5F4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DC1DB8-C3AA-E775-D859-506125F652A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61444A-3F11-F9D0-DE52-90C32E76211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F37AEA-6F0F-59C1-E5DB-A1D758091F6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31D157-4E68-A815-2135-B74C993DD665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E03F2D-88AF-9E8C-732A-D964B57F704E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43D432-ED6E-3CCA-0517-C014DA8578A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5DC001-0646-9E6D-4687-6E0D46BADE2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34A848-3338-4B46-1B3F-9D39F9A0691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240501-66CF-3932-6983-1AEA02E0DDF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DA4B24-E3BD-0043-F201-0152E29409E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EBC56D-30D4-32B0-78F3-FFFFFB1F262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F5366B-DBE2-F36D-C882-90B0E53849C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AD0CAC-1717-21FA-2A6B-D3657F42680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E46B12-2861-8EAC-A5E4-DF7E05682D2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B11C88-DFDE-40BD-8D0C-4938456A9F1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85CC68-14AA-5DD9-E6D6-A08FA231A96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4F64B8-4074-5A43-D95D-97B72DAA692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5436C3-3B37-E055-70D6-7A916EA170F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43E4C7-62A8-509B-CC99-9F9D4ED6DD8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A0CAF2-4C5C-5159-076B-19CD3D017CD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31EC63-8A24-0AB6-7CF3-7BBBB58844E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CCED09-689C-8729-6265-453088206B3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8ED1EB-B87E-3A41-F315-A77B92AF0CA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D5FD1A-4B68-03C0-74FB-206C6D80BE7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837E48-4BEB-43D8-23A0-3E6B11696BB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5A9A3C-22BD-E30B-AF71-1DBC0957FFE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6255D8-B447-171B-9F75-BC5D0CC746E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11779A-6068-D3F4-2147-F89180C09CC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7CE92AC-A732-2D7E-A19A-1E2D6C7BC02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BA570D-1B6A-28F7-567A-E89E1B6AF73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F6662F-A695-8BFE-F076-A840B2352E6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17B34D-B2AE-AF2B-19B5-F31EE423B73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97E744-E753-17CB-E981-5E6053BDCE1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03B0EF9-5B38-2759-C2A3-B9298F06AA0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63F816-0AFC-757F-AEC1-6E336CF1319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6BF8C3-E7DF-9EC2-11BD-7949B65D54C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6B573C-C31A-C096-100E-14DEA33CA78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CD76FB-7E58-59E3-42D1-79EA68961B1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E1DEF6-7CDD-9A4F-027E-1792ACB4CD3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1876AF-7307-2EB5-B8A1-A1C697E3903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57658BC-7D35-EC58-C8AA-D2B5D9B5A49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FC9F79-9A65-A2FA-3893-8D957058EDD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BD5FF3D-29B9-0767-2120-244F5CC71C7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08B4C65-BA82-7F94-2457-19B67D8BF3E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E68AE89-8268-5FF3-6E5D-D23DCE5F7D7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8FCC1D2-AE26-9F7C-3EB4-A7E10A8BE7D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D9644E-4E01-B2C9-0EF3-71AB1C1C989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DD6141-F096-956D-BF92-D8DFC3C1CD5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BCD470-A048-C19D-D2B1-A60180A9D02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B64A42-5551-11DD-08FA-3E3811A41F6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B09030-BDD8-C25D-1B39-76169C50CEA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925032-A481-B08B-C347-B85663D9322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3E311C-7E09-94CB-E50D-2EE7CC19B2C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7E52700-5F77-4A3F-6546-68BE84F6E90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C00F940-3737-626D-2674-BCC025A6FF6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C3DDCD-5DDF-DFA2-B6EA-459E1FAA5EB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7E98D42-2C16-5F6D-C1A4-DC488A419F9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4CCA49-1638-6B62-80A8-814EC4CCF9A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78EEC88-11CB-61E1-9CB6-F517ECD013E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DCE3FB0-F5AB-FD0A-4795-DD64EA8527F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5E453CE-E5C3-7CE0-2DA8-154CB98603F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E2E1D57-4DFB-1179-8F3F-C95BD93192A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17231507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5B8AA-5FC7-5FCA-A4A9-5A3098CF6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6D01A8-A95C-76F4-6DD5-D72FA68075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Rows 3–6.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FEA5FA1-0840-8091-98C7-6DF47201C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A5EBC5B-F818-1F78-3B1B-2520795CF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64DDDDC-E7AC-085C-51C7-7591B96974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E23B77C-078A-1E37-8E69-478BE444C1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B79D2E-80A8-1ED7-7DD9-D65C7BAB2CA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0CBBB7-F5B0-1867-4DF6-987F9BCC276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E2CB61-BAFD-4B1F-8A91-09934B63A85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403254-80B2-8B06-E7A2-DD5ABAFF4BC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BA1D4D-C3D9-4D94-E46B-0F1968B3AE1D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A42D2C-E804-63F4-794C-5BAD12D900D9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298F95-FA03-D6FC-6178-366594A4B33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D5219F-B406-19CF-F213-50E80798FAE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7DF3F8-0BD5-F7B7-B55C-FB65AACDF6E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749A70-1908-FFE9-9E33-98F6BB2B988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07664D-0BC7-10E4-7741-C7EFB5DE6F6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B84D10-B233-91BF-0B0D-871390B2F05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026E33-6141-96FF-74AF-38B3C9AD652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A3D288-480D-6B1A-847C-79F470247B5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D589B1-6C23-2837-7870-E22148F09B0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096405-32A3-19A1-BCB1-067E01E08C2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CB6C28-B51F-AEC6-7939-764D65E7567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052C0F-23B8-006A-219D-E4C8CFBB21A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607E55-131E-9160-F11F-5B6F56B0864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48F99A-FDBE-E708-0271-F63C61FE0D4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1C133B-2E31-EF7A-B085-D34F909B931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7CCBFC-5E7D-CE43-DA9B-B829F5DF174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F69703-8232-362D-7EF6-CACECA4439F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2383BB-9277-1762-0926-06802D902B5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E529B0-8703-A775-7AA2-9F898358FAA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0E438C-0FF1-25D4-302F-D941459976F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0B5594-39D4-E015-C270-707DC500301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D10281-CCA9-C929-CFD6-B0EBF966F13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97270D-FF5C-2B54-9191-D793699AE36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58B84C-B709-ABC6-F557-A1157448401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92CF7A-FEC2-8839-D89E-196C6A84B80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7F1A499-1E71-81A7-2D76-9D49FA1070A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D15C055-1D66-3C91-8342-D42B9CAE68F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9EA2B4-4CA4-520F-81B9-C9A3001A2FC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B126A4-A488-FD24-E93C-F53420A3B7C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332702-BA36-030F-BB5B-1D04743962F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A36262-BEF2-1419-AC6F-18B121FE32D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E1C921-7A4C-76B6-5F87-1ED2B6601D0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2582AE-F169-F2D2-0332-7C063966CC1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30ACA2-2F9F-2831-1E9E-5589334A081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96A1F5-64FB-2B96-B565-2A65567F926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176103E-91E1-EAD6-0728-8A5B04606F5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8A0DA1-4B11-0952-A0C6-81AB785A44F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6E6D7E-36E5-E877-7C14-0B3F5EAFBB9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8B0D9B0-F340-7EE0-3ECC-C0DC2B1F028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1472D3-21BC-5B08-F196-652C988EF91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F6D7E01-802A-5BB4-B805-544F5703FE0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1842BF-DB37-538D-744F-17CB158B4DE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8C00E8-ED17-BB20-9D3E-7FE5EB0E9EF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B131CA-4832-8362-9305-B350B549B98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DF4437-BADA-7EBC-A677-FA61D385B92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A68A85-1EFF-6BEA-8312-166247A0996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A14E6E-DD59-7B06-61B8-DD083AF087A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52CC6F-67C9-FAF3-EDAD-C18CBE8EED8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08C6235-605B-04AD-486D-9171F9CBBE4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872F3A4-D23A-6C81-10EB-D0160DAD103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6A8A45-EE53-90F1-DC8F-0E2F69D7A80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B5A189-D435-BBF0-B744-44E752E2F15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B8F19A-3600-3C4C-3AAD-8A1FD7D8D84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C5DA0E3-43CE-B6D2-E732-F83BAF41FCD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82AC87E-080A-42DC-6A01-DD6A9A9F4D2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6F932A7-A515-D13F-B5DF-9F29EC8E2E4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30F73BE-1EAD-6DF0-2C45-C16307EC4E5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79E06B-81A6-017C-1AFA-98A69F5EFF3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97CAD25-CDC2-2C1B-2121-4E6D11D4850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599C656-76E9-B76A-02BF-BB418D6379F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60194D6-BE5F-B7F4-8A87-446CB369C62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018E09-FDBA-E154-E6EC-5F1067929DA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3CAFF7-99CE-B63C-DE0B-63BB41E4CCC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</p:spTree>
    <p:extLst>
      <p:ext uri="{BB962C8B-B14F-4D97-AF65-F5344CB8AC3E}">
        <p14:creationId xmlns:p14="http://schemas.microsoft.com/office/powerpoint/2010/main" val="39744539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A28BC-D9FA-C819-D1C4-E30122137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1436BE-0749-D4BF-57EB-319644B9C3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8C8F714-8C59-8824-AFB5-EC24FF7E5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2E5FB8B-558E-76CF-C10B-8C9FEC7E3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6F40266-343C-A1D2-B396-F89693DA9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8C7E986-A3D7-F2D4-EA44-F3C33FB6AA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F03DDE-AAEE-C4ED-F423-29D588B4F16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FC0CB6-EFCB-5C7C-06B8-303013C2102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5C7C26-D2F8-DFF9-7267-388C2F46CDE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E99552-AC4B-8348-2575-EF8AAC6E76D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A9AF52-561D-569F-6268-CFB9930703B9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6BA200-2E99-2FC6-90A7-CEBA619087E4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7011F5-7674-AD26-A737-B82791A17D4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22B873-C72D-572D-BBEB-739ED49D971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AFF3D5-A8E8-C9A3-E502-5AC01D9A1B8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B40595-1DA4-364B-2F2F-EF1672CBF5A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B03EFD-ADE4-6123-43A1-AAD0E2C22D6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C9036F-B6A9-97AA-941F-DDDA6A99AA6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ED3A5-3EE1-609A-068C-D4E2B128715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A2F18E-8BD4-3F3C-5F8E-110AA474CBF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00F323-C779-F24E-018D-CC749E36A1A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3FCE09-3FA0-6BBE-0E14-CECBBC4B54B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B11C54-4535-1006-12DB-4073C0315D3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D5D714-A9A3-6EBB-BF09-41A38104743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6D763C-8C51-CEE3-EF10-9DFAF19EFF4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51379C-760D-9C43-F255-C6292EA7E63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979454-BA64-6CEF-F3DC-3DC23DC62EB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48CEAB-8883-54AB-380C-320DF242C43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92C784-5CB9-4503-3EC8-F575B30369C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922DF6-1FE7-7BCE-FF29-4981663E079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E58C11-3CBA-416F-4EA2-A2F9758676E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92E67C-AC28-4B52-DFD0-EC60661A8E4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37C35F-71A2-4EFE-5D77-8F217EBFE8C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0B2346-73FC-9034-6BCA-D9484744197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581E59-4CBD-130B-97E0-E7D4A98774F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1E4E00-7FB3-26E5-6F31-E6C3DCEC83C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5FFFB7-AE55-248D-C104-53140BD512D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F35B20-FD97-6497-EC93-9CA43213409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7D0686-3018-7BB1-879B-23659F8F1ED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2FA5C04-9A34-F56C-64D9-3E2CF01C647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B19200-751E-53B8-6986-61A9E56EDEB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2D1825-C87C-6D17-E9C9-5A9CEB8514A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C51922-621D-7267-A09B-CC475098B45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7BC814-ABC2-D7A4-ACA5-242D6197C10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E5EC35-5311-0A43-2EB6-5ECD586FC64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22B293-CD94-0CBE-E11B-FB1463FBE1A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CDCFA9A-53E0-5515-7AE7-C529959D83F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1C90F7-BEFD-D779-37B8-80DB7709162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13A8B3-2BAA-8CDA-CAA9-D32A7327949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1FE2402-19CB-2A8D-5F1F-93334FD8843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D6F85C-541F-393D-7FB4-05159C13023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10F935D-5FFE-C818-A2F7-7D9A8F3A45C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3806A13-6829-5F9D-5FD5-63B510BB39C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74709-6BC5-6246-5C2B-67C57A49572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82C8C-CE36-58AA-B91D-DCAF3DB52EF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715A7E-8CA7-2B5A-10F2-94184C70781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58402F-9325-E27E-0E6F-D6D7F2372E9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FDC66C-EA83-8624-9890-3FDAA8BE0AD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60EB30-FE38-4BB8-984B-05922C53FE4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5123FF-5216-20D1-ABEA-07A1A60FC97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628AE2-A88E-8D09-5717-EBBD6954226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5FD6531-D8F7-829B-69C7-B730519FE3D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5C47E1-E1C1-B3FA-2A71-D89406950DB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AD23F5-32F2-6F62-0026-5C4DA893C12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CFE4DD-F141-6CD5-E928-49A4315C0D7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B5C72B0-BC8A-4C3B-410F-07A908804E3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2AF9B28-84A3-2852-64F5-D5A5344A88D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FF2D399-CB68-61E3-56D9-3EA955275C8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453FBC-8FB7-9594-0B8A-B002606D77C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B9DC084-71D7-7DD4-0DD6-BD70669BE86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D9FA05-76C8-D8AD-B92D-2B89FC91EB4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789B3F0-D918-2B44-2E35-D8E7EF8E08F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FC6AA43-B80A-D9EC-19C0-2473FA9360C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42BDE1B-43F9-1E21-C6B5-51FDDE3369B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0619F69-5E87-B016-D5DE-98E9D3DFA00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</p:spTree>
    <p:extLst>
      <p:ext uri="{BB962C8B-B14F-4D97-AF65-F5344CB8AC3E}">
        <p14:creationId xmlns:p14="http://schemas.microsoft.com/office/powerpoint/2010/main" val="36084224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BD7A9-A96F-3154-45AA-C7F3B580F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14563B-062B-F844-E624-3BC3A539BB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upper left block, 7 is in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9D51DD1-F5C3-F608-8E2F-F7A5179F2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3B2933D-B740-A66F-5E34-B99B0DE71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B08F62F-B163-6A1B-E6FA-D458A5E3ED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807D631-A864-0700-EB55-4589C9D06C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359DC7-50F5-DA48-ECFA-2F54178FBC3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B0C36B-F252-F7FB-F027-F809513EE1E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52375F-84C2-1CFB-63BD-F4235DD797F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D2ECE0-2E40-309D-0C09-9169451759E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34A413-517C-930C-F0D0-3A9378DB91A1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8FB2E6-7F27-9EED-DCAA-40C18B71BAAD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D02587-8A9F-3868-D388-A65EE9CFECF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81B7C9-4934-77A2-FA05-71CE6962FB0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B4DE84-8B75-9C2A-BB42-A760087B4EE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A4949F-444B-40F4-E73C-F0F25D18065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D5E506-ACF5-6E61-0A15-77FC1606C5A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6A1601-4A55-1427-4829-7AEDB0C82F4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8F8DA5-F366-6324-1896-536A34D6B01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EFF24D-7EBC-73AA-A745-E386C97BE99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770578-9B47-B645-07D0-22A4D68823A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72A0FA-F4F7-A234-6852-59E6875A287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CFE285-B734-C905-3002-51186904D29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CF6917-0D69-7607-F97A-A4F12F6BBE1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EB5DFC-94A8-ED55-C4F0-0C3685E4723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6FB50D-27A5-5999-50FB-F2DF732E29C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0BA77D-569A-3A5D-FA9B-45DBCDCD41C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E18A22-F412-89A8-D82E-21424EB29A9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91C693-029A-430F-0970-58187AAE285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0596D0-4E33-23AA-9080-0FFBCC69E71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2732C22-4EDA-DEEE-6A80-09611F03680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BA758E-A8A3-372D-4E70-9D46A24D2B7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5A6D7F-C1F9-8953-CC8A-4FE9A16913B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358660-160A-1EFC-85FC-4521A7EB9FB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68D25BB-BFD5-30A8-7B16-7CEC6ACE93C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72750E-945F-3027-3D1A-4D32795E2EA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FBF5DF-A0B0-67FE-F250-4AB12EC0022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AFC030C-290A-0F9B-973F-B5AA2539D05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3D92BF-5222-4ECE-43AE-45816AFB5AB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A0A1841-AE43-585C-0A84-EE755C03346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6DC895-1385-2A03-89D4-E001AB11FD9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B50EAB-9594-3421-E23D-104982C191E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9D8BA-A6BE-77DA-50DE-54760D949AE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1DC3313-3FAB-D17F-BC7E-9C09EF22D05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A3DDE1-5390-AB23-483A-7F273BC3349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B081778-8626-24B4-8557-C56732289D5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0DBCE07-7BD4-32D2-A6AF-CDD200B58C7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8837F4-5621-A898-2627-386674301F3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DAE7E52-3A21-0485-5666-71DF2EAB47F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A2DCFE8-9C09-3930-1E7A-7DA8A606F3F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912C632-B7A8-C19E-223E-997A9455C41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F6A44BE-008E-833B-15DA-E17CB9F4C88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F1626C-8F58-F111-5426-D29E4FB8A95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7F52DA-01FF-2EB4-5B0D-2FA9569DD56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EE5E54-4C50-12C8-5DA8-3B461D8B8A9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515A62-64FD-81B5-5756-3E833FB7B75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AE2302-E422-F097-311A-DCF3D147F39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3CE0B8-1BDF-11B8-1A75-EE7C56E1839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0A3D576-492A-9CC5-8FEA-75A2B22ACA1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275D09-5A28-EF6D-9DF3-EEE1E174BE9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3E6CBA6-46C8-9A0C-9F37-F91C6E3BEE2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A4D8B4-1873-25CB-E6DC-FED3D4005E9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03DDB8-9B47-C4A1-6BD4-D9A067E802A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262ADB-CB3E-9A4F-C00F-D95C2B09505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9D29866-A8CD-8B04-8130-A976B6FD011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5D61528-F914-D544-DEAA-200A8F7BB04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6C7E098-C6E2-8A4A-B89B-DF50CA5C7AD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A3B6577-CCAD-C123-B2BA-FC6961D9D27E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63CBB4D-846E-8E56-58BD-B6FC28872DA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1B8B22E-FCCA-F378-C1B5-4794B36F9C6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9188C72-CC98-4EB7-3409-01658E3A38C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10D762B-E206-DE59-2E11-EAC0C17C2F2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CA2E5A7-8D81-9A80-FB1B-7D531E5B447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7930D55-BFD8-5655-8CAA-076E516E0F7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D22CEB-9527-0756-B4CA-6E04B1ACAEF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483254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912AD-05B4-49BE-F427-76E93B207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F307CF-95D2-FD0A-D9A5-6EC404C67E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3FFB9D6-8E54-FE84-A804-7C9AC235B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2A2DA0D-AAB4-828B-C967-B94F46F9E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97BB984-C865-27CB-CE95-019F943379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5767EC8-E13E-3A7D-886C-4FABB32815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79FDAD-6595-CC48-B64A-FB5540817CF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5654F8-8EE3-E176-B902-85F6F4F5787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D1BB54-9950-18A5-B050-79DDB6988F3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697094-3554-CD5E-5468-6B236F50256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B6D30D-34B4-7E48-DA1C-D44C99E96A21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3A7E0C-5BDA-A28D-888F-FA316DEED12D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2ACBCC-71D2-A732-555B-008B82A6105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2D250F-257A-64D5-8B5A-73C5B58FEFE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B9A69C-357F-4234-F89B-3CCD066D013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4309C1-C6C3-BA34-0C93-107C79754F6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2C5E8B-947B-8A05-9AB6-98993D01123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A8797A-AD7D-A837-495E-AC6ADD21415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866349-EA7F-FF9C-599A-E3F096A192C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CE1A19-1E20-4EDC-4187-3753B1D564B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BB8E43-8B06-4A8A-9D01-D9DAE970891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FFB489-5F85-1CCC-6761-62035BF7938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505CF0-D93F-6167-B388-A860AB69C4B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A7B496-4AB2-9292-F5B9-C111C8074A9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88BC86-AB2F-0295-2452-D3223015B56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DAB4C3-0782-268C-7460-C32EC25C1DF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B63D4E-04E1-8866-D67D-920D9205418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5F51D6-F30F-99AF-D7EB-424361701D1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A7232C-BA49-5715-8937-62F12E583F0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1B4464-6117-3B51-D6F7-33A97F14926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A80B19-AC66-680F-3954-63C7EA56C2F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DA3678-4C40-8DDF-94BE-2BD72615A92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2F0C65-8595-024A-EA30-A72FC936AE3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BD6229-6537-F66D-0C90-654FF024684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2C02A3-84DE-92AD-587C-E3487690E23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7BB418-EBC9-262E-0000-DEC1620917F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93916F-5A0E-0C5B-C012-EC78FF5C478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B333D4-B0E9-6D2C-63BD-0DBA4523505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6DCAFB-9C98-2026-07CF-CE0CD31BE12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47D01E-725B-C623-ED97-CE5E078A2DD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A02F01-F475-BBBC-7839-C13C62F58E8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857E54-8DF2-AB24-E581-9E1C7D56671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15248C-078C-5C0B-DCBE-7E216E59EF3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E83FD0-C710-AF7E-BC70-55AD65D534D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98ED0F3-B0DA-56FB-FB42-8353876F118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97D3B9-B16D-1AE1-8798-C3E4914E77B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69E9D37-086E-199E-20FC-68CCFFA4745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E61663-7392-9AF0-D500-1B1EA8D9CE4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24132B-3B59-75CD-03CF-7242D662732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14E522C-7C7C-A505-B62C-37B6FDF0F45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D5A9360-75C0-A595-D807-FB5DA7DB0C2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A6680D4-84A3-C3F7-3845-9D40F78C879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4CBA2B-9E96-301C-95DF-37772069CEE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094086-1CFF-BE41-1AB1-0B336047193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51D589-AC3E-D0E9-71FE-9C3771130CD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3A2A29-34A5-DA72-5683-2455250324C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1D2A90-D953-6E44-6010-9AB7B8A2C7B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29A706-607C-F388-8506-CB34D2A7B64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5FC95C-5775-B460-2730-21D366AC0A9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9F9AB2B-2511-E7BD-5CBF-86F680AB67C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6BA46CE-6906-11AD-5CED-9C9019CBD5B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FC9E1D-1F31-A1D3-96E8-9E68388E276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8093AB-C493-A277-0E16-E108BAE496E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64EA514-88A4-7F9B-502E-04B667D2E25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274A4FD-77C2-75B3-DE09-90A74C13DF3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949C5F9-07DF-79F8-C120-1DC8BD205E3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BAAF439-5989-78CC-DA49-382065FC2B1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506FA30-57E6-82F6-119F-0EFA9FF5465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EDC3C26-769F-5127-E062-583B5B7C40E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59CC311-84B9-7540-1EEF-DF2DF1F7BCA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77226E8-7BEC-C1BE-BF3A-C60C4159E64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6580168-A800-C8FF-65EC-AD747F2289B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3068098-B2AB-AC6C-647A-EC2C40E4FCC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9B0D17-CCA6-B5A4-F0D6-083D9FE1BEC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605C1DC-8C78-5700-0CAF-D8BC7719ACF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606973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82CAC-83CE-00BE-5B73-D26800350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6DBA08-D064-1D13-8CBD-6677A90CED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7 in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4C2E77A-C66A-78BB-C64F-498376DFE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CE9F7A3-500F-43B6-6EF2-8D26E2533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9F79A29-0756-B7CA-F9EC-3F99971C1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7DDFAA3-9267-71AA-547A-AD62EFDA58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780715-2C44-307B-8704-C0F350AC447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3FF750-539E-DA40-5C0D-5C761F1F7E2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992BB3-4A03-50AB-5DFC-ECB45CD3FFB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9DB974-1840-EF2F-DEBC-2D07E859294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A39CE4-CD63-3086-08CC-790D5FAEB8B7}"/>
              </a:ext>
            </a:extLst>
          </p:cNvPr>
          <p:cNvSpPr txBox="1"/>
          <p:nvPr/>
        </p:nvSpPr>
        <p:spPr>
          <a:xfrm>
            <a:off x="6654802" y="4408541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23456789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FC8EFB-CBD1-92FA-4D2D-88B0C394175B}"/>
              </a:ext>
            </a:extLst>
          </p:cNvPr>
          <p:cNvSpPr txBox="1"/>
          <p:nvPr/>
        </p:nvSpPr>
        <p:spPr>
          <a:xfrm>
            <a:off x="6654802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D2BE13-E040-48D3-1105-DBAFA565C5B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54971B-6C26-98B3-49E4-06E89A17A51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635E99-71B4-AA3B-2676-609229D15A1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83EF46-C290-6272-D3C7-68E99BE1733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D0E244-8209-77C2-D6FD-34F4D587048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E967D8-133B-D141-2ACF-C1F28284672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BA6D8C-15A9-DA3F-0518-9FB3BC9789B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2DD913-5294-4F00-CA3D-DFB6804DCE0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3BF1E5-92CD-8492-D6D5-19DE0F871A6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EA7CAF-069C-FAAF-2A24-C31B56E9D95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6433AD-BBC7-3366-0338-EF8CBDC515A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56959B-E4B2-4E2B-4BC2-7C06800317F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99E6B4-5846-5820-B53B-C06D836642F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E008E4-BE11-B99C-D6BA-5B2907B3F68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77F90F-25D4-8DDF-7C2F-46D68ABD316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03DB3D-49CC-1C6A-4211-DDFD5A9FDF5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61773AE-7457-B8D2-FEE8-BC6A85C6C6E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0490AF-75CE-1559-3A5D-362AAA58870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B7A1DA-2592-5C3F-9B65-BE470799F97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D329417-6EB4-0A4F-55FA-4DA4C087760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DC1779-919C-EF7B-B67C-E099B225A24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14008C-86B9-7594-E49C-9CB978E0734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59F3C0-20DC-BDB4-7A1D-E0382605FF9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1D6BE1-A38D-F172-E500-8413C7F9327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5735A04-94DA-CE46-3F45-46C3F1DD169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A9A614-27A3-ED70-79E6-FE105E18280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560601-3CA7-896E-8B13-FE4095E5BE3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F06274-88E8-C861-446C-F36C034CF20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2D9883-8B6E-10CE-C139-E4706BC97A2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1FB91A-08E8-9AD2-3F34-1C95E5B0530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15CD1C-2B4B-B1AC-E9D2-70B1819D935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EA3016-1953-F664-9400-100CE43DEB1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260956-14C9-27B8-8BD0-54F4BD838D0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52EC4BC-887E-3049-2295-740926EBBFF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38B4FA0-847D-7002-C721-CDD1C751C49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0A8DC7-AFA9-4DC0-337C-D4736DC35DA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F8BBD90-9BF9-1B1C-D589-8F7C531BD9F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0B9B98F-C4AD-3938-99EF-B598FE7E7FB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EF33D2E-9139-89DF-B9E1-8292EAB6058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9D81842-9AE0-5C8E-FBC3-C0DF667E9F0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E36E07-114F-E8F7-702A-B228D8CBF77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2E68E6-6575-E92F-57B8-428CAE857AD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B2E9B7-D6F4-3829-56EB-1F4B444ED0D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19B1A30-4668-A29C-4218-E4CE60D1BC8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222B4F-E2E0-58E4-F3E0-8B306253B05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6CEB8F-B4B9-0C8F-11C9-C91BAEDC06C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59C7B60-F53A-20B1-FF98-7A7A13B54E5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97F1F56-279B-1168-C5FB-6A4C1FF1E36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F6D4A74-3C53-AA4B-6151-2BEEE9EC488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EBDDFB-C771-FD43-659E-1A3D7F988DA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3A5A0E0-214C-57D0-F041-2836E456525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21073F-3962-386D-A49A-5CDB9717505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1BB3F70-9650-2C0E-3874-1F677B23525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9C6E23F-2307-83A0-A643-BED604D75A1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02C8965-28FF-5059-8B5D-44537B5C615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EDA6CA4-7D3F-595A-1860-5F7902A037C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B1AC6A7-A0EA-6599-B39B-8F8E80C8143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8DC6294-DAEB-0E69-F4C8-5AE52D99E01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CD0992-7D93-FD59-649E-6FFBAE13E99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EF37D24-411D-EAF2-078F-7ECB485DB91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DE581D6-19AD-BDC0-09DD-10FBE3890EB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DB933E0-3562-C6AB-A002-61C47450C9A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89AB0F9-4D65-43FF-2111-EADD076DE95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E7D27A-7F5B-DA2C-9926-EBC4A47B38B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883786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9B2A9-3FB8-E11D-D51C-5C5C16118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1CD0A7-C3B7-F972-F377-F9B699E818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B3117EA-0055-1B20-6EB4-871374C28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B8CA7F5-B323-818F-6559-CA032F60E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E8A1A8C-0749-4ED3-6555-7E1759C5C5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CC69918-FC27-2656-06FE-678AEC621B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07EF01-BCBB-9689-B716-94E9447D55A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D78F43-DC4E-FAF0-964C-BDCA3CC7DEA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02016C-6183-2BD1-B041-770974329B6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3BE863-B673-4467-E626-5C08891ECEB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969675-10E7-3071-E49C-D4901B1F3D2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E652B0-BDE8-1A9F-4724-F0FE1251460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D5B542-B7A2-13ED-EF63-E3E778D7760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6DE71E-0901-64A7-8EBC-E95AAC2883E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1A82B9-E44A-D1BA-D53A-F4825E8A124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CAA001-B6A3-78F2-67A0-6318819DA44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BEF482-0C44-0FB9-62C0-43AA2A6E199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115FA1-A3A9-55A6-752F-F8CFCA5AF87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C88312-A2AB-A0DC-7694-8D7742C91BB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A5B2C5-3EF8-8749-D409-E0395E2D103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66618E-986E-DAF9-44F7-D136A73468A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6D12B7-A601-129C-DF74-39E2EA77CD3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AEE6B0-7904-ECC2-A4F3-94F6DDFF42A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D95D52-2962-FFFD-C4E0-0610F3929BC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BC7DE2-CD0B-EBA2-4A60-82D13887FA4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6BD9E8-8B6D-3032-4576-1D82E8C8076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14E444-0264-E243-D86F-711AC00A09C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F5CD53-CD00-6E9A-20E4-A67D10BF84C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85BB59-FE8B-6C7E-70A1-BE6EC34D15F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84C53A-78F9-A9FD-6E3E-555B7A4D6A8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0B39E2-7EF5-01A0-6315-9471A882A5F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9F3E4E-E8D3-1CB1-8DAA-A39F9AA33EC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0F81151-D02B-4B3A-56F8-EF2110B96F1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57BD20C-E398-0FED-A2FF-56570436AA7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EA638F-3D09-EB84-2464-89F6D4BF8AD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455F02-3ABC-D52E-DD0A-A50BA4B10BD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99919C6-6E49-EC8A-E483-B7EEFE298CD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F79AF73-78DF-549B-E69C-79A6F196907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4B13673-8248-8D2F-FE57-65ED6B726E3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A119F5-FE49-62F7-41A6-C08D5E5FFC3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CC156FB-BCC1-41D2-3EDF-9E1979C0398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851B07-E48E-0E42-062E-B5F570628C2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D3B745-06FF-AA84-26C4-EB0E046E669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EEF531-E920-5823-3BC2-C7C1224459B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E23722-3D0C-C7C7-A2B8-F356A01B6A6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FFE3ADB-E3AE-BE11-FA69-0BFA38CD6C1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374991D-542D-9C45-DBC2-BAB8EA2F597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A23D06-69E9-8BF4-F77B-68B99B738B5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DAA4D5-8E53-DCC1-5760-A622BD22472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A79D53-336B-CB08-EB0B-C3DE7A53C61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79178CF-5738-A114-C81D-D873E0F62A2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444CA3-84C2-EDD8-9F95-D92CDB5EE8F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A0B948-10E1-084E-9346-A1BF90173C2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159E7F-8416-09F6-83D3-24AD34ECD84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766FB8-B24B-480C-7995-351D3B5AEDD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28A737-C342-AD76-0047-051CE6CA083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C38D55-DE5C-5857-DE4A-B177BBDD4BD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21C0B1-B96F-DA89-52FF-AE6439AF0A1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831658-2984-4AB4-D701-E77D49C2351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36900E2-BF95-3A85-9496-1D37C1A60DE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6DB5097-9AE7-0325-4F0B-C07C4592AB5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D441EE-590C-A033-6FF5-BB458D2DB2F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346485-5A85-DF24-2DF5-5CA8CAB7D92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6D41B1-7718-E480-7A5C-5EE055FF670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F4CC90E-C6C8-E5B8-0B99-CD1FAC2EE02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BE2215E-E65B-1081-6C0B-25CBEBE3434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0E92FEA-1726-A99A-CB86-DF43D4CEFE4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218F237-F975-93BA-3EED-6886DC3D89F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ABB5457-D022-883D-3BB6-2C92BE0DA24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FCABD92-37A7-E662-A8C2-66146CC385E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6B2F1DB-55CE-8342-FE28-B7EADFBE58B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01CDDF8-FB20-6538-1D72-994C5BD9AB2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D6FEE3A-D1A1-A8F8-DC8D-A029539AAF3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737ACAE-0551-9FA0-15DE-03C3EB508C0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6A4D130-F15C-4C89-3969-379D2CA88D4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124125-62A8-43A5-C6D2-D57C027712D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55933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12483-1F77-7223-90AF-1DB33D73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1BE413-AD0E-FFE5-7931-E5C5FE4206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D5EB7CF-4C5B-7B5E-4225-C2892AFF2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60943F4-FE11-3FDE-CF74-311BE017B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A0E1385-AD40-D04D-5725-F441D134F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AEB1C36-A6AA-D51A-FA43-6367DE2F9B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DDA040-B224-4E82-82E1-8D0AD7AE7D6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57F170-C2E6-A3E8-E6E0-521CC0D3116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3BAD43-CE2E-C94D-B669-D95536A2227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523DA0-A886-DBC4-C1AA-F82F0064B0A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DFEBFC-0777-A2B0-05AE-D3B0AF2C907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7F27CC-AEA5-DD7F-04B3-753BD56EEAD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BA85ED-B288-1360-E3A8-0FD086ED981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633C69-318A-5430-9C6C-04EC1B871DD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088288-08BA-AF9C-5404-B1F5E8A15E8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A3F7AE-C5E4-87AA-C5FD-639EB88D5D3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908EEF-4409-F757-6C02-1F1B1E593F0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EBA788-F81B-6F61-1B0D-16F92FCF3AD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6AB936-BD99-9B51-D230-F54F56C98DC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D1A36D-B618-250D-4CF5-4558666FBE0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4F43EB-362C-6C11-40CE-73012C51690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AF4CC0-587D-B1C1-5367-20956971257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E5E06A-F584-B1DE-4D4D-BF4EF717849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B265B9-AFD2-674F-E3DC-6C28C19DF48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1BB1C2-3EE1-57A9-7C16-B2513EC68CF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A226A4-B232-2E27-36B5-636D13007D1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05F27E-9391-7012-15BE-65AC395AC62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B6CF91-A6B2-96BC-B931-1FCB0DE748B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AAFDE7-5790-698E-4E58-CB25450550D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96ED2E-E1D4-7E8F-3593-D60E51DB01D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0EFABC-CA18-E9FC-9E1C-5E97A969E76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C29CDD-BE5C-88E2-E614-308F55760F6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A18388-B99C-C67E-651B-F055B226D97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D01FDA-0F6C-9769-CEE3-908FD335524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3D33467-AD6F-CAD4-1BDC-CA939EE11E2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B7EE35-1E4B-4694-41D8-11C7F9A521E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A5AD6F-7EBC-A50D-15F7-0D8EAD3DD64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DA2C16-0180-916D-B0AB-753D846B936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9FD520-473C-3B1B-B5EA-D0E2C57FF45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27C998-B091-8C7A-05B9-05BDC405BC8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0DD49F-F4C5-9F26-F3BE-11372EA6679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437B5F-4C45-AFCD-1CA7-E7B6CE0918A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96AA2C-5B67-9677-579B-2332D0F66E6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18B3A52-E5DE-9338-20E3-912A2983C93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FF52625-6BE8-B888-53F3-51BFE947595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4C4F11D-CD9F-0AE8-5555-3ADF1926108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AE9C74E-350E-1E00-40D7-7B6CC09DF7D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EA500A-F83B-FB01-1AEE-94401FE098B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982058-DAC9-1B61-C6C9-F5BD3762506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B8B7B55-9CFF-8F39-6843-57243516732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F1115E8-9C80-0D9E-3650-0A0889603C6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ED6073-1569-5AD1-F9BF-7793E388E8A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09C25C-909E-A69C-4A22-C78286BD9AC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FF66BE-A02A-64F7-3D10-D6C5DFAFC75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A872A8-1C70-900B-7890-03967E7D41F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51677C-EC02-BF53-C8B6-E6301D2E15E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FEBE48-F2FE-2031-F24F-F82A2EABBD1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24782E-FB72-C777-95C3-3DCD4E47F0B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2AEBB5-147D-5C5B-462E-1B76A86F2AF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678DEE-D69A-A715-C600-B8745E5E2BF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E26F11-112F-A88E-545C-472DBC0AAFF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A7D615-EA30-4A61-514B-E282CB07582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032F6E8-FB33-71E2-8638-EB60F20FAF6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BA4B389-4F62-25E5-2BF3-61C459EBE07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197E5E3-7D45-215B-C5F8-D4AA3B903BC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DF01799-1FFF-B091-0DD2-3074DDA4917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0741784-073C-FB13-8425-56F03DD45D5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04A6899-2FF0-ECF2-ECFD-9C9F786D114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7CCB055-D267-B42C-C8DB-505B05D58C5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DFAA7B0-3965-53B3-D6F0-DDE36AE3F4B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86714EC-FF56-37D1-1C4B-D3220942034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179C089-99F5-0184-13E0-F4C2E51D380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E20522E-8CE4-B7C8-5958-EE4D7D5C965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774EE34-F8AB-740E-9CE0-6E578D6DB1D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D9EB083-1CBA-23E6-7867-78875BF96E3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2A61941-3BB3-50D7-D1A6-950CB901341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B093E7B-004E-FA51-B048-7E8F5C06E08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A33E6AD-2A54-3EC1-835E-BFF1CC5638B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3C0C3B1-66C8-6BA9-58B0-6AB67E0F9E1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B665F3F-015F-CA8A-0009-8D5744B2B44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</p:spTree>
    <p:extLst>
      <p:ext uri="{BB962C8B-B14F-4D97-AF65-F5344CB8AC3E}">
        <p14:creationId xmlns:p14="http://schemas.microsoft.com/office/powerpoint/2010/main" val="35473874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83837-1FD6-62A1-CF53-8263E78DE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2485FA-7E83-5F78-AEB9-71BB641348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7, [19 in 3] could be 289 (not possible, no 467), 379, and {469, 478, and 568} (not possible, no 123). Therefore, it must be 379.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36A4181-44D4-19D0-20AA-B3E27B4C9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689FCB1-8FC1-45A9-8E82-459CF1D58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BD3BA81-CBB1-742A-56FB-D46653D74B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603CC01-00E8-225C-7A6C-3B717B0E9A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B6148F-9E80-F85E-487A-1FB85CC0AF1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A2B29-5B85-9018-88F6-7A930F9EDDB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A5395F-DB64-4EF3-EEE6-A1412801EDC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078292-3A6B-231C-6931-07634FD8BBA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41AB89-75D4-1B5E-85E4-BF246845EA5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7F5FEA-7735-7A09-B6D1-2FE605854F4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986532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F21770-0302-4AF9-E57A-6592ED7F98C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50CF0B-ADA3-3078-5ED8-E4466F34B56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2D4462-FCDB-8C62-7B23-01C96FB8461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596329-E30D-E437-07CD-615FC0FCE1E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A3D7A2-12CE-987D-4F1A-ACC708AE060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82C087-661A-957A-462D-8BA3AC64923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2A38A6-B2AF-49E4-348F-BD15D82A603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89BA9D-DB1A-3DF8-4C79-35751D5DDB7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0DBC0F-0D0D-C93D-E5B7-E11E23C0A41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836138-2C68-A590-16BB-194C29931CE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F08883-70A3-B9A7-A7C5-1E776D6F011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138559-BFBC-4D9E-A551-673E9BE9CA3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DB8A15-DF6B-0FC7-015E-77AB5EA612E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70626E-AD7B-437F-553F-4E73E56902B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C1F005-EDD7-50E4-A429-17BBF075E49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753C3A-5B39-2EC9-B22E-F72BF4BC355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DCF682-B8A3-5AF4-65D7-F29A8A50230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A35154-73D7-62CB-F028-60E915CA419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775FE41-77B6-02EF-78A1-3E8E5CC82DF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5AE99D-C59C-4D49-D4BA-BAD5D09AFA9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A390CB-6AB0-5E32-A4A2-133BE73AAB2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3F03D0-D8A8-DCD0-AAAB-870F2544581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C77052-019D-E41C-CC18-4B1073C02FF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4A2245-A673-0CC0-D089-88FD64401E0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C967B7-03EF-D9BC-B66D-8297B37CA8A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759BED-5831-82F6-63F3-D6BB50D3C9D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7580E4-AC4A-D1B9-E049-F86019D498D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3573CF-9481-E61E-C11C-A2AE99BB70A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127F974-CE54-B85D-EA5B-7F3E81F0F95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760261-838F-1228-72C5-3BC529744F3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5CA7C7-21F9-9AF3-1F8B-357A5F76039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E8491CE-A984-D311-CD5A-103DB2235BD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239CC43-BAB7-25C9-0984-766C7E453CE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48B486-E098-D1A9-78C0-BA2D8F3C158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24F7B21-D09E-8DD2-D328-A2340B701B5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C5465C-F4D6-53D8-75A0-E469485A4B8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0D899B6-C8AE-C4A5-9432-3E25C566FDE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9229590-9F35-F4D6-B772-E9E051729D0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0ABD38-167E-636B-8BFC-EFFA7B340D1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80CAA52-CFE9-0A1D-B458-18B9AD76840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DA6B26-3A28-B1B3-C874-B7F0FC9F928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CDE76C-B27E-2F89-6943-1272C63280F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391F81-374B-E1F5-D6D6-5A005B3210D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E4D08-FD93-B585-5632-1D02422518F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786FDE-9DF3-34D0-E08C-0F7789529F7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954D05E-13AA-648F-6974-E086C7A2322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8EE314-491B-BB51-57C8-ED47835ED5E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B92C1B-2F8D-FF83-6F48-1504AEFDDA4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C990BA2-CCAE-44D0-5630-4562E4483A6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D5DF74-EEDF-BC78-DEB8-274C742D577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1D2E299-A1C9-822E-92C3-289F300256C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CCE507F-D353-E8A4-E8D4-CDF6BEE1AAA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E8835AF-6953-E1C8-6011-6BEF00E95CA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5EC5F5D-5657-8A29-DF71-9CDAE02C13D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E679989-DFDE-810D-D4E7-A8CA30C2736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E77D3A1-05A1-A6C3-402F-AE68BD8003A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EE074C3-BCCC-1DAD-1ADE-FB3B9765337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2B9D8F5-4D17-9193-1974-29DD15D4854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EE57DA2-F339-857F-C639-4AE72C5B06B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F5FEAEC-852B-5FE0-E2F8-C2A4DA33737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5E741DB-E7F9-2F64-CBB4-7A78FCBD84D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5C60A6-028A-CDEE-A5A3-1C2EA753298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7086F97-D177-20FE-0EA6-8A57B314D2E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B0B81E7-05F3-B924-027C-22DFE6BB465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166E120-C11D-4EFC-4C99-EDEAAE7BBF4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92B4373-9699-176E-EF35-A6559C1A9D8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377DA44-7EA4-7B4C-3AC5-A105D87889C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01992CB-3250-AA22-66BF-71B40E297FE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87AEE95-86A2-ACAF-8D49-09F8381A221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289514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ABE03-E80B-8E22-A703-6613380FA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44AFCD-5FB6-6BEC-271A-C681460796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7AA5CF3-9CB3-9630-D3D7-E7CFB7BB8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FBEB661-05EC-CB98-4DFA-F7B5E54F2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26CA70F-D033-1BBD-27D9-B8D7367F29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17643F2-FCB0-C169-F9AD-84021FCA2B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B738B1-D985-70F7-679E-5AD47113A89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4E982E-6727-DF8D-EA8E-1A7B67E94E8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B8B484-1E6D-DED2-5FCA-31CFE324EA5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CC7CD2-8D7E-9135-C283-86823A06E0F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49CD9D-0D9D-D945-2DD9-45B16AA7140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463006-8042-A71F-F9D9-1D0C3E90FCA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7E0C2F-8416-1939-4E17-2D0F73528A0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F4D73F-3BA6-3800-80EF-08C93E4683E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9769F8-EAB4-0099-239D-14DE3C05225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BA4645-0142-98B7-F443-F337F07A6F5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9FC6C1-AEBD-7E03-9596-ACC8F7B50A0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DB1665-29A1-F680-F454-599F32BB100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690955-7F24-E567-3036-ECC6F1AD874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8B71EF-06CD-AD67-A38B-2726B422247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CEFD8D-80BA-79DE-141D-B6C277EF0F1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73CCFF-FFF1-D912-66D6-2772634D97D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C6E1F4-9E27-413A-D175-1580423FDFE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98D81D-2DEA-9089-AF47-FEF224D58BE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568A9D-A8C0-0EA2-2A99-45B69CF1876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5B2172-036C-4AA6-7457-C9297D3CB4C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767801-C6E5-A2F1-1F4E-A819C59C9F8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E56E1C-8DE1-1C87-A574-409C793A07F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90FBAD-BB82-9226-4563-5C4433B0F8F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E08AA3-FDE2-8FC8-DF7A-E209214D586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62EDF2-20C9-45B7-7D39-490887DA392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F33A1C6-CD18-3576-D5A9-E69EF47CCF4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327991-4363-6796-EE6B-C0D6128729E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9C21E4-C231-7514-BA12-21714FB6E01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85B6AB-BA60-D964-B82D-E8408E53F7B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923484-5E7B-9E76-2A0E-97C0DA4A30C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73BB6A-F82C-2009-B5D5-8D605F8CEB8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072247-8E77-2D1D-2EE5-6B4D25C931B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4DE39B-B93C-9421-64E6-C84A38ACF80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E148E2-B313-FEA3-5BD6-3467BB5DE61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C342B7-02FD-1F59-8275-76320E6C948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0ACCCC-B667-E289-2563-E056E6830CE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5FE9B33-6683-1C30-0C0A-A8FA9124991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00A4F7-A655-4577-F9E8-B6CBE9E9399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3FD02DA-82AF-E06D-2EED-9355BB8CE1F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4011E4-F8BE-9830-EE14-FE89E6E0A8E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D192B4-9985-3A14-E2D6-5EDDB63EF33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062C8CD-7C90-C9BB-D8AD-F4036986CC7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75284DF-6529-54AD-19D0-AF1BB0D77BE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6885756-E911-87E7-5E8C-B468554B301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7952F0B-97B5-3713-1DA2-D74897EC2F2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FB8717-18C7-90D2-BF40-C553CAC3336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E77B2C-A935-9100-CEF9-207CB927A65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1F284C-4337-562B-03A8-1DFD5961512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B525D9-1F2A-A818-54DC-FE517AA5580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5641C9-242B-8E4D-72E6-AC86D6B63FC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E76D17-625B-9E69-B24B-C542C92A019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8E2C39D-DDCF-9E42-757E-6EA7EA32347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488FDC0-F973-5939-2731-95377EF8AA2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5FECC43-F307-D8C5-65DB-51E60F6A1DB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30F250-66E1-1586-3912-34E648DE56C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41C490-4D01-386F-E9CA-8A3D3CAE7F9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BE7C3A0-587D-FB55-CFD1-68287573D93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5CB7B74-929C-E3DD-BBEF-E0311DA9ECD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53ECCEE-8D98-967B-A084-C3F0524A113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5BF352D-CB38-9E98-DC89-AA4C8BFC949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599F259-607A-B2A1-79EB-358E71B498C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921345D-DEDB-9C2C-37A8-4305799C561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DD6AD13-CD22-B55F-71F5-FB68AA0E0D9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A3EB6AE-034E-F67D-5608-495C76F0406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F34508-DAC6-436B-4224-1167B2F6178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4C95A3-23AA-8D0A-DB0C-7EEDF0DA781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3D319CD-0C2E-E7F0-335B-677053C0209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92812FE-9C7D-4DFE-9457-AD495D4DF16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3FDB875-4855-B66D-F98F-F4DD4A5C072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3EF044B-FF20-D816-D6D3-19DA665F9E1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30562BD-3473-CD72-FAF0-554A24B1168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4CA3304-8CD9-D2BA-35BE-92836B414E2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32F136A-0203-7655-AB3E-693DE3E6E65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4EEA421-8DD8-E1DC-8537-156C9682C67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CD22265-E993-0C6F-7EF5-C671CA01B2C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387291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A70ED-6E55-D994-100B-E92B21055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24AC36-02BC-D414-11FC-9FAF916EB4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9DDB286-6C97-3ED6-6503-8B1CA9FD0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5485809-14B2-1841-053F-481D461CE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49AB9E4-ED25-8307-55E3-EB410A0C4D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164D216-2A94-6FE4-3E4C-333CF60838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211968-772B-057F-0430-966E633C428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727C26-041A-8182-D97E-99A8713EC8E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1BC2DB-19CF-D423-0F5B-F1B4F06FE0C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21AFA3-85E3-45B1-2D69-A7DF362F96A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419780-A4BB-8D8F-5AAF-72CA99D2B6A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7C1776-3004-34FF-2836-CF723AEC643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511204-F7F4-D5BA-BC34-EEA6872EECB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DE2CB1-9186-6C71-92D4-3735E71C1D0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044DAB-2D9D-7118-6E79-00CF2C919E2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A0248F-0EA4-80B5-780A-CBD1CF10649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2C8DF8-734B-2170-7083-4851FE2BFEB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FAFCA4-4D40-FFD1-92C8-8B1B6CBB37E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DCAB10-F387-C09F-486B-0DC63183D47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03A270-D1AA-D2A5-C35C-B799A7B243D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187D87-9920-15D5-0934-8EE4DCCFDE9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178BAB-502A-A763-5303-64C0F8CC22B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0F5EA5-5A4F-5488-674D-7921D706D62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184B31-BD20-5A1F-1A3A-D713F9E1E92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887D8B-E85A-FDAC-E004-A83CB4F33AC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833B5E-B965-FDC4-232C-D878F22CE00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8C32E3-7B4B-1D40-EFD1-6701948A2E9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AFA15B-97A8-DD25-5F45-C3371D4DDAF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58F1276-7580-BBCC-DB50-5BCCDA97740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2A4927-AE94-C9C0-89DA-43EA3C8F5E3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6B7F531-C6E0-6067-B001-53FBF524054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20FA63-D656-A158-E6C4-481DE1F7A51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8CDFD2D-0A54-890A-4DCB-3D6C5B8182A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D773E9-FF5E-FCCB-92E9-3CF1B90DFB5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19B009D-3BA3-954C-D328-69BF1724E63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B0BADFF-EDC6-248B-912E-6CE73609E0D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6B3663-5903-6384-5B36-3F09A514E19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A60D75-337A-DF93-C9FF-C8D04C1FA18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6571D4-3BA3-75D4-0168-091A073828D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47648C4-D997-7767-00C9-E337FA871E3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A3CB27-CA86-C790-6DB5-0D3BBE86EA5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E24D6F-A9F6-0117-E0BB-18539E1890C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5AC5318-FF9D-2295-B1B7-0164A5355CF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F4B62E-7D02-4839-C5DB-DDD6D78143E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0DB904B-50EC-EF55-B02F-9188624AEE1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D364CF-E5C7-FFC1-8B39-6DDD2AF9C8F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C88C01-A797-7E83-7170-AEE953016A9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89DB6E7-C9BE-065D-0D44-FC7C06608D5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BF10AD-73D2-7B4A-763F-A0E75960E8E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4EE3EE-CA92-F8BB-2A61-3AC8A810714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35ED6B-279E-1E26-5884-9CE0A67BF3D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BE7B56-1884-6C49-FBEC-9EC82489500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D883D8-E021-6536-1E35-3D26EBF69A3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68E680-007D-1F5C-FD33-30E812FC984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C3244E-94DE-3FF7-30EE-ABA9204FC70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3DE714D-F862-220C-C5EE-FDAAB082D45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99E899-5044-8620-8CBB-CC7342837BC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05AA43-007F-B220-00BC-885E02AA603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22E13C2-5111-DC37-FE6C-B9A6AB2EC33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058E047-1AF2-B3D9-EEFE-C653ADC7BED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FFF7C9D-D8D4-14D9-CD83-6C31E3269BD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E47BE78-3C90-1D30-5692-BA50EBD244F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9ABDC15-2641-432B-373B-FEC83A7F810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F9AA28E-F787-FC4F-040A-B6A7AC0816A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44F7CF0-D18B-513C-421D-F56302DCD69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CB9DB01-0BEB-FD29-03D8-85752606EFA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95D6BD9-1236-7309-F1AA-7A474DACE4B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673CCB7-E3B2-F53E-E220-F0F74DE5ACA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99975F-B1E7-77FD-CF76-134A5288A04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D77229C-E87B-9E81-2D29-2524A389411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4FAE447-E2E6-A006-4B29-53AD75A6DB8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2797152-8BD7-0E64-747D-2219F081303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F155842-BCD0-B72E-BE8E-DD3BB5A98DD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D775EFB-0A8E-5C75-0DA2-1D5E851C871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55C0C39-6B8D-D42A-9D4F-D9983B43234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EFF61FB-4227-D5E1-7EF4-DB1F9E0A99C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C14B52-FEE7-1F78-51E7-01DCD932B75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11FBE1-803E-6126-F0A7-9B80B59841C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90491C-D7E7-0998-44B1-8D6F6758B69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38D0311-37CD-2A5C-208C-AE89D93D76E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9061761-234D-54C4-CC47-A99F3CB102E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673954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40D49-322C-E14E-2B30-AE90E4BFE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2B1D73-1816-2FA2-F181-F660BC7948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FBCA73F-0FDC-5EF4-CD83-CD980FBA9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03E8B3-BF89-2778-67FA-9A33414D7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8ED225A-C8D2-014F-79D2-CBB2AB74D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93742FC-F5B2-904B-179C-C71A4E718F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FAC9A9-7062-2C67-BEB9-1EF8389E94A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900D02-1158-39C5-08E3-509A71AC7EC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A9B2E0-A6A5-11E2-CBB0-FADA3801868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BAF7F0-0CA5-D35B-B5F7-E8E2A10FE9F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C629FC-CED6-13F8-2642-9BE0F6BED0F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5C5F85-E68B-DBA7-04E9-514D658DC18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C1C960-CA47-010C-3631-682C038A3D1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77578A-114E-AA97-592D-0C0DA7394DB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96C4D3-0A47-1662-C3EA-F43D3D09822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8644AA-EDBF-8599-F6A2-3EC0EEDBB09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1F19FF-7878-85CC-CDE1-A16C41011BD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89DA08-91A2-0162-D7A1-2E805376F85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4275D2-6244-05C9-76E3-DB65A1AC1EB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EFEE33-1E77-B404-8B8F-F58FD7C72CF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614EAB-E926-8D83-5A22-AD5D103A2A5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C572C0-AFC9-E53D-3FFF-A8AC66AC249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45D359-7EC9-AFAD-0C7C-44A19503FB1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EEC2BD-44CD-535F-A544-423CD85DEEE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75CF31-8A2A-DF5A-66EE-D4078F77845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8E3653-688A-427B-C2A4-37A51124B79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41C75D-06DD-EB07-A52F-89240DE7283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94A044-BEEA-C027-F60F-94F8D5553A8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2B8487-53CE-B4A9-E420-44249B799FE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54113D-2D61-AFE3-FD05-1857027CC0A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B23880-371E-C4A4-7BDE-94D19D70AA0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B89381-38F7-D2D6-E09C-44F06B815BA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DA6F621-476A-3653-3111-2BE26FED45A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3DC92E2-AADF-C5E7-1A86-0CBAA127A9E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CDFAF8-8C60-DB03-035A-7AE5017085C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EBDEACD-C6E2-CAE2-189A-5CBB27B39A1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DE922A-8B7F-2308-2FB9-D167F3E7ED6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9880CA-1107-B40C-EFA2-A070FB33105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4F15FE-BF90-FB62-0791-3C4364D9C57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491EDB3-9BF6-9FEF-9098-90A34F25BE5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9D48F9E-B8FD-DA24-6847-862AA6C638D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EF7857D-5462-9AE1-4CF3-0CDB178552F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F792A5B-3C4A-FAC9-DB28-F38551FF1EB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CC3CAF-EBFE-27B1-035B-7E85FFD3FD7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CCD65E-BAF8-1FD6-56FC-37B7AD7CFBC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130D171-B2F5-0BBA-E820-EDC57F1E4B9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A85B048-FA07-6670-749F-5D7D61EC4AF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C682662-8ABE-5094-11C5-0301CE8CEF5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0D608-82FA-63B9-2358-BC7D3438AF1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583FFA-D269-46E3-CBC0-57D04185C0B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A5037E-DAF6-3396-9BF4-C9728EE87F7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479D8C-C7F5-8FCE-394B-4D5788A31C3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7EBC2C-0AD9-BA38-15D2-661DE65FDE4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9B2736-0BAA-AF5A-7B6B-90621FEF810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5B808A1-95F5-87FE-A984-9D1708F5A40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E9D8A1C-4447-F82B-7B2D-B45C3115F03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272390-0E56-8738-FB7D-2A4A77431AA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F5CAC6-7F92-88CA-B446-BC2742B3A18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F84129-1B17-E838-6F33-DFCCA77126A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D9CCCB7-3653-5A21-CCCA-2EA93022D02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D4904B0-50B9-57E7-EFC9-E0244E3E488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1133126-9701-EC62-C399-A4399881F25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9B21BAF-68CA-B1EE-E0B9-C3CF37AFF2D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74600CC-EDC5-BA20-9FB4-65E4FDB7685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540D7FE-7735-7EA0-25C0-71A5E1738B5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393522B-8BCE-0733-3DD4-2630255072C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5174229-E067-3F9C-E168-293AA70CA8F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7C73884-DA52-B8FC-2960-F6D3EA1B75D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2AD02D-C2A8-C409-861B-E13F12F2BCE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2BC8948-7D3C-5E0A-0FCC-3CE9484BEBA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0A32CE3-EE37-5277-7216-DA502A3CB68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FE315BF-601B-906F-350D-55B4701526E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9CE7381-6DCC-FA3E-72A3-368616D72EC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2F2AD2E-F4C7-9D60-FA2B-D4AC681FF8D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BA559BD-EFD3-7044-B146-4A67EEE31F2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8B7B15E-0BD7-8326-8978-63F3D3BEB38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FD436F2-26B1-5A2A-F8D6-58ECAA10EA7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9EA67A-872F-3E6F-4E92-E607AA9161B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4347C9-8C40-EF99-765E-5E86FD3AC0E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084E03-DF23-9960-0F1E-4DC3CB7C720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184DF4B-6EA8-B8FB-3B6E-0EE3CB94D87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671543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89EC6-B56A-B5CB-6690-E27D78119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5FB1F1-12EC-74F0-F7EB-0D195430CE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8, [11 in 2] must contain a 3 or a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C124468-DD77-4210-A038-08F738AAA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AB5D91-8429-A799-07FA-E7272DC68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D7123CF-1C37-64C3-4FBD-0B0DC5A2DE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F46BCB1-49B6-A9B0-832C-E495AC4396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5EC144-7E73-D876-2138-FAF0CCDD70B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84E26C-382A-324D-159E-AB054B1C5D5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DA4BC3-0143-6E47-A232-5545A7C6C84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287B1F-6C22-A70B-DC1E-072DCADCAEE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E268A8-2B64-B774-66CA-78F95D60D9F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9BB4B6-0954-3CBD-4285-B5E2B00EE5A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C332CF-7E2E-4FF7-B074-EE40220A545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091AC6-F01B-9579-C99C-D7940070B04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AB3D29-0F0A-15D5-8A82-A8717B64B25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A5EC91-B10E-F618-94EC-9586BAECB3D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382EBA-B4CF-DCDC-80B9-C2E996127E9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82C3F3-DD9A-102E-77F3-8D7500E3E50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5D3B5B-A00C-04A2-FB60-D902B34789D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EEB0ED-096B-F5E4-B38D-34F1646ABEA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FC188D-8CB7-AB6A-4678-A3C8F4B9B33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C78679-2960-7906-4FBF-98392850718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A4A26D-32F1-5D5D-C840-F937E507EA9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60E39DB-5E3E-1536-7428-BFCBBDF3C16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9C586A-3E55-1A50-5C3C-A2E182F824C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23BB5-BE0E-8CE0-6BBA-78CB93B1B71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685536-B2D6-C9D7-A39C-12E4714FA16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C22DE5-1FCB-18DC-7750-6F86FDC466E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484FCA-53FE-6DBB-EE50-FBAD309B9B7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D34D493-8F5A-25D5-EB23-D3FC6B088B1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CE1887-0C6C-7E1E-C4F1-8FCFD1F2D64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866B2B7-7F97-5E67-12AE-AC88E47D2BF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85DC07-E2E6-E8DE-C827-4F3848B9D0B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9456549-1C3E-BFE8-CDBE-3AE2EFAFD6B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345892-211F-F19B-138E-8A801C66A13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9EB17C-CA86-9990-D2B1-E046F3EB67B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80654E-93D9-4BB9-8369-36877CD91AD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D85059-8FB1-B13C-26CC-1ADB76FB5A7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950CA2-09E0-5E4F-D3DE-6083EBF75A3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50DF9E-2CB6-FD4F-84AD-8B09A998F5D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2424EE-57E4-78EE-AFAD-89173DC71B6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ED027D-BDF4-4112-7A2F-AB34AAE5E7C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DF5FF7-111E-A4AE-04C7-9F5BC036F02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EC4653-7ED1-FD79-D1FB-0DCF90D91A9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008A99C-FA64-6B7C-9766-68CA591A524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640E46-A60A-47EC-0F89-3034BA2BEF3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7F26F18-A035-0ABF-2128-3CA05868541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C34A671-0685-842C-11E2-ED8F233798F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359D92-5C31-637A-3E75-8F5544E6EB0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DFA64A-FA8E-7600-52AE-4FDF864CFBD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31EC51-584C-EFF8-EE53-5375A7AC571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931F99-2737-ED4C-CC00-28A88A68820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AF107D-1CE3-79C6-C182-4CBDB326D3F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D0340A-1C0F-5705-9EB5-80E0BB7456E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6822F2-40DA-2661-6F56-6AB2549A21F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B0E738B-22B7-2030-3B6D-05D6FDA12FF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F440271-6B3D-10E9-53DD-ADE0241C95D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9B77F2-5538-ABF0-0301-B7CBFD490FB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1D0114-44C3-CF27-5D8D-D68DA6AB295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A3C7306-36F9-7333-2EFB-C90D760EB50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59E4B24-84B6-E548-B795-A77A352C6A8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4D80068-EDCE-7006-8D9C-5B368C46401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DCCCB6D-C99D-1EF4-911B-5CCC2E906F6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477DF5A-C9C8-22C3-EFF0-4BE128B4328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5819434-F9F7-A21F-055C-8B902FAA7A5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8FC42B3-B86C-10B0-517D-6D889E681B1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3664779-F463-3FA9-DB17-CB0FE131FD3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4FCDF54-082D-71FF-B6EE-95C2017AA0D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EBA39C-53E0-3DA6-BD6D-9505AD25AE1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6607BB2-AB39-CC34-1B96-74D812FA013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9C9A22F-428B-1C92-8909-38855DEB7A8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53F8217-35C5-B479-4141-DEE8B2EFB82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44673F7-EA2A-F8EE-CFA9-AA1B0CB3E4B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67EA9CF-1058-D8BA-6492-5B9AA69DE18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34FC0E9-E7DB-B8C3-9042-497E7F3E190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84A84CA-6F43-174E-0E27-2CE0F870A06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F48117-24EB-A785-67BD-97087F307FA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5D992F-97FB-2CCE-71E8-E43A078271C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F2D06E-8B6D-5E36-87B7-F3C4C0FC804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8942B4-FBA3-858C-ACBC-33EA7BB9EEC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CE57E0F-B097-2095-B3D1-70DAFFE9A94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599371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BCAEE-B390-48F3-4913-883D18B14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646369-3B64-8413-AE9E-957D2FAD63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Column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CC123BA-0CB2-B224-3477-A54026A93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144B925-A1DA-3953-E131-2D4DD7185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4C4CEE7-AD17-CD59-A541-F578CE7D90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B697906-42C1-49BB-FFC3-DDDCF1602E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E405FD-DAFB-7C8C-3226-CAD3D836013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33A0A1-0D1E-51C2-9897-AB6AFBE300A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B5EA9B-0E8C-795E-3AFD-D4809916016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5F14F6-7343-AC30-B7DB-8E8D3649AC3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731FB6-A86A-EBCC-083B-1FCA4A42DBE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C94DAE-32B1-0167-CB0F-00D2FDC109D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71E605-E91C-08AA-0BDF-8F527658FA8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AB0C4E-8996-BB78-EF6E-F0D5C843C44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D91207-ECAC-340C-C0DF-75418ED452F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1110FF-FC1C-230C-47AE-0A67593720F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996971-2374-422F-22C1-E2E0A20E8DD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2CCF11-4420-C669-FAE3-6B7828D2ABB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1A95A0-8F28-3C6B-F5EE-4EFF7AD91C2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02943A-FD51-D44B-CF81-BCDDD7FFDD1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51AE39-CD5A-CE29-D51D-7F865D81B1B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FF3638-A297-8402-0A4F-EE16B8E20B5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B08E44-1329-E190-4B14-FA698DD98FD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E5A233-D02E-B21C-393F-D63D181024E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E5BD1A-3FD5-B232-4464-74906F7E36E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475DD3-084D-991C-B505-66AFF574E6B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46CA0FC-F406-6462-2173-25356AC9FB0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780D99-7F5B-F96F-125B-62CEC65820D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3D2C4A2-D8C3-3810-1081-9899BDD831A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67D926-4430-43DE-3292-AF6473232A9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5BF351-9E89-190D-768C-18C9446F243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C643DD4-8543-AEBE-6DC4-77275E510B5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BDE68C-E5B8-68C2-2E45-4906591B325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1117D3-76C1-9859-3E95-09DEFDBE482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2778CF-032A-C852-247F-FB521889B60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9D3AB40-81B1-6987-746D-CB4C5C92535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7DF3B3-374F-F9C4-4442-7F8E4A1573D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8EE41D-965E-5552-EADB-6361E652FFB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7CBBA6-8EC5-CEA5-CE71-8B024F68DDA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CD1971-5792-3C22-53AF-D5B3639A814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EFAA07-C6B9-4AEC-F881-74196716CC7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3D2282A-7672-21FD-22B3-4BCCC1DE853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B1AB22D-625F-02C4-6A37-7403624AD87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FD8D82-7C9E-B203-8F33-469EA89E7D2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E48241-7D7E-F055-B210-6F4A427B429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4A1B8CB-6C2F-3894-DF18-97BE2D973FD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21D213E-9518-8BE1-68BD-C88AA2F4D2F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27B402-A371-031D-6F46-8DC6DA30A6A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C85386-081B-91FF-493E-C6FB74AB53D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3FF38B-AE7B-0A68-FDB2-6A59FE52D5B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BC4E13-4645-22D3-C92E-BA2C98C127D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C95A3B-26E9-4F87-DAF0-51DFD1FFB0D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B91C7B-3C2C-73F4-CC2D-5151A7C4EBA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827303-5D67-8E53-0B01-3B0A5C1470F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BD1927-C333-1C72-977B-2DECD30FF5B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313D88-DD8D-F881-2E8D-357181422C4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1AB56B-9245-DE63-50F4-116F3AD60B9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76407D-5A4F-F30F-DCFA-AF3FB7C4165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24D3F52-A0AB-9AF9-DD76-7EF136259F9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44DF166-BCC7-73D5-DD39-4B5B42B29A2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DFE33F6-700E-34CF-AF72-F4C37271DD3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F5D9759-A127-CE78-AA78-1D6030218D5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E21559A-176F-2178-89C9-B6921532001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3237CA-EE71-858C-3380-C5715D9DEF6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70E9C79-55A1-34E1-3DA8-0EB56078727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41A0A03-002A-AE79-7CBF-F81533D4C6D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BC0F91-0D3F-4B30-7117-2235C47FEE9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BAB1152-0816-177A-59DA-79FAFFE1154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66B92C-72F5-5C4B-DF09-A15858712D0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5F1341D-1EC0-A476-C9B2-8F18AD27E9D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51B86BB-398F-6DBA-1AA7-6C859FED2EC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693AE08-0025-4774-66DB-5A0B1C17522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15741FE-B547-A09E-4039-58655E66974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67171B7-38D7-2703-83AF-3D8CE1E96A8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692F842-8319-B99B-E0B5-14E6C2F182E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C3CCE2E-A11A-2192-0321-C471EDD4AD0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434099A-5D90-771C-BBB0-B2EB00609B9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ABD9A7-C66A-9E84-C258-CAEB53C7765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67C37A-602B-093A-ED08-4023513AD76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5E9102-7537-114D-DD21-F9D54936500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B8A983A-DE97-F439-5D1C-E5192C3D5E6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DC1D6A-3A4C-03B3-9B88-582947DCC15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314398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1A146-9DDB-4984-23B6-B218D79DF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8E8011-D35A-B4DC-F1D6-DCCEEC1EF5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84713AA-865F-E8DE-9020-5A8503614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6F38B65-1A95-6117-F18C-F8A99D041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6D90B43-F2E2-DAD0-B7C9-42F781F513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9BAAD23-529E-C8C6-F401-248C103891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6DDD77-47F0-8DDC-9E39-AB3B68BB205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4A2E9C-608C-86E2-B816-626C63180E5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2C8E70-E184-F3E6-34FF-55F35FCB62E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B699A6-4254-7AC1-BCE5-340B146B34A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2AEFC4-03ED-D418-9998-EAD3103B7FE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656C53-7F96-14E5-25DC-33D85E321CF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E79DF0-15EA-98CC-F928-F4320D041CD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5D1F1D-47A2-1D5A-0E34-D94A893E4EB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15936-6815-4094-E083-D947C6C89C9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9A0731-8C4B-4DD9-A412-0C85C7BCA2B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159781-BCFA-507B-A8E5-C9EBF9823BF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6B2285-F014-B7AC-E63F-4E71706E4FF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5AB5FE-B4EA-2335-83AA-AC861B4ABA5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7892C7-8A12-A34C-5C1E-BB9C21FFA36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B61E43-47ED-76E5-7CE2-E84258F214C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AB9416-0811-1B76-FA7D-1D814E2FDA8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090815-EE2A-C5EB-3752-77B279D3EF8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A07E1E-9080-FCEF-21EB-F4D836085D5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AADBDE-2F46-C7D0-F470-DCD7B9A2D1B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416BB5-D3AE-78CD-E13A-024136FE495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226F98-A556-6FE2-F387-D2F9A452C09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E45914-16FF-8FAD-8AC3-E3E735C8EF2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C815D9-FDAB-9C49-A5EB-A4885892737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47627C-38AE-92B9-C5D3-A9E7B8770C3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8EC2F3D-56C2-6D60-1DFA-8F2CF17878E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47A1513-C746-DE31-516C-A36ED91CCB7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0D1C93-EAF2-87FA-CFE6-54EC42E10FB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EC88C8A-8B68-E132-93F7-CB395CF0B1C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16F2F6-2520-8E6B-E84F-30771611077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6F2668-C4D9-30AF-9BD7-C037CEEE9D4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1008592-F06B-22E3-B589-1ECF66DAFE7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06A4C5-ACFF-A4C6-F13E-0900DC97960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AFA214-4859-21AA-BB47-163FD33DDC7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2E7E6B-C486-BC03-27B0-AC5A0D96DF3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CDA1937-7285-B8A3-7E02-A661D14E265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0DB36DA-F487-6C57-0B32-F1FAD4F6F63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A371FD4-4FBC-84D3-90F3-C4D4FB1F361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00EA65-FA05-E0D7-15BA-8746DAD4D91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642562-7A82-2BDB-6D4E-87FF2FE1259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C61975F-575C-DFD7-E998-478D7B73AC9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76D4FE8-EE96-4CEE-7F3A-968ED1FA931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4513E8C-74FA-5BBB-DBAE-D7F4BF0FF54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CF56A-0F5E-671C-CC27-9132D97C12B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DBF090-FCB8-52AC-F273-F474C9E6DFC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E82C03-3645-9330-9DD1-F904A7F9409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D06B3A-E9E4-7441-EE68-EEEE314F573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A0DDC7-AD90-EA69-A451-482AB6D9A91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0E40D3-725D-F9F4-0BEA-7DCD5CD8EFE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61A825-E87C-2796-19DE-3A871EFF956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D21335-FEFA-B431-D454-64980926DB6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3A9AE2-7250-3481-558B-BD36074E695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FA58FF-80C3-0069-D3C8-2EE69CA31FF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CC1E508-370B-475B-5D4D-2E3E7C6D0BC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431AB5-E306-1F9D-8835-3712947BD56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5FB255F-8611-35D3-7EE0-E7127691D88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FB2E222-D60E-87E2-C1C8-0F5A8CD25EB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7E6797-F149-BA2B-52DE-D242D28FC2D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F95D310-9463-4889-7EC4-C5ACF5C28D8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D20C967-F576-5CD5-F34A-48842798C8B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3ABFE14-D45C-29D4-EA0A-9C71CD4A2C7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31E5402-3DA3-0429-DA48-7B2993E13AA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67C3CC-4F91-2E33-2187-3C3B922C542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9A96AD-D539-2DC2-66B9-B2C4A56FB2B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EF1AA7D-599C-6F86-E451-7EE9B00F080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D5F38F5-2D1F-7621-D421-5C636DB0BCB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707ED2E-2C7C-DAFC-A3D5-B26426DB26F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97FCE8C-30D8-BD4D-B752-78E923DEA2E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8890339-203C-50F9-0095-2088FAAC106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680A840-BDC8-C79F-1B4A-C7A7AC3E69B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A961BF0-1A8B-E727-E587-06A361228A6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76B9B87-46FB-B390-65B8-4FA195866E6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3FDEEA-54D0-12F7-BB37-EB6FB2011DC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249F1E-416F-3555-2460-C1607EFBF52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399E9A-7D38-C546-0227-303467E03C6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8D49064-6ED0-B72A-5695-F3240C75573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0E9A2B-119B-4F5C-D8DE-90DA62A4D31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003546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96A6-B7C7-E89A-5370-0F3231F6E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B4FA6E-4F72-533C-39AC-D36B858770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772F0B7-695D-5717-E9C6-B4A2F171D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71781A0-E1E4-3E7C-96A4-E5773A58A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C28B3B7-4343-0D1E-45E7-3D4B14B768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B4F46DD-9B77-D436-E649-6EA027A155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53CCC0-E603-8A33-4FE4-8E62A570BC0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5C93D5-6DB7-9AAF-2DED-0887F141BBA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5B8D4E-5195-C8B8-C04E-78C597EAE78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D588C8-2792-E372-59E6-31CABD88712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CB0D28-FDF7-65E5-5B57-CD99C3B82D2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E9B809-7AA4-DD51-D4BF-34BAD7BAEE4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478298-BF93-89DB-C4F5-A1595EDDA3C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4C11A3-9949-B0B2-D0C6-7CB9A51F497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291526-B685-84CC-9099-4707BFCA949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4A969B-5E23-58EA-A676-3C8FFA98161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DDB350-424C-6891-919A-9EC633B7C7A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15124E-7BC1-054B-15AA-69245BB4036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70AEEB-F17A-1BB5-DC6A-FEE4410E713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2092EC-CC7E-1779-F265-606F096484D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EDCCC5-D9A4-BA9E-47C1-E6BBCECCF85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D4239F-AFC4-241E-39D8-19FF8D6C6B3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AFD084-3C4A-7252-2BE5-0C723E62748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C4D440-6FD7-722A-EB62-B7D28EABA73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A68914-CA18-52FE-D69C-FDDCD6417AE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329333-5958-F154-C4E0-BB87756479E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F8957C-A1A4-DBF1-E7D0-59B96CF7A19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7AC169-4394-24A2-7EF5-6965649396B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C6808B-F06C-D786-CEB8-0CEFC132511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3BA295-613E-62DD-89BF-EF4369983BC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A2EE283-D0F7-BACF-CEBA-CA6DEA3ADA1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373862A-7844-6A09-1D2B-1DDF5901E50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E74AAF-6353-73E9-9F6F-E8B98013AA2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D80814-39C4-E7BD-8AA3-CE17DE95290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4991056-0674-2AF8-A4F2-B14500A691A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F6DA481-8050-E604-E7D7-42F47D44371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7647165-6140-789D-ECDC-F826FDCC4E8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EA103E-EE19-A44A-995D-2CCF819D433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DB5F82-A2CE-D47D-1C55-8D53BDF9AE8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F6B510-0ABF-A12F-332E-4CCC1082551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3BF7689-D7E6-C993-77B3-F66E6E0D6D9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EB242B5-9860-62B7-AF16-EA95F81A934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8947CB1-6AA6-B32C-4EDA-467CC086A0D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5337FD-D0BF-90BB-CCAD-0E8299D3E39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B27871A-0386-6709-DE6D-8E723626FC6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BE79BAD-3D50-B49C-1545-EA8A1EDE344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609E94-0553-6F21-7EA2-08375ADC89C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19DAD5D-632A-55E8-A77F-FC8C1ECB786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696AF-2279-7807-DE67-B1A73CD3A7B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EC6F58-6A9A-A51F-8042-E7A7FF093F9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37312A-A857-CFCA-83BE-DB003B1EB83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D4B090-5030-63AE-2472-05B888E81D4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C4B831-70DF-CC3D-DCF8-A9E05285471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2F606A-C145-9323-A542-1EFBB095CEA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AED3A4-F40C-BDA8-8D0A-92213441949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38DD536-21B6-62B7-4F60-0B2DB959D82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FBE8ACA-2AE5-F839-E863-E9FDF563954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3B10BE-2650-CEA9-FA61-767E6BBC6F1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D56F029-A5D3-5852-3FF6-AC5F6F88137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1DDE14-9F0F-BA43-8325-391989B6FA4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96296ED-FD6C-FB16-EAEC-70706556916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55A967D-E8DC-CE9A-3F68-5C9F080F35C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98FF4E3-74AB-D93C-9519-2A1BE353046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29263E5-890D-92A5-4437-352811BB148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402D6EE-8256-41E3-6F0C-243624216EE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4059145-3D2F-2AD7-B63F-B4BA176DDD3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1D03DB7-DDF3-E922-6E30-234D7700D69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1001248-5A56-2648-808E-FB64409D669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A4FD97A-3D07-2761-8DD6-7F30E4C11D3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CAF0AAB-5A4A-1014-9071-6B07A9B07AE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5C27EB3-FC18-BA5E-F4CB-25FAD24DB18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758BAD3-1CC3-846D-31E9-D3D5870E06D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BFA0312-FB91-FCC3-CB48-F5852976BDB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8B7D602-1152-0158-5FC0-502C528326B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233F500-5A1C-2582-3E61-FF77EBDAFC0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6B08AFD-DACB-3834-35EC-E1C1686FAD4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944AD2-8D7F-A3B1-3066-8737464A5FC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D8233F-DBEF-ED4C-38A5-E061B3D2764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20B1FA-76F4-796A-1903-72D3B696CE8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5F3B11-6517-8451-EA53-E9E40038A6E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929F7FB-45B5-D014-50D5-DC3FD65EA0B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668117-8BE1-8CFB-6D7B-2DC89012381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E8BB58-06DA-D613-9A9F-97AE3625B16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</p:spTree>
    <p:extLst>
      <p:ext uri="{BB962C8B-B14F-4D97-AF65-F5344CB8AC3E}">
        <p14:creationId xmlns:p14="http://schemas.microsoft.com/office/powerpoint/2010/main" val="30605877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B4273-51B9-5CF4-18F6-3B6B4745A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40308D-3A21-DA30-4BEE-76AC7BC9C2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8, [16 in 3] could be 169 (conflicts with 9), {349, 358, 367, or 457} (no 12), {178 or 259} (no 46), or 268, which is the only one that fits.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41D30A5-AAB3-0CDD-AE45-69A0A2431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E9C4F0D-0D6A-37C5-1ED3-B0DC1CF7C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1C2F332-E8A3-75ED-5F24-8CB86F606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FA953F3-42A9-A0B8-A37D-4AD96EE0B1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E15160-FA76-D35D-7C74-4703FB15F4E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29FA40-E7AC-2947-EDC0-C5BFB795E9A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3E3A7C-39C0-19B3-0F17-A2EBED00AE3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22D4C9-763C-9293-A8E9-0F3680D35BA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D42548-1B18-82AF-5DE9-6B6E2DBDAE8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2387B3-6540-0BA4-DBB2-9DCDE56313C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151AD9-1E92-8594-74AF-9DB86AC0338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03813B-D8DA-2113-AAAF-79B4EE5D10D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B3DF02-89D7-9ABF-4D3A-3A0B46F248F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857048-C56F-D435-3EF0-42CED07F0D4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F0A283-0D0B-7FB3-1151-C89B97AA615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F7D2C4-1794-5749-1BAB-69EAD4C1823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47E25A-5816-2DDA-7739-87DFCB17828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E06AE2-F46F-BFEE-46EA-8222B3746CA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9C8CC7-21A0-70D2-2856-52B7EE53452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E41F0D-47D9-F4C4-CC31-8368E0CA354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2F7E03-E59F-94F9-C8D7-B72AB2E21E4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878A99-F0C9-E539-E21D-E76D9671E90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8666D0-5DF2-A304-AB2A-F800CA48EE5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4C0230-D14D-C1FC-5DCF-0B23F091297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8DF37-B63D-3DD8-3A64-180280BEBD1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9FF200-74A4-62B1-D17B-D74FD5390F2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180FF3-2B7B-39CE-079C-9BFAE26919E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881A78-B689-28B6-36D6-D43FDAB10E0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4B45D0A-F850-F230-C4E1-EEE2E5079C4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09715D-252A-32B6-BE9C-809002587F9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C8AAB7-E2F0-1D8E-B11F-5B367AE459A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FE9EBEC-2852-4615-8160-0E4AEFCC9AD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66F13F-D13A-CB53-2E22-73CE4689A80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A4410F-ACEF-91CE-F738-922FECB4EA0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E89C03C-BF3A-A8AB-3E25-F7178205D3F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871BF6-B674-8211-2582-0B1C0EE8032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3A9A64-56DC-A07B-4B1B-9630972953B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D848291-B3D0-8B4B-66C4-DFE6D88A5CE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07B5526-4DCF-4D55-315C-79BC679987B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38CEE1-5D56-D6D7-B8F7-8818FEB4167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8214004-7DE1-3EF8-B390-83FA83411C0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7CEA67-61DE-F42B-F715-8BD91D5A19C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D8FE12-9CFE-DEA4-2DC6-E428B7C3887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1BDD345-52B8-FE57-6605-B6FF39F7F1C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BF94E43-2DE0-99D9-37B1-B1E8A4D0D88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A892CFF-72E4-FFAC-8C64-A3524F0071C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5E16D-D5D1-FE63-8C85-2ADF7B8FD72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370753-BC95-9F5C-E00D-7965CB9BE6D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81B4D8-EF65-D7DB-D6C9-8AD4869DE35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6F1332-3B6F-6E77-A58B-4B43BCC614B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0EE240-BA88-770A-2E5A-CFFDA368DB7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7C315A-6F9F-00D3-7A64-8B2E3468AD4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F98E338-0846-174C-712E-21B9C20F3FC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9B93DB3-40BB-3052-FE9C-48BDB946744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5983C56-3933-4FB9-08AF-3DC77BBEF35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F99ACC-816E-77B5-9121-BEFC899D92E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2C42CE9-9B1E-8A21-B6D8-3A5E3DB25D7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1DCB307-20BA-8D3B-5767-4A0B988FC71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13DAD25-77E3-B0AE-7D7A-99139733637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101229-47B1-F169-15E0-A6D79C37658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04381F2-792C-320B-B57D-202103E13CD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CD13654-439B-ADC9-50D1-3409986EB4F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1881C70-FCB1-AB25-B33B-64A98701A5C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BFD0311-6972-3CA7-5042-B8001A11FE5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29AE04-6960-D703-C7BE-72A57099811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F9D26AF-902B-8050-DD61-991D93A088C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FE7EA36-976C-1D6A-4079-B9C840E76B0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C865134-3A2D-BB33-80E6-7909633F9BC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B53D9C6-10CE-F3FB-234F-4C5E7B66ED1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436B506-458B-8F9F-FDBA-1DFC76AFC9B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4CBFB68-14C7-3C04-653B-89DA4DA3BFB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06750D0-825F-817B-5BAF-F70F2C350FA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DE9803-E1A9-83BE-12EA-E44BD53E109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509725-12B2-56AB-A9E4-926AB604761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5E13AA-F84B-417B-01F2-296509FB41F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6A55BA-986C-AB44-5C46-D18B3E276AB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5828A36-F848-5F4F-F80B-88671B2082F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7FD78C-8EBD-C178-E64A-20621327264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615D4E-B5C5-BE56-12A8-0D6C7EE2923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7A7293A-E91D-E35D-C4E6-34CF0D27356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DD27E6D-1902-C5D0-A1B2-8196212F069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70A29EA-3963-E277-39B9-2C6AF967C1B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36947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321E7-A38F-9300-5145-1CB40923B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28E9B8-B8CE-39EE-62FC-1E65A25E3A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0C8EFFE-CD9D-6085-5ABE-906D7FBF4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6B45553-4262-D354-4241-76C60BBDA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CBCC242-FA85-EF24-54D5-AADC949616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0D52FA6-2D85-D051-FFF7-EDF068C87E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C91F9E-B4B1-9856-9304-46F0E9B72DA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8E8CB8-916B-1A4B-F05D-3C7CA5825F3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39A7DF-9A70-F075-4CEB-113BCBFAEE7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984C70-7586-3C9E-4F9E-A157CADC001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97E017-2425-9859-1ECF-219685C18C3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4D271A-189D-37A2-5597-ACF2CEEAC64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5F590A-C6B3-966B-2C68-F8A8CDF14F9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01966F-1152-EEB7-CB94-6D5D319E6A6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60B852-48A3-A049-9D8F-75F3AABE5FC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B7A5A5-B499-5B83-8729-59779624BE5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4A3865-2710-300F-8A8F-9541A543F0B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8148B8-F691-6C60-37E1-21316455EA6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523D96-E2EA-0836-D5EF-FB02CEC6A0B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D6EB63-484B-59C7-55A7-CCFB1B950EF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73CF7F-E7AE-FBE0-F458-764AB6A662D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637E27-5451-6A8A-85A5-AA27B742BF2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5895F0-C488-99DD-B868-0448C90E585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FC17BC-9C33-DFED-D9F1-96E2B6DB90D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CE5B24-1DF4-E5BD-A468-EC683100E58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4A5740D-20A0-E785-B60A-75D9621A5C5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1AE7F8A-CFA2-2584-C20E-97C0B100A30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659BE1-4DB7-31DA-E34E-6C1259A7557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5E5E24-76F2-214F-2A71-8875457DF42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CE4DBC-5B67-032D-B04E-9EA27DABA81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8A6C5F-30C3-3451-53D2-E64390E1212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053FED-27AA-CCC9-E093-3420A8E4B72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BF4AFE-5881-CFE1-7DB2-C505E1F5F87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CDCCA1-2769-DF1A-3D15-88AB2825DE0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7AD5CD-EF38-F6BB-E5FF-5C186879546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86E344-08C4-4DC4-5A3F-F50812F1C0E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9D90347-78A8-EF1A-9D10-C1CF6F8D19B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B771B7A-8C06-5B17-C9F5-F179D009C03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46782E3-2627-37FF-3AD3-0505BB3B0E9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E86C9E-D6A3-17A0-27AB-DD7DD2A8F68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AEE1239-2984-806A-3CE2-0D61306040B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797E405-ED21-5D80-368B-E60EEFCAF47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6556745-97B0-A2A9-1142-6C13E2D1D2E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7A3A24A-44C7-F37C-33A8-E5BA62272C3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074560-9801-6442-349F-5176CB600B0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2A02E1-D28D-AAC3-0C93-5BA131215E7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50B7B0-5C45-2A38-26AF-CB3DA3CF5D0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B5E2E3-7D7A-FB9A-6B39-FCA46185FBC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09D722-1968-6D70-59CD-3422C1A042F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100501-CE26-7218-7611-67EBC1DB04C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590B20-E0C9-1D1A-A00B-BA528C338B8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2E4611-0D60-D6D4-0F63-886E9060824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D7179E-7713-BAA3-FF0C-0C84D85F69E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00FFE2-6A0E-B32C-991C-E9C52B04E20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54DBFD-9B91-F3A8-B8EC-A56F4AA6196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F92CCCE-B7A5-9100-1C31-91E144D3B15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267967-4FD2-FDA2-A8C7-C0BE4B58FE9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5611CCA-11FB-DBDF-6B5B-3F4ECC5311D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5B7CB6B-4B93-6BBA-872E-8567703D59D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F2BCAC8-2A1E-B0FF-4044-7AE12A7B2B0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B2F088A-B4F1-D8E1-47C3-027523356D7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27962E2-3173-909B-904B-671C690BD6E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9C4A122-3980-226B-33A7-60709328F2F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B22D655-2F85-EE9C-C7E6-E3530A04C26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24E0DBA-1439-D74A-8A22-A0DCF159C64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12D588D-0E54-DA65-CE2B-505D2CC973B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FEA5CA9-88B5-BBDD-4592-69FC477D0B5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F474DCC-C415-BB2F-C0B6-5319E62D25E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E4E461-8EAC-AAB6-0C76-C01F0446735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9F3E7C-8487-E629-1F29-0C360EEBF0A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6EF327-95DF-5E29-8C79-C32CCDF7294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672DE0-2EEC-165B-CF54-2985C4545FA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19074FC-6976-433C-F07A-640AD08511C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C64C33-D50A-00C5-3FC2-6F1684C2D1D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A17EF1-ECC0-3E16-6E91-ECABF4F7A0C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0DE24C7-BA2D-8C9D-BE05-640C99F92D9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F588FAF-69B5-2BB4-68FE-334A81D9FCA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3254097-C7DC-0B58-594C-8A2C836AD76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58051E8-FAA2-7C59-38FE-A8DA647EC32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29EBFA-7928-8F67-7429-A98C7919984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718DA68-0AB5-73AB-1331-BFFED00C79D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388D944-D897-0405-60D7-6C5D1DE3B9C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8BC3A2D-856F-682E-CAC3-3E43BB6FE92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773B764-3C76-1758-AB98-4BE3A9AC696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029090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42558-2611-E8D2-D9FC-FABDD4E2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FAA6CC-7F29-5CAC-D8DE-4196D56F9F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8447208-E53A-E569-8F44-CBA2C7E7C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08B4F9A-9D41-FECA-353D-8B6A3ADD2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C11D8D-1E3C-F99A-1D3E-432D18C69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E6DEE15-E5B3-FF58-1E1A-91A5CE3377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CE1D7A5-C953-6ABE-DCDE-6320E147AF9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CE39D7-6C1E-3DFE-2E65-6AAB498565E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44D0A1-7011-BCAD-8B47-C2334776272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990D74-624A-4FD3-A3E2-1D1F09ED899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C4608C-46A0-B0EF-BB98-4CDA44CF564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FD752B-EE38-305C-FF69-D24717CC1D8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08666E-749B-A5FA-BFA4-0F7627EAD63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070CCF-EC28-154A-B692-5CEB3C0DC3D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E686AA-02A5-F1C2-9ED0-AA1F95E9C8A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6BD211-E275-45E5-1093-4EE50BEABBC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9F7BD3-714D-F638-7FE7-0DB35F8BE34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0DAAF9-652A-8F6C-24A0-0E1E015F6E4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F0CBBC-56FA-8218-771E-54BB1680F0C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90D1B5-15AD-5276-C3DC-F04037972ED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63F6195-84C9-79D7-E418-24E5DADCB94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E31B75-2A38-C466-EBAA-B082AB26AA2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5382BE-6596-25C1-8B2A-32A0D4F5BE1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FD75D9-2E5E-0B22-7A2B-33D1286B8C9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1E4C20-C71C-EB20-E6A4-5D0D558D53A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C0EFD45-FDF4-02FE-1C48-12EC8B33B36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1CC968-3830-3F34-4D96-F9B9398C29F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116348-84ED-799A-3621-7DF70069A5E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AAFA97-939D-4611-E6EF-49C311FD053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89B36C-5734-A2BB-DA34-81F3C103430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23B69F4-F4D8-FEE2-3A4D-485295C1E05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B445338-9553-3E22-BC4D-9833547BF31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066117-16ED-6D60-B2D4-1F1B21CEB70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0D01AB-C17E-E604-037E-DFE093A7276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E521FB3-C63C-4975-A602-A2FFF00F40F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FD5731F-18F8-1551-E1FC-3F7ECF13BAF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A019EA-92B4-759B-80DA-291AE471CB6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E017DB-9120-9809-2664-06243EC218B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08C524-0EFD-5718-170F-D96AE5954AE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567BE8-350C-735E-A319-C4133E1181A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68B878-360F-A5EA-564C-2E7ECFC8A63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8BC02A-3647-41E2-DFB5-1938CEAAF0A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1501E9-4A9A-31DD-2202-B1E62116E36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648B13-E2F7-2276-028E-FAD368BB6A2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F3B98E-BDA6-CA79-7E1C-5104C0B2C7C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26F09E-E6E0-BB17-6367-1601C800C06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10FD8D-C2F4-0039-EC3F-0A2270B3334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6A2840-B648-8593-E7B0-593E80A39AB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B57F9ED-878F-BCEF-6AF1-98542661A29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22DD57F-8BD7-5F15-1B1C-3CCC0FB8E84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EAA071E-D4F0-60B7-B7E9-EFB480A8DE9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6E5451D-2908-C98F-07E3-E7B7F8AD6C7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3C7BD0-BCB4-DAD5-DBC5-F18EE2499A9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5DDB34E-0DA8-837E-C063-6C904E03CA4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5A22C20-4259-D06D-DC06-2F2F313E288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D922444-ADCA-E0F3-1E10-D79413FD235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5BE74A0-0E21-7CAB-34AB-00F1EB9010E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EF1936E-F27B-BBBF-0ABB-5408C3428C7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09C5DE2-4F0F-7AEC-88E8-CF319CB07DC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DA41BC9-A6EC-4147-0BF7-126EA066830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82FDC6-6D2E-DE89-FC53-980386BCFFE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549DAA-F98C-B14C-0C3B-E76D7D78CE6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597B63-38F0-AF44-2DAC-A1B2AFBBD8C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9475429-5896-9D49-84EA-27587F043DA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28B3D7D-D6FF-39A8-1C03-C93C38D8286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C2A36A-5423-DA48-DE7F-D7AF3DB1B89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D88911-CC16-B05A-0286-42BF339E187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2F3ADEE-0434-FD8C-0D5D-934F155C6B4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38D5074-9DEC-F043-FBCE-0257824BAF4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B2131BA-2E71-B927-241A-393E76C9581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4A9B4E7-5715-FEA6-CBD2-E7F8E9ABD07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D11C11-B18E-2F2C-12C1-0D25563303A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97529B3-2FE8-E0E5-D40E-BA62A1F3222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B426F14-7A51-606E-F205-E3136F41853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F72EA5-D331-DD10-2941-0F0E3502B4E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6FA38-704A-857F-EC33-D59A2607899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3AC3747-1CA5-F7FF-8ADD-92B581294FC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C40FAD-7949-8FE6-4C95-126AA007025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408C8F6-9608-A0FE-8EE5-C91ABA730F3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9C691EA-8B57-53AA-B963-81C49661AAC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837137D-EBF1-1BC8-DB0D-D2D684EAE94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9B4FBDA-F02F-9634-47FC-874F6F41378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C13561B-6D2C-4F61-1972-501D909E43F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D5F3E1B-DA36-39F6-8F9B-BF4D7BCE3C4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282041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88D6-760B-C47C-6960-645D0E672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71A295-9643-1030-3D36-8436AE7DA3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FA49A31-9D21-2AD8-B8F5-D470D6CB1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982E1E4-D691-5BC2-DFC8-FB919123B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360B42A-6A14-A842-C0BB-361017193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762F32D-39F5-A460-4E7B-EF3161D159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15EBB5-86E7-74A1-D429-16DD854FC98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80F026-B3CF-F924-B1C5-8FE6F1F78E3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1FD9BF-3A04-E165-580A-275E08AF5A5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4D4CBE-F6BC-423E-4A72-ED2A0E96949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3F6F9B-6178-5116-3AF4-1133B66DF9F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1D5FB6-734F-E44B-7067-F722EF7BA4B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283853-A5CC-509A-606A-2137D3D0018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5FF207-2A1D-6423-CB4B-8445D3A1D03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41984B-86A4-5DBF-B233-2D30C9CDD48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E0CC3A-0762-28E0-1655-45ED0DABB8A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71F8B1-37B5-145E-0AB0-95CFFA57464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8A0674-31BF-3A53-C28D-82E72F8FD85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29632B-DA47-BE4D-D5B3-AAFD460D98C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A16C20-8A9F-5DFB-CFE8-552BA9922A8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F1355C-FFA3-5A34-E1F7-183761D162C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CC46B6-1AFC-F14C-629D-73BB1EE9870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DD5F15B-3C56-32E4-9420-030E5E572A8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98C0A4-779B-21E4-E552-085E9FD4BEB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26F0213-6FB4-71F7-515C-2DA5D58775F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BE6825-3756-8C63-2189-272C2BFD7E3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90D1AB-B73C-5D51-9E13-863B738E6B1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F94135-2997-72A8-991A-5AE20A881EB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637F646-6551-9927-6ADB-79FB9886357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C47B927-79A0-A17D-61A7-8303C369DBB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9698FD-D44F-03B2-5021-7EE2C775F7B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3D4BDC-D557-98A9-C310-CE8A14C15AD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C29D12-617F-BC9A-053D-0C78FB3F2F8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C453C22-B240-8B19-13A9-39703867AA4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149F571-5271-BCD9-1529-DD2691421DB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9098FBC-19D5-104C-209D-13C494274CD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E60435D-E168-7383-30DA-4C297B4A15E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03161B-B38D-D92F-8B29-0B65E439083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3CACD6-1FE4-F467-9B17-8547B787AE3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FADF5C-D6E7-4C32-D757-FD119EF8C49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ED5640-FF2C-64FE-3E96-79069F29D70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51F42C-31B3-CC72-E70F-33C56867472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C73C66-5B88-4FFA-E41F-8AAFB2A8F9C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7D7B117-328A-EA8C-2B5C-24B7EF919B1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D7847D-0433-9BF2-C7E6-31C8FC9AD51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44C46C-CD50-6719-2F32-99CCE2A111D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2AEEC3-0A9D-7EEC-B195-C120C983127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8EB471-BD08-86DB-684B-01270BA4EAF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A9C0743-24B6-AAA0-CDA0-4ED910EA579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145C199-F00C-4B38-A218-B247765B471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E392263-C6CE-A243-CB2E-8C9693FE546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05D4FB-63F0-B39A-14C3-89E65887BBE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989D1EF-4A24-D3FA-DAB4-B7CE0EADE71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7917E8F-1B37-47B4-6A06-710F36B2C92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E0553E9-D0C1-0CB9-C3E7-DBEE7955BE4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ADA905D-A8A0-F69F-5D45-42287D947FD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28F23FE-DDB0-4E86-35DE-5CF2854C48E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91DA08-7958-FB9B-F089-CAE4C67CE1A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5B4DB4-B3BB-FEFB-2770-A5B991AD06C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B26EF3-140B-E17C-503F-CB0D11F10A0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612222F-1839-2993-90DE-97A768A3033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34250EF-B9B7-DD28-3F9C-1941FB43381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A768E5-5B54-2763-535D-413E05D03AF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2093F6-61A5-58CD-E472-45BC67E72FB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3ECA1AC-5B25-ED3F-B205-AF3866D8E0D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62AA221-D38B-514C-436F-DFEF088B513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E9130EC-977C-F5FF-2AB7-7773D01979D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C8918D2-3F13-190D-2E61-4010B4C84D4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51D6C14-A49B-5220-9C0C-7BCC2C63EDE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61C22A9-F762-F0BE-BB0A-39A625CC1DB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2A36B82-439B-5063-97EA-0BB19813242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CBE6E0-D32C-1114-4CC4-A355E1893FA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0179AB-360A-2712-9F98-9D9F8CFB495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C52EA46-6842-317E-E55C-047CF1856E9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DD832A6-7A8C-83C1-95EB-49F08B7D8E4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64D6D9-B00A-73FA-6895-9F16B110088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6BC17C-1199-BB49-49A6-8A337816989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033EE9-0808-D3CD-19C0-416304ABCFD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0BCFBA-F182-CB15-BBDA-6BBF0637034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5384D9D-465A-489D-F5C3-037A8864BA4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441D16B-79CE-A3E2-C379-6858C4F1CB7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9544CF2-98B0-CEF5-43A5-1663D939E01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D417166-2FAA-3057-8024-457506BD855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89ABD69-F67C-7E86-295C-858C076D38B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436546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42A5A-EEED-1522-2DFC-4180DD204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DA4C56-15C7-B014-A85C-B162C01862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E16D720-8330-08D4-85FE-E1C69F219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2C7B715-1C33-C542-B0B5-928E6E6A2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F9BD8A9-A48E-D8FE-6B56-B90912334A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5AE0C6E-AC3A-B098-B56C-A339E2CAAE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9922692-0E64-2378-2C44-C891BF2DC16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2AECE0-15F9-F766-7BF3-E1350E33CB8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E095F7-3328-EFC8-1837-0CB628DE815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C4AED1-08B1-346A-5279-69CD1CBD263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375192-6100-7A02-1718-407216D6D96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5F0B81-14DE-3F11-6373-D50A7AF82A8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E23F5E-4487-8333-090D-AA31A869A78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F1D6FF-D835-E639-CEA3-2129D5D2B62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E42EA3-66C6-32AB-856C-CD01099C097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4854FE-85B2-F239-A346-5D6438BA6EA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3ADD66-3CAA-FEA5-6FE1-9FCA8FA03F6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3D0F39-398C-9632-D168-71731104F21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30590F-D808-93DA-28DE-321C4AA2C03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7B949B-F821-D310-25E8-DF248180512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98BB82-0E77-4048-A525-2434F6CE087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250A3F0-E8F1-CC43-D682-554BD68DECD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4F9006-DE7D-4FA6-77A9-8744C8482A9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9C3D9C-3CC7-45B4-DF8B-254920F4944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72522B-5677-8B66-6118-1A9A913ADA0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82CE44-9E09-717D-DB1C-12856221CAA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3A0D1D6-85D6-DF66-03DC-9347774CA43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904C324-6FEA-E0DA-7138-D4BFEC95F88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B24829-DE95-C20A-6033-7E2B7303357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F16B3F-FCF8-E00C-FFCE-54C7548D989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A3C6EA5-BEC5-87FD-3668-6683412C1FF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5BEBFA5-B63A-9F95-7001-D4277AD6A73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309C87-2338-ED7C-E94E-925BD367D2B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127A5E-37CA-5E66-131C-11CA9AA1E96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B7E043-0334-DF8B-9D1C-FBB5578E6F2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19C17D-0476-CE8C-70CF-70070DD7603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22E350-2DB6-BAB3-723B-A779D1C35DF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DE3594-A1DE-D39E-099C-1F97E92498D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4302F2-D1B1-FB83-0C22-DAA91898A82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CD40A2A-AA60-55ED-2EE2-5C2FB0A4AF3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325534-2038-AC00-97B7-9600B244FFC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8A7FED1-85AF-2194-01B5-3C04CCCFCCD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3F2B90D-F0BB-F8FD-7A7D-A4C1FA6BE74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7D757B-7A38-CBDC-D829-82EC87E7662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29C7FD8-3488-0539-92F5-0E24B6B3DAD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D5603C0-7D4C-B4D3-F2F4-C49A710631F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B89092F-5C38-47E0-91D3-70B15C30B85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DACCD59-4061-0828-BA5E-2369C079CA9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D32347-E32E-A08C-7D2D-122B8A060A0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D6F3F89-2E44-CA8F-C22F-9915A7BBD59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9EE7700-7588-4EE2-EE5C-4784D87D8D0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35030E7-0AAF-CE30-DC12-3D56A8DA4F1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EA026AF-69ED-9E32-F54A-7C13ACFE29F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FC9767-FCFC-B8A6-A3F2-200512239BD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90B1FC-90D3-0379-BBA2-347C52742F6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D23340-2E53-ED39-904A-DC7D9DE678A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F3A010-2CBA-D168-6D79-D8CE12B84E6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E5C7C7C-FEDD-D5E0-A5C4-4E0B63053F5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C53690-D94F-0450-0B25-E3FEE3FA371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343BF1-9827-BE2C-BA33-7DB8E1FAC02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CF4C5D0-13A5-5576-B840-2493F89B465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1465B90-9C20-78CE-618B-E35252D37B2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35FBFD4-E7B6-6C9C-5B57-CA0FAB25AA5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F92A1BD-58CD-8A0E-8320-EE4A182D184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21557F7-89CF-A84C-C479-28632701CA2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946743F-C93F-3334-9304-A159AD946D2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BDE3C6D-6FC0-73EA-D596-0E9B3D7E682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47EA82-2544-A586-A2C3-B2699F7255C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6BAF0C-DC46-C74F-5F4C-A1D836056AC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C6E453-8F26-4185-B41F-923466F82F0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F105017-7913-23A8-A8F8-60D7D5CCDAA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8913F1-416F-70CE-16BB-60CA1372146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132FE0-BD8E-A351-69E2-F4A981771DC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2C5ED4-16C6-4F06-3A4A-30FBC560B38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1F0986-338C-3F00-FC34-2FEA5B15E96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DD637-CA0D-D19D-D258-7E8A42699BE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1D6D6D4-44AF-3E1B-0A40-839554E429F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606BE44-2F19-5058-F422-C779667A6FC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A00A2AD-2BFE-DB7C-8552-BA5AF4CB836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EB83B9B-5CAB-143C-68F7-6A6D665842A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D1E3C29-7EA6-3EE8-FCB7-22A9EDD7319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AF2578E-412D-38DA-51AB-366A95A1860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93011A0-B6C3-922F-96B6-FE9996377EE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D32A973-C8A3-7D93-69DF-DA79A617BA2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700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27FCA-62F9-5A78-52A2-16ABA1534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D5AB5E-D1FA-8F90-BD2C-786358A4AC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E21E45D-CE17-67AD-D998-EA2CE9639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3615A6D-9A40-0630-DFAB-BCA398726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9F7C113-9490-8F6A-6D33-0291743506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6D8A6EA-953D-D09C-9CFB-FB3E220996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D754492-DD22-2B49-74F1-00994D2EE6A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564357-37A6-53B2-0EBA-8A5ACC726DE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4B0614-E5DD-B83A-2A03-3A922E10C2E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8F3A74-3BB7-5F3F-302F-FE0EDCF1F40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147660-5CC7-D0C7-BC85-F416198E3C7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B9CD52-DA64-3B69-1F6E-50C154BD4B0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965838-83CA-8F29-8C29-373BDF4688D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8B4DDE7-237F-E3D6-9B85-5431F3EFD92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4B0E98-AAFD-CE7F-028C-6BA6BD6F612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4DFD6C-7622-9A1C-FD38-9F0B4C69AFE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A08A0F-BDDC-8B90-768F-00ACD3762A3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F7127E-B1EF-E471-8897-A3C92F24433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6417BF-B507-EB09-D983-EF336FC225F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70EC7A-9386-D8D4-4F84-A26B00749B9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9BD0C7-2B7B-AC83-D5ED-A106ADD6E99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96E309-FA43-1C76-D358-A6572D240E9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BEB972-BE24-DF1B-D8E2-687B29AD2F9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CBF11A-B883-C9ED-7B96-0047F42E465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74AF1B2-0022-5FB7-D91B-D3FDC77DE04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37B725-F1DA-56B7-72AF-8897EF24726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FA82489-0DE9-E2CD-3A0B-0E5685E3E5F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82CBF26-0DA2-A36C-56B6-FF4B6A64928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61BCE01-EFDF-08D8-41D0-A5247BF718B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BD9F39C-2278-887B-5903-CA0C143048B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79DD3-65D9-F18D-BBCB-CBA5FE4A15E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4D8AD3-6C3D-97DC-CD6A-9BBFAB93845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D1AC53-0902-0854-3561-455123798A3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1BE4F9-9B85-5EA5-0163-5787BFF392B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310880-AA9B-DE14-C146-B24F25B85D2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D08DFF-0BF7-6E06-3874-16B5947FF6E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133A00-3476-A0E6-38FD-6816D9BD5D7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44EB6D5-42D7-E317-9EDB-5DB39D64702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0A0BC6-174B-09EC-471E-7C65D069420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EFB6A5-A790-DBE5-DD14-931E671B355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A01CDE9-BA5E-9381-6A96-CC6C6216045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33D4C0-C061-C6DE-8653-701335C6831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0B32C3E-5112-CF61-6EA3-AFB44212BF0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64DC31F-0713-0900-5692-60B598778A9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AB0140-AEDB-BB5B-F0FA-344ED7E963A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FC229DA-F1A1-2732-FCD9-77C1381E03D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FC10402-39F0-E3D1-622E-B0E8DF4B630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FC2087-5CF8-005A-730A-247157184BE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460F53F-72A1-3C89-DFF5-0C0B016A4FE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669F09-62AD-F57A-5E05-E04E1062EC6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E61445-A94C-1D4E-1313-6F7EBAD1E50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4D50E9-244B-5313-5D27-6F08EB21143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EA1D95-2577-8A60-D932-6E69B96D14A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5BE58B8-7DB6-27F8-2CCE-BFD1577A41A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FF8B21-9314-35D2-8078-D1C45709933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2FEB3D-5CF7-F050-3E4D-B8695EC3E7C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783508A-590C-FEE6-29B2-FFDA8A292FA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4B8DE78-7662-349E-8248-B47CAF4F4FD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D6D5EDE-8C5F-C512-DB35-0B990779C85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121DF6E-B238-EB24-E7B6-C6C867C05B1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BE077A-4B46-538A-481A-1C841BC55DF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DDC8516-395A-AA32-9035-3DC55424B48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1925412-301D-0DCF-FACA-56B2BF468C9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2AE838-3FCE-FB19-48AE-6AFE467B572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23F176-D345-5331-5268-DF29E1830AA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6BD3AC6-271B-88B2-0C8D-7817E15E075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65C8AF3-91F3-EA96-3EE6-F25C2DF4D84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7BD449-260C-D53D-807E-09D12A9BE71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78D9B8-FAD5-E7B3-DB81-EA2BDFFD2EE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673A95-F854-AD2A-15E4-24C14192C9E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865ABA-7AE2-C3BF-24A8-FCF56B8FD3F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C070D8-0851-B575-D2D8-FFB9EA4CA1B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57FAF6E-9989-FD94-C518-F1A6C18B5EF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2DCAB57-54AA-75B3-9094-325BB75C843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17F3879-477A-E33F-FAE4-3FA4F8F6E0D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5713644-D801-1802-4BE6-4B7A0751829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CB6F806-A58A-2418-27DB-A6D871AFCC5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C014F43-0A9E-1D8F-D845-50EC1E0C823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49F669-F761-0F7B-D26E-2B428423B41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C97651-D5BB-6E51-8408-B5BA4FACE11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04B951-D4B5-9BD6-BA32-328F24836F8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B562C1-B6BA-F349-4DAF-DC27F27CD5A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9AE7F5-F387-19B4-52F9-65C30287B87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431E43-F708-67C7-D11A-11588232841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666371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086D-AA87-D496-DF7E-285EAB7C2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8992E3-FC61-775D-F56A-97D7325AC9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8A5E804-0E24-CFE8-F455-E13E2BD57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BDCFBC9-AE01-852A-81C9-43B67F3C5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8CD7E0-746D-5433-FDA2-B65A0BC43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2C47A25-ACA6-4097-BCC1-3D56D35355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50CA7BA-96C6-D81A-B372-0DB4F658242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5B0E9E-5A43-1CAE-F9B9-1D77EE43BC2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C30202-2AAC-9EFE-CBF5-4C09BFD4F34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A4A559-8362-2008-E71E-A660068D41A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15A617-949C-4615-D90B-E325FF04B57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A5229A-2833-9C8E-A086-3F3CF3621E0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26B191-5FD2-D278-5BF6-97DFBCBC15E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F27577-0CAD-CDFF-4F8E-AFAC0DAE72F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5A4097-C90F-E2C5-4BC6-A22F4C55773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B44E2A-24D7-4127-F9BF-1BEEA97FB80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DF33DA-3136-89A1-4D59-01CCCD4C2B0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C429C32-6938-1318-25B9-2C6A38DB75B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C96A72-2D75-44CC-E7F3-67098150543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885BED-DF32-3D24-D317-AAE0BED8704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8CAF4-EFFB-EF47-71D4-F79791167A6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AB587D-EBB0-5710-651B-BACD724F65B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C3B401-7A37-AE70-F094-D3117C91AE0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71D32AF-DAE2-F85A-4B0F-F7AB0DDE261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997950-5E4F-78E0-C118-BD105ADE207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2E8B31-E2C1-7FAA-71A7-E14DBF18F41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5FF16F2-94EA-786B-8AD5-03A9BD03A60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ECFF9E3-CAD1-3529-C4A6-C4A96F1BF33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79CCAF9-11CC-0DCF-076F-8283746BF21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92614AB-528F-9D9F-FFDE-4A6B5CF0EC3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9D58AC-A629-583E-D36E-7F212237FD5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7B017E-B01C-C068-A790-63F5E891F3B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A17203-FF43-113B-0155-83D88B11F4E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A79B62-6DD0-B65F-841F-BFD5788A797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4468D3-7CE3-08F7-226B-BC816301A48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5D6682-D612-BB41-B4B7-2EE576EC540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626DAF-4127-4407-8A40-7C48F7E6D24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F76DE3-E1EB-E4BF-0817-F57FDD0543B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F90B5F3-D53A-16F6-1F4B-08CA643ED02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D0A45D-C66E-B5D4-D1CD-6C80259E059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AA99A70-C4D6-1F5B-9A16-DF17664A198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C05120E-BA86-D8CA-AC6D-DA7E9B60843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9490180-134A-6CA6-2681-0254774691A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C7745DA-68C3-C7D9-E1CF-A875EB99883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75E7ED-7D70-AA94-6684-138C2904FEC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0E76F50-B534-7BFC-714B-C436D6F51F2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9001C9B-3D3A-B66E-A12D-961C6C4B7B6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5E74571-5A10-F7B9-69B9-A3DCCC7E38B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ABDA6FC-BC81-110E-56B4-C1F98A5F600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6B6900B-E34F-860F-A100-D1D7B4ECAC5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2A3996-76C9-87BB-95B7-BE7140C944F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1626EF-EBB0-FC0D-D2A3-8939F4A1827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F50986-899D-26A0-8FB9-F687BDF3F5E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3A51267-1487-3C21-7416-8A27389717F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4D7623-B0D3-A793-458A-DD8CB93CE07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971283-B282-F826-51E9-E906248B1DD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4192F3B-1C35-ED95-12B1-D3DB1CCE9A7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26F202A-35E2-20E9-663A-5E962DAE4A7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8580657-FD46-DEF0-20EB-506F687C666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BBF50B6-7AE9-8CC6-2183-C15AECBA481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0A26BB1-3F9B-4829-2C5F-423BB280FD8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9FCD24A-DFB8-D6BA-DA85-0818D6C6F6F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339AB99-932C-84F9-7D9D-88063B33B40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F7483D-A424-B58C-EC66-A6E7A137207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4B78B6-40A1-7A30-E76E-98D7F90A558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A916912-DC22-C413-B0E0-49F39C7B693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5CCA2FB-DF93-36F2-73AA-21641F069CE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A060F4-35C0-D2CB-5FB9-6D22135E5C2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46BECC-E02E-5468-052E-BC760A5F400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E8FECF-7240-460F-BDCD-F996C8E3E7D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410C2D-7566-2FC4-14A8-2E3A543F57F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C3BA05-FAE3-07D1-C6C3-7A9D32D4BA1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63992ED-5C7D-0AE5-78BD-BAE419BE2AA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9DE8D43-2A8D-4004-35DE-266F6031A6F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4446BC5-9360-223E-B57B-9868A01FF7E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73CFD59-F6FE-5238-EE74-7EE203F48C3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F8B2A1-861F-FE32-ACC1-C15DCED6472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5F1F7D8-C78A-8036-890E-CE97F1303F9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4CF925-B215-B831-D6D4-FA786DD1D61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7CB77D-499C-A62C-34FC-D22FFCD4178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A735E6-35CD-58DD-8A85-5ABE0BD65F3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F2B823-2945-3855-2E4F-490454D2767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04BA9C-9B5D-4D8A-8186-1FA0601F981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362978-DDD2-0A3A-CD52-DEB8DD243F6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98509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77C21-6ABE-D0F5-77E8-EC061FBAA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4F6D13-BC12-4330-876D-DFB29D734E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[26 in 5] -&gt; [12 in 2]. 84 is the only combination that fits.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CC06FEC-7379-A3CB-4EE8-18C71F9F9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8B5FCD4-33E5-0405-CDC6-76F50AD04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8A27B4B-B58A-4C2F-3BA6-A9B98BA968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A02D59A-17DA-A1F5-7F36-38D943D50B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0D8AB39-4430-D66C-8FA7-BCA94044007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FAFBB4-68BA-4D6D-5552-9E4A489A44D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9CC018-8604-A24D-3904-66A1948D196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D3D309-D6EE-0FDC-D791-F81E5DF9B0F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6770C9-9009-1C1B-AC8A-4FE69C96C80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6385C5-B8CD-F230-757D-5BC80843AB9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F5BA24-F0AF-8F4B-DAF6-44FA8B7564A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6F03E7-3567-D8AF-35CA-0FD5576399A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F78142-96D6-DB07-868C-D34002A4CB2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AAF06BD-EF05-A18B-1FEC-F2D42AA1AC0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FD96DC-8CBE-B80B-35F7-F75857ED530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E3D358A-81E0-7785-6B28-DC64DFA1FAD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C4625DE-5B8F-C94E-BA67-917907BCC38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93B0D12-DD01-9CD0-0B6B-2CB4C75869D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9D0B2BD-8735-9CBC-22E8-5F21225A112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81C4D5-6B2A-AAF6-BA03-AB54D7B4CAE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780E21-CEEE-9082-578E-88219D1822A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F41B36-C48F-720A-495D-0D89F8AF8EA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2C32FA-5911-E297-D377-80067C6DBDE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8B0147-E774-B86F-D4EB-CE5483B1CFD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44587E-214C-F058-9AE1-C08D8C5DEE9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74471E-0C73-0C42-6384-FA993A6872A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322C8CA-B807-4F76-794E-50F0392020B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A654CB1-6B5D-2453-12D3-84D50FDA257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AEF8D2-9963-83DB-F08D-661C31879AE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0297694-DFC0-1DBB-BBD2-D96DEEE5E11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0394E5A-EFC2-6BCF-7443-9B7ACBA8DD5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FA7A498-DAD8-01F1-0ED0-4BFC757C4E3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0C0FB3-BFC2-697B-B6AE-9A741138D45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A23D198-CCE5-FD7B-4A79-CFCAF0C3510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8933FA3-8C4B-6BF6-DB52-E94B1C6AA8C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C3EC0C3-B8E1-5103-81A9-5F698E6F580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394004-B77B-51EF-40E7-4933C24B68E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60182B-B2EE-CC60-6BDF-0CD8E4F0C4C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76B017-160D-AC27-5C47-CC31AF804D1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AB994D-4712-F9B1-2127-A307FAC3FE6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DF2518-23A5-5A52-352F-3E44E318390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226304-D820-D80B-3F55-F103B719FBC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9290382-AC9D-A902-72B9-F990A95B90C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94E7612-9498-11C2-84EF-4CA5CD9B2CA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C2BB15B-AE30-F182-BCE1-CEB9C4C7EAF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58A98AC-C717-F6AD-5AAD-B41FA53A662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679D3DE-9D73-AE41-01F3-A68A02B63EE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CA76C33-8BE5-7D01-E374-C134F9F4A99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621277F-2105-987C-778B-1D9D5BB83B0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2843AC-4CAD-F496-EFA7-6CFA3509BC8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002895-558D-B193-9E1E-0F99E71CE15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AADB3F3-43DA-64A5-53B2-F67B6AB983B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F8FAE40-4AAB-8EBF-0682-9EFBF4E30D2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4F5DD3-ADE5-22B1-6D0D-EBF7BC33AED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3E1761-9AD5-A4D9-98A5-D975F920F08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AEF934-17CA-81F2-962E-73A95D284EE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9D4F05-69E4-DC66-B1ED-914DE0B4B1D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001AA3-0DFB-3DE6-B504-2DFEFDCCB1D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8275D9C-F554-876C-1952-46D2344D563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B18A10B-81B7-238B-25E7-6C467281104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A6A3B7D-9B0F-E719-E59D-44A341A107E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60BE367-20B0-60F9-EC5D-1405F7FC705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E000EB6-0DB8-2E78-8FC2-85AE75B1815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EAE5239-46FD-D3FD-942A-8AEB3BAECBC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A03242-9AFB-C4CA-629E-A9E7BB98E37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8B25CC-58F5-F00B-96B6-63656923456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A0F95A-906A-C97D-F22A-F3BB2C647DF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902B60-DA10-9F61-25D9-75678745ACB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3FBFB2-B9F3-0858-5B10-829A3631BC1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B816DD-E4C3-9E5B-7A0F-9D1C8024DD7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FC71C1-5BDC-B3FC-C522-36519B047A5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019EACB-5896-A12F-3063-0D9B66000F0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B38FF9-CF87-E00D-4B5E-E1138472650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CC7C67-0CAA-5440-2F92-FF5935D4AE0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4A8897-6ACF-EC66-2DF5-D4572DFBF89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2EAE497-F8CE-E7A3-06E9-22E85A8C818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2D2BC9B-AB0C-CC46-3C8B-FFA8CAAD16D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8AC757C-E349-FC5B-5801-050C2575F3D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9BD423D-66C5-AD55-961D-D19AEFB515E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E5D89BA-01F0-63C1-F504-B5885146A90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29381D8-87CB-837A-7FC6-24DD1CD3DEC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34230EC-C3A1-DD56-201A-428061B4C0F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833484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F28D0-B5F6-48DA-CE22-49B2F7BC8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F55253-B967-35CE-3AEE-74A246396C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7339B28-E6E9-26E3-2C1B-116A1D2CC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6A42DEA-FAC6-BA66-7EA7-E706F0755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9CB738C-2BF9-82A9-507D-0E76AD10E2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390FDC0-A74A-A4F2-588D-34EF9CB8C3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7EF869CD-BD7F-7081-88B1-43CC2ECFF7D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39C8597-8D70-43D8-58A9-0A813561453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3BCAD1-3DF1-67DE-E827-706CDB48936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7FEFEA8-4369-ECB1-BB35-34FA49D41C7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1B8917-6902-8DD3-7142-09A2233F0EE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F83E03-B4F2-B861-759C-B23B129CFF7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902661-F01B-706E-541E-F28C3357B11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CA1514-0E59-8FD9-69CC-545F125D36B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850246-1909-720A-6E6C-4CF61C582D3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BF5C21-A12C-57CE-2F91-236A149D2B0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6E5CBA5-C03B-599B-740D-AF4874B41D4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07BB27-1C6F-EC0D-F78C-C3B6BCB8EAA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19F54D-D004-77DF-417B-14FF82CBC5B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A3DA90-A156-E8BF-9730-A9EBD0E936E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4DF9F4-9416-D7B1-F85F-5C7CC00EF7E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77EB13-3649-4112-D4C7-558AB6AB951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7C952F-DCA4-E0A0-105C-58A158E6410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F380DE-8AB6-B4B5-4498-33BA32260FB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CF62B3-6011-00D1-9195-A66D068565D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9F3590-C8DE-B2A1-20E5-0B309E48085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820813B-8715-B23B-0383-D72DE30D8D9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250453-F7F0-D758-4768-CA274C4B70E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9A5A4CE-8CFF-7D9E-F059-469184634D5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9E8EFB5-5889-C06E-F6E3-603365C9430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169BA41-3DA7-692C-9413-7F8012CB8D9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DBF3FA-F70B-C982-E84E-67C67BD02CA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1696C1C-C59E-D7BE-5328-09402D864B7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737992F-1ACD-926C-4251-692C1784F63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F7F5663-4A32-6BF0-1AAA-60208980F2F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D120762-DE9E-DEED-2759-1F337CDBD88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4DEF77-5585-9CB7-7845-5E28AD9A106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030E83-72FF-3270-9EF5-838A15BA73B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3375280-7BDC-5A33-2A9D-E6283E462C3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2E3801E-DE87-F1FC-61B0-BEE17CF12F4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E89AA8-A313-6170-C619-7E5669BDE06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7A0E7CE-C03C-699D-5DA8-198F67C559A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576E103-4DE2-A1F2-3C35-A3DAD074D2F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CC02D8F-A7C0-93B3-2CCA-4DE6DEF2FE5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7D8DE45-D4EF-7C29-6163-B40B96E7BBE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7E7D7F9-08F3-8CDE-FB41-AF4F8D55509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CACCA3B-415F-44DC-BB19-A71F0638199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4B49C9-6CA0-C85E-981C-CEE4AD091D4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6B7003-1705-936F-407E-3FC8F861A6F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4C0331-E811-BEB7-2035-880B03F1125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6682C0A-9FC6-95DA-4B5E-BDDFD527917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7CE4015-00B3-3EA8-A4B9-FBDB791482A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8A0CF2-96B7-A1AA-3711-962D6B0D6AC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04D67B-042F-6E74-DE1B-4E2BD35AD37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EB364A-B2E6-23A0-A4C3-91C8B433B04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45FEAF-71DC-2271-B76F-7B6A42F7090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2C3606-AC4E-8CE5-A10C-BC4B3F546B0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B206923-A741-E334-B8D6-2ECEF5A2F14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462F9CE-21C7-87B7-B275-9ECD4A4B170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DDCC9CE-F58D-8CF8-664B-D7A5BBFA609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CD63308-D048-25B1-1549-245CDB0A390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59D5D58-3C7A-CB0A-3C91-3C6FE15AD9B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301B7FA-31D6-3B5D-5450-5B1CBBDB4FC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E6DFD0-DAC4-BD37-61A6-01CC10A2CDB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BC5008-8A4D-72FC-C2A7-3AC07DC08BD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FD4E5C-F7A3-914A-EE08-75AD0A10B97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34682F-31A9-3D82-3174-D1B3942A081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E146BC-C09D-6888-2A5E-DB7340D6C5F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BA7791-9FAA-3B94-3C51-13B55ACC3F2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C4D5CF-70EE-BB25-7248-13E4D76F98D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71F739-FE20-BDB7-81BE-97849476589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0BF2B98-75B6-EB28-7D1B-BB9AF744783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B8A4932-35FC-9041-78BB-BB41E25C236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840C995-7B6D-EE20-8FF1-71C69A75217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54BC596-391E-A14F-9593-3EBA377A53D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1F697D0-2ACE-757D-4147-310AACB7E3F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1870AD1-5FDE-6695-0157-AAA3CFA2806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739E9C5-A62A-407C-AE35-52809478AE3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1314C72-594D-5108-65D4-D22F7A9F348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88DEEAD-C1DB-5D98-1C16-BADF94C3B43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CB697F8-6AD4-B22A-4316-27E9F8CE1C8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9B3C4B-AD8E-3819-F965-5464F10C981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6F598E-C3B5-E22F-307B-6CCEC4BC2D0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C60F77-8F30-6E20-A337-52B792B7C44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377564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C4FBD-BB20-FD9B-9917-504347DDB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2B17A6-B6DB-FA2A-1714-6D60BB652F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003E803-D111-AB5F-3C6E-95223C07D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6BE97EA-E9F8-A26C-1678-CEB7C814D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30F267B-0D85-DDA1-4A4C-6B4766A91B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921BC7B-0E8F-3169-D0D7-D648AB6B03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291770EE-8CE9-A29C-38C7-57A0690A6B1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C05131-4429-FB1D-327A-2AD5EEE67B8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3A4C29-9CC7-B18F-81A5-77C5D835523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80B806-A3C0-FAE9-8182-651D4E6C47F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18ED9F-01A2-6A71-4231-10D48A2D9E6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FB1E49E-AF46-19C6-98EA-9E6DE992FD4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3E5683-163D-BB33-9799-E715ED1BEB6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915EFA5-AA24-46B8-2D06-5E422377536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F19BBB2-9A69-F357-8E7C-6F339C396EA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66F01FB-A159-10AF-5FE7-2C8D9D4FD5D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E77AC88-C2CF-B8F7-08AD-4114171C538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4450D2-B7C5-1874-49E7-40B33164250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E94AD7-A660-3425-94EF-3FFE013113B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BE329A-CBD3-7713-D4FD-A3751F1C887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045D76-D830-6A65-4A6D-0CED394A3FE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768806-AFD9-9F84-BD55-9BB026B5E00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736746-CF82-FABE-BACB-387F1032061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A67901-67AF-28C6-14AF-9F3C40BD373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B6F1A69-0E86-ADEB-B7BE-45191C3E6E3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C5346EA-3160-16F6-8508-6459BB2A0CB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B9F5B8-14D7-679C-CBCA-295FA67291B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D1903B0-8FFB-4414-A994-1320C78503E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F1EEBF4-F14B-6EA2-5456-6378D8B8AE4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3E606A3-E8B3-A784-6203-12CED1BB8D7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AC3916-AE60-93E4-4F98-24BDCB8CED2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1B3B7F-98F5-A083-A84E-8F601CCA241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3926806-35ED-E579-9484-E6273FA0737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BC8E2F1-2FB6-DA48-3A54-E2ACFC65F8C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CD479E-B4D1-217A-40C4-37588C44A41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45CAF3-E301-44B8-5D43-E115B2CB55B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4D0F53-D5AA-64B6-2CA9-9A7819ED6BD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C5B0C56-B246-A00C-3554-E3D04E57816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8CE31D1-A440-60EE-B49D-44ECED16C0E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3D483C-0CA4-7311-422E-8EBD1256C2D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1FD57A7-B3CE-0032-F061-71932DACB58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5999A2B-FC28-1F1D-EC1D-6C2A73C6309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09FF398-5B81-3BAE-EF82-E9F1914FDDB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0220279-6BFA-0B1C-0B4F-C1F79D46DF5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4A9BA58-2663-52EE-9C52-2F5F91E869A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A695A5D-C5BB-0391-880C-2B436C3CDBA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9C6298C-DA9E-332C-D462-D3DA6F690BE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0B0379-51A9-393B-FD62-C7169001943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1348BE-5010-10F4-4BB8-E8C874EF7F7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CE729B3-42A3-CC4B-1CB5-CA60D399241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6260B5A-496D-DCFF-338E-AD5C8FFCC11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FAB466-4402-1351-36F1-2A2653F4FBB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BD0D49-4246-DBC7-7427-20E3DE2FBA1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6DED7F-14D4-E452-FE67-F040572173E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668842-7CBB-C32D-E375-D64C6375C6C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99BAC0-C729-3C99-0A3F-669A612C557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800727C-BAAD-4B38-D72C-E4D025EAB24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E9382EF-8B00-BB1D-5A9D-89361C65722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06AA123-B744-1FFF-CA67-81C6543FAE6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0EB5969-779A-3704-C096-EDC59BF6261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79E80C2-BEBE-F799-8F5F-77C9D7C40EA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BD19CE3-CA8B-4F92-1BAB-C9E3E38EFA8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E52DB4-662B-16DF-76AA-52A2E9D020F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789384-BF3D-DB4E-C983-19821A873EB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41DA2F-0E1D-DFC5-2536-38B252A0CE8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94B470-4C48-893F-62F8-D9B3CCB4FD8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4EDE38-B6E9-C25B-1FCD-8CAD5FB375D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492575-B24B-1F55-8455-26C2138617C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642ED3-9251-59DC-272E-E8E9985EF4A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870FFE-7F1C-03C8-99D9-0FAC35D58D1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B1F6D71-2FBC-0FD1-856B-7896FF21984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1D066D-8AA3-DBB9-1829-FADEB19ED18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A9B2541-1F9B-3131-B298-E4653E54350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AD2BC61-F1DE-A6AF-BFBB-727120C7B28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7AE2866-5597-D2B6-EE35-75893BC764F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CEB4572-7880-A196-0581-96217C6E304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7BA7E26-07CE-1884-0AE3-6CC70EBA183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95FF3E0-9E46-5E1C-833E-FEBE35B0F21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90A08A7-801D-F985-66AD-2367D8D9B73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A287F89-EB58-83A7-8E61-D1317104FE2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F1DA27-FC97-C340-8D15-28300E34124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39D447-5B42-4BEB-E4E7-69AD890826E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668EDE-7008-F13B-4030-5CEC2AF067D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D938A2-9B9B-29A3-4698-00695393A90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521349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7D750-DA86-F0DF-06D1-C97BF33A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54EF82-8D83-2C2D-1FB9-85EE7F36D8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Finish Column 7 and Row 8.</a:t>
            </a:r>
          </a:p>
          <a:p>
            <a:r>
              <a:rPr lang="en-US" dirty="0"/>
              <a:t>Then finish bottom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4ADD222-EAF3-717E-9CBF-E34613383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6C05037-5F12-6D8F-D598-FC52F2B28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1E96AF6-AAD7-C2C1-B80C-D1CB1E72F8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0F7DA14-C8B3-D222-5898-664118F112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D71A7C2-6AA3-12B1-858E-4348D85AB37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C185418-04E7-BD61-75AE-CD8BDDEC177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844DF9-5671-48A6-686C-60D78D07C46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D5DDED-6053-3DC7-1C45-DEA1D03F0BA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0CB258-3CFA-9820-6A93-EB75B14063D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DBD721-4FF0-68E8-079B-6BAEE45B470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463FDD-83EF-7175-DF50-4504587BC07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90E5352-D87C-C221-67E4-44511AC0769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809C6B-D453-980F-AF63-6D114600804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3FE71A6-DE25-2BF8-AEA0-2812373FBDE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302D19A-B82C-E9F3-E53B-6E2C76283F2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829C90-0286-6D77-F104-3B13899084F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9B4D0E-4486-C857-AF56-A3D7B7E58F5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9A49EB-D1D1-B5B9-ECBA-B04837E0EAD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9B913D-7477-2D93-1C6D-2246641D3D9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199E72-5D7D-40EA-FF60-2953AA387DD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943E66-29D7-36B9-0FF5-F85438DC93A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39E852-F42D-7656-8725-BA094A29EE6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250A822-E471-FBAB-85FF-58FCCC09066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DC48062-299E-8F10-4E65-799A6E1BAE8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9418B8-A02F-AC2B-472D-23ECE54A03F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13CD461-9A58-4226-B040-30B7617BCC1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E0524F-84C0-AF11-1061-80D0E7778C8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88A730B-62A8-AB46-B1CE-0427455326A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F25A3C-2382-D6B4-12FF-A37B5EDDC01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EBAB62C-0B6D-18FD-D70F-92E70F1DAC0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3367D1B-5CD8-8003-7BB9-7E78A9EC5C7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2F9400D-0E02-0118-5B6F-8C1A4DCE0AD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A35C70-B0AB-DC31-FECF-461663128B5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E0DE5C-9A9A-47BE-09E2-39421C62DF1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7C5093-F442-B8A5-BE12-5DE64D6A21C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B3FAD9-80AA-8043-F694-954F72BDAA0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67C196F-2A57-674C-C832-3FE01CAC697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FB2801-1FBE-7C0F-FC9D-9818A09E65F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A036D0B-BC5B-8B96-9E2E-A29F66F3131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F724645-FC13-D2AB-A952-BA1E04DC5D0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71F4764-8018-E778-6881-9DF4B6ADFD3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9EEE10-63A8-D58E-EDB2-2C34591CCC0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76418B3-08A4-A199-BCA4-FF8A61E7FC0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3CA9AE6-4069-26E3-8FB7-6A3A3B8A125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17789FD-6155-7BAF-055C-ACECF3B1638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00C72F-9159-D8FD-5E02-0D4F3B8587F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C63D2C-C926-C25C-EC03-A7FB912068D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FE968CC-1608-5C72-91F0-BDD16020124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058720A-3C4C-47C2-4BB9-E0CF9C666EA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30898F-068A-8381-92F9-0BDF17804A1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F86354-A907-2156-BE01-94D69721216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B0C4B6-7DA4-8188-C63A-B59EE185E51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0DA62B-479B-128F-8BC5-FD74961F1B7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65FBB2-4B31-FC71-9F3A-D8A1B609219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92BD04A-D24D-FEB7-1F6E-ACCAB3DE8C4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D940168-F7FE-E984-1651-F9772743CF2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D9BA630-0D81-CFE8-70FD-72CF97AC9BF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FA057A8-6E2A-18B8-C93F-15EAE86DDDB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3CA3A26-DDF5-BF3B-0E3A-E60B29B1CE2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E2CAD04-5DC8-7BAD-16A6-42111084436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9B4395-C61C-A087-F43E-11F270B0822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FE0C9A-793C-4AEF-1F95-131647308FE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A6B4A1-B83E-89EE-C187-2B027F41AE7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DD3339-5173-A0B9-543D-425BD5AAE27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FE19E2-AEB2-351A-DCAE-BDCCA960F2B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36F5D7-4807-5AEF-BF59-A97D6E203A0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CA095E-E3BB-9BF7-7D3B-3A5054B9A22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1CB10D-F251-5278-BBA5-527722DCE6F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058BD12-028D-8048-8704-9D603EAC214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F4CEB1-9216-C5D0-F5AE-861C1B7DA23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B21EF4C-7048-C7DD-7506-DFD291D5DA4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60AE03F-FEBA-851C-4B96-588884D6801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F157698-7A21-BC39-BF2B-D2B86E457B3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15FA305-7801-69FC-4661-5D88E490D9D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B27EE0D-2C36-1A20-1D67-86DCDAE5E67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8001280-BC77-ED27-98E6-E6ABC109657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9731417-70A9-6876-F5BD-24120DEF702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89C6418-CB4E-6D13-CBD0-A02FDCE306D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2B9AF6-A3EF-0641-A066-50EA64618E1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448BEB-DCA0-A451-4AC9-98A1B98CEB6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66981B-BC18-8E78-56CB-687C4075CB5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BC925B-F348-9AF6-E772-24D2BE509B7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BAECE1-C164-9EDB-5889-FCA8491D7AB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5C2109-1DB5-D4BF-8C9D-4C1048D70FD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1F1A1F-D70B-0604-A489-ACF722A6767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95857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10092</TotalTime>
  <Words>4025</Words>
  <Application>Microsoft Macintosh PowerPoint</Application>
  <PresentationFormat>Widescreen</PresentationFormat>
  <Paragraphs>3572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409</cp:revision>
  <cp:lastPrinted>2025-12-02T00:08:17Z</cp:lastPrinted>
  <dcterms:created xsi:type="dcterms:W3CDTF">2024-03-19T02:13:08Z</dcterms:created>
  <dcterms:modified xsi:type="dcterms:W3CDTF">2026-06-19T19:01:58Z</dcterms:modified>
</cp:coreProperties>
</file>