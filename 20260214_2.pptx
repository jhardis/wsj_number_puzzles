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457" r:id="rId2"/>
    <p:sldId id="531" r:id="rId3"/>
    <p:sldId id="532" r:id="rId4"/>
    <p:sldId id="533" r:id="rId5"/>
    <p:sldId id="534" r:id="rId6"/>
    <p:sldId id="595" r:id="rId7"/>
    <p:sldId id="596" r:id="rId8"/>
    <p:sldId id="597" r:id="rId9"/>
    <p:sldId id="598" r:id="rId10"/>
    <p:sldId id="599" r:id="rId11"/>
    <p:sldId id="600" r:id="rId12"/>
    <p:sldId id="601" r:id="rId13"/>
    <p:sldId id="602" r:id="rId14"/>
    <p:sldId id="603" r:id="rId15"/>
    <p:sldId id="606" r:id="rId16"/>
    <p:sldId id="605" r:id="rId17"/>
    <p:sldId id="607" r:id="rId18"/>
    <p:sldId id="608" r:id="rId19"/>
    <p:sldId id="609" r:id="rId20"/>
    <p:sldId id="610" r:id="rId21"/>
    <p:sldId id="611" r:id="rId22"/>
    <p:sldId id="612" r:id="rId23"/>
    <p:sldId id="613" r:id="rId24"/>
    <p:sldId id="614" r:id="rId25"/>
    <p:sldId id="615" r:id="rId26"/>
    <p:sldId id="616" r:id="rId27"/>
    <p:sldId id="617" r:id="rId28"/>
    <p:sldId id="618" r:id="rId29"/>
    <p:sldId id="619" r:id="rId30"/>
    <p:sldId id="620" r:id="rId31"/>
    <p:sldId id="621" r:id="rId32"/>
    <p:sldId id="622" r:id="rId33"/>
    <p:sldId id="623" r:id="rId34"/>
    <p:sldId id="624" r:id="rId35"/>
    <p:sldId id="625" r:id="rId36"/>
    <p:sldId id="626" r:id="rId37"/>
    <p:sldId id="627" r:id="rId38"/>
    <p:sldId id="628" r:id="rId39"/>
    <p:sldId id="629" r:id="rId40"/>
    <p:sldId id="630" r:id="rId41"/>
    <p:sldId id="631" r:id="rId42"/>
    <p:sldId id="632" r:id="rId43"/>
    <p:sldId id="63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708"/>
    <p:restoredTop sz="94568"/>
  </p:normalViewPr>
  <p:slideViewPr>
    <p:cSldViewPr snapToGrid="0">
      <p:cViewPr varScale="1">
        <p:scale>
          <a:sx n="113" d="100"/>
          <a:sy n="113" d="100"/>
        </p:scale>
        <p:origin x="1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BFDAB-9150-8A78-EABB-76D2048DB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EA9EA8-39E2-14BB-7FB7-28098411A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D27ACC-A55A-83A5-9BCE-DB8F53E6F1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712C5D-D016-07E8-A740-D4FE12A62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186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8C1D6-DDC2-4193-8174-EA41D72A3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991FC2-AB3E-4BBB-CB9B-C35D8E97CF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32A07-F860-22E2-BE64-F097C6864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30F0D-4C67-BD55-F80B-E8FF86B06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42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B2ACC-313A-3020-1C03-C506BFFE3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C41304-617E-3CF9-2B8A-7C3E0AAE77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C8370-E93C-BD58-B8C0-9A6696A89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78C78F-687D-B127-9AF3-0F70D63EF9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457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42387-AFDE-30E5-EEAD-758E22F50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8B98B7-EA4A-DCEB-FE87-C20D16AE6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885F73-81E0-41FB-7EEF-1C0731E8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414E56-6BD4-1B04-0280-53997F4853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53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9C5FE-82CF-38D9-2594-BE21DEE9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95400-3F4A-55E6-A733-6C6D2CAF84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FAC6DC-B4A4-A3D6-0786-21CB87BD1A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28166-8A5F-909B-A71F-E495723E3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475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99E8C-9DB1-DECE-B743-BC9C79BC0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1213C-5D0E-2CB4-90B2-80B643728D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3F4C1A-1D06-F6C5-4FCB-E11072457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D17E0-0F41-4BA0-F151-B679FC7D3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1107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9A67B-B2BE-A2B6-52CD-38CECBE6E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45162D-499E-1A81-7951-8775C83422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A3C99-411E-6A01-DE91-0042305909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EDAE7-CBE0-3671-6AFF-818FED371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774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07E6D-6C27-ADAE-1235-260B610C2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445CD-6444-B306-9C55-E0F23C78F7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D0D13-29D7-9C09-C9D8-246CD30BA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C8D89-164F-1D7E-E46E-80130D33F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65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479D8-7BA9-7ABC-694E-E4DC79387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E8947-FE3A-E34F-E997-0CD2531E9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ED2241-5833-A3EB-3BD8-DE57B74E5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9A2D7-7F16-C2C3-E2D2-AA75B12D8F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421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C19F1-FDEB-D448-356E-C17F349A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1131E-4655-7D54-686A-DB832D013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D863D2-AA77-732A-7345-0061FB966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46A4C6-8DC4-732E-90FD-AAA17C1536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079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D9A74-1DCE-5B9E-0DC0-44E968972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2C79A7-F38C-B876-A5B6-1C88E15685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FA2BC-1BF2-D067-1D0E-5953F32F0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61FDE-52E8-D264-0C92-772BB4052A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656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5A2A8-E3DF-E121-6286-7D43FE09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71778-2171-2FF9-27CA-5B4593FAF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D383E-AE24-1798-1738-8EC49D2DB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4B74A6-6F64-2284-40B7-A7C29DE9D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686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63336-E6F4-5220-9776-A5C051988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06512-3A31-2F45-467F-644C35913A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22769-5F4A-5CDE-CC78-2C1BDB9A10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16235-7781-FAA1-22B3-F0789422E8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886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5C09C-D681-4F37-BF16-9CB91065B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B4607-3581-50E1-89D7-6C99B74BA1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15B54-EF3B-B1B3-5656-483F038EE2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D2894-5F98-A6BC-8949-197DFC8E6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16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4457-71B7-A1C4-A159-49895ED68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E368C0-1455-17D6-5D7E-445A955F2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E35F1-1E4B-FE97-2249-2337A6D5F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6EBF5-21F9-54EF-7740-1788FF656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597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C84F0-EA1A-2F75-19B7-D43CAFF18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CEFEF2-72E8-115E-0231-3563BE3078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AD609D-27C1-2D52-D53E-8A6AABEDC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2E3EF-8252-199F-6D2B-6717395A3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9826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4C51E-D217-F618-E12A-2649E5F11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C21C03-1972-EB12-3E90-B0AC8630A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2E45A-8919-D014-42DA-AF3ADF1BEF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6F34CC-AB00-ABA3-78E2-AADC307A6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3955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A626F-FE36-B628-F01B-13F4DEBDC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0D6836-3942-004A-FB00-65C89123B4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AB1787-927B-B4EC-A004-423D0C6F2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93093-9DDB-D4B9-DD39-72A7597CA7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353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0B861-8556-2511-FD06-8C105EB65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A8FD1F-1FA1-08A4-9B4F-70A69C1AE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A274BF-1996-F72A-107C-5FDDDB1F7E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73F9F8-150B-163A-0274-35595C74DA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896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00B3C-A526-C094-8D0D-BE70ED772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225F5-58DA-882B-7890-1CE36D9620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3CC8F-08E6-0F41-B590-0B6AE532C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07C646-4466-DC3A-BE09-E508FFD261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9989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223B4-0A2F-BECE-91CD-3E6FD0BAE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B6221-41A3-F63F-F996-5327CCCB7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1EDF05-9D80-E470-BCF7-6769F00E2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EF531-F05B-404E-7CE2-D771D7804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7246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BD57-1359-ED36-BF99-710253277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292643-8917-73D3-BA0E-314457A9A7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1C8058-AF9E-3D88-3AD4-73293A897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D2F19-9A69-F714-96F7-65BBE62B6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333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07D3A-FFFD-EAC1-7801-5BCE46A4A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309C68-05EE-EEB7-8148-B4ED6E80A4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779B05-3D72-CD20-A790-04387A1E90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EB6C5-0FC0-89FE-0063-1F2B51B673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7113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3DE1E-9DC6-820C-2C34-01DD20726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3E3ED-C9CB-8F38-A856-31E268C77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52A544-5229-2FDE-AAF8-580679E72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FFA1B-57B3-CC21-349B-053AB6EA3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520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E6753-6BC5-6165-9E7A-343494F2F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EF7C0D-1EF9-FA9D-F509-94CCE71C2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104644-B4FD-2CA7-BF4F-2928287079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C10A5-BA3B-CDCB-D6E9-B9241C1A29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002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1FDF-72DE-E30A-6EF7-6958AA8A4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95216-D9ED-2B35-02A1-F557D4BC5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4F1FC-AC2D-B012-B823-D2B8F1BA0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6F5C7-1ACE-04A8-B773-D2BD9A4BB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8389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84FE2-AD9C-8D60-7381-14952B0E5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EFC0AC-27DA-3966-E2E6-BDF1A2E65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F17E8D-195A-3355-51AF-51ACEE84A7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23EB4-05A1-E6D8-9BEF-E44DA487A1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906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F31F2-19FC-5544-69BB-F18E01CB3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7D55D-5F05-DD24-704A-35B2884DE6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1432D-A66C-6DCB-1225-812280A00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5FC9F5-7968-64CC-41A4-21D9F477EF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719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A2E1A-93F6-A1C3-A28A-F737C27F0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FF975-CFFB-8D33-6D5F-FDECE23A1A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CFAAA-A49A-BA1B-33C3-A6B98FA13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130F3-FB11-FFDB-6FD3-DA1AF4BC9F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810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0EDE6-868C-74F0-B916-9698DE24F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3864E-2170-7370-7DFA-4C247BFEB3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1237F7-2A66-5F45-6840-51E126AD32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1E171-177A-6C96-2E8E-A4B04C3FE6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03168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3285F-4547-C9AC-E313-153D06331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B54DF-67A8-A638-736C-338B04518F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A52629-E9B3-A5E4-2EBD-599BEC5852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A4F96-CE2F-AC4D-0EBA-2A35215F7C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8624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F0B5-838B-38D6-EC95-CE96D1108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38CF7-7876-E4F8-640E-75DD5CE40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37B688-D4D1-C833-11B1-E10823B2C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DFB9BA-7DA7-AE8D-7988-0FF49C2AEC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62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1F394-1ABB-1BDD-0DFB-CC3F24BAD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40903-D9B0-9E2A-8A88-C368D5CB73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F7933-8034-BBE1-B166-B0A323C59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1087C-529E-8CE3-8B92-F91E555ED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2743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4935-AECE-CE7E-81AD-DECD93459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152B76-0550-3A86-FA1B-D1C59C0BD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9C87BB-282A-5F44-C58B-460FF1791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DEDC50-6FF5-EA27-CE32-3F5EEBD7C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664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F1485-5232-3FED-1407-877CFD4F5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1B73DE-751E-5206-86FA-EE69AF8D63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1E680-11DF-3830-B186-8C8DDAA66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BDF10-EF66-C268-378E-866D0A598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364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4CD84-77E4-DD2D-8C2B-28ED235E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BD792-8C78-BE52-40FE-E721382AA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D2A4E9-AA81-F1ED-9E11-E2AF8D15A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F5A0A-1AC1-A39E-BD3B-3D1F223A01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9846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4A7CC-3201-758D-F21C-83E6E46E7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420EC-074A-38BF-399E-176145943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06FA3-4D98-32EB-879B-0C8C14CF2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DE65F-6FE7-B553-0B7A-E9A730726D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447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5987-B8ED-156F-F182-4C040B14F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D1D8D-4EC2-3452-1660-FBD63AA27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733C71-27AE-BFFA-7BD0-B7FBA8D617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0D7C0-7023-992D-165E-99B9CBFC5E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27056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1B14F-336B-16F1-4E9F-FC890D209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4DD8A4-DDA3-43EB-B7EB-6987FBC00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5D1AC7-5F6E-F927-61F3-41DE1089D1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490EF-48EF-7624-11AF-A9E3B7628A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79125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E6781-3DDA-AC03-16A6-FE1DAE0DE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13EC0-4A10-D68D-503B-57A16CEFF6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7FF5C-B6D3-2DBB-D117-3A1ECEE2A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A3E6F-CA60-7306-5FBB-B4BE81C34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1920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A77C0-26A6-A72E-DF05-F358E922F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986C5-39B1-DE5C-5BA5-7B17B035D4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582C9-A969-D703-359C-88DAA8817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440E5-8273-6AF8-0667-B10891F33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0947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B33F7-6783-1912-9A71-2D87B36EC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C4C699-5221-E63B-FAE8-75872165A1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8B60CF-187D-1081-D09A-E40386F8F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AD4D7B-E511-2E8A-200F-70E3B1A8E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361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sudoku game with arrows and circles&#10;&#10;AI-generated content may be incorrect.">
            <a:extLst>
              <a:ext uri="{FF2B5EF4-FFF2-40B4-BE49-F238E27FC236}">
                <a16:creationId xmlns:a16="http://schemas.microsoft.com/office/drawing/2014/main" id="{6676DB26-88D1-ABA4-C7A1-32ED89E6C2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3216" y="185365"/>
            <a:ext cx="4544568" cy="5112639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56CFA-F17D-8D8F-F4D4-C304ADE1B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9AC3CC-1A77-4398-7DE5-6039C1BDA8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4-arrows must be at least 7 (1231) with content 5 or less.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C9D117A-E995-2B37-7F75-5A87E3ADB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65AEAAE-AEB9-7DD2-FB15-67E363C5DF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BA0256-356E-88CE-74C6-E86EC395E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8CEB5C-B2D6-8B61-1EEE-A8AA85D5E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1E174A-2EBA-DDA7-97CE-0C78DD43F55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D03C6E-D14C-753A-5F99-39C57D98C45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65EF61-64A6-A330-1F2A-9E02ACFA6A18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DBCC0A-6C20-73F4-2D00-7FD6664646D5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B02B74-B9A0-434E-6A6A-12AF9CF7F4BF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1223550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125F6-0B08-6516-BEA0-03CA9CEBD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2561D37-A8B3-0043-B80D-FCF06053C8C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3-arrows in a single row or column must be at least 6, with content 6 or less.</a:t>
            </a:r>
          </a:p>
          <a:p>
            <a:r>
              <a:rPr lang="en-US" dirty="0"/>
              <a:t>(2-arrows must be at least 3, with content 8 or less.)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00F37FC-C5F6-E658-6B13-3D4A9F3F4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EB241ED-5A85-D267-DD5B-C33949A2C6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843E9CF-47CE-028B-3DAC-BC544D343D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B2385CE-D9DA-10A3-4F20-A28FE7A89F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1EA656-AEDE-10FB-B82F-A15B9DD0C25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AFC7F4-906A-A5E5-34C6-872E3A6BDE9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B7F715-1B8E-5460-45DD-2A2378F24D0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DBECA-A5E5-E556-2716-7B7AAEA9B6C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849915-4178-54A6-5351-22E829E3030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17C85A-C091-7302-6F81-DED2253B00F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711104-CB45-0EC6-8E1C-9C6233A2D9A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AB0ECF-A707-A038-B954-FE97A4199527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B0706A-9BAE-D6AA-EB99-319E5B74085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8BC957-70F8-6379-ECCE-787A3DCB6BAA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E97AF97-0A5F-5BC8-FB3E-28D1D5944D85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222603-05C2-FA71-B224-2CF36EE84260}"/>
              </a:ext>
            </a:extLst>
          </p:cNvPr>
          <p:cNvSpPr txBox="1"/>
          <p:nvPr/>
        </p:nvSpPr>
        <p:spPr>
          <a:xfrm>
            <a:off x="5650090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376F9F-5CFC-22EB-AB11-8B8A97117677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198846-5E43-5665-8F3C-CE714BD7A41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F11A5E7-0E45-E248-C9F7-8ACDA494F4A1}"/>
              </a:ext>
            </a:extLst>
          </p:cNvPr>
          <p:cNvSpPr txBox="1"/>
          <p:nvPr/>
        </p:nvSpPr>
        <p:spPr>
          <a:xfrm>
            <a:off x="6654802" y="35189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1F5B30-5D72-F875-9AE0-C5474C8D72F0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E4694D-63F7-EA1F-56DD-6BFF9F6229D6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0AC0CB-4DF0-ED69-14B1-6E41DA2282BB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9814D1-FA49-B3B3-FA13-DC0AFE1159D4}"/>
              </a:ext>
            </a:extLst>
          </p:cNvPr>
          <p:cNvSpPr txBox="1"/>
          <p:nvPr/>
        </p:nvSpPr>
        <p:spPr>
          <a:xfrm>
            <a:off x="5650090" y="183163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F7C6EA-8E34-E145-52A0-E3E5DFD8F5C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924168F-8FD8-13B3-CF60-14420F839BB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3991911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EFF62-90BD-3DD4-CA72-329B8C80D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7ED013-82D1-1AAA-D719-A64B39EF85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In the upper left block, the sum of the six different numbers on the arrows is 21, at a minimum. The repetition in the totals adds another minimum of 21, for a total of 42. The continuation of the left arrow into the left center block adds a minimum of 3 to the total. And since this is 45, it must be the solution.  Also, there is a unique solution to 24 in 3, which is 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DFADE8D-C961-870C-9CBF-A51B5BA72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D278C33-0A62-AA04-ECFF-5A56B4849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250DDA-D620-D837-F7A8-C5D603AD7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7911669-544B-0C2B-C0B9-5837FF7690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59D99B-09E7-BFD1-F838-33576937FC5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43D03-A925-83F4-E2E3-B2D0B26BAED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C630F2-D553-2E79-9717-76BF5A2949E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6D7219-024A-D910-1743-B44DB38B189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C9633C-5B0B-D2B6-D001-1E8151F5CFE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8AE7B4-A384-200B-66DD-EB4D7E06E2E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DCE66-9B26-8A9F-0396-AA4991EFE4DB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3B6574-2D81-583F-F7A3-01914C474CAD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0F26FC-AC61-5BAA-88F9-B9D3F7B093B3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89AAF30-0FD0-723A-656E-51B4C4CAEAF6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86AB43-82DC-33E0-DA2B-48ACF6C79DE4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153AD55-84E0-3ED9-CA8E-DDE0D0B3D4B9}"/>
              </a:ext>
            </a:extLst>
          </p:cNvPr>
          <p:cNvSpPr txBox="1"/>
          <p:nvPr/>
        </p:nvSpPr>
        <p:spPr>
          <a:xfrm>
            <a:off x="5650090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12CDFD-A1B8-61C3-4F4F-561164413DF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B75BC9-4BBC-BCCF-9BD5-796DC9E96C36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4A5D2B-D290-EB65-A78B-EF7520FD7CA5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D05F44-0C87-00AF-E2D4-5D3F3D345DBF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E75761-51D6-297D-85C7-75179C676C5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060E83-7C83-1110-3E57-A761D0AE6EF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4C3669-9275-269B-F621-AA614772278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6F3918D-F26A-2ED2-23A4-768E23B9554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72F9CC5-E5D2-D427-47BC-AB2F2D9A26A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805281-10C6-02DB-0EE2-7F3025B145E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78BB6B-D63D-93AF-78FD-D9A3890B7F11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97A105-10D9-FF2D-77F5-E9C004446BFA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0C7D39A-B704-02A0-0220-6465E41AE908}"/>
              </a:ext>
            </a:extLst>
          </p:cNvPr>
          <p:cNvSpPr txBox="1"/>
          <p:nvPr/>
        </p:nvSpPr>
        <p:spPr>
          <a:xfrm>
            <a:off x="5650090" y="183163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21F2620-46E1-C4FE-C343-25EA9BDF672A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2A9B84-004C-AAD6-6A1E-2E2737DBAD74}"/>
              </a:ext>
            </a:extLst>
          </p:cNvPr>
          <p:cNvSpPr txBox="1"/>
          <p:nvPr/>
        </p:nvSpPr>
        <p:spPr>
          <a:xfrm>
            <a:off x="6654802" y="35189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2356149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4AD8A-39D0-151B-3B2C-FF669EC7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D6D4380-1FD9-7188-5799-225FF1E0DCE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So, the arrow in Row 1 must have a total of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BB77B1-33ED-E606-A563-D3D0A3AB9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AD39298-6F2C-4AE1-E8CD-3867E0D76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DF89B86-51F1-FB9E-C810-AB6E339F67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858E5B-9B84-460E-0A33-9A3889B24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E73D3E-A031-ACF5-1ADC-0E89BA72DFA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5326BF-DCE5-02EF-C77F-C5CDE25F8F41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67DA07-02F3-03C3-F8E3-D43F10339560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6FE01B-3366-B35E-AA1E-4B34BA4E779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90E69C-CEF3-F165-85D9-56748204817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F757B2-9279-A68D-CAB4-92A939329C5E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771EF9-8165-6CF7-1F6A-0FB75DD32D11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840973C-D502-AF55-E135-80CBECD8B344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B2A0A4-BE2F-F91C-0D21-7C0CC6B96A44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01D7F3-99DE-1CBC-6E50-B5E2436E3B3F}"/>
              </a:ext>
            </a:extLst>
          </p:cNvPr>
          <p:cNvSpPr txBox="1"/>
          <p:nvPr/>
        </p:nvSpPr>
        <p:spPr>
          <a:xfrm>
            <a:off x="5650090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207B9C-C37E-2DBF-CE23-8B6BCC377503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857AE6-C599-6E4D-A6B0-6266A585DA44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EE5397-24FA-282C-C2F9-2B780890444F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9D9763-309F-14C5-BBA0-C5E67ACC53A7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5F7783-3F7F-72E4-85DE-8E4E72128FE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97B3AE-E45A-B868-5D78-64C8E905066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AB85D0A-A062-6276-7ED4-07D08F132281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34F8F1-EF20-51C1-E161-3C801DE7FAC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1E8DF5-5D07-E925-AD8D-48551C5AFD2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092374D-4067-A190-F3CC-05DA0A4754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B6302B-A017-BFC0-DD0C-4432111A05E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B9B6503-F572-9A74-438F-2EEFDE57A54F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4426A4B-43A8-B05C-A332-9A1EEDAED082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FB7CE6-C4CF-2A83-0204-302BDDA73FD8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80DB92B-D5BD-92CE-FC04-CA0E1885F4DB}"/>
              </a:ext>
            </a:extLst>
          </p:cNvPr>
          <p:cNvSpPr txBox="1"/>
          <p:nvPr/>
        </p:nvSpPr>
        <p:spPr>
          <a:xfrm>
            <a:off x="5650090" y="183163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E21949-2503-B016-ACC5-4D65A3CB46BC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B9731A3-23F6-1718-5348-59562A0B514B}"/>
              </a:ext>
            </a:extLst>
          </p:cNvPr>
          <p:cNvSpPr txBox="1"/>
          <p:nvPr/>
        </p:nvSpPr>
        <p:spPr>
          <a:xfrm>
            <a:off x="6654802" y="35189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</p:spTree>
    <p:extLst>
      <p:ext uri="{BB962C8B-B14F-4D97-AF65-F5344CB8AC3E}">
        <p14:creationId xmlns:p14="http://schemas.microsoft.com/office/powerpoint/2010/main" val="1168729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05F73-ADA6-120C-D5E9-2B1B9264D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71DF8B-DB4F-110A-7B7E-1402723EBCD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042B2BD-A52C-610F-9149-2BD5D24B7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0DC047-1508-4738-1780-8FB102BDA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4C0C5CD-04F6-5893-74D4-A4E5D63EC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E6EF5F7-9495-55CD-7F83-8A0094C117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A3816D-22A5-EE7F-7152-A4D9A13694C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70B122-D704-A1F5-F7EC-3F638225141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61CA9E-019A-30CD-D703-9BFDD7741FB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6842C9-A323-E44E-6CD7-26159E60040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A451FA-C034-E70F-6B3F-DC5008C2D40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5FDBD9-6436-B65D-F552-C275C08BDD93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EB2130E-BB37-9A06-1A6A-6EE181EE1D07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F89EB9-B60A-1A0C-FC84-57DEF25B5721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236191-085C-36BD-7CA3-C31DF0C6DF0B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EBD696-A4FA-07A0-4C75-440AB1550972}"/>
              </a:ext>
            </a:extLst>
          </p:cNvPr>
          <p:cNvSpPr txBox="1"/>
          <p:nvPr/>
        </p:nvSpPr>
        <p:spPr>
          <a:xfrm>
            <a:off x="5650090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0BDB45-5C0D-952B-BD85-EF704564730B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2758940-D409-8085-531F-EEA729EE125F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D98395-AF23-3ED2-4BD3-D0C07F9898B4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51B7F6-0A5F-FCAA-A1EC-7D21DB009E93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B6D84A-2310-2E87-0D50-3479DBA9143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43B907-FD06-4848-B77D-FB88D3497F73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DA538E-EAAA-FACB-8A8A-4AA085EADBE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E5C47B-FD11-71AE-7FF7-32906F2AC09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38C45F-2E27-FD3F-E55C-4237C2CE2D7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FACA257-B604-EE4E-BCFC-65CBC9968C4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C49C79-A58D-45E3-B92C-513F2AF0EFC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A7C83A-7912-C5B9-0C90-8BD5F63414AC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C5501E-9570-979E-031F-D234CA2965C7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EC3B8A-7A43-B333-6B14-6BB1EC491E63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ABC170-978E-E734-0FE9-47F863DF873B}"/>
              </a:ext>
            </a:extLst>
          </p:cNvPr>
          <p:cNvSpPr txBox="1"/>
          <p:nvPr/>
        </p:nvSpPr>
        <p:spPr>
          <a:xfrm>
            <a:off x="5650090" y="183163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A0ADBE-E35D-A6DF-555C-15C1A3397165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EC401CD-A83D-6879-17CD-4B73DB1B4E78}"/>
              </a:ext>
            </a:extLst>
          </p:cNvPr>
          <p:cNvSpPr txBox="1"/>
          <p:nvPr/>
        </p:nvSpPr>
        <p:spPr>
          <a:xfrm>
            <a:off x="6654802" y="35189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09735-1C8D-B555-2430-58656BF424F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80D26-6FB2-4013-FE79-09F10CAFAEA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1786481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8689F-48D3-F256-5EB1-7D8328761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AE5818-5FD8-511C-3BA1-6C08BAAF5B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possible solution for this arrow.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CF62D0B-0C37-61E0-0AB7-BAFDA093A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EF99290-5F96-E5C2-5AA1-21948F3427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1617AEA-2825-1241-F1A1-8212D6C0F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3EA9B3A-1091-0902-B695-F28D5C25E8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71C8AE-ACFB-FF0B-D0AC-5EE232B13BFB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9DBC09-8692-AF89-2B2A-6129A1A5DDCF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C624DB-D338-1DFD-F889-34400C4A2F1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D65533D-7D90-2771-DF5C-E43B0478436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D630B4-F9C3-AB69-C165-6378393E968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E47D4F-2912-92C3-3E29-AC81607569CE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59CDAE-5BC6-EE3D-D3B1-1109C729A873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F77EF9-8E74-5F69-83F6-378EDD66D9CA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7DE6D1-34A5-81E8-5B39-A384A18DE3B4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0C594D-432C-BDF4-B8E3-E02D5A5C4B76}"/>
              </a:ext>
            </a:extLst>
          </p:cNvPr>
          <p:cNvSpPr txBox="1"/>
          <p:nvPr/>
        </p:nvSpPr>
        <p:spPr>
          <a:xfrm>
            <a:off x="5650090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CD1B2C-F926-FA7E-6071-6F26AFA7C40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A2FBAF-D5D2-4270-4D4B-BEFC1C80337F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684109-5891-406B-2475-68F3EAA6B631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F1A84F-4B5C-CDDF-F8BB-7C732ED0A9DC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6A0901-F408-1D40-79EF-1D80B3D9528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A333F40-0B77-6F7F-2F70-5967D8ACF4C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6266E4C-6D79-2625-B47C-7BB7BD8C017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44BE0A4-A118-031B-38F0-8937B9B3DD8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64FFC94-F181-1C86-E82E-F18336B2CDE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8A08F8-47A0-DC92-DCAF-AB88510FEFF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4BC4FF-684C-51A1-0F95-01233EF3CE53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2B15F63-0F2B-4538-0153-47742384494E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1CC884-E41C-234E-FDAD-F8F1E88CA0F1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A7AD0E-4EED-5CEB-463B-2A8D1E69B59A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B86BF63-BB80-0B8C-20D0-2184CA9B2BDB}"/>
              </a:ext>
            </a:extLst>
          </p:cNvPr>
          <p:cNvSpPr txBox="1"/>
          <p:nvPr/>
        </p:nvSpPr>
        <p:spPr>
          <a:xfrm>
            <a:off x="5650090" y="183163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878B432-B6B0-CC27-50D8-8EFDDC65002A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4AADBC-ABF6-8E68-F86B-4D51A7512416}"/>
              </a:ext>
            </a:extLst>
          </p:cNvPr>
          <p:cNvSpPr txBox="1"/>
          <p:nvPr/>
        </p:nvSpPr>
        <p:spPr>
          <a:xfrm>
            <a:off x="6654802" y="35189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C5F77-D44C-C8AC-1F88-7FC193530D2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B9DF84-1DBD-B79C-AF61-EA0C05CCF26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53AA36-4D68-2EA8-5221-71F38FF37E94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0AB197-62CE-9C64-CF89-50085EB46BA5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2F13B73-D15E-E15E-3A87-83FDE7EE55F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264077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897F2-C202-1D8E-9600-78F06A02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98C9B0-59C5-1FCC-E9DB-5EC555D959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possible solution for this arrow.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CD9599B-09DB-2E53-0F64-8389E92B0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BA3C5C-B5CC-DA93-D33D-9D2E9A385E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C9E93B-DF37-CBE2-EA9A-6FC2FCEBAE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B0E4FE6-FDB6-2CAA-FF63-880219262F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8B5687-9F12-31B6-541C-B380AB02726F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39B111-8571-4D40-6FAF-8A6560461F3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24D5E-C012-5473-2816-59F4342123C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649525-E742-D7EE-F908-A881E3C1BF3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AFADEDE-357F-BF39-681C-96B1C1CC81D3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216886-70C7-C16D-70F3-BDD5A52B7D2A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052BD7-B093-A8EA-B970-894B38206CF0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7DEC54-9D42-E603-B19D-87B725716F60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AF6458-24A5-D241-1415-058293954279}"/>
              </a:ext>
            </a:extLst>
          </p:cNvPr>
          <p:cNvSpPr txBox="1"/>
          <p:nvPr/>
        </p:nvSpPr>
        <p:spPr>
          <a:xfrm>
            <a:off x="5650090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1641CB-173B-BDF2-2CD5-59B5AF613B4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41BEBD3-514A-710E-7A0F-87565ACA2292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571CD6-8A3E-EF95-680A-DD0754E5F605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DE596E-6FCD-3D89-3124-23AE3828BB9B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2097EE-34CF-9C29-CB08-38F893091F6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9BA570F-28B9-DA61-D513-C24EDCCE883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4D40CE-710D-0AFA-B795-6E59D9487C9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9727F6-B965-2FF6-E5E8-A8262E4E426E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82CC21-E271-0891-68D9-A559CF8B7E9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260D6C9-977D-E580-90AF-0A34C3778CE7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FF6EC1-A062-4DE0-5D4F-2C746A54A7C3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5CE9CF-58FE-D54D-B5A1-5CA247282EDC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2D19C9-2013-6A79-EB03-E52DA96764B5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D74114-38B4-F895-F5CE-267A40E771B8}"/>
              </a:ext>
            </a:extLst>
          </p:cNvPr>
          <p:cNvSpPr txBox="1"/>
          <p:nvPr/>
        </p:nvSpPr>
        <p:spPr>
          <a:xfrm>
            <a:off x="6654802" y="35189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3C7FA2-311D-890F-E76D-558EB0EA4E7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5DF982-488B-09A3-A34F-F34169C9A40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6996B4-AB63-BDDE-C6D0-6F5EC2BE6F2D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A10409-43A8-9DB7-C7C9-521195750BF7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5C72BC-AFD0-516B-F8BA-8B0BDFA5ADA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E24F5B-2492-9589-6F6A-BB46BC1DF9D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C40A81E-6022-6922-FF2D-22A54678009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C3572EA-50CD-066A-C5FE-06CA6430166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A91267-4628-D774-D008-8997C6FDCFD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703321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A1C17-C27D-6AA4-61B4-A0435C4AB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1E2943-3C24-DE1E-12A6-152F0A78C5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C55C1F-DACE-3178-FC05-BFFB0B393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3354D16-5D4F-33FF-F15D-1505A097F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12EC3EF-74BB-469C-67BC-35EFA946B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F8D9A37-347B-CD7E-2995-AFEA24C2EC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6B4CA8-5436-56CE-6E6E-26B6BB5F098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87106-46BF-C5A1-D43E-D6474EFF9BC6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AAA23A-C557-6393-99C2-BDD5C35CB04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32B208-F212-067C-414A-0A3BD2E9F66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33C029-0B71-DEE6-2B77-7F388D379386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113F735-59D0-A5EF-DD7D-8394E9E5D057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EEBCBE9-4A92-1395-8A55-418CC8847465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955C8C-2886-B257-7D45-2C16A5C176FF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982DC7-D018-0419-B6C5-7912716E469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F421EC-4C72-63CC-5C4A-4EE14CE3E3FF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747E22-40AA-A879-BD80-F526B93C2D6B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139059-8744-F853-8605-640D961AD1E6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1A6DC7-0BDE-26FF-46AE-537A3281BF2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066FA6-8596-7D10-3AAD-8A01187744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98A92C-2F56-3894-740B-180796CE585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27E89C-D7B7-89AD-F8D5-2278124E206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6AD98EF-B313-E290-4F0C-48118BA10D2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75B17A9-700C-9243-1C69-37435AF61982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440F8D2-1BDA-71C3-995A-5F63DEB5F712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23D8214-FE50-3CBA-4B29-1C7E40884F50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1266AE-871E-71F6-1EE8-D215B8436CE0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621F484-EDF0-C063-15AF-14644643FDAA}"/>
              </a:ext>
            </a:extLst>
          </p:cNvPr>
          <p:cNvSpPr txBox="1"/>
          <p:nvPr/>
        </p:nvSpPr>
        <p:spPr>
          <a:xfrm>
            <a:off x="6654802" y="351894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E4F79B-397C-EC8E-7EB3-A9F63A55CE8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1F3541-E5AF-ADA5-FA8B-3668CB617AF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B73B9B-C07B-C3F4-9C4F-4A519E99BD52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6D0D30-93CC-DDA6-3EBE-39B6A4CA0737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E6B5E0-48B3-E528-56DC-10CE86E8A3C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E4F9D1-8A0C-0770-A82F-27072F42535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05D5EC-356C-EDE5-6AD0-583114EB22A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111A4B6-D4D9-DCD9-D3CF-C936D3DA141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9A18C0-699D-CF76-21CD-10DB2F30789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18A108-C732-0502-5A74-4B43DFC7B1D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947585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06861-E46C-8E70-708F-E1D7C000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83D7F-4AF9-0E00-A8EF-D6B8F32433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Reduce, including limitations on this arrow.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5EE538A-C6D5-3E21-5736-865913D1D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D0B5BAD-F8EC-97D9-EC5F-651398E58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97CA8E-1DBB-C358-42C2-3963D6F7D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2DBDB2D-DFB1-69D2-3564-8323A964D5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622E59-C3CC-6CDA-BBCB-784F9D424FF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4D4E15-2B61-A146-42BB-44FF770E3C29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8FBF56-F1D3-0D49-DE04-E4BC16FBA90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709187-50C2-1F90-8D0B-F51E787B8317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56BFF7-4FF9-5A96-13C0-A070B971EEAB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F52890-63B8-444E-B65A-74F8C580214F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E6BA43-570E-5A1A-8255-9A436665B490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712193-8D01-6F15-D8D8-65209368951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5285C1-0233-DD26-5D27-8A8D483CC58A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F12D07-948F-A3C1-24D3-86DDFECBA104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78740A-7888-0C3A-28AF-1E6EF685D7E5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7A18DE-04C6-5397-43F0-84FB19988E7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ECA8D0-8F93-FF7E-129D-0C7D3D03CFA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EC9486-98DE-9743-85EA-10E24F59B78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17E775-81AA-E527-AA47-229E9520D26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D31D2E-9625-9FB3-A50E-FF20EF32C9D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87B37E6-AE70-675F-B1DB-88BD8584199D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65EC2F-6B06-BD33-3733-4CFEF1114120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1C90D8-DD31-D5A3-5599-70DD67472B2D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593F21-65BD-A63F-C7B2-EFADD5BBD003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CB05D1-3EBE-26D4-2E7E-80BA5EB5DD2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720FE5-0622-B46D-5AC6-99B171465D8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BFAF45-8126-69F6-D117-CB40AECB63D2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FF97F6-898C-F109-A046-B52DDA5A2A0F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7DECCF-A578-FCFB-06BF-4FD66724461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3D8F115-3AF7-9D5C-5481-5456EF01AFB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DBB83A4-0B61-E9C3-D20B-41169FFD428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EF84BCF-FAC7-1865-3685-FFA9589C53E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B46DD7-0329-1CF6-B1C1-D0D8807B3F7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1F335F-A3D7-9AD9-E53E-29580E690FC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B36276-DE96-75ED-79BC-A93A23C600E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72190C-31A1-D08F-DE68-9E49B955D79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12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7615C-C006-B8A9-8897-1BFAE9022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24FD6B-5247-35CE-8AC0-355E0DD8098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6EDF758-A3C9-DFD3-DEE8-6A2CF9613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68736F1-08A8-9E81-8C11-566627865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D602BAE-C432-3D4B-A47D-1646B8BB54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694587C-E99A-5C24-6FE3-5D2767C76E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72B739-4759-19FE-4D2A-098149C2A15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D3987F-21FA-7834-037B-9C2A4B801D0C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8DC38B-D48A-42D4-A9DB-0D2559C0C77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FFE098-A759-324F-967F-031001831F40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B87F3F-2855-4970-A66A-E712B2144798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B1A279F-590C-CDC1-0161-3429FEAA88D9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438F21-BA27-DAB2-2986-68A774F85DF4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308B34-E000-E702-007D-279B65D9779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459A2EA-CC79-C17A-9FF0-246155645246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DDE93B-3173-9CF1-E280-85DC3BBCE90B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31FDB5-A471-EA6E-8B35-CE5127CB5974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CA3AA1D-CF58-8571-C73A-B36CC8B7AEC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2BBB4B8-F970-1994-7D45-E8301C02E3A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715AC1D-ECA1-36D3-08DA-808F97DAB73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B77627-7F58-4D1A-03C4-CB93423BC11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0B17F5-6553-E80E-360F-9E502407169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D62BBA-A774-B399-4624-744FDAA5A320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EDADDA-BCC7-C3EB-EAD3-30027639D0D7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3C2DD0-8B17-0EDD-7969-BCBA2B7EA7AC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F04DF6-E7CA-6B6E-38C5-59D2325E764D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CBBB1D-3313-7663-E1E5-FC25582027C5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A1F4E3-4F79-DCB5-A056-86CAA000C33C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F69CAD-41E4-E7F2-5715-257C3ECD7E2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336A16-B169-0ECD-7508-8E1FA437F35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39C266-B485-6843-AB54-4751F8ED52C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DB78112-DDC5-5640-857A-DA6AAAE9E4D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EB69C5-90DE-7E02-CC18-F0ACBB9A359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4D877E-1068-AA2F-134D-0BFAC4D92F5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690E56-4830-E5DA-0078-B7C924DD3C5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A17BF2-004B-A99E-98E6-8F1FAC7AA72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1FCE41-377E-601C-1BAC-ACF8397AC18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2AC1958-C566-F36C-2ADE-2CAAB9C6271E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88043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451D3-1748-17AB-C2A2-468DCAC05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BBE59B-2210-216B-A962-BE7BD1A251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center and upper right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7C6E4C3-D88E-9A47-3E2B-B6924750C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5FC6E26-920D-EED8-BDC6-0CDAAC44D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F4B1A84-895C-0973-C6DD-4A2E770AE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5131F0A-7A2F-3E79-273C-5F7997361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362C294-1DB0-2BD9-EC29-06552E1CE39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69012C-48CB-289B-8E62-A6E1061404C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0B5C43-A929-83D8-C5E9-D70C180344B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89F89-3FD3-587B-D9AE-4A110F50BA50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1B8863-0EE0-2A55-788E-00C019F65273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19420D-D995-2305-BEA6-603049A71D9F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53383A-457A-5F5B-6C09-1F62A4C65CDC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859E7F-467A-9842-A173-D9F68B7E039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8A2FF1-57E8-643F-2771-165617AB7965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A6F18B-91E2-C0E0-2438-954EF171DB87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63B0BD-72E1-8BCD-934C-0AE7BC573259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76B7631-C458-5B59-86F5-4F63CA31B2B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A395BEA-1796-16E3-9D90-A01992D41D3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2C79A9-80AF-C34C-CDB7-B14F8ACFE63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4756D4-A7F5-E4A2-65DE-66BC3ACBA39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8672B9-B189-A6F1-4426-48D856A82F8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A19178-D08A-4C18-0C38-439A04A6BB52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F1DD6BF-00F8-AB1F-507A-6D75E37D9A53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BFCBE5C-FCDD-4FE4-09CF-FE7B3F053000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313F0DD-5794-28EB-8D40-D1D757D345E0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BDEF1E4-25F6-BE81-4C4C-2ABD8C6D599A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15D670-C9C7-50A9-97D3-D0E638044FB1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59A04B-52F8-7847-E612-367CE9B60CC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93A16BE-8FCE-A812-DA91-9941CBCCEB2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7DF1192-5733-ABF7-0023-F6A1239A759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9E479B-3B61-A090-DDA5-E191659CB09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9FA0518-41F9-FA69-FD96-4228A1C69E8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2891A-6547-AFBE-D210-6BDDA6474EC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B4693-0D7C-DBFD-93BA-68C1828D3E4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FDBFA3-11B2-5515-4D9E-523265B0DB6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20A6FC-F4A2-04F0-3808-B47AED5FED3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E2D899-88AB-8CC6-B55F-E9AC50DA72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8D8ABD-B26D-6329-28B1-2CDB95D3BA2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C38B1A-E345-C4E1-1957-57AB74302C50}"/>
              </a:ext>
            </a:extLst>
          </p:cNvPr>
          <p:cNvSpPr txBox="1"/>
          <p:nvPr/>
        </p:nvSpPr>
        <p:spPr>
          <a:xfrm>
            <a:off x="665480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B0172F6-FD71-3FA6-7B2E-4AD90F8A048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54A85F-0D71-4AD4-106D-31C44057DC6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81FEF49-B81B-060F-400C-6F3C6ADB66A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AE52BB-5A7A-1C05-C7AE-26215C9E990C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AB1E1CE-6DE9-1B8D-2658-BA876D758D1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5733C5-220A-F64F-3964-B66268720FB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</a:t>
            </a:r>
          </a:p>
        </p:txBody>
      </p:sp>
    </p:spTree>
    <p:extLst>
      <p:ext uri="{BB962C8B-B14F-4D97-AF65-F5344CB8AC3E}">
        <p14:creationId xmlns:p14="http://schemas.microsoft.com/office/powerpoint/2010/main" val="451316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56276-2412-934E-8AD8-4472B12C6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69B911-DFE8-36BB-625C-47D6190D46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arrow that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7EF0368-3887-9D57-3D7C-FE397BAA5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A42FC6-2A87-F67E-6710-0FA283A78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3892A1A-2576-F65E-5347-3297B3303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7E990C0-E5EB-28C7-D6BB-600AC4AC15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10AF43F-016B-3B0F-182D-6ED68EBC225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64B12A-B5AE-E9A9-6CE8-271AE7700DBA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F0ECCB-6608-A887-517A-76302C6C2F4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A41839-F772-AEF9-12F5-53735058A73F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CF0857-DCAC-06F5-BB4A-61D8D781F583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261851-CE45-C4DA-4C51-AA02AB7F1315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214F93-DF03-F92C-A174-D337579B74E5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05D376-989F-AA2A-4431-F523931DDA5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E9EA9A-C38A-6B40-A409-F83BEA2B0223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598311-0DF7-6773-5146-D7CFB7A68882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7D1625-5878-0C3E-A6CF-9923A74F09F0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18C1B4-ECA2-80E9-249A-D6E1FE33DB7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5719654-61B2-E8E0-561C-ECC83998C59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C02E64-4CC9-2321-1AB4-0FD63F00E0E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B11696-0A51-D923-D6DC-48D338EA267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4681316-E589-3630-EB97-091E3F5D476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FC5B1D6-2B06-1D03-20C7-2E165E474AB5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6DB0C8-6508-41AD-981C-51F8A9BEC798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E2EDDF-D0E2-7E27-1870-E5B1C26B6F2F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533466F-1082-4D7F-FFB7-7C1B532F4339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27A585-05E3-B015-AF12-7C204582A680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EEC8D2-4FEC-D290-0602-6FFA3F61A1A6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5C0286-FF3B-D0C4-3F95-DC2D9BF6A72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9EEF22B-4053-75DA-10A4-CFB0624F3FE7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E47291-E131-EBA8-3E8E-01B03CCF867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4FD833-915C-442B-AAE6-FB8CFD9EEC7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B54AFB0-7A35-FD7D-325B-9E63A9458ED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4742A4-59FA-99EB-0F74-FAAF4659093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0CBB89-5217-7339-226B-D0478DE8071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5E0647-DF6B-7424-D5BC-DBDB2F3874C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42434-300C-4CF7-4099-786C85A3E0F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5E2656-FA11-516F-4A82-10CE325F0E6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4CF08-8644-BFD4-18FC-C4BE2BB0066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E1DE5F-6DAB-CEE5-E1EE-C9EA2448F9B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423FB8-A699-D0D4-FB6B-EC91402DCCF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84CF5F-92FC-5E5A-6714-BDE5DC2C8F7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54525F-5099-895F-6EF1-57184D67E2D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CE875C-2775-C8AB-D130-7D2223B0507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774400-4673-06FC-65E9-E415FC07338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470BAD2-A6A1-BE93-4409-3310D3D204A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4129001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A18B-33B9-784D-2CB2-8C2ABC43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00E13C-7BAE-CD50-E477-516C08DFA0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78192F-A91D-3506-061B-4E96D9E16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93A7755-3EF9-5323-4603-24E9384C82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AC6D8CA-5DC4-5D8E-BB8F-A7B7751DF7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C089276-8460-CA60-C038-A2634DEB29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AEC07A6-DE73-8811-3A54-BDD5E2A85EA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2AD629-5832-C87D-68CE-FEBE73E750E7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065109-CA26-ADC0-03B4-02309CA48B1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6D6CB1-0B49-4642-4490-FB100228A70C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32168E-9CEA-7C4D-8943-9B25401F6C65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E0CF88-F98C-BDDD-2968-89ADD1723230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8EEB84-7214-7D95-9766-4EAAF71383EE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31C710-75B6-4FA0-382D-78768C32E24C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4EF4E6-370A-C61C-C4FD-F57DA97D849D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5C893B-FD21-C9D1-64A3-006CFFA90E2F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4B43AF-5840-5E9E-A506-C00BE0E2505E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F66DF0-50DB-BE50-B3E6-176E6F03747F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3904A0-9A7C-2A28-D969-D9ADEB87327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ECB44B-25D4-8ABF-43EA-CF4F2B82A9C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35153E-C540-4492-3B65-38AA275516A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90A5586-70D1-2B4F-F77D-ACABB4F6A99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1E29775-EAB6-FAE2-71CF-6F8249732B8E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41680D-3350-21AC-D1F0-495529B13390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5278FF-0E88-50BD-27A0-ADB8D3EABCF8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1EBAD01-CA57-39D1-D2B2-08F0EF8044AA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69F170-3A3F-7904-4F76-3D0F9C87AA4B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8E2007-66F9-7157-987D-6DF4D46D2171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81A320-5B7A-98DC-F6CB-22DEC207760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FC110C-D9F1-77D2-743A-9ACCEC073C4D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AB7716A-BFFA-CAB5-2827-649BA45D719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93D456D-8603-1261-5E37-6DA0CD76924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EB5FF0-D4D7-1D10-9DCF-4A829160556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415784-0E15-2630-BBFB-21A1F667114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648FD5-76C0-FEF0-7F81-9BB4347164E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1E7156-E51B-8E31-88C3-D0FED3D86CD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37395-9E63-87FE-A400-E71C8975EB5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A903F8-28AC-1D32-6B5C-33ED6A047DF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033D10-0F0A-EB6C-7A3C-E4FE626DAF9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08BA07B-4A1F-4A4C-E3B5-978FD01990A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B9CEAE6-EF00-ABB5-9993-41AA4DD15A9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6D6612-C607-BA1F-A63D-97FD670B9C8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29F911-6A96-AAB3-DD97-1D0EF2A0426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DA7E2F-AA9E-0DF7-8D60-BD61F17B9E1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F849AFD-6C6E-E883-A6EF-C85661DC239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ECA968-C127-015D-B85A-0D50D9EB937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82934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F0345-AF32-8E50-65E3-313866CB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D88490-12BA-BBD1-8609-C5838704B8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2 in right center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660D64-ADB9-8213-ED5C-23EF25C2A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E954D2F-72FA-BA74-452A-EF7143A825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BC74B4A-11FD-6D12-3979-EC265716E7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3F7721-DD4A-894A-3E0B-86BF18DC8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A453C8-22DA-89C3-1646-93C66164AA3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569575-0D3E-178C-6808-F812F567CDD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61C06C-3C07-5E88-995D-E21D3FA1080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499788-EB65-B424-342E-B3291CD7BB6F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EA29EA-5DF0-7C44-26A7-2C9F5297F3A6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B5260E-E7C0-709A-5BC9-CCBE1D478623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56F830-525F-E8E1-9252-8EDA2A15CF55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A7BB5C-730A-DA76-7E8F-3FFA0C8B925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5F1E4E-9621-FF14-4DEA-6399C081E3CA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3C0AED-3A3F-6C7F-D165-D2E9AA968BB5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96C6A4-FFDC-271B-B755-C1EEBAF173D4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11D509-C4FB-87DE-29A9-42D73805BA1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F5E4DA-9BD8-A5DF-C9C6-B933ED2A130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5808AD-8348-1016-B873-160A6A8B9AC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C1499-9D3A-73CE-5A0F-69B62661DE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6A9C30-1B16-DBE7-1B6B-F24976646D2F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1A19A21-5BBA-FE4F-1E47-80B401E7DA2F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98A0BA5-CA10-BA05-5139-961128D293E0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DC48A4-3B5A-BD1B-C8D0-B252D03C713B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EDAA77-1575-538D-2EA2-1A1476DCF85A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9105550-B79D-CE5A-4B7A-EFCD5D3C5845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4FCD2C-09D7-AB8B-589D-4158ECD7F423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4467DB-B04F-1FFB-A951-A57FDE3E2DE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AB3123-F6F5-B747-1235-4F40C5FA311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0BA0D5-B320-E5A9-FB78-1DABBFB35146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C511A7-73E5-B9BE-D708-23B9A1E92B1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29D63D5-8584-C374-1544-C219AEF9166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C27886-7646-18DA-7612-DE58176C702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A70361-019A-8E9D-6A98-BD5CC9EA035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C27D9C2-3799-BBF6-546E-83EC90E0722D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9ADCEC-6E2E-F2CE-461A-D88C672B707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34095A-EA54-B97C-DB67-8BB6A7E9DCE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E4BA0F-688F-5FB2-FA9D-4CF43D65E09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DF7A817-36D7-3DCA-6E78-27B42E28F46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B96948-9B36-FD4A-59E1-F66B6199778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129CAA-68C8-E94A-5A65-33C80AC8B81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2A67BF-E31C-C66B-5C05-19208F35819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A668F4-B05F-60F3-228C-0AE20DCA568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3D8EC32-ECD4-7BDE-252E-F3952C91F6B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DF707D-F927-0049-B538-675B3087A5E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6242E6-F546-FA92-FAD9-410D8C0E0CF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1749032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E1203-E50D-B4B2-C164-4ED60788E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E182DB-3B32-793E-0751-511182FF49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Columns 6–9.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555A794-1AA0-51FA-1176-EA6973E6C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3901F2-E573-6DF3-E660-A771751ED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4E32519-CE8D-B27D-8455-B07FF59089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EE1AE07-2E4F-B4EE-45E8-14568847E4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6C554E-B4B8-9AA9-5167-6CD269022D1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2FF1C8-7B1F-7947-4B94-362439179CEF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DF7B1C-3358-94C8-BE72-0F242916710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2EC285-6BF8-5B37-5AC8-22501135669A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16E899-4CDE-393E-8020-42A446FBBB47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A8969B2-82AA-1C1A-64AF-0F273E9DF6FD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291554-723C-DB73-3F29-43D9DC0C63AF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9FB092-A65E-F7F5-B819-46400D2A687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E27D0E-0A37-FC8F-7FAA-EEF97CEDAC30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894F0D1-0DF2-A352-BCD4-3E11AA7EF18E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8AF98B-B25B-703F-57FF-16CBEA927996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D26979-5F93-8CD8-AF65-4B9394892D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C4A02D-FEDA-0A5D-46E0-80F02038CAC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BB88BE-B4DB-8E53-2572-374DF98F74B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8B0623-A615-DD2F-7B87-C66C2CEB13E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DC7496-83CF-FBE1-7CB7-9EACAA6ED49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D08D00-9385-7024-A257-C9F61301F480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A48B84-B499-6DA0-6477-8B69D32D1587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5C8BBF-7DAF-2472-CCC1-6231DAE9A322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52A3C5-F4D8-A0DF-93E2-D37B1E0A74A0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D75384-9F41-6E41-B226-9D14496DD33F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240536-6E0F-73AB-74FE-78585A3D123D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9FFBF7-91B6-F252-7398-CA625343B5B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EF9E5BC-0084-3206-7707-37AAC66C7A4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45F3EE-60F3-95C6-7F84-948628187EA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3B628F5-EA63-5101-5BA5-8510995EF4F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38D9619-61FC-1D0C-8F6C-0A6C9C9CA44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75FF6-9630-27B5-B856-79B114CF159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BBEF9E-60C6-1A29-7394-21CE7D022DF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68F163-F76D-1797-3623-83D04689F96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75CAFB-6903-BD15-6369-AA7A16AADE1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D2B99D-8B1A-6A20-2BD7-247B4B4D212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027C720-86C3-7BB5-8A97-367F7793163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2B39FD0-FD87-9285-A302-6703B3B4758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97C34EF-CE93-0614-3F15-1F44D4A0AB4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F0FCA84-8A6F-9E6E-9887-D4D000AE86E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24872C-36C0-F390-E43E-D0699D0D164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3A4A34D-9DB8-9DE8-0E3E-8D7859CE9266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2522EB-D9B3-603E-DF84-5308B9383C5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F4E44E-1BA7-1606-7BCE-8B7119E3561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0B872-7F69-DB9F-1A36-78DD7B94F4A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BC81D0-2CBD-C1DC-B313-C4432D5ADAE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3004053-C4BD-63CA-0405-EA985FECDCF2}"/>
              </a:ext>
            </a:extLst>
          </p:cNvPr>
          <p:cNvSpPr txBox="1"/>
          <p:nvPr/>
        </p:nvSpPr>
        <p:spPr>
          <a:xfrm>
            <a:off x="6152446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79A5451-67F7-B267-D425-FFEC7F6B11BD}"/>
              </a:ext>
            </a:extLst>
          </p:cNvPr>
          <p:cNvSpPr txBox="1"/>
          <p:nvPr/>
        </p:nvSpPr>
        <p:spPr>
          <a:xfrm>
            <a:off x="6654802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95F0941-20F9-ADEE-4C4B-9C8B4E00265C}"/>
              </a:ext>
            </a:extLst>
          </p:cNvPr>
          <p:cNvSpPr txBox="1"/>
          <p:nvPr/>
        </p:nvSpPr>
        <p:spPr>
          <a:xfrm>
            <a:off x="5650090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1982C2D-11A4-2599-00F2-D2B2ADE77C3F}"/>
              </a:ext>
            </a:extLst>
          </p:cNvPr>
          <p:cNvSpPr txBox="1"/>
          <p:nvPr/>
        </p:nvSpPr>
        <p:spPr>
          <a:xfrm>
            <a:off x="615244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D6BCCB4-1FD9-7015-0AB3-04453DB0820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D10F13-818F-A703-ACEF-BAC1041674AA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BF94-CCDD-34B6-E61F-5E55442F649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D5C6A9-B40B-4A4B-8901-C8793869144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033D045-CB2E-5547-B851-A32BAB950EB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FE8190-89E3-6F38-F27A-AF77719C4D7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D9728C-A1A3-F5A2-742C-8D924391EF5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A027187-3BA2-BB5E-F52A-FFF5A072AA3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D904218-B29C-3A89-6EB3-EE520DC1B0F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2F13D40-5E85-B48D-74FF-75B17B7FA33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156789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8D18C23-AE77-0105-0609-E5325126950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792926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2D74B-754C-AAA2-CF63-298C704E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833AAA6-2984-3F31-2352-75FBBB0C1AB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88AB309-841B-F3CA-DD73-6E685308E6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C166411-8154-B0D3-48AB-F2460E302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5DB76E3-1A02-BD59-D3F1-A4BEBCCF2C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942E07-A886-58DB-26F7-AA90CF8EE2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8948A02-B16E-7C3C-B091-261B8B88136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032E1F-705D-E7A9-AFB4-99268D80DBC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85D7E-AA02-1F03-11C2-F7F453E256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BA50A0-EBEF-499E-5047-2F84A0DE74C9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FB6DDA-B589-299D-F026-7B391F567FB5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0B36D0-552D-6F9C-85AE-A76375BB5689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4DB048-8ABA-036A-FCB8-7B8ADDD8CCE9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E08FD1-1564-0045-A98F-EF20F8B3825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586BF4-74D5-8BA5-9670-ED47D6CD763A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1DBE89-DAA9-D067-5715-3E3824BAF221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63730BE-00C5-2FBA-ACD6-74FF346E0AF8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88018C-0AF4-B1F4-603C-6B2770E13B8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A7D842B-5685-B3D7-C186-DE2BB5E7B22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914C83-6355-6399-88E8-9D4622F84CF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E88855-502B-1B52-086E-CF22986BDFC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7520EC-5BCE-5ECD-681C-D77266812C7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1122BA-DF2C-D3BA-FD40-4C9F548E9230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C070A9D-19AC-B6BD-47AF-CF2E60E7B98F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5BF3B34-33E9-AFA4-1F2F-D460F0D9ABD3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278CF0D-6A6F-6042-7361-18B28D301AAC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336888-3C26-CD8F-8081-C2C64F156F3D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772CA6-A316-A838-2C4B-D013C2EAB1DA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EC47AF-AE3E-4E00-56DA-CDFE49803BA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5042A9B-7BC3-8C82-E3F7-B90039495D2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F3040B0-FA23-C770-87C8-BE2F918B8A5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9E8495-B8D1-3C46-2B45-B0D72950339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599D454-CA28-68AA-1C91-4A17C0F7236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73F135-8961-9ADD-205B-EA2515C1618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39BF3B-8323-4522-4709-C9202CF25F9D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E7B2F1-D2E0-24BD-3B4E-947D7481350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F0A6A-D527-6889-43A1-8316A6E1FEE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9FE11A-D7D5-0B0F-BE89-99C3F36CF00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26F301-8335-4BF5-D51E-10CC7DA9491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F89D0F-267C-F7D7-0291-8976538A42AA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16157AE-4D8C-7B3F-FB3B-64030C6A7A7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172815-D8A2-2FFF-9657-C424EE01525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50ECB8-2BC2-C907-DCAE-7504CDC5319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60466C-1511-992A-A7B9-DDAFE1E38CA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CAA56B0-5F9E-B830-81CD-024D3D09E3B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5D5680-7403-C8A7-6C5B-AC25D07E640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5CAE6-784B-427A-B727-12A91C58A3C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51BDD2E-EF83-8019-3CC7-E6ED7D418E4E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0F1366C-C09C-EAB6-D74F-6D1CD0FE6A46}"/>
              </a:ext>
            </a:extLst>
          </p:cNvPr>
          <p:cNvSpPr txBox="1"/>
          <p:nvPr/>
        </p:nvSpPr>
        <p:spPr>
          <a:xfrm>
            <a:off x="6152446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2ABF420-D90B-2D0F-5927-5A8DC07981A8}"/>
              </a:ext>
            </a:extLst>
          </p:cNvPr>
          <p:cNvSpPr txBox="1"/>
          <p:nvPr/>
        </p:nvSpPr>
        <p:spPr>
          <a:xfrm>
            <a:off x="6654802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102EBEF-82DD-9290-3956-BF7EA120C49D}"/>
              </a:ext>
            </a:extLst>
          </p:cNvPr>
          <p:cNvSpPr txBox="1"/>
          <p:nvPr/>
        </p:nvSpPr>
        <p:spPr>
          <a:xfrm>
            <a:off x="5650090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2DFCAB8-9F4C-9469-924E-AB1E9909ABEC}"/>
              </a:ext>
            </a:extLst>
          </p:cNvPr>
          <p:cNvSpPr txBox="1"/>
          <p:nvPr/>
        </p:nvSpPr>
        <p:spPr>
          <a:xfrm>
            <a:off x="615244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48A0B07-D2C4-AD7D-E55D-4FA01B8727D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46BC71-6922-1566-4CFE-A7E1190443D6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88FD36A-161B-FD31-8169-DEF718EA50A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1A32164-4A12-170C-1BD5-A90EFCC3386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05B0B5-BE92-6926-D14E-0CB21B5625C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64048A-FAEC-6B43-D228-605B13C84A2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7D00BE3-AE67-DDC0-32DB-BCE5A6AAF5A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C4FD380-94B1-76B8-B21C-0318E6B2FB8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7B0CF5E-66BF-5B2E-0415-070E35DACF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E645CC-89E6-D359-7253-5AC9B0EC3B6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0E6C313-E96F-17AB-31DD-0CC58B327EF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43109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8AE16-D016-5B50-8D12-B701192DB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BFFB2A-083D-8556-DA61-332FD2441A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arrow that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01A28F8-2501-92C4-AAE8-66ABAC8EB4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940025F-DE5C-1C4E-3939-ADA02AD67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BD02CD8-AAC4-85C1-8BD5-560DD1CEB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3FC8584-7F45-3B88-8F5E-F3EBE4E6EC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E88477-3F0A-A8EB-B260-E12E74823EE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C49F53-9F8D-403C-5BBE-C53B7AE29E2D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DF0911-328B-693D-C017-56A073428E4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37BE2A-7467-7C52-1C89-0CBE5F217AB7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9D81CE-1639-3102-E85C-CB1DE0B6D531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D39F34-3083-A400-CBE0-2DB15C557A81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2F4AEF-741F-3DCB-897B-65F2722526BD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13DC7A-15F2-92D3-44B6-768A795116A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B9CA81-3C96-715F-034D-B3758BC79A15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A673FA-7001-A50C-9824-7A53817DFB13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8C830F-3911-5630-31EA-C411135849C0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B71AEC7-C39F-8972-BEE2-B85B2744687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383D976-FD12-AA60-8C11-8147C41E5C7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C082B5-7380-5B42-404B-193A5C0D4DA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820425-1E19-38DF-717E-A21D96CAEDE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774D60-4D37-92A7-2CB1-A71C26E53D97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1F81E4C-6963-8C53-75FA-CDD5854A7355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CB562C6-9095-C389-4643-533736BBAFF1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8195343-79DF-9E60-BBBD-3F301602E3A7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2D35D1-E5B5-9948-7AD2-F0D6AA3D5364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F2E18E-D1AE-6A1F-D1EB-29B892D73B51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F34B67-A1EA-58C7-87BD-DFE3BDFE7827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A88191-ACD2-D12D-0D7D-0BA71239CC4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D737CE-4F5D-DF55-6BD0-326875EE824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240885-0B9D-BCCA-0BF8-C2FC244052F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EF6E527-1FEB-6FD5-CEF7-1E429FAB1FC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2A88E1-87FD-7468-78A5-4F29D56EF56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80D484-CBA0-A8AB-0157-1616159DBF7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F5C1A9-C691-373F-B9F9-FF293E7C0AA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39587F-4BF0-F21C-D0AA-75AED9232E96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727958-B3D4-3F6B-DD24-525A9FD23CE7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3F5BF4-3AB1-B3F6-4144-2CC8EB9A52C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AA09A9-C4BE-7F45-ADE4-16089A0BA10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509B8E-AD20-FD31-3830-804804C3379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D1CF37-11E3-3ABE-D524-548B4C4774A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86B206-9A89-50DC-8849-34A8D0A887A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E1B808-9ED2-AAD4-E9D3-66992ECAF68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8AEABC-29A7-BEF2-8B52-C8B9E898120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A22619C-229B-51D1-B2D5-39F09ECC52D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653D93-02D5-3811-F1CC-2A7D6206D78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1B9084-A8FC-B293-8395-5CB2CAB3978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FAAA1F-F8D4-4E78-5B1A-250448C0114D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A02BBE-642B-61BA-349A-32996556D063}"/>
              </a:ext>
            </a:extLst>
          </p:cNvPr>
          <p:cNvSpPr txBox="1"/>
          <p:nvPr/>
        </p:nvSpPr>
        <p:spPr>
          <a:xfrm>
            <a:off x="6152446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3721DB6-C5EF-DD99-1209-7F803A9047F5}"/>
              </a:ext>
            </a:extLst>
          </p:cNvPr>
          <p:cNvSpPr txBox="1"/>
          <p:nvPr/>
        </p:nvSpPr>
        <p:spPr>
          <a:xfrm>
            <a:off x="6654802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93D39EC-CB8E-6E85-6EBF-E7C5D9272694}"/>
              </a:ext>
            </a:extLst>
          </p:cNvPr>
          <p:cNvSpPr txBox="1"/>
          <p:nvPr/>
        </p:nvSpPr>
        <p:spPr>
          <a:xfrm>
            <a:off x="5650090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D19D286-DC3C-1E36-EFE7-3A9CFC4B0C55}"/>
              </a:ext>
            </a:extLst>
          </p:cNvPr>
          <p:cNvSpPr txBox="1"/>
          <p:nvPr/>
        </p:nvSpPr>
        <p:spPr>
          <a:xfrm>
            <a:off x="615244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6892DFF-78C5-955A-7D64-FEE730F0758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51D1E8-0DED-6C55-031C-F357DCFF522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F046A85-4FB2-0B2C-8786-1720BCEFAC9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D55B340-85BB-C383-F81D-B55D7661C06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FE179D-2B4E-BA89-8717-799416756F7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FBDCCF-4E50-1263-F67E-7539F5CB420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0ADF899-B674-5D6A-E149-A1952E2411A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D05FAEB-E576-F7B4-D256-EF6077F5C520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FC079F0-98B7-0749-D4F9-96DA3A5751C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6ACABE-ABD3-B328-545E-5378BC6C1FC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8195603-9143-5DFE-68C7-441360EDEE4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668410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19FBF-809F-8B66-49DC-BCF36C5F0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417B6D-48EC-CF5A-8AD5-7069DC4976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D270FB0-7C35-7C87-5DAD-93B1E1F3F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3C865D2-1426-5BF9-0C92-EF1C2EE0D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7092534-C84D-6EFE-C176-2CC41D4CAD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38E85A9-3F32-4A8E-FA42-BCCF08F7B14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8F4F7B-CF81-605C-A354-A61D1BFF472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C3AD7F-0FE1-1352-45C1-BB9AA522C47B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C0DF5-A489-D8A7-0F84-D0D605DEFEA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029FD1-7A28-C445-0DF6-41C3250B2B82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6419625-891D-9827-0F4E-A9AF2D9D9828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20ABC0-5936-91A9-4869-DB4337B10AF3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3552EB-A873-F150-6DE0-F7740036FB03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F36B4F-7B11-3672-2F1A-FF96AACA3A4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872BE2-5864-D54A-7246-EC8B819A243F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F22F55-C952-C0F0-153D-17FA2769DA20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981777-656F-BB01-24E0-D024F47C827C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A8724E-8FBA-16ED-9C58-9A7079B2FC7A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DAE361-698C-E4E7-16F1-8F6525A2569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9BBC16-9190-0713-F47B-434A3DD8B6C4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E4643F-8339-6DB5-C7B8-97197D9B1D4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29B147-2EDE-1FC4-3487-7F3B0F19839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6160C7-7513-5EAF-7373-D124EE6AAD84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99FD446-F6CA-2A4B-8431-FC5EAD077AFC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8F0E12-9F9F-C09D-5D95-D8617CA623AD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C118E4-6418-2B7F-442C-A5629CDF303C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EDF461-0F49-AAA6-C0E1-B1A1878DC5D3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4C0BC6-234D-3882-C059-8899F8DB5432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7D1ADB-9FAD-430A-FD07-EE0D56DB594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902B85-1580-A3E8-FDFF-C3656E1A23A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2EF4D8-1C5C-4040-FEFD-E4D2FB7E685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68EFFFF-8B6C-3BBC-C365-5F27CA36575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7D5D13-FFB5-24FC-63F4-B4CC1007643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023DF7-F9CD-1DF6-0FCA-EB7EFEF5E10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346D2A-C862-107C-C8F8-D440C46BE34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ADD72E-6FD6-2243-8100-8547F85E3FE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B41721-C9B4-62A3-D2EA-E07A5E4C2C9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02AAE9-27E2-58DD-64F1-EC850EFE568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6A8AA29-9E1E-1B27-A8DC-8CB1D1DC6D5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C7C05A-17FA-F836-65BC-FA949781D325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B62FB94-561C-1602-4F15-F3F3A999F81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247EDC-ADD8-584E-E52F-FD0061E97C8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916BA28-EAB7-21A9-2469-1ECF4A47D18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B30E854-AF98-863F-25B8-D0DA1ECAA62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0450EC-CB28-4971-837E-4433F6103B7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C64A54-E676-5856-AD4B-5B208C2AEED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09C44-AEFF-F5BF-7069-37DF25C5B696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2BE245-B6D1-D0D4-55E6-F698468025B2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548DA4A-8EF3-FFE3-25D5-EDF27F13D32B}"/>
              </a:ext>
            </a:extLst>
          </p:cNvPr>
          <p:cNvSpPr txBox="1"/>
          <p:nvPr/>
        </p:nvSpPr>
        <p:spPr>
          <a:xfrm>
            <a:off x="6152446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3C518B-F1A9-9161-47BE-9BE1711A28C9}"/>
              </a:ext>
            </a:extLst>
          </p:cNvPr>
          <p:cNvSpPr txBox="1"/>
          <p:nvPr/>
        </p:nvSpPr>
        <p:spPr>
          <a:xfrm>
            <a:off x="6654802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E55684-9286-8604-4B00-AC37E8752970}"/>
              </a:ext>
            </a:extLst>
          </p:cNvPr>
          <p:cNvSpPr txBox="1"/>
          <p:nvPr/>
        </p:nvSpPr>
        <p:spPr>
          <a:xfrm>
            <a:off x="5650090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24511D-5002-DE74-F491-EC5349086B72}"/>
              </a:ext>
            </a:extLst>
          </p:cNvPr>
          <p:cNvSpPr txBox="1"/>
          <p:nvPr/>
        </p:nvSpPr>
        <p:spPr>
          <a:xfrm>
            <a:off x="615244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C6B0A2-065F-D2FC-1D93-B3A89789FDE2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C2BBBAD-DDDD-13A9-CC5D-530507F61D1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5925041-7E1B-711A-D964-AB988535BBCE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740965-1D44-4D29-648A-069CA6BA122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08C823A-C449-91D1-F98D-FEB8E056FB3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F56DB22-F95F-B121-B90D-FFAA13D6AB9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890B634-AC91-71B6-0C9D-0A0CCF76136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6D88C61-3D7E-EA89-60AD-6307A83C5BB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70FF121-6B08-CC84-68C5-67817F5828F5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E336C4-E7C3-B636-C21C-0B287B97989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1E7912-E6C5-37CC-6FA6-363F55F60E3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520257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AC0C-C0C8-CC6E-9A32-EAC8531BF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9D03A7-9606-A925-DBB8-AE75891D4C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arrow that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A881037-256D-1FEB-4A69-F61F6C944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795DD7-8F90-7B1E-05B3-21BD77B03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04797E-0E9D-F6D4-B664-0A1DC8839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A2E7AA0-0A0B-DB85-247D-A5CE223D0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C0D791F-CF77-CDAA-2AFC-9D5EFA2A202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463F1A-3F90-45B6-4FFC-62DD2BF31EBE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782F25-5F8C-2625-0FD8-735023A81D6C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CB7CC-4AF4-7D41-040E-D1332083BC5A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CC4311-7247-5298-560C-D9BDA2D685CE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B0E0FB-1D55-775E-9EBD-1F28A0F16108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011816-7904-3414-A93C-A75756F9025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937140B-1295-E3B2-7EC8-B847B39137DE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63E3BCB-6633-FD8E-504F-78C8D2EF847D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01BAE1-8ACF-AEDF-FBFA-5AC39E9F1ABF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4EDBF1-3DD0-549B-26DD-F55926E5D70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FA94E9-2DC8-495A-A36E-4D802B3A4A2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56286A-F1A5-49E0-5621-96C1C20416D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84F7D2-6CBE-0C14-6EA7-EBDDAE9509A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F249BC-2585-CB6E-61EF-3DD573B3147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2D5C49-1EEB-8BBF-3B62-F2FE343A34C4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6B1C096-14E0-992F-F9FC-0D66FD88D6EC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2F7FB0-6B0C-01A6-42AE-413EBFD5F88C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18F6C9-2D5F-A208-1A43-E2E88FD2368B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E8B2CC-ED6C-8A96-8362-F6AD263CC750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F0DCF6-77FC-B42B-EF64-5E65D7E21A67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D802AA-9AB3-3F35-8700-348825B0F81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AC64188-4501-586D-39E0-69C1108EE6D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129F31-9EBE-14C2-77D6-5FCFE8C6760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E69CD4-8059-A870-5F3C-9375878BB5D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9A270C8-6BBC-C40A-D382-7269AC4580B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FEB9CE-19F8-1E8B-3F11-6CD88671072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F44B15-CD84-45E8-2639-40BF4992D33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B213C5-53DF-A109-8A24-9393ADA12E8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3E2C4-1600-3442-8042-8FF1BFC68902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C443CF-302C-7BC5-4224-3B66E0A1BD2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C3822E-4CD4-201A-5A53-3E1E88A3E8F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8A2F4E-77B5-B7DD-CCA2-C08CCFE669A4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379A90-769E-E8B6-6CA7-0A36DEC7D08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0B9FAC-00C6-3373-5BC2-28613A62F1A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29411E4-C72B-D64D-5F3D-C8C54C8CF8D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50148A4-E9C8-7414-CD47-66FEA63CE3D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C45D5A-8ECD-ED60-02F4-ABB95ECA3EA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8797F1-0D81-58CB-592F-8E62D13CFC1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D70C4-F683-95E1-F8F9-B9AA9146AD9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BD53B42-B7AB-9364-E67F-7A55D8A04D7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17B4EB9-73A6-E701-FDCD-4B51A1709EF9}"/>
              </a:ext>
            </a:extLst>
          </p:cNvPr>
          <p:cNvSpPr txBox="1"/>
          <p:nvPr/>
        </p:nvSpPr>
        <p:spPr>
          <a:xfrm>
            <a:off x="6152446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5F23D32-FED3-C9F3-E4A4-3BA46ACCA588}"/>
              </a:ext>
            </a:extLst>
          </p:cNvPr>
          <p:cNvSpPr txBox="1"/>
          <p:nvPr/>
        </p:nvSpPr>
        <p:spPr>
          <a:xfrm>
            <a:off x="6654802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6C931A-0B61-6018-1C7F-7F991D5C21D1}"/>
              </a:ext>
            </a:extLst>
          </p:cNvPr>
          <p:cNvSpPr txBox="1"/>
          <p:nvPr/>
        </p:nvSpPr>
        <p:spPr>
          <a:xfrm>
            <a:off x="5650090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97785C-F850-ABCC-793C-3DA0414F8338}"/>
              </a:ext>
            </a:extLst>
          </p:cNvPr>
          <p:cNvSpPr txBox="1"/>
          <p:nvPr/>
        </p:nvSpPr>
        <p:spPr>
          <a:xfrm>
            <a:off x="615244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85A895C-3368-C08B-6A8D-5FF26BDC7C15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DD3A125-3E53-10B0-C0CD-6E557850C7D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7377FE-69E2-599E-F478-509ACD92C60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9535CE-D0B7-5A3D-ACF7-3E5493EF05D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CFCADEF-FE1C-1284-AC9F-9B59F784C99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E81985-CD07-2F80-1BD2-7669A265FB0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682625-313D-C491-3A5F-2E7508CEEFF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BFB788A-5699-CD38-03C5-D52D07E6E26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582C206-5D06-0B73-8106-A6F55FD59C93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6B9A14-B270-18B5-A0D9-54B28B0164B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21C5DA-521D-6B5E-D1DE-28660076D94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0BCCAD-4AC3-7F09-EA85-7F4DD27EA55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73163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387A8-09AB-0B01-85EC-68BE0FA69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577971-7DA9-E07D-D896-05243ED4B52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complete Row 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54464A9-3E0A-6986-6FE1-CA4084454B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4E4A0C-858F-48FA-AD1F-0E03AD9DA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F1A7DC7-26FD-DD82-49CE-120EBC520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4E997C4-48ED-07A2-80A6-49FF7DF22D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D03E39-EEF1-4F5B-1DA9-A4E03E3BE49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4390CE-5913-1821-D689-67C5D0C07540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6B13BE-66B4-D594-AE83-433D8E845DA5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4D09E0-6633-A2A2-9648-81BCED5EBDDF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07C6D5-012A-9548-5A0F-8A7A8338C2A3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40D7EC-7299-A127-DF74-16A07FBE95BB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97F36-D34A-B766-131A-D9EDDF2AAB9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16B5A9-D0C3-CA87-BF48-1DF4BA0DDAAD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9D9045-283E-59C7-F896-23B36AFD31D0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00ACA0-2A89-9BFD-A5FE-07575316A46F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D326746-F2E4-605D-9D5A-D6A924770FC9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CFA3002-7A1B-0C4E-76AB-897B878B1D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1AC8AC-0DF8-70AA-F231-4319DB67E86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E87C32-C831-9612-EAE6-D9899242F49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295415D-B13D-F304-21E9-1F1EE4E385A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587F850-BAB0-A0AF-F63B-AA33026F50B1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77530A-EDF4-EE90-39F0-348BE2D9EE17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A1EFAEE-7F7C-164E-DD7F-CA0DCD80694E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29D5D3-F57D-01F0-E013-78C3B970EA87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D8AD66-EC94-E9D3-5B4C-6003C6693C98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B9D433-CD46-75AB-94FC-54845BB0CA63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DAD1E2-9C19-5506-86D8-D8D47F4E830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20F8E6-CCA9-368B-5AF9-90CAEF72EAEF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7279A2D-ABEF-2B08-58FE-3647CCC5F26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4E19712-5523-8A87-661D-96DA31E5ABD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6938BF-CE30-1485-4A05-36679051342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874DB4-28C0-4129-0280-050C657D9CC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C81FC1-6D31-E7F4-C40D-7DF906905EB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4E5C3D-37D5-D002-28E8-4A301C228AA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426A51-79C6-EAED-5B36-2A0BF5E72C6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CB7E1D0-0962-BB5C-627D-E48C6E2A5F64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B837898-BF7E-1766-4045-07EC6B5C519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72AC84-727F-021E-F10D-643784E84D6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4C0A41-369E-4E02-A451-0B07749D43C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AD955F5-CA63-B15B-14C1-AB8DAE7BAD0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21F1C2-F843-B462-0725-E64B05374A4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1B16060-7BB8-0DB1-D920-5C3CB741A15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4FF2A90-A936-F2F5-A799-7E6B84CA658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B5F443-60C7-1FB5-D782-FD9396CF910E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AD675-5BC8-6ED8-168B-82AEE77DDE6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8AF6EC-7AE3-5E7F-5E0B-91CDB4C9C076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02636FA-BAE1-0BBD-3B4D-70F96437837A}"/>
              </a:ext>
            </a:extLst>
          </p:cNvPr>
          <p:cNvSpPr txBox="1"/>
          <p:nvPr/>
        </p:nvSpPr>
        <p:spPr>
          <a:xfrm>
            <a:off x="6152446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D2B3EF-FB03-0035-C8A1-761F338D7B13}"/>
              </a:ext>
            </a:extLst>
          </p:cNvPr>
          <p:cNvSpPr txBox="1"/>
          <p:nvPr/>
        </p:nvSpPr>
        <p:spPr>
          <a:xfrm>
            <a:off x="6654802" y="408405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EC5B364-FF50-0BCA-9651-5308C226374E}"/>
              </a:ext>
            </a:extLst>
          </p:cNvPr>
          <p:cNvSpPr txBox="1"/>
          <p:nvPr/>
        </p:nvSpPr>
        <p:spPr>
          <a:xfrm>
            <a:off x="5650090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F33651B-BB10-BFF1-8376-994AE0F77312}"/>
              </a:ext>
            </a:extLst>
          </p:cNvPr>
          <p:cNvSpPr txBox="1"/>
          <p:nvPr/>
        </p:nvSpPr>
        <p:spPr>
          <a:xfrm>
            <a:off x="615244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D449E04-FF5D-81CA-F6D6-91D979610D8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5A1C5C4-0EB2-03B0-24EC-A4713529543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EB51C9-2B88-AB0D-305F-C319033AA01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8B5CD3-1D04-9DAF-D8B4-381D37D3C7A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7BA4172-E3AD-75BE-92AF-53C6D3A1CC7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675600B-7AC3-AFF3-67DB-5B57F8C9587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C99C58F-3B9B-8B4F-462F-5873007B953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4411D81-7E31-BCCC-1C08-1B7748E78D5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3381BDA-2A93-0BC1-07EB-5D0C4D1038D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1946A7-7209-43EB-8B0D-77A00BD917B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6641E94-0078-7BFB-0191-86D632B9A84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6A2718-D60A-8F0F-08DD-FB0B9017538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E695A5-5DC1-F435-2FB3-26491988457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</p:spTree>
    <p:extLst>
      <p:ext uri="{BB962C8B-B14F-4D97-AF65-F5344CB8AC3E}">
        <p14:creationId xmlns:p14="http://schemas.microsoft.com/office/powerpoint/2010/main" val="1324271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C84B-33EF-79E9-91BF-8DDFC11F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B6A3E59-6EE1-8559-3778-307663EBF0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arrow that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38A0459-52B0-F136-E2C2-8814AC67E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20180F7-DA25-1C2A-7374-5A8DDB17CB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2014540-D055-93D8-76CF-69E5818DB3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1675E5C-EC6C-BCAA-8559-E3F267C0D4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6D69CF-3B42-498F-7930-72D06A83480A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E11ED6-A21A-C2E5-F334-7D10ED9A115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3738D0-8A5E-CECF-C3C5-906F297BDC87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788492-B148-CC46-04AF-80E6845EB109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B4F26D-DFD2-844F-078E-0C9FAAA84C5E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716D6-03A0-4C4B-CED9-6DDEA2873E53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740562-BFD2-7F9F-3BA8-70F8A94D964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90F229-69E5-80D2-4561-A1B0B1701442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0C82ED-797C-8E88-6AD0-A869CCE010D1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3C8EC2-AF71-AD69-8EC0-88C5FE2EF5F0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0F4614-22AE-61FE-20C0-53B99AE723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CB78819-EB8B-773F-7085-3AD0331F13B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60F0D2-8693-6B9B-E962-54D21CFDA02F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A8C295-ECF3-0B32-7971-09C43825236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1C3471-3534-5A40-ED0E-ABCA1216CEA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9436620-8B7C-176A-A78E-BA1F0662C71E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B3EE5A9-F3B9-8A07-3654-089F095DDCF7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F6FD84-DE69-FFE6-9520-4F5498D9E8D5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7468B5-F784-66DE-504C-7956C55EF894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A850B0-FAF5-6E0A-5B08-F6EB54AC06F7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164F87-2BCB-4BF1-C451-FC516D252C46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E8CA1E-365F-535C-DA4A-4E9481DA9BD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36D01D-C480-77A4-D036-C3988DB0FBC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B72E72-4AA2-F867-BF1E-045692AF534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3ABEE-3352-6C11-8A86-34A0DE3A2CE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C3585E0-80C6-5635-8DB5-DCA042BA8FA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E65F0-4AB0-78ED-004A-94F11D9E4D3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ED24A9-34C2-BBC6-3622-58A2C029088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A12A7C-6FB0-C062-8A4F-953AF813B8B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8B2CF1-6036-DFD4-2226-92299125159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26CCCC-439F-1D26-D013-A233D797A09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9E6298-9E60-230D-781A-7636EA4720C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A453799-9B1F-A9DE-028B-132A3241CE6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6051919-8B77-F89D-6D6A-682DED38E16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ED9B20-5110-897A-8B18-4359368D5D4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DE8EE4-FEE3-4457-536C-493D33D53A1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FDB4BC-1F46-3766-212D-03313515880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885120F-6FB3-9A70-26D0-F115C74D6A5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8E8F58-8F5D-0FDC-76FB-7776A73CA72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B6A515-3459-977E-69FB-94F403C7061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43A075-7A70-3D2D-A0AB-2E3A3B2629B8}"/>
              </a:ext>
            </a:extLst>
          </p:cNvPr>
          <p:cNvSpPr txBox="1"/>
          <p:nvPr/>
        </p:nvSpPr>
        <p:spPr>
          <a:xfrm>
            <a:off x="5650090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38E7F0-73B1-EE57-7D88-A39903DC5BD5}"/>
              </a:ext>
            </a:extLst>
          </p:cNvPr>
          <p:cNvSpPr txBox="1"/>
          <p:nvPr/>
        </p:nvSpPr>
        <p:spPr>
          <a:xfrm>
            <a:off x="615244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BF60B26-87F2-DDCB-36D0-CBB9BB4FD79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84E7DE-BE7A-5173-A47D-418A07586CB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D70844-4FFA-FA05-F98C-A2FE2A0CBB41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62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C99B5A6-63B9-132A-68DF-9EB8B01814D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9EA525-81FF-1965-1241-D2FD7A6399C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054D03-F630-8D66-1D3C-C65C7469E6E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3C87F36-BD8B-2F57-7698-1CC8C47A3631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99D9EE2-9835-27C5-40EA-04DFB5F76574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29C1180-FA33-EA4C-DCAF-3B84888040E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0A84DF-EC75-44BF-DC99-019B5EC18F9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EE40A6-78A4-B7D8-63B3-74914BFBC6C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129803F-B51B-6B75-ADD0-2538A391660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6E54FA-AC42-BEF8-9587-70FFC933788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F06400D-0045-A94B-003E-0B22BF09722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E1D76A6-1404-D967-B63C-8EDDC33E59C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3A145D-2B30-7A88-FEEA-B1C838C4429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61490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B1152-FD38-0A46-04AC-69E64689B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FC477E0-44DE-174B-3BB4-333E957BD97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9E9CCF2-D404-1DE4-B82C-494A6978D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88575FA-671B-C00C-0196-367D9A6EC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EF00ABA-552F-8747-9565-EA5DC0701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83AE46-EDED-6F12-B2CC-4B604A2D50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B19F18-BB4E-919A-EE67-808A94D243C1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44C5AC-9E58-F74D-4C79-CB4E5E7AFEC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5378B8-F5C4-C2F7-9057-BB3D689BFF85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719FD5-F3AE-2DDA-1ED3-A151AD40EAFF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97A115-E837-9BF9-7893-66135C589F34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6062F4-02B1-D471-BCD1-36A0B193F50E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F7E793-73CF-48E1-FA38-E8D693C33234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DDAFA-DF46-9E21-AE64-56B54A8F4D86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68F471-4EE5-F690-A577-1CF2EE17FD59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4C3661A-B832-1B9D-8D73-9A8A253369AB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854755D-6421-9A05-24D2-ADEB4DD8C95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0D403D-60DC-BF90-DF26-03537D808D4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6CBB09-7151-9664-AAE0-0CA60CBDD3B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274AAD-2237-59CE-A59A-9FDBED7F4CE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412447-6CCA-D7DC-94F0-C7C4A57F5E6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048F8E-D316-1A63-91A9-2D9EECFA782D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CD7F9BD-28D5-9ACA-D877-DADA6638402B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B31195D-CA29-564F-A923-EED490B02CE0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4045486-FFAF-9552-DACB-4939FFAF6FAB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EAC9B9-F9C3-A8D0-F1D6-249F76137EB1}"/>
              </a:ext>
            </a:extLst>
          </p:cNvPr>
          <p:cNvSpPr txBox="1"/>
          <p:nvPr/>
        </p:nvSpPr>
        <p:spPr>
          <a:xfrm>
            <a:off x="5147734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5A3776-2026-0F13-7C31-C4CE23714E61}"/>
              </a:ext>
            </a:extLst>
          </p:cNvPr>
          <p:cNvSpPr txBox="1"/>
          <p:nvPr/>
        </p:nvSpPr>
        <p:spPr>
          <a:xfrm>
            <a:off x="5650090" y="1571318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425808-C42F-87A6-5EAE-78B1010A7C4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9E7BECE-02C5-7113-1713-3095004FFDF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61B51C-1F5F-1533-905E-6052E0183E7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6D83EBC-7ADC-BA20-B4C2-DA689866F56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506D3C-2D08-1828-9576-4F509546F91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E7694C-FBFB-860B-8283-7A687A92345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DD8D4A-97A0-B338-6F6C-051172BBD1F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AD3527-8718-7623-EE70-B92FFC379C7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7888AD-E0AF-EE62-92A7-5ABFD979B081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B3B9B1-AA58-B3F9-B98C-6671AEDCBA9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B7503CC-326A-2175-2C26-882B2FD8B83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CA8DAC-1689-0CB7-1ADC-16FE78F8AE8B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1B81BE-4302-59D0-FC38-1A35C9F3C5E6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B73003-251B-3EBE-7037-DC790B0BC87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FE25AE-6EA4-CE20-F53D-4FFE6D40836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354A0D7-90E6-D969-432A-DFEAAC40936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4110F2B-57B5-23DC-6358-0581918701D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543320-7177-D294-8410-7D8CF96BF1C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4CD0A5-2669-F49D-1DDD-504EF814EB4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B909BD-8959-CE0D-D3B5-EA34DFB4307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B1B710-6790-F2F9-391C-3FD1292C40D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09EE1E-CB55-9005-735D-FB1132B093F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EB4470-3C5A-39CB-4401-53F05F1F9A5F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EF44BA5-1D3B-CA1E-1607-E8DBC25E0FE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DDCDF47-3FFF-F080-A400-35758768CEC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E0AC373-8F7A-F58D-C3A2-4737348DE27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436413-4E9D-F61E-17D5-D37A05E2582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8ED895-0D9E-DC53-ECC0-B7C6FF396E1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179F8-E1C8-2408-03E7-3E2F6040FCE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98948E-50EE-3D68-A0F0-BEA8C3973CB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0C9047-9A7A-559D-4297-2F288DC4E6C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0DE450-0B1A-8936-0851-8F7162BF84E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CDEA4A9-56F3-D246-E033-0E80210AB27E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046BE0-2DE7-3A81-412C-8834DDF37B5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892E72-08DA-B779-C61A-E8178805E9A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2455A49-33D3-3900-EFAE-8A9F08762A2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491E01B-800D-F8EF-71BE-986F28CF8B0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312262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B52B-D98E-C220-5A40-8E1032E10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89AE64E-8238-EC05-622B-C8BF56BB9C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538E4E-679F-7654-10EB-59A5F0E43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A276AF6-8C8F-2DCD-44E4-BDD166ECA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E2079E-6C07-B003-2090-C8C18D576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AA15AAF-2020-4AFD-C363-E590362485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191EAEE-5757-0C56-DBA5-C6E9B495953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653CD6-E7DC-967A-4987-7E45D2C209E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C7AA23-1D8B-1AC6-777D-00ECE3394C3B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0FEB9F-641E-7330-7533-4F4305443572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C00791-8FC9-1D57-2F7A-DB375DCC0372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1D1A31-98F7-623D-9FCA-416A3F59D6ED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3B084B-D529-FEBF-AFE8-D248EF7CBA0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F22B30D-EA52-AF72-1F22-55F33C81C54F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4E8096-9CC1-8B58-2634-CB1BA164D4B4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169C67-0DB7-A1D2-1F0F-11559B906708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E504C9A-46FA-161F-A466-9AD1DAA99E0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3461EA-E064-9498-1A90-7FBCBC6A06EB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384DD7-FF61-C898-605A-8A6ED31A7863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FC6C79-9D08-418C-EAEB-E0888F82B4E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8D9627-8882-C502-8E04-73F743A40AB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76BD4C2-48A5-3594-325A-F232AAD23DB4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5DABD4-0753-F76E-B1D6-0A607DB52F6E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E77969E-FAC6-3AFB-CEA5-6A6A34E3DFFD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5A71C5-7789-3C6E-2028-03AD427F76A6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69140AF-5BF9-4084-1502-633E998A174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DE550D-5156-CEDE-F0D6-BE697340E68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379139-02EC-A8E1-6E8E-A7AD1EA7A42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0E9697-E3FE-A9FC-11C4-905F244C794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A267AA-8E37-A330-9C02-DD7CC092549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9015C8-28B4-192F-D886-AA358D6BD7E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E12C7F-C589-F98C-CEF2-8F250B529DC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B2859F-6BB2-B1B3-E0B8-C02A1D64F7F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EABD3-01D1-B6B7-72CA-5F54716A7AF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9B2B13-BB60-73B2-A9D1-032C0721838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32CEDE-DC7C-ED78-C050-931F3982BA9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E3E267-92C0-FA16-7360-670F31D25E13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2F935C-DE9A-0E8B-D802-8AF1DE806BCB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F8EA069-644C-BABA-AC83-C2D7472874D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3F11DE-82D8-D2E3-8C59-6CA8422A9CE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A14C74F-EBBB-2E4E-8948-436FDAF91B8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C0A2879-48D4-1FF1-A423-EE324A56EF7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CD1218-C19E-2CA0-6E86-4C1FDA4CC6E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427CB36-2B25-BD80-2E5D-66239965F45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B1A1114-58FE-C881-CC33-A8B30E9A758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7E43D6-FBB6-EC78-82FC-A87B9390816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BE4A2A5-0F6D-3616-B55A-40517EF34D1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493D394-43D0-F507-7A6F-AA9F46D7189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759F70C-E6B4-A917-27F6-C4DB9D3543AE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7EEE35-D7D5-7EA9-EC2C-F8C12F2B804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DDE776-D15B-3233-0D7B-4EE240159B7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57159D-6ACB-3A18-8725-6F4F3C1DB93F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CBCBF9-EEA0-23C7-FCC9-6FD18BDB746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12B0CD3-A281-CCB3-6F5B-163FF04B296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B07DBBD-B48B-A80E-6868-CEC97438C78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AA052C7-D387-C3E6-E05E-99324325F21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08D7B0-36F8-F749-0E0E-ED8D66B8187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C3BC02A-FF5B-C23D-97E2-F7E18D2AAA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7585BB-A5EE-267F-18E5-93E1781003F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07F412E-1B0C-22D8-005B-D33B7D8D73F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6AEEFB6-2C77-189C-47DD-4AA28BFF8D5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3F8010-17F5-F053-F2CD-7B4F8E43D603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51783D-97BD-63FC-6BA5-D6D9681D58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5C03CF-54DB-8B69-5A20-7325414C504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032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914BA-9EC3-1280-2AF2-350BA309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0D5832-9409-9C72-5F7E-9610B06B91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center and lower center blocks.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BE1A890-BEB5-3AA3-C7DE-DD7DE1AF3D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8B9329-28DF-6EEE-06A0-F1769672D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834B1B-8B51-841C-6EF6-3BFEDEE0FD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05FDDF9-A72D-B447-CC5C-6F41F2159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C558D7-24DB-14FE-8735-FEEFDEDFE60C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731932-5D74-049F-9799-003127AB591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3BA705-7C9E-331D-C9EF-6340E864A472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390A50-051C-6AE2-6A79-41502460817B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7A2D42-356A-8269-3DCF-4B75AE4E3D5E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8C0009-42A9-7C44-E13B-7B7709DAA3DD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9A4985-4850-5652-603B-F6C6113EE56A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9C3CDD-23F5-7991-6188-7D9319D21AC0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B12006-A21A-5B42-2B64-21E7F9CC1810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C5A259-F28F-5111-7AE4-3A9E8E616425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23B72F-AD84-6118-4B74-8977FC467EA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998706-AFD4-D4A1-AE1A-5BCDF615F94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E065167-3F2E-E045-2C45-CCB4EF45F39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F46E409-B7F0-F988-FA47-4BB5A9DA5AF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527D16-75AA-4319-6BDF-45C0AB24AC8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F37F73A-B16A-0F12-E4F3-0B43CB11EB82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70264AA-AA4E-5BB7-4925-76CC430C00BC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8891DA-157E-55E7-B78C-8A8C89A18EDE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22FF09-DBCB-2DD7-C29F-470B99A8628B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7CAA71D-B309-CFA7-30F1-75E8AC4DF96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5D6BA57-D1E4-6323-279D-12D9EC98494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0389EA-6026-6851-D2A9-20431E32E4A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39ADF0-2CEB-5C1C-6843-AF1822E734E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3333A97-2740-9887-1CEE-13B8CE2B4E0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6DD3F4-51CF-3561-ADB0-D10905E5C24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B44C87-2AE9-9406-ADDA-1E4DA405FE2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4A6CBF-C794-BBF4-B387-F06D89724FEA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4082E1-76D6-C75E-629C-C3A6EA57965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287EF3F-E2EA-E343-D606-1CDCFBB6F34F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DF10DF-E323-5E33-1C6C-6A9F5C61FC1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FC3803-0266-B6AF-74E9-24572B866638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F2E38EE-E06C-586C-FFBE-09A0C8BE0BA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B6E14D0-F6DC-0772-4B54-4F8DEB8305F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E255C7D-A96E-F752-073C-51CF3FDD5E4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330D4D-37AD-DB39-C26F-0596C571BE2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79383F-0EC1-75B8-B964-4B589E5BCF6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75CC41-8B5F-3A5B-7658-62BF1F4F6B9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1CFB79-2FE5-7EA2-9CA6-D70839A8734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7644DBE-3AF9-9816-CCEB-4054529C91F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21FFC4-4A7E-888F-1132-9C5CB3B265A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753E4A-DF54-C228-4D1A-738F133DEE7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532F5B5-9C30-6B39-AFF9-148BB400C56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65F9FB3-9A3E-585B-3488-3E3A2A88A2A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88C2D54-B8B2-2A2A-471F-4AC451E246C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27B5B3-DFEB-9DA1-F0A1-D9A00D52828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823229-7F44-5E63-F5D4-493B310F7B4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195E35-39A7-9655-4524-70F22E4166F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E30B1D-A48B-CC03-3EA9-891EB57970F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5EED14D-403D-D35E-3E60-B88D11F0F09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68F26F-6AFB-D8AF-BE1D-7F515C52157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308AF2-86D0-7F23-B7DA-9AE64812C2B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C8645B3-2993-6039-160F-EB353DC8A62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8AC03D1-5842-79D5-1DE6-6B7BBDA0714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657E4E2-1BDF-FED8-FCAD-D08B28CB894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844887-903D-E172-458A-A0C11F021F0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CDF51B-5C45-3F44-8F1D-72F811B0BDD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50C5FD4-4089-A44E-B6F7-E94572834C6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82FC526-C19B-063C-BE9F-C1A42C51F78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EBEE0F7-430E-1A68-CA1E-B1B086B6D2B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340F2D-57B5-AEB6-8296-6858D41FD183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9E0D363-095E-A41D-4B37-0F9E330A574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50C749-FB87-FF62-1612-1CC8FA09BAA4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111FAD9-B87E-5578-72D0-FDDBC72762BD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DD06D7-473C-9780-A5CA-D13A5F3A165C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BB27549-C9C1-5215-7CA4-ADAAFE36452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7DD53B7-2DCB-7581-8406-3CFB9CEEAF0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5FDF503-41E2-3FC8-261E-7688CDB4C3B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0A8720B-C261-F345-4BD2-7A282500F884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448616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0292E-1EEB-BE93-B4CA-E4571C3C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38190D-FABF-9D06-5D85-DE26A6D523D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possible solution for this arrow.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ECBB13C-4A9E-1BDC-38B1-9701D50AC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8EE728C-F477-2673-CF9A-B16D72ACA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AF62CA9-D373-19DB-EDC0-797D4B707D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29269A-7170-CC4B-664C-C59F02393D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E3650C-A0B7-208D-A6D5-7CB825DAAAC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F544C0-B0AF-C9C7-7943-5AE620B17BF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0EE519-C83B-34E4-575C-5DEFAD23EF38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C0FEE1-32B6-9152-3757-E3E1AE14EE52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96B150-AB50-6705-9ED8-9F0B3A75BF35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E74348-6AF0-36C5-642D-70513D4C3DC2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D08BD5-148F-B5DC-7EEE-E9CCCE04EDBE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5C2E84-3071-B4E4-61D4-7AE6AE870A34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60DDD1-4E24-3792-9408-AD0B957AA782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F9C757-BBDA-B27A-B46A-ADA6F8366C1D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56046E-2277-3852-457D-2C05C9EA510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F91BFC-4618-B758-541C-0EE35A9DB92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0A3986-6A24-6AA0-49BC-7050657C5A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4F87E7F-2A3D-42F8-F727-3E67883EF8A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9B000C2-68A3-F364-A490-DECD53BBF47B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E24D3D8-C860-F306-668C-41D2DBFE6F0F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570C95-3029-6FE3-F02A-DCCF347685FF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36970B-A51F-9F06-4C2F-E1FE5ABC34D4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BF03F43-C989-65B3-5173-30B551A1D841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9BAD624-52AA-B351-CEE2-1E378F685D2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FBA3BC-CDBC-F0B3-496C-4141F3F84A03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92948D-99A3-F244-A104-AA5E76D32870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7D0272-E353-C853-A840-F954831ACAB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182B4F8-0AFE-39EE-7E3A-706077541B3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BEB6FF-C919-11CD-5A75-AAD0B5471C9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FBCAFE-B99C-DFEC-7525-42CDB9AAB8F2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79BE40-C2B8-77E8-E029-6F2D99D45DF9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26596C-DB22-596E-5D3E-D87C860B4A6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68282D2-FF68-DFEB-911E-6CE1069B922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671897-939D-2AE8-CFF0-7E85D38543A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DF1F86-6FC4-9E46-897F-E1831B9A93A2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7EECA5A-D0F2-518B-D6B1-6040635A37DA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9B7269-84D4-99A3-AE3A-790EBFAF262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6CF89C-791D-7576-8AD4-FE9197FA913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53D595B-8BF0-03F7-5D09-77D813CAFDA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FD3B927-A4F2-EB87-ABAA-31A5D5BAA5B6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19E3C8-1251-1C8B-F460-69C0DAE8818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AAFEC8-DAF5-D04E-7998-6DE76F3EDA3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6071846-79DE-12A7-30E1-FDAE4A6DB09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73B34DC-FE89-6EB8-301E-DA71A3D4F95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B5DC544-5182-6EC4-5DFD-8EF9606B01F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F8194B-7898-CDBC-1018-F324B005B18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01574E3-6CA3-7EB8-6386-0C11F2D4712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247198-9193-0C3F-36CC-6A57BEED9FD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2769A69-9566-F098-26E4-99824781CD7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7D53034-9BCA-BF74-94AE-55F7F76D662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7E935-11EA-376C-B6A6-FB159F24FFF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04BEC6F-C2CE-D1EC-CF12-A6C76CFC493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5E259EB-8F00-FA63-D5E3-E4E1C3D38B75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06904D-CF63-E7F5-EF4C-3A142D78184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6877500-5437-9DDA-F884-0FE17189E70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1B97120-1F2C-7020-00DE-A6FAF215D32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1BB72CF-B0D4-0ED5-F866-31C09E6788C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B6F5DCF-7699-8F99-36BB-1A195D39396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B1569B-C7B6-17FF-497B-82BA2A482FF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FEE73E-46A4-FB8E-98CE-174E7CB8A57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55B49D7-D1A3-8935-CBF1-620270CD5D3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67C0AA-F39A-83BB-4840-E2C47173E70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66EF39C-E307-E25C-DC55-655D4E60466F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129E4C7-653A-5FD4-4C58-E6C510BFCCE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4E3AEE9-6205-E511-4E2A-DAC0629930D5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BA64CE3-97C2-9850-5692-7655C76251BA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31B39B-03E9-451A-2A54-C04548341E0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FDF6F97-F175-C2D1-96AC-40CDDF56F37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DCF5B3-31CE-E39F-FA54-8606C3B136D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36AB2BF-563F-9E7E-F40D-8B06FC2B21F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E1FC028-A76A-9953-92C4-CDDE37B44FE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D5F69BA-1B23-2020-145E-6261D0064BC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3929556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676E4-EE10-3797-028B-869C3856B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C5AA44-2AC5-3BAC-5042-4723E03DF3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93FCA2-ADDC-1AD1-8D80-48F95016B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FE80EE7-C4A6-362D-9452-AC42DA84A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3EF3EF3-CA62-1A89-E373-6DAA4F7066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E7537CE-C7E2-0536-986C-71DA88130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4B5D46-5D57-5032-8C95-C07FF755A45E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6FB5D9-D32E-F64A-A905-9A5A0B80D8D3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552C75-4402-E266-18DC-5BE6BFBDCDF2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6B33BB-9E1B-0D5E-7EBA-661DC7608F55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0E229B-61BC-0339-433A-E1957158452C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7B8EBC-E482-1501-6767-0ABC9CD30B09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CDB5FB-46FD-29AD-32DC-A633C6F07A07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DC8CE7-DA76-699C-B556-E08BFE18D0B4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1077AC-11CC-FBF4-C835-D8A842F7F64E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967312-9953-3620-FED0-76FA67BB16F5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2B8A0D-2AC5-1F5F-5F27-D5BD520A1C7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B144841-9C98-C767-7959-79FAF5D81087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935C0-4BAC-1DC2-222F-CED944A204D9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E8E0AD-A6B6-CA5E-5419-BC6AC383DD3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DCEE04-D200-AF6F-DB62-C15B78822116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E9390E-6F28-F6EF-D7C8-CDF733577957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EC6FCD-494C-88A5-164B-52557C6AA080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399268-2943-F449-99CD-5D1B6F18BF80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0365B4B-0EF0-3B57-6FD0-616214103593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F43B36-DE30-7C03-414B-C2D3A09838C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E36E2AE-9C98-0BF2-48DE-502A7098C0D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9EF2F5-7C4B-4748-44E2-A6383FA2502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82AB3A-E1C9-9EC1-75C3-B07BDCCFABF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A2D140-AB7C-D831-58FD-B310545FEA2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B43E39-6DAB-E981-55E6-C979D181597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7EED18-1850-71B1-3134-5968AE560B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AF215A9-4CBD-876C-1DF3-9660681FCA2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C028F7-CC20-FE80-6273-A033DF95930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9852EC4-C456-B921-46DF-9059915B156A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7944B7-55D5-C86D-C215-0D6167ADE8F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C09CDF0-AC44-19A3-1398-CFE320F42BD7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94B31F-0BB4-6E4B-D10C-B8394A9A55F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E8C2873-778D-6DDD-76A6-5377D28F050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D37F8B-2F43-2EC2-86F8-73164FAC92F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743317A-86D1-D4F3-8DB5-43D64707D38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58913FA-8AD9-1662-85D1-B001B37463B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4E0F90-7BFE-256F-EB51-D6C98897816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6293EE7-EBEB-9FB2-C080-F507C256E94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BC09D9E-B03B-88AD-740B-8FC5B9AE008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656813-2303-4389-2F72-2BC68C10AD4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5DA2333-2775-337B-B901-7D9105422FD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BB87275-AD50-13B5-958E-CD64B287B82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E3278C1-0C8C-8BC6-FCFA-088E03C8CEA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2A9DA28-27C9-BF7E-885D-B20AD745FFE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A3CB86C-7F62-0D97-39CE-DF43D09CFBB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70043C0-82D0-3205-6CE8-B67E893E1CF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E083C0-D269-2915-9DCC-BECEE40CB9B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CEBA58E-577B-1EFA-585A-1140665F986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0AD3A95-D4A1-EE96-8ADE-169DE50190EE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65CC65-0FCF-16F6-2172-6DEBF3FA3318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E3F682-8886-A9FF-89E0-7E34CDFC11F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AECE33F-5094-389B-5CAC-CF5D5FEE38F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7B4508-40CC-A1C5-6CB0-0A254F6D5DD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62D52BD-EB14-5862-E7A9-E9AE9488412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5BD354E-5C5E-4E7C-1940-127B7D60439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609E2-85FB-CE6F-BCDE-9580E837397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9A9105-3B7B-C83C-D417-DED63B5B5FE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4D4E696-F3F2-0979-6031-660A02ACF76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237F2B4-701E-CAF6-445B-8C35B23E9006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FFFB82-8046-12FA-3923-C31C3910DBD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2BFEB4-C372-14A0-5618-25F0D0656FA8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7AADD56-82F3-BFA9-1A47-9511667090C5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28372E8-8A4E-3AC6-964B-9A127AC586E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E914668-2075-3D69-9664-E0931376F2F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36E1287-1940-C560-10E5-53C84AA2785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86CE5E-2C16-8284-1CA7-CF09F8EB984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D1B44D9-29F0-220D-5B7F-903BE81CE4C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2E8C4D7-B564-5972-8D56-54EA6E49344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84718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834DB-F7EE-ABC6-F178-0865BE9D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53026EE-C0BA-434B-F06D-94D67A3BE4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B65D31C-67E1-E095-56F7-AC5F93426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894F6B-F332-EBBF-56B1-763ED5D44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C42C099-9EAB-AD7C-AFFE-33F4E2703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BDC606-9A53-B95E-6DB9-BC2232E0EF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CF853E-CFAB-C5A3-4807-BCE89F408E77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8A2CD0-CC3E-9E21-9C2C-8BEEF0A96D49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CEDE4F-27FC-E344-87FF-674C968FADBA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31157E-EE39-4CC7-B032-7A29608E9DDC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724A76-B342-934C-0FAE-6AF89398F835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AB3150B-8ECB-3090-2275-2F7D1E2610F4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9CC95C-04B5-C47F-E44D-11E65AEE3A20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58A044-074E-95AA-E83D-272AF7392587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34D46C-EEE3-70A2-DAC7-84EB2A6EDA05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ED2EAD-8A92-07D3-7E85-936102E801B8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2DCE9F-E8B9-82B2-105C-D23AC2BBD95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12C32F-5043-EA74-C228-FC45590C5AB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15FB60-9EEE-E9A3-02F0-ECAC3E17AF1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EC6A270-8FBE-358D-67CE-4937004D834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8C4C5CE-084B-E9D4-11F8-1AFF6AEDEC1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BEDDC4-DB76-57EB-21D7-E68A35916B5D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09C2CDD-6BD7-E95D-F845-E80A44E15285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6059693-753B-52EC-EDD6-E5BBF005043E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8539B26-8B5D-2910-4348-1C9984B53737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C653DD-C9BA-FF28-3A57-C7374A11C44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797752-D686-7736-EF72-6A3AE9179B2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623E745-D2F2-4A88-1D26-6AE44F17CDA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B123463-31E3-9B6D-293D-E872D31D8DF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BC567DB-846B-6FAF-F189-DC264F9DC22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10D0F0-70D5-8BA3-AC93-C4657BBB703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22BCC2-EEED-7422-A639-41D9EE634C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D43296-0DBE-35F8-B204-826B332A3523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D6268-C589-695F-C3F4-7C285B6FCE4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DCCE02-7C86-E3F5-1640-5E7F318149C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EBCF211-5351-77E1-2BFB-D2E0FFDEE3C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385418-E978-4488-8416-DE0DD034FD3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885108-A851-8A9A-690A-7BC8F6403FA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524CB8F-0E25-35B2-BD51-F16E0EFDF43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DD4641-A649-5274-5261-11F035F4CD8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7A707-AE51-F58A-84A1-A2D7D2093D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27EE407-56D7-5F3C-81AD-B21BEF72262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24A375-14B4-EE64-E59B-308CCEAD6A9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881EBD-622C-4F03-2EF7-2828D5C3104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0E8239-6FC8-851A-F31E-BC6EBF865CB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C31756-463B-1164-010C-B2474EFF06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A19AA2-017F-2BCA-04C0-5F577C60D81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C76793A-2F5D-FEB4-1DAC-CE107B96B35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9B2CD3-40E0-2A86-46A2-8BB7EF3DA6D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E19204-D5A1-58DD-1822-C8949A768C1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6667D1-B252-F3EF-D575-A1F51A7E696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E978B3-2B8B-067A-BCAF-AFEAA6DBDAD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3E4D88-CAAD-99BB-3EE8-4116350FCCE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519A63-FC2E-75F4-79F3-31BABFB03B9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5E65F81-072B-0121-EB7F-06590277D11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D42D8AA-8D5B-28EC-C81E-59710619C96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6B2EEAC-940A-E8F9-8BF7-6E66B448E46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6AAC04-E950-391A-2B10-88FDF8BF5D1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7CDDC2-3023-12D1-17E7-5187E8687B42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1DD4EF-53B3-6EE5-A359-B2FA8F3679E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2498135-6C17-2BBB-C333-286C198F1BC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27E2280-04C9-59BB-05FD-1B63F1E89EA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C7096B-496E-495C-E92C-CAFE3867E4DD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1D120F5-F509-A07F-4BBB-330CDA18C51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E0D6011-287D-AFC2-5E84-F004ACD4023B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6B7574-0D75-8EF5-0E9D-1CA5CD01343F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A2C96F9-7775-9922-2799-04C82469B0F4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F8D4405-8975-4FF7-DB03-C7B62D10E57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97A88A7-0866-D12B-C380-4F8AB1CAD7C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DED3F8-975B-CD80-29B0-D756B6981014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4CC889B-B1CC-6C7B-6A6B-E24329F6343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B822238-A6CD-D1DC-94C7-16EA3815AA8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90F5D8-22CA-187F-BFCF-2DE0DFFCAD2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FF7CB21-2DCC-C3B2-9C89-8F3B2BD99D0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220405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70006-0908-F245-C675-315F9387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E8AFAA-43EF-2814-0A0F-E99A7B9B35F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08C50C-3B1B-4A52-B0A1-27FD14631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4802370-45B7-86FE-72F2-D3DBD062A3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FAC834F-FC07-F998-4ED9-DD22ACF1E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DB23057-F144-4361-F0DF-40F81E4F9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075465-4C25-A252-BFD9-F42C15D632CD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04DE99-21D2-6947-82E3-20C69EA0BEB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8EB990-4358-DAC4-4189-A65B6FBF0E99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E6DB1B-17FB-E345-3C6B-4881F0CFE548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85F762-AB03-3873-041B-902B17DEE859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94344E-D0F4-8CC9-FD2A-F44FB181BF53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1E8950-1C07-03BF-D349-A715522FBC39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27264E-1BD8-F1A6-B109-9F29334D909B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14D326-1541-C328-7167-64EDCB988895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E4C237-4A95-4622-8622-838F672C2652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71BBA21-8217-5527-BAF6-F46CFF8D37D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E1C44A2-623D-AA03-2F68-CAF93913BCB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ABD467-ABC8-42A8-72ED-FB45ED9EE17A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0DE5785-3F9B-0CED-8BA0-48A1EC878AB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27CE94-F1AF-3E17-A56B-B6BB4D1FA46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C0CF618-ED10-E728-7323-A2F261C1CA6F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B98781-88D9-EB2D-655F-1E31C4F205DA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372789F-E814-6F0C-CD42-796A53B1FFCC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2E1B63-AC6E-40F4-02C8-6F49EDDA9984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658AD4-68BA-4182-F3BA-720BAD2A0E4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E6060C-678E-C0F8-C66B-D1C1A78790BB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2D570CB-AAA2-A8E0-A10A-69CF08195C6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65D6BA9-FC01-4A43-E717-A0286EEF511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F707C17-1C6E-F175-AD29-870930C16E3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9EBA39-4F6F-435B-9157-51909040C7F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5A3BDB-242A-AFF0-AC60-A8725C24FAE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651B0C-A6D2-DB62-57E4-C7A2CA14C0B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33FAC0-11A4-8F7B-71A3-B3BE00E09ED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C3C742-6D3C-F3FC-EC1C-E0B15BE599F0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8570E3-24FB-B620-9825-8A20D96AACF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8707AD8-0FEC-52F9-99B0-B210E617B97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8BCA3F-0896-CD0A-8264-2D4C7E3036F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1C1BF1-BA2C-07DB-1483-D62BC27D61A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72E096C-60B6-2C21-38BF-F3B9EF6B8DC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E54815-026E-DCC0-D158-D180AE4309C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3C14A31-595E-7A7C-3B9E-2F91C0D84E7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C224473-7911-537A-1F98-F53C40A1204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2804FF-656D-01F8-2600-302B645B8AC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8E71734-D55F-ACEA-3297-CCF50C670F7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FC72F4F-03AB-9773-6B57-6B9B8A5FFB8E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74E71D-DDCB-3E14-C59F-87E58E7234B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C5CCAB-760B-F484-821B-07E733C49E4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6CA7F7-8006-158B-86D2-BE051187EE0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BE16ED-C18F-9848-9709-FB10613C338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F4CD66-7E50-289A-861F-EAEB66A1B51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957F88-B00B-8E61-C3DF-8588F2341E5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0605E5-A0FE-E109-AF8A-DFD6182D542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15DB16-2178-C0C1-4DFC-4C28AD93F4C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F7FB2E7-D0E5-A387-6617-92195ECC47E0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F5793F-4982-8639-F388-EF831EA401A8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59B5124-97FB-124E-83EF-EC11FDA2756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A62D77D-ADB1-2F02-5260-0FDE2BA5CB0B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A14F3E1-3378-36CC-F6DC-90467FD0AE0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B15483-9306-F8A8-79FF-A75167B980B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145CBF-4FAE-30FF-6955-D73EBD67767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520514F-9B12-7B21-9938-040A4B9CE0A9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DD24FF-A81B-3058-D4F7-9D71F1253A58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ACAAFB9-7CC7-F2E1-0C55-A1532875A670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EA318F-3C93-C0F0-6E65-94B07D5CD4F9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B0C724-FE97-E532-55DD-2D6A30D26372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54BC04-A600-62D8-FE46-09DBB354F97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A7749E6-3DA8-C9DC-0F76-DC45A78C0F2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2C6C74E-DAEA-597E-A40B-91F735B6777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047A901-C472-C0F3-3516-088FD34C996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B1495B5-61B0-794B-444E-5E8F031A771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C1D9EF6-2205-40F7-2BC1-09D966538BC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CE4909-FB1B-6383-B5F8-C04C82CB240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32F0C7-1357-268C-CCF7-B97B8BE06C31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157377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2DDFC-C372-D795-8887-5AE8B68F0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D35DDA-ACC0-55D8-5A88-08BB4BF9AC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 is not possible as an arrow sum.</a:t>
            </a:r>
          </a:p>
          <a:p>
            <a:r>
              <a:rPr lang="en-US" dirty="0"/>
              <a:t>Then, complete arrow.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11002E9-E64A-6318-C440-36EA5AFC3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23D0AFB-1FB4-7250-B512-D2C285D7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F3D700-1A22-3441-F584-A3F3783658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73E9CAD-0283-39C8-AFA1-817E463FA0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D1F7F8-345A-B5AE-4735-D275B1764B63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40CE3-B044-7843-07B1-36A0C7326A0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4D201-0B59-8E82-69BD-4C40EBD048D0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46B41C-54C0-C3E8-A7DA-BE7E0B23CBF0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42BDB3-6A12-0F8B-A25B-291AFDBA92E8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D83903-2BC1-AA79-4DE2-D9001DB5BE9B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C0E5D6-6812-FB29-EBE6-552414587575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7726CD9-A1E1-3C94-EA00-4B2E348A31BF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D2C8B8F-7EE6-3314-F226-BF4209DE85EB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719F15-1E10-8BB3-DE8D-1A0F1B721A00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9D37BC-0267-EB2A-25C4-D9F368ABE28C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78E19BC-627A-9E6F-DF86-E3D5BF935E0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6931B7-DD2E-1ADC-4457-6EAC827DC1D8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05EF0C-CD48-7A3B-A6D6-2F6FE7159CF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5CC82EF-9728-0302-C021-C9876F68709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D90B9C-97E3-D064-F688-8B347CE83B67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CF4F39-30B6-3E68-B343-FDB2FFE4C708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C031E7-374F-B0E1-0DA9-CA1F31836FB6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FBE5339-B890-A2BE-EF19-2A80941552F8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C1B65A-5EA4-4611-6BC5-0A3A19A8414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8828A7E-1BC9-9FCA-7000-4FB4C9BFB0C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CF82EB-9CF8-2EEB-A84F-4CB8C96E0108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72B2B72-5F7E-D6DE-E190-0AE5489B80F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C3F9E0-4E51-B5FD-1EE6-F46E4B705D9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08DC01-32C4-A3CC-98A1-77F00F10357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BA9706-1AEA-9A85-F92E-A2C370FC30D8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E50A01-A6F5-4103-D07E-873A72DDF56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A7E1FE-AB93-376E-604B-6B22022FAFC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B1B9F5D-9B6D-55E3-40FA-C12DDE617B3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30DF3E-FAF6-1221-59A3-C04D290E285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7B28A0E-7CD6-D214-EA8E-C42BB283F6C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D4AFBEF-6C7F-3C9B-7E53-2DF013CAA23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AE07023-A8AD-A272-6DD1-FD027BE0C84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8D099D2-EFF9-B974-F5D1-F44C3F8F40D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5C7364-BAC9-76FF-53D6-0CD927B8BE5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A842FF-C3ED-4B13-A093-83AE146A0E1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A00B38-F6F9-26DA-AEDC-81BA23DE8786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06667B6-3ACD-D886-24D8-EF5F90C9FBF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FE113C-CFB8-1614-BA9D-876E1BD2A0B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08352D-5DEE-25D9-79B9-D635063A399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12FCDF-EADE-24CD-A452-98BD6C0619C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DEED11-230A-6F83-0F5B-28B93D51DED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4E13FD-2136-6C13-C669-994A3089233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22FBC09-978E-139A-B98D-AC2BE9AE42C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2EDCD1A-C90D-3A45-4773-78A8434D9DC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1EDF0D6-3967-1C93-9C39-E8B84FBD028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1C2171B-6F25-C898-0E29-58636D980A6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A5A331E-FE60-47DB-6DFC-34FA6D8655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27D1126-6D73-9DBE-9D4B-DC69A7D60A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9123A6-6BB1-D883-E8B7-3DE6849C210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A16403F-5C57-3226-B32B-300B759DB5A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7BA9D04-E83D-227F-4D48-5D7CD6497E6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353914A-3581-5D97-86DE-7672A39BB36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632BC-38BF-7745-84A7-815034C0005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CC76BA1-9CFE-455A-D5EB-065E324A228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FF98221-F21B-D366-1065-E183966BDCEB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40CC032-B433-3B29-89C3-56165D446D62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F3ED196-5332-4E3F-2EBA-8E3B1CD10D5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81272C3-9EB1-AAAF-CB70-B786F4784033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C6CB53-2E6B-DF1C-DFBD-4C99304923F3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B76F50A-CCF2-FE7C-8ECD-8E2B1C8702E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5612D82-237F-B047-F086-4145C3BFCBD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9BCA99E-FC4E-9BCA-B064-B77EE4EA366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C3DC46D-B305-4862-0062-BFF84ED8D52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CD9B78-1DAC-A034-549A-5049DF8639A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EE3F43-00A6-1555-589E-9021518F911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2D4E154-9F43-3F6A-BE2D-E716925D7FB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84EAAB-0C64-752C-8EB0-D3862C0B290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9A0133-9692-97EB-13A5-76C53CA1A3A1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</p:spTree>
    <p:extLst>
      <p:ext uri="{BB962C8B-B14F-4D97-AF65-F5344CB8AC3E}">
        <p14:creationId xmlns:p14="http://schemas.microsoft.com/office/powerpoint/2010/main" val="2281347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4A0E-9A36-D051-0928-D4046A7B7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E3A4FE8-6FBB-7C9D-A347-A8E3DA77DF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6F7448-DBA8-BD0B-7484-01BE271F39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B1E8ACF-CC49-A253-8455-EC26F91107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1112660-A3A5-EDF4-9E7D-17C42FE9F1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0721227-B6E1-68A9-8F08-2186E22F42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80C4CA-8493-D5AE-D159-30D1131DD29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9866D5-2CAD-8DB2-7162-B8935362A61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9B1491-B357-B34A-FE15-3BB90D120B5F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4555BE-4848-879D-A156-726299138BB7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2CF8FE-1FFD-F380-5F65-89E590C5B504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19516F-72B6-312A-DAE8-0181B17A915E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408D1F-1625-59B7-F861-4701D4CF9412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24E28E-D4FD-8F56-63F1-5618FD4C257F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86448D-DFD0-6A75-F869-438A5D3AB076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A07AFB-4C39-94AA-EF25-D7A6B2DFFC1F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826B313-2415-7CFD-22BB-4BE350BE27E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D83641-6A44-8396-A9C4-9AA9FEAAAE89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FA41A2-BBEF-8973-A251-B4AC32DD766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001F887-FE7E-3E71-E5E5-E1576548679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D2E70D-ED13-96AB-5105-5C62AB84D77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3B68A5-BE7A-1C22-6F69-D1BF1D664AD8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57691A6-156F-8C46-6C71-23A98F06AB7F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2F7C0A-FDE3-BCB4-5C12-C024F4E019EC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0C01C3-2AB1-5EB8-6FAA-B4C07D3D757E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7483A4-5444-8220-82CD-7F0F00D67EC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689972B-A5DD-9913-A332-A3696C817902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CD40BB-7E47-DB76-AD7F-E9A2B8563DA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F4FFD3-988C-432B-9C44-FEAF3123DAF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4024F0-7F94-3B51-D5FA-7388D50E753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99D834-8A49-8C77-97D2-3D7B85D4E3F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F0FA44-4305-4419-874A-4FE291CEEC5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D47A63-44BF-D9CA-3A72-473B54E7CDC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ED2971-CC82-E516-EFB6-777DD23843B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CA836C-812E-1A6E-804D-9D1D0D847D0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A911AA-109F-BBC3-3B74-8A05677F5CC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919705-61C0-8797-7911-75CABEC775F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AF20C0-9C75-2C91-A2E1-8530C49C63E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C53C24B-BF44-3DAE-FA88-BB9D0DD66F2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307535-97C2-455A-D150-6DC5D7BB3C3F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D05A89-CCBD-E4F3-DA56-CBFE814BD87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C51694-6047-E1B4-306D-F386D39760D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C82B8E-6270-C2D9-D4CE-617C855963D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3385B88-0742-8BA9-43F5-3D836D38466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C0B335-9005-2DBE-2E4A-805A3C88480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DE7F5F5-609B-50D0-B288-65F58AB3718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51BD1A-F630-B11D-944F-D412136EF297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60FC327-B53C-6EA0-440B-17DD5489BAC1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9AAB07-EB87-AD25-346F-116C99130D0D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9BF9779-52A5-6241-9590-77694D8AED3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2653C-9623-58D1-3CB6-0A7098B66E4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079C2D-C4D0-7758-8DD5-B92B966D43A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618E0EC-9663-B4D7-7FCB-769A07DAA0D2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373B056-7A30-DE09-1166-8C80ABA924B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000E7C8-5DED-D825-D931-67914063FE3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7281F0-7B86-0CDC-D632-CEB761C79F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4AF0B6-128C-4081-AE78-92BA3088786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8F9C5E-25AC-6F30-0A5C-596354A83FD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6792E1-E2EB-FE54-74DF-03C7C33F0CB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46C599-8D40-9BE6-9B78-0EC7E0362D39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E8F2C13-B0D9-0CDB-9C23-66AF24B612C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550079-F09A-59FD-3031-5F6A4896B0A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504423-3AFF-563F-611D-7E55EC9CFA4A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0A3D8C5-E4A1-EA5F-5169-E9E02221146C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3695A3-CB70-9600-48EA-60E39FE29813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648C24-7053-064D-3A91-DDFBBB260DC5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0E0107-2140-E906-9481-9E3EF448B05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AA50A94-4C1A-F050-62EB-8954BA65F43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04194F5-6B1C-F3E5-2AEF-E349E690835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3C71C0-9E9B-7581-C9EF-C0F8713456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64A9C60-D444-3AA3-F5ED-3E77E74C3D0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2B2293-5B7F-AA26-08C6-8B29ED1051D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802397-8781-DBB6-8C36-77FFDCD6B41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4543AD0-889E-8AA6-3F15-D7D2E94E524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40B894-D3A5-5402-F754-9572C4219325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</p:spTree>
    <p:extLst>
      <p:ext uri="{BB962C8B-B14F-4D97-AF65-F5344CB8AC3E}">
        <p14:creationId xmlns:p14="http://schemas.microsoft.com/office/powerpoint/2010/main" val="12901814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08764-5C33-985B-885F-3050912BC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DCA28B-AFF5-E8E4-F053-F5964DBE10D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4–7 and 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BCF9C3A-28B6-CCE5-5DFF-CBC5B4702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AF61971-B80B-6006-4F3C-8953D9FFF0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DA3F540-EB38-2B65-9C49-55D0E0968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71D6D2A-E1DC-0024-3C64-DD10430032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AFCA3F2-40F0-2580-95A6-20B46608D1C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83F239-C074-74F2-52D6-DF10FFF825D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FB48D2-2A4A-64CF-D45E-17ECDB811274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516FC0-D65F-E4C1-9C0C-FC579CAEB69B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A7A631-5E6E-BCAF-0D9B-46E41B3B815B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586790-46C3-37EF-3CBA-09F9FEC44DA2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10EEABD-899A-B3C2-EF5E-9A4B831376B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BEDB80-EC22-4A44-2D5D-3DA3A1689F23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4FC1F1-9268-D32E-C194-BFDA06C47AA1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970917-FA93-00DD-AC59-7E886B8408D5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F2DF43-0B96-D456-90BE-2CECAB81B58E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950660-6E21-C15B-6AFE-7F04F9D61D00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D44354-4F4E-AC09-59CC-39B463F33521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217319-54FF-C8FA-A654-E84E716E4C84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BFC624-AF5D-FC20-4536-A7953AD065A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FFE3B6-E6D9-D705-B630-525554FD5B86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3CC535F-1D27-56D8-CCAE-FEEB520EC971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C4CB6B-0511-1370-D839-1D8935832721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3D56F1C-685C-A7E3-BAB2-6D9A64FAE178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97E9DF-A67D-274D-E0D9-2555E4CC294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80A630-BE7C-4623-9A9F-09275D8DF6F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1F16F60-4207-E4DE-7E29-B7BE05A1550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CA1798-8360-D843-34D9-C1A530DC125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7CF41CE-53FA-9BE8-D2D6-3A51522DD0E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E5D387-7DDF-E7AA-ABF2-22359DEED21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04951F-0C87-B978-CBF4-8A9DEDD6F94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28B1D8-F4B9-C24E-8E45-AD0D4A8A72B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F432E-EE0F-7BBF-E618-6C4E96EA6D5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892740-93EF-8A6A-C65E-368BE821153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EAB5CE-D75C-1F0D-6D72-16B899CC2FD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BB87B3-746B-D3FA-E68D-69A58EB7828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FA4AD43-8F20-2125-C408-5AAF603E9CF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A717FA-5B0D-F7AC-93BB-1F6097F105FA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D74EEE-A7AC-72EE-9C0B-F24F315E21B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52B877-E759-1DEB-DE4D-44F35C2E5CE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DD9449-B767-EA33-3265-F2A0D1C3620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354A62-9AE1-1A0A-A37F-896B65F51AB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6814D4D-5BCC-FD67-7A3D-1A465EF5578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350952-6F9C-3959-8B4E-3BFF88B56B8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C12319E-0688-7031-D501-CA3BC43FE68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EF52598-8309-BE37-86C0-584A0E75228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114342-1D2D-E9F3-4289-F7DFD4CAF40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1CDCF9-596A-5F8A-E1E4-2E511E8238DB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FACFC37-E422-0BF6-C22A-995F0E8F1BE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11E7FF-06D5-71CF-2BA4-90FBB3DE5B6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7B6A4B2-0DB4-1093-63E4-5AFAEBD915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A3CF685-C112-8022-F1D5-E0F7EFDADC6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51EA8FB-A197-89CD-E5EF-1938B773DF7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370769-AA51-8764-88A4-CEBE36217AA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3BA20C7-B113-F871-94F0-661815DD9A8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AFF9E5A-63D3-1AC9-BAFE-6D9E772426E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64B1D6-0A08-D527-2ECA-53FCC73333F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8E7E424-0695-50C9-0512-DE679014E29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E40DE-6320-C7A9-0EF7-E2447AACB76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E5D2F6-0D2D-99A7-9896-712868AADC5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EBB9C0-EF27-299F-92F6-D7DD18AC66F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5BFA039-DBC8-C77B-EA1F-7F7C7DAB8527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62B5CC-2EAC-63F1-A9BB-283DE1B2032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BE9EA20-856D-0202-F8FF-4A39590897E4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A4A2B4-E9F9-AD54-9F0F-1088443E9545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17C1247-09A9-D87C-BCE5-F2CD9F59CCB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E1F96B8-4543-601E-5213-460011B081F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E45C7CB-5DB9-2FB1-E6F5-BC6C836D9F9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EA52B6-216C-4696-F62F-3488642C5CE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938909-CF81-4C3F-BE1C-EA9EE5312AB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1B0E71-D563-412E-0901-2282B77DFBB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21D7F9-0144-8C1E-8BA8-2C1510207FF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E94F5F-C409-1538-E3BA-122BD5DE243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D838B2-1B97-DBD6-13F9-7C53FC47F25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F68D84-CE8D-E155-F019-04CD9DB801B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E24405-EFF8-222E-7917-1E2B3C582644}"/>
              </a:ext>
            </a:extLst>
          </p:cNvPr>
          <p:cNvSpPr txBox="1"/>
          <p:nvPr/>
        </p:nvSpPr>
        <p:spPr>
          <a:xfrm>
            <a:off x="3138310" y="282549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9AE39CC-135C-1449-9AB8-BA628244769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09F7155-B344-9F96-001C-7A4E13A57C0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7EBEB1D-EB32-78E4-0B97-CA0EFA0FDC2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68F1774-53A0-A25F-FD67-66D572EB332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F8D4294-E56E-A152-FF50-F41D0CDD82D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CFE4A8A-22D6-0DB0-E8F4-E043C1EE528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FE12B6-491C-05E1-75DC-D87BD9A226C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4E6BA1-3DE6-5F18-ABD2-15A924AFC66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C0444B2-44CF-5DAE-B6DF-673F10F53B8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2E9B558-6EBC-C8BC-1266-30DDD50C3DA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</p:spTree>
    <p:extLst>
      <p:ext uri="{BB962C8B-B14F-4D97-AF65-F5344CB8AC3E}">
        <p14:creationId xmlns:p14="http://schemas.microsoft.com/office/powerpoint/2010/main" val="2078995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84BE8-1C44-8698-60D0-B01EFEB4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D2E4EEB-8045-C814-AD09-9F1FE4D25A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solution for this arrow.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07853F6-7859-66E0-F4DC-A2662F3B3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5F23A9E-DA0C-6749-E2B8-93E280E7D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18D4D6E-A8BA-4641-826F-706552A79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F6224FC-A345-4A6E-92D4-9BB09F45E2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94A407-2BF3-A647-4438-F3EF607B53D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31022-1E1E-C8A1-6C9F-389182CE8E2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C8ABAE-6BB4-A182-F8AC-5A10DFAF2915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107328-9C49-EB98-9B6B-F8C49A551F1B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6036E3-5BD7-D99A-CEEE-543CA3BBFF5E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76CA72-4446-A7A2-B217-C7094AE748CC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E472C3-E8C1-7F55-5E02-7FDAF8C7DE4F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BF4D55-5E77-7874-CD26-88FD41F05FA9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CED654-CA94-4040-77AC-AE2AB58E602E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6B48A00-0A63-FD9D-B2B0-C02DDE935664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CC9EFF-9882-0ED7-5245-2298DD811E43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342836-C04A-4B8B-3023-C38F42A9AC0E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CBD401-0296-430F-55D8-DDEBE4EAAB57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F424C5B-6B96-8237-7161-27029C110A7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8EC593-6F2B-C3C9-861B-0518BE472F9C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68A7B47-F206-ABA5-E85E-FD20946A1C46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6FD22C-285C-C671-9181-3F98D00DC926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650ECD-5056-53E3-F94D-504204780918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9B307C-9D8E-0291-E1AD-4FFE07A93E9D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A7FF45-B31A-2CC6-433D-B1DDB222E74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843361-350D-1313-B274-689B5CB5D571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7DD0F0D-DB12-EA05-69FE-79EAE753B2B2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5FE41DE-6DEF-482C-9776-26E738D16DF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D1E1FC-0496-F147-6C14-975F195FA5F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BBFFA-6DBA-37FC-7251-5B78BEE5C22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202B58-3E55-B49E-8060-46E4FB47C96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CEC634-E3B7-78F3-51C3-836EACAF598F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F6CE3E-A904-AD26-9D46-69A57BAD9349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70BDE5-9B4F-6841-A6BC-390CBB49B2E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A75D2AD-2F5D-4C72-5AC8-AAB71838C6F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C3677D3-B910-80B9-3BC4-FD0818EBBFA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14CF0F5-DE12-5BEE-5D91-A3BCD35143E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A828A53-F09E-70EE-21D2-52DA04D4457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7AFC863-7E51-87B1-FE0A-D68B10B01BD8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FAEE69-27D9-56DE-484C-27DBEE4EA59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81E0195-DB2C-6AEC-341C-CC6E7BC8A13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8D39393-1963-58D8-5638-FF9AFD7CDE2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2B9D09F-3491-35A5-6360-872FED46880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C52A3C-A8E2-4B33-8AB6-A6EDA1E2532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D38624-FCA9-32BB-6D5C-570025FF644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80FC7E5-6146-96CA-760C-19BF84D7731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64ADB0-0FB8-BB67-4B63-0605732D770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E78E338-1C5D-C960-D5E8-E8183AF2848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9EBE809-F4E1-47B6-6284-F9F2BA7C855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C8B3C8-495F-58EF-596F-B5838E15B89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F2EA6F8-A752-6664-E50A-E2BF41A8C68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6AE347E-CCB3-0E63-57FF-C2F2F443336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352E056-7DAE-0BB3-235D-6A6F2B1F6453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337D31-D80C-67A9-7399-08B111A9B7C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A37DC56-6B15-DE25-68A7-2C8BE4752BA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87D834-FC66-5DCE-CA86-EE256C49EE4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546357-3D19-ED66-6E74-84CDD4E5CF6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34CB74-FF86-CAAA-2497-30FD36828F9F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13DF74-86E6-AA4A-E696-F17220377C66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544A8E2-2B61-E1B7-55DC-ED4B7B5BEE90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E3605EF-FFBB-C80F-2BAC-48382947F21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B342067-8ABB-3FAC-6728-47C683D97980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BF94B61-780E-3553-69C4-3AC3EE744E3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44330EC-861B-9CD4-6DA5-78786BBBEE0B}"/>
              </a:ext>
            </a:extLst>
          </p:cNvPr>
          <p:cNvSpPr txBox="1"/>
          <p:nvPr/>
        </p:nvSpPr>
        <p:spPr>
          <a:xfrm>
            <a:off x="5147734" y="3543010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219DCEF-D99F-38AA-C65C-E9C8669395EC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9FA48B3-49E7-DC81-2295-16550757738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51AA039-8ED5-02A2-1DAD-8B793EE3DEB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17397A9-82D0-172C-0891-2AF9B633FCF3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11F5865-13BD-312B-4275-E0EB2970EE8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211471-9D1A-DA73-11B0-ED2A10986C0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2F905C-3ACC-E686-6145-2E19220AF03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FDD869-ED0E-A97C-36F7-AE73548DA6E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FF1F31F-9437-91C5-8A8B-A7F2070B39E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FD3A311-14EB-882A-7ADA-75C3F70EAF4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768AFED-6BA3-B0A8-4164-0F42E9D9732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909A000-7F2E-B012-4B32-9587DACC3FE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3EEB098-B271-A794-C604-7622E70B253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171334A-0926-1426-20A9-A3F51361E6F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13468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324C17D-16FE-DCBB-C2E1-DAB33623B8D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8A57253-8E98-2761-0EEC-373608C127C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34569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AD85963-04D4-9ADE-F545-BB8E3E32E1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268BD2C-3E15-36BF-A0F8-21536F40DFF4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407688B-6E9D-369D-C161-0AF1A1E0381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72C266B-A0B9-9C10-46D5-E9EE9EE7F7B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0EA0119-9579-40DC-8D31-87238A7224E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312859A-ED41-2AE7-2C6C-477D56B7AC4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3546126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00C4-8ED3-473C-1835-7ECBCF9C9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65EAD8-31B1-EBB0-D215-7E0BB96FAC9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DE67A14-48FA-290F-1DC9-C07DB6AE3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C487195-089D-4879-0E8E-33DBE86F19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A5EEEBF-BE20-98DC-FADC-248E08098F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39FC997-251F-3797-D073-2A25733ED6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C1254A-329C-6449-7B40-36955FD39334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B9863-E278-9D67-2017-7700518AC15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0E5053-BB3A-7F1E-59C2-3405F284AB39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5AC9D2-C881-07ED-9233-1BD1ABB80D0D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D213D4-C4CE-DF25-4A20-D2D1D9085C51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DF6733-E9A2-0E81-547B-28A53D1F9F58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2CBAA9-636F-0324-FBFF-CF958E096D91}"/>
              </a:ext>
            </a:extLst>
          </p:cNvPr>
          <p:cNvSpPr txBox="1"/>
          <p:nvPr/>
        </p:nvSpPr>
        <p:spPr>
          <a:xfrm>
            <a:off x="665480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AADFF32-A0BB-A221-4BA0-05D3CB3C1B58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1705E9-70A1-B100-0BFB-AF3D1638F9A2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D342B7-4A71-833F-EA39-62BD3C028F24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9FAEC-0B39-BCFA-A12E-C76427692AD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186AF2-24A4-59D3-F26F-0A8D8369E4D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AA2429-107E-FCA3-E6C9-9780DE1932DD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898181C-8A6E-D992-1AAF-70C2B97A881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B0E0D12-4727-8ABA-B324-36D0E8D6D5B1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A981AD-B5F7-F3F0-9075-8EE09D2DE52D}"/>
              </a:ext>
            </a:extLst>
          </p:cNvPr>
          <p:cNvSpPr txBox="1"/>
          <p:nvPr/>
        </p:nvSpPr>
        <p:spPr>
          <a:xfrm>
            <a:off x="3138310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B48D91-3263-5143-F55D-E075D29A7E30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BC08AA-8854-26E7-EC26-80DD18712C6B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C652F08-B87D-D650-7A80-96B2BFA59BE7}"/>
              </a:ext>
            </a:extLst>
          </p:cNvPr>
          <p:cNvSpPr txBox="1"/>
          <p:nvPr/>
        </p:nvSpPr>
        <p:spPr>
          <a:xfrm>
            <a:off x="6654802" y="229247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F5F24E-402F-4C98-4E0B-6752471E839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51C3FA-B3A1-8D79-D290-E0DC1C907E75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A3D235-7BD4-2F3F-D79F-FE8B4DB14C8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02E21E-4E71-EB22-6694-BF212CFA1DB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ADBB700-BA8F-8AF8-B6DC-DF44C76854B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2EF55C-2FF3-BAA2-1357-D94A1FB10C7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DE26B0-4D06-AC19-CC12-E19FDAD4C2F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E607FF-7B5D-DD7B-2197-0F261E2B3E5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35BF7E-9529-3E57-DAF0-A9D2ACA6621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FED508-4038-8BFB-309D-199607CBEDA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BAB238-86F5-6E10-E957-0BD66BA7481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95F77F-1F63-23CE-9DDE-E54172CE645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0C5278-84D1-EC9E-AA66-AB2BE8C5BFF5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7F56819-C447-A81C-05FB-2E767271B7B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D3989D-CE56-EB68-0683-979984070C7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019B5-CA85-2CF3-2447-0DA771B484F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0471656-D359-2D51-B119-3DF23C36AD7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29E9920-866F-9EF1-5D9C-629EC47C8B9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A93F528-B565-44A1-E407-ECE1E777B84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D89F4DD-AA00-37C6-2537-97ED5E4447A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3F2E37A-A808-0378-B65E-7CC0DD84798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C6F2E25-569C-8B7F-AC14-946BE45CEC9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ACA2405-1D15-0F19-B1F0-082031F596B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4B9C214-0F77-AC77-1A5A-149B5169751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7393D1-0572-50B3-FBA0-EF5673C2375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B55F64-124C-F6A1-5023-FA446AA6824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ECD59F-A412-B68E-4BF8-DA87723BD1A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4775A4A-D8E5-C4C9-5809-CC1A3F7D77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406BD83-D174-AAF2-7064-A731ED78C7EF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2AB0210-0AD8-8888-F8EF-58AF5C3CABB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69924A-BB5D-D1FD-0E98-2A06A7CFD3B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73E485-19C5-A977-B07E-028BF8E294E3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44F2E30-FE58-C2B8-9058-B4DB969DA6FD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31B6A3B-A601-816B-96D9-990CA17F96C2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F2FFD6-25F1-E545-C083-E54FB73377C7}"/>
              </a:ext>
            </a:extLst>
          </p:cNvPr>
          <p:cNvSpPr txBox="1"/>
          <p:nvPr/>
        </p:nvSpPr>
        <p:spPr>
          <a:xfrm>
            <a:off x="4645378" y="404395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4C3372-2075-FE42-797C-7E94AAB6FC9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87B226B-D98B-5ED4-60DD-44A05094742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6ADA1D1-887A-3832-669F-4F8AA813768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1BA5B0C-0EED-8843-D0F7-BA03F989ECD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62BB48-84DC-CC5C-26BF-222D020151D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D09FB6-5536-A933-8A55-1F89758FBDF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95848B-1730-710C-A888-FA8C1AD7055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18E836F-DC9A-12B0-FD7A-4794963ABD3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2830E3B-1E94-317A-5139-F15740C1E5B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86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B538E48-E693-B45D-97CA-92DCBCE3AEE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BB7ABF7-F668-E674-0E61-E7315346B4C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695580D-D2C9-812F-C193-CDB59DA15FD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13816BB-6E9A-706C-F9F8-E665FBF58DF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FF5FA88-3589-D861-9020-116ECD6FBA8F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E1235C1-DBC1-7621-8B80-DEDCE5ABC117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743C622-AD87-C0D3-3E23-6811A774C0B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131D4BE-7AE9-AE37-BACE-3DFDA493150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124579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C2E510-EE14-98CC-E93B-AFE5E8598D2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2BAE4B5-B1B2-7FB5-7370-9CA895F07B9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E8638C1-E290-25B7-09F7-D10FB915184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6F6DF57-F56B-B39C-6939-805FC72522D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05C9FCD-AA1E-F5E9-B317-84133C42489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BDE97E1-3AFC-3542-2812-0DF6F6F2804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925C8A0-6839-2489-4C4C-0052B0F231D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C6CEAD7-09BC-F5BA-B019-2F7478F4E26C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CB16EFB-7A19-8F80-8A6B-7069E13C6A2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AA43E40-08AC-193B-21AA-04761B205B1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5320523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DA77B-FD31-3C7B-61FA-E0CDF624A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85821B-AF9D-2C0E-1C88-BF50C59959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6CE6A28-B400-F243-C0B3-ED56294FA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E0D94CC-CE3F-5CCC-D7F4-5D9412D8E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D20B94D-4898-F6C0-AF65-DBE253514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D21AE5E-A2CB-562F-3A30-B1612B9A0F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A84BCE4-0423-0D92-01EA-25CCD46132F2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2C1B7B-F20E-D38C-9DC4-72A87675570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C6F983-A779-9EB4-6BFA-C0EC08DD7D1D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FA4DB8-603C-72F9-1A52-218DD1D4F86F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E4AA72-B802-066D-B5DC-773467533C93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BBB72B-3680-5C91-F213-EADDA3E62E0A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E8DB9A-C9DF-DC2C-D115-EB75F3364120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F6CE42-B18E-46A5-909D-1E3AA37C5E71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F5226B-A0EF-E846-4E17-4C4E8F5DDBAC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70F47D5-8196-0DB4-AB8D-7A6982711E3D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148E94-7258-E05C-C0EF-415495B98D3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9DB664-A65A-B294-2D95-5899A4E02A4B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8E383A-D483-07E8-C354-97A291EA7DA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4E8F524-A2ED-14E0-304E-430C76C4F3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E221282-B8DB-3059-8D12-DCCEAD55C01D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AE4F700-95E1-F15E-5030-17280009BE9F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15B619-995F-8962-EE80-C2C6C480B05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A1FE793-B156-2A58-3C22-C280BF82F7DC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760EBC-B418-CCBF-EDB1-1AF9DC0ED4CB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00B8A13-3384-ECA4-F701-48339A12A06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52A5845-A1D6-5123-E9FD-F8920E94D6B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AAC3B-C69A-4BB4-FDD3-6EA990F8974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6B00D1-39F2-0D75-89E6-A4662ED9AAA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E23DF41-8198-22EF-CCD4-A4BF3B744ED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3D3533-E7AC-D433-5B03-091AC2D3F83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4C39EA-1A51-D160-3482-455EFACDBCC6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8D618A-C273-CE0B-4AF8-65064F12218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99A85F0-123C-8BD5-CD18-CE37E61DAAE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D3B006-49EC-BF7A-0D16-3A8F81FC89E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12EBA5D-168A-01FC-FE6C-E2346836C92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6992A86-77DD-0422-A263-49002664442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5B7CF5-455C-F4C2-56FC-85E70169E3D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A85E53-6E43-11DB-CA3D-FE7E9112E99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8DF92F-DCB6-3F8D-90C4-2EA28E6C5FA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02A74D0-FA4C-9EB0-6BEB-23C5BFF3A37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7F42EAA-BFF7-50DB-59FE-26D78B5972C5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4601A23-00FE-CD7D-8366-CB068D77305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A106F9-4763-12E9-C6F9-EED460CC1399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2A5EBAC-11DD-0612-976A-44A22A8D816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05EA40-25B7-82C7-1BB0-6238F76EB06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A2647BD-73C1-29E4-250D-2D49F5AF9D6E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9399F5-2578-FFEC-C39E-59616DC994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A9A6EA-4E4A-F803-9804-BA82206228B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388ED54-D338-3D93-3169-4EE3BBAA441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ECD4B50-D9F0-247B-7168-A2BBA18AB7D7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6F99508-3E5A-52E4-45B0-AC7C414308E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875F36-6047-5312-658B-114D389C5D3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1199CBB-500F-932B-97E6-CBA64D1DCD0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21D69F-127E-8E08-D20A-144A06ACAD4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870394-7626-2483-6D68-13F4A4CEB0D8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D5C779F-DAB6-C0E3-7492-FDBA930C7AB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BAC6AE-918E-1EC4-7ED2-70B176A75B2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273F9E3-236F-F819-8251-98041B4EED22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8EDDCF-664B-1F88-0814-28E3FC4EFDA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119435C-1728-589C-F492-855551EA1C8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576797-6CA9-9565-5ABB-ED5B9925D0D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933E57-5F95-6898-D310-96E7C696AB1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809163F-F7F4-0C17-CDFB-E16FFE6BA18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E24659-BDA3-0521-544D-DE8347E781F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C014DF5-7F42-9301-9D35-00DDD732BD1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94AA88F-1C01-F99F-8589-A4F1F661399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232469A-AE98-8698-EB8E-DC2786164387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72CCC8-3075-E6AB-3832-1FCC3EB67EC8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DCE5325-4A82-8D9D-8533-7B40FCE9223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879A19A-7D1B-E6B5-3B20-E8AF735D29A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6EA4AA4-9981-B5EA-5BE8-6D1C8D2E6AD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A0D8236-E9C2-7965-C2C3-F2A899620A34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E2C4CBC-B714-0B30-A789-54424CDBD71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20F395E-730F-98A7-235E-AAADED95794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308708-46C2-1936-D4B2-98F14EA9AF1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A33D92-6BF7-3684-5008-AB1E47F4B80F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EE748AA-C03B-757B-62E6-573CF1EACDC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6E28B2D-E8B3-81FF-0B0A-2E8DEB420BB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EC21CAB-4E83-E3BD-FB3C-049E5A7A36B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2825C0E-AC7C-D3A4-1194-64D4044EED4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CB372C0-4946-0EE4-8848-35F147632E7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8F994D-53C8-7BAC-3774-E3EF674635B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B4918C2-9473-1CD0-7D80-3F77F46E52BA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A5D3EB8-78D4-406B-52C0-26AE065B2E85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8EF5E5B-D615-F7B7-A181-C64103B2B3A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6EDEAF5-CDFB-EF63-00A3-BA6E964B33E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732609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86CC-6DF4-10A7-CCF9-5FA874D6D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5301B9E-9E2C-DCC5-8C1A-BAB456F935F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4B4BA51-6EC9-1360-3942-287A23B82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19A6FD0-C80B-F544-5E38-8A9A78D04C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943D28BF-6DFB-8FA0-D9BE-F6A83DA44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BFC8950-F8B8-5FD5-4234-59DBF73A3D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FBE3B7-24C4-2DFB-1762-C09D8C44A030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F9602D-C3D9-3206-8214-A879FB94B07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6C6E03-CAF7-0D25-4E6F-EA4C646FBAEA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469A3E-B0C7-5207-D1EC-DA4CE5B81254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40AD47-43D9-E2EF-BC5B-8583E6AE60A2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20A4D79-357C-0AE8-3492-FEE84A81D8CC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14C35-8A14-EA17-02B1-1B38D7F91218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55D971-EC78-4A7E-DEFA-9AB50D36EDE9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370FDD-6A20-F9FF-22AF-964F18FC8382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F01FE5-2898-B745-695F-31E8D3126CDD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A9C2F9-BEF2-6752-DEFC-939AB7A382E5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2F2A46-6AA3-5221-247B-DC78F2E2679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0ED98DD-67BD-50F8-FDFF-AD7D84737E25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5628CE7-4395-7F6B-5ADB-9E55B50BF370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546009-AC36-E24D-BC82-9B8BDC8F6EEF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F62758D-0D42-5624-E078-11BE6611738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89EDF95-B42B-B65F-1996-5F01E2DE1C4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949A01-E7EA-00A7-5B0B-6709F895E00C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83ADDB3-9696-8942-2BBB-B1E1CAAAEAE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EB2793F-57DE-855C-EB21-425573F7392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BC7E4C-B31F-EAA1-5289-E5DFC37AA33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F4098F-A077-77C6-C7E5-DF46E2539F7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E856AB8-06BD-A6AD-3CC9-3E9D16E327A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0F5F5-2807-EC17-3223-EBF5A1356CF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A1DC72-4B74-E375-BC37-FFEFB9E915F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8948BDC-1BC6-5C4A-B821-8A53138E8D7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A715DE-93EE-234A-C4B8-2E3F457A529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38D289D-EC16-BE34-F019-AD1264E7856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FB3C429-BFA4-C2A3-183B-29189CECDE1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2918F4-FAB6-352F-37DC-88DB11FADC2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0B15E9-D693-E180-6A9E-3D281585238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FC41F36-474A-9733-6543-6BA67B8A869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AE4F4B-D508-1CE6-72DA-075859887F2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3BE43D-A7E5-9F1F-81EA-DE5DCB63041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8E32E4-9C06-D740-A5A6-38A4A73B01D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B021B97-648A-6475-CD6A-E6781CDBC3F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4991F0-DB8F-2E85-F631-70FD9534918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65F677-B993-E76F-1569-A2C7D808184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080F7B-F2F8-75F4-BA19-CD782C96E07C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68D8D3C-F978-FF88-EC00-2FD972C96D3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F8D799E-12C1-A7AC-4C04-367F52D5B19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1CFF30-00B0-184D-BCFA-B3D55A83BD4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D3C62E-4D85-F8F9-7C16-CBF6B86404F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94D3C0-A264-563C-3F77-377EC5B78A7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D75DDF-FFA6-38CF-E85B-E41DB870580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9EF713C-32FA-6636-9F4B-EE3BE895E5F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CC9F1B-E613-4159-9BD0-5F13892EC03F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500084-1F43-701E-7DD0-7E48B964B55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ABDB42A-91CC-554E-B4E5-1D0DF62B095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F699A92-E23B-0616-6EC7-C72337FFF87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45C4073-A3B4-1B62-9BB4-05DCD9658E6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1BF0E3-8A5C-489E-180B-2B2AF6908A6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6BDCFA6-B023-6D54-C20F-F058041BDD2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228BB7-ECD7-20EA-813C-2DF78A966F1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9838F8-4C32-506D-2C70-A90D3C8581F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16AD62-35DF-946C-A7B3-C2DA8CF3EB9C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B993A68-9E80-C83B-F16D-F7586C201B2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C35104A-21DC-8BD1-9AA2-9AEAF01CFA42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BE48F48-6BDE-15A1-C100-6D579B2D184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94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313C9B4-FA16-3934-7544-3A85ECC6074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4DBB675-9E6B-A1C9-75EC-E18333E52967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78E6D67-F1F6-BD6C-BAE4-2BEFBC6A9A0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A8D39F-11A1-CA92-A766-8D75B639B78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F8C1330-8B7C-10D2-1D83-EAEBEF2821C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50F2DEC-F62A-1617-D2B7-52148E1FCDD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DC3ABDB-4910-6547-4148-F55715D2AA9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BC68BAD-09DC-B652-433C-FD5D605560E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6682710-2A0B-B4DF-7685-FB99B06E01B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8B6ACFE-282E-6B56-1990-AB101914599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6621185-045F-8DE3-04EB-E739734E0BE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834D7-5968-664B-8746-6C7EAFD95DE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DC2E37-1F76-8309-AC0B-FCCC7BF07C8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A1D98AA-2756-0744-026B-7E15CF544F6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F61048-0FFF-101F-FD3E-57130F40BA8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F7455A-9EA3-D8E7-FEE0-8AFC1D5B997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53D3AE-2804-CD0E-1757-6F2EB71040D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4BE6AF-D989-3529-8345-60C4B2E2A6B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F220B4-7E05-7278-2289-E79110BA513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343A96F-532B-D971-1044-B351CF2720E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B5D602C-8421-22CB-19FF-E638B54B9DB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9A02263-BA5F-CF31-2000-215B47EFCED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026803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B8285-AC52-A847-72DD-CF6A6FB8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A691A3-8476-50EB-A4A7-70ECBE12A5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119836-4D16-A490-3748-519E80A93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56556D9-497B-DD80-D2FB-140EDB652C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E75045A-63C4-7156-42F4-8AEAA8ACB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7AAE98-334D-7B7F-5ED9-E2FF879576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375F292-4D1C-C326-7AC6-7623EF1C34C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2EF406-08F6-F6FA-86DC-42E7C7349D0C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4E4921-FCEF-D234-BE7D-1C96675DEA1F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3E28CE-B403-CC2A-39ED-BA54215D21F5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28512A-BFDA-0F6B-015D-E87C0357EED2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E254332-DD12-FEAE-C1C9-1FAA30D40A37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CD584C-95DA-D248-5A40-C3F7C68F566B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F82F0E-D6F6-5283-06CD-A431080A3F2F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D39BA3-4DCF-F781-C2A2-1901F91A7C16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C37783-0400-8377-16EA-BA84040BC4EE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AF07BEE-B270-9F2F-9D47-2C6F7947127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89903C3-E8D7-91A1-41CB-2FEF9B4266A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BEF742-B4D5-D9E3-86D3-F4E908057B0C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C38140-2ADD-96CB-C02D-12D36B8CF126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1641E4-7EC5-49D0-6013-52C2748B3E1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AF6671-E7F9-5659-5C7F-927E633A2C2A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BA4734-B601-5F4C-E32A-3542F2B42929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B083225-9A1F-BA11-7F30-57B85639C64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CBEA2FA-75F5-6DC6-230C-7CF141EAB55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2DD951-1C02-CC06-66BF-6A39E195C88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5D61EB-0EB4-A6CE-9D50-4CCDF2DA777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ECE962-E640-8AB5-E886-7932455D9424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E10886-3AAD-A720-E108-4F034CF37BB5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5DCE1E2-B70C-4E1D-D3F9-48A5186726E8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4825D33-D7E3-2895-673A-12F7733ADF2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7A376E-A6F1-25C3-7CBB-CA5BAEB9FB9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8BBF3B0-A3FC-32CB-DFBD-BF6CAF50C40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48C0E4-91CB-5E6D-6B53-321491DBF77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CE76D8-BEF1-BC81-5C05-F15143B193B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95DAEA-5E12-66D9-F5C7-011DC6A9D3B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2BC67D9-29B8-9451-0075-98C375832FE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96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DA87B0-E434-214F-C62B-6C8A79B52A9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2D56AF-5245-D595-3FCD-87B45AF96A5C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418478-E604-7768-9C17-F91BF72B96A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08B29F5-44BC-9F64-F2A7-64CF8077FFE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D3D2066-779F-FA78-A180-4FA547AA595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47E38EF-6937-3F49-B4A7-ADB573FAB23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0CD72A-ED1E-45D8-5666-077C97F6726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54CC9A-A840-AEB4-17CF-9B93222BE8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3D40484-E64F-FB23-E02B-8C517841695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EA9345-DED0-D0A0-6DA8-1B0B2F24E47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EFC1F3B-D76D-8CDC-F0F9-727AD48269E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95447E3-C750-2215-CA3B-9277D7ABF97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358C1-5E39-7C0D-51BC-6A7E7B025C4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DD1ADE2-2E27-FCE0-BE85-2AB3082AE66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3E9EF31-C721-7B1B-4B52-9BE3638AF7E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3C37E10-B2D5-443C-1E2F-1C4BBCC6154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4667E2D-030C-3FDB-F7BC-C2BD981AF8B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08ACBC-B53C-0B79-7EF3-9C72D2AC998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0AE6FC-8A6C-CA5D-AA75-E11B5936520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3230D1-A07F-9A40-7F9E-9597586E668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CA32EAE-E740-4870-966B-DADC82D8FB8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9BE1216-3CAC-EDEF-95E4-B51E704C0E0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C7859D8-339F-7739-6CE1-F130BABF266F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139E7B4-4E5B-8FA0-94BD-52741FA9D93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5D149BA-BF01-36A7-4DB3-672C672DBE9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CF9E9B8-6B3F-BA6F-E24E-87B429EC099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7D77F7D-2896-2B74-B0BA-EAEB41ACF63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1E7001D-AD55-A3BA-0726-7235E55C15D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AE3480A-7217-3EE0-EDC8-7BBF61B4255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DEBBE05-C7BE-5680-52DB-E32FFC85288B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CDC72C1-A5A4-9D1C-DE73-DF0AD8D3575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5D984B-3527-3646-7D7F-131B0970234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622C868-77A1-CBC9-A2F0-D266E664437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259229-72E3-F737-9E04-709C220B3B3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E627897-7FA4-319E-8754-697BFEB9C46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565932-C10F-AB78-34F6-1B6FD44B72E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8CAEDB-4FE8-42B4-CA8F-31902882D7F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F6EB86-2A48-111F-4311-DF3F4BF5DC3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EA1565-989C-2B4B-D7E5-42DC6EC7809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6BBC31-B900-E63B-8FBD-A465EE13ECA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9600261-F3AB-E224-60C2-D69E9DA8CE1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CF176A5-BBFA-4B55-B25B-62D3B1458AC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0C1C7A6-053D-7AED-0F99-BB137A8D835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189B95-3D03-B545-D7B5-ABCCBEB584D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E159858-C160-E8E5-7E0B-746AF2ACDAF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E82A8E0-6959-4DAF-CE29-873804CBB0E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30613AD-41AC-25C8-A830-33FF373FF7C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6A811B0-E1C0-308E-7323-B47E7CDC92C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0C34012-BF59-2776-64EF-B8E579DA26D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2A8CAC5-D715-0B82-28E3-F3615B20E51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0209375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87241-CFF4-79C9-C0CD-DFC03CA04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878BAC-B432-A8C7-823F-4C2F655801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00DD4F-4DAC-C577-91C6-2FF58994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E064E5-11EC-A295-9355-2BF92E1E2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022EF75-45DE-8083-A783-8F52775D51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8D80B7D-0916-3A2E-2797-A859FE17E6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B9B0D6B-2808-C590-DEFD-235E34AB2DB5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33BA01-FB71-BDD2-6463-B048CFB10983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F61070-892E-CF0A-3BF0-260376DB9C27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DD0F21-5423-445A-058F-3CCAF0108154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6CCC09-A44E-8D86-1783-8AE78A40A823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9C5B0B-302B-01D3-0E2E-7F16C27E8A20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B0BD8C-B8AC-26CE-9CF5-723B1C1EA44C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B580676-851D-65AC-FCAE-8EE37E5AFA99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4A8E19F-8A45-8297-6B2A-FF7037889250}"/>
              </a:ext>
            </a:extLst>
          </p:cNvPr>
          <p:cNvSpPr txBox="1"/>
          <p:nvPr/>
        </p:nvSpPr>
        <p:spPr>
          <a:xfrm>
            <a:off x="364066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49FF3A5-3BB6-BA19-6B78-D466D95DFE3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E8AF092-D6BD-20E2-D471-3BADF7BE6609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8512A33-AB4A-37AF-BF73-46B714497ED5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4382144-F2E8-AB29-678A-45D3E1AFF78F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B128F0-6D95-2A3E-1706-9C9BDEADFD4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05235A-7A2F-4918-51AA-0FD3BA996F8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2396300-167E-F59A-2D61-C26E1CBB07A5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74AFF8-507C-AF08-E414-233A74633190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19B87F-AB43-2B42-4726-96839362639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4591B1-79DC-2D23-4B1A-01E4BA526AC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FB1A91-129B-33CD-D9EC-63718FB2DBF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DD1E17-AA5C-F097-7BAD-660942E75B61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4839BB-A9C5-C604-5FE6-D47F20558264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37969F5-D949-5A6E-A602-B32312E129D2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011E539-D650-D1E6-7C52-949108B2FC5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7401125-0542-09CD-B559-772B76D6B43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6CCA542-1F0C-C674-84F4-092755D4FB6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9D8CE8-4DD2-2BE3-23E2-3328A68E24E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D5B90E6-8EF3-FB5A-A867-F011E6B474F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404B23-7918-2A64-4EF8-CD526213D5A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A146290-80C4-DFCF-FB51-31E7EBFE35DE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7E21A7-FE2A-2A52-3675-71CEDE8D342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729D3E-459A-55A1-BC05-7FE9EBFDD39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C93D12F-B1E3-FDE6-5157-8A081CB21A5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751D103-DCE4-C90D-63A1-3C39B85E0C5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BBF023C-3189-8E8D-F2EA-8571C01505A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5CF0B6-EB73-D9A1-1895-AEB5A6077E9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7BD7256-95AA-8CDF-0C64-99B1C985CAD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52127B7-12D2-756A-5C56-5364AA1AC2F7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3D4219B-2525-FF0A-F6D1-258FF025D5F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6A2E17-5FAC-4810-2617-3AD5461FC6B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C87D4C-C00A-895C-D083-5BED044BC3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5460720-C872-676C-7C81-5C774AA2FD3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44C7A67-8352-6742-A443-4701683135D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04B5648-E192-7107-B76F-6DCB0B7C52A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54ADE9E-CDC8-7A23-495A-FE05603B6DD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8ECA62-C354-A796-E4D9-45857CAA0BD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610EEB-6F07-0552-E697-13CC1D8E978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B6F8283-B982-78B5-422A-F11FF6812D1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AC300E8-57D9-6DDE-1119-B33A48EB825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5DE7490-31D9-D959-8716-9736CDCA7DF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F3B8A9D-C33A-952E-BA1D-10D3B767BE83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7387E43-E44E-8D15-3B40-B921AD8D7AC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C2D34C-E39B-C9C8-A861-7BA54792E43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02FE5F-B4D7-5B7B-8D02-1DDDFA599AF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EC303B4-678E-2379-731C-5067DC3479A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A3835C6-45E4-F5B1-527F-BECEC690EB2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5BA188A-909A-2A72-1181-0DFDC78A3C97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F5F73BD-7C1F-9838-0DD6-C6F19C2136E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A1738315-09B4-79F0-49F9-B859F9CA245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7E81A9-9FE1-B599-7BA0-343B655E15E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FC2383B-9D89-763D-C87D-81A2DBE67B5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4BCEE5-BB50-9868-B5BE-96CA69C203E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4480CB8-4094-173B-2B6C-3C5E420F6D9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25CC7D-688C-4A53-6A83-1A00D0FA2AA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2E3C70-5515-29DF-5585-B6676AE39BA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29DE71-3B8D-C454-A1D7-A5AEFEAE0B08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FD25093-587E-DE0D-CD05-C3D0A751EBE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AE67D2-B5C9-8E38-ADC0-CD7B8624762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9C3CB9B-DE6D-4F85-AB42-2717646FB4C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53F4DF2-2E29-BB99-573E-050B2DD436A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1BDFD2-F7C6-2129-41FA-F0C00DA68D5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E71E69F-5959-CA4D-8E49-82F5A975DCF9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2DDF92-1B35-7212-BC4A-0F90D13BB5D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B6396EC-7A84-9E46-B55E-C88C7B8621D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5FA77D-791B-8A22-0F8C-3AE418727C73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AC5223-1DEC-9269-4EBA-56E54134220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BC94C0-7C47-5679-3240-3597E979673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179A7B-D79B-863D-F958-4C83FDAF56A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E3E48AE-61C5-D1B9-2350-CDA89230581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048963C-C1F1-D2B0-3776-AB87E5BD28E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06988C6-5111-3D81-2480-07DA0624C09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105073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24738-DF9C-5581-286D-88BEABAAB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DE08E22-AAA0-90CE-D084-32E8704BC66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6 in upper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BC6182A-25B5-3EEC-0C66-490805D28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0EDCDD6-DDC7-079C-5077-435385A61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FE6ABC-CC9E-CA24-A0C8-5D01EE4228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073683-0177-8AE3-324D-5BD4C82D7C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8B36EE5-24C8-B2B2-A88B-066F65471A8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8B88F8-7FDD-F9B8-DB11-FF920286A1D2}"/>
              </a:ext>
            </a:extLst>
          </p:cNvPr>
          <p:cNvSpPr txBox="1"/>
          <p:nvPr/>
        </p:nvSpPr>
        <p:spPr>
          <a:xfrm>
            <a:off x="3138310" y="2541122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D4CB71-883E-3DC2-3184-2E95E69A0EA8}"/>
              </a:ext>
            </a:extLst>
          </p:cNvPr>
          <p:cNvSpPr txBox="1"/>
          <p:nvPr/>
        </p:nvSpPr>
        <p:spPr>
          <a:xfrm>
            <a:off x="3640666" y="304206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71D799-F4E7-4B73-6AFD-CA7465DF06A1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CD86A-D057-848E-632A-5DD68749045F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B196AC-7DE9-33DB-B755-7A30DD321C73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0A3EDD-3D4C-C9EC-240E-9A5CCE78936D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D11D37-A3B2-4FBC-CC80-3E718750DFE9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E2474F8-3058-AD28-FCB4-342ECEF94818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32218B6-82ED-E07C-AB7C-F91EC8ED7F94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054354-00C7-3715-0219-2D9CECDD1E54}"/>
              </a:ext>
            </a:extLst>
          </p:cNvPr>
          <p:cNvSpPr txBox="1"/>
          <p:nvPr/>
        </p:nvSpPr>
        <p:spPr>
          <a:xfrm>
            <a:off x="3640666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814A4B4-A54F-BB97-E93D-E53E92B845E6}"/>
              </a:ext>
            </a:extLst>
          </p:cNvPr>
          <p:cNvSpPr txBox="1"/>
          <p:nvPr/>
        </p:nvSpPr>
        <p:spPr>
          <a:xfrm>
            <a:off x="4143022" y="201611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828774-30F3-F309-1FAA-35ED2FA60A1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8B607AC-5FBB-42E2-1274-A2B018E4ED24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68AD2C8-AE68-F704-273C-57DB0F13A6C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9248B0-41C4-DDC8-DADC-5F5F0CF6F12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2C3E45-8EB4-ECCD-AAE6-DE89A44FC68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6A4592-873F-92DE-0B83-8833DC5809C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60E794-2B61-6F95-4797-2DCA00212B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4906F9-A280-F951-C4ED-6E0F9107C525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185FBC-8A23-DA12-B899-A2B643CECD4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7BBA44-3B4E-0255-189B-BC4707545187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1AFC71D-04D1-EF5F-FDD1-EA406591AC1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08B801E-F59A-6C81-4058-ED819CA25E0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5337A87-80C1-2808-41A3-AFE8ED8B336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695A6B7-6856-F441-FF3D-9C6637A79B4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80C2BD6-5761-3B62-7FF1-4636479B003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FCFC8-FA59-35B2-DD2F-DEC007EBF14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746D50-6257-87C5-DF99-8629BAA19936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7FAF69-E726-E06C-3263-C1B9DEAA20B8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3CCB726-C1EF-9B61-8F52-C46A46DF462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B0C71C9-A16E-36D0-9CB9-812C42FEF56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7D9086-9696-5A0C-7343-77E483CB2E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E919F3-691E-CEA0-9794-F8145AEEBDF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F160B37-BE0D-9942-BA78-988DBBB6271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1FB0589-26C9-7C40-ED9B-1B577C7870C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388ADD-6F76-78DF-3C8E-72427A29CD6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3B7E875-8593-6719-058D-254CF798A55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AB53D4-E286-ED31-379A-94EA43E0500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861AA6-C199-6F57-258D-BA352171272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B55DC2B-B7BC-C066-AB52-D6A4261052E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CD2C571-4338-67F4-76F3-03F6B096810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99EC50-3E5B-0EE4-B2CC-486E3DA8C30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CEAB288-6049-B189-B3FF-0AA0B408084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7FCE6B-3F06-605E-B346-1E534798C07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21168F-B610-0C3A-990B-7907CD2FE27E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6CB8B53-73C3-5943-C473-9A443E6AF7A7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7E34BF-83CB-0B2D-471A-CC700141514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4763DFA-5422-B634-C93D-B379DEEAD15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19D9F9C-9495-FD23-D5DF-A306E3CE3F1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FDD6DE60-C378-23B2-4FEC-118F2ACF389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589F64C-136D-9C05-786E-B6717B9EAC3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5D9864-A9B6-1CA4-0043-D5D749BD30E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02A8E97-7E17-22FF-C2CE-322EE95F190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2B42CFC-CF83-D8E9-5302-5AFC940BA54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84058CE-80EA-8F90-1AF3-E18DB4727D3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9F4AF64-F0AA-5AB8-B63A-398EED766BD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EC11BA6-AFE5-264F-4EFC-D6BD7336F56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831585-BF10-88D5-E532-C0A5933EB85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A8EFBF9-4576-1082-C4C4-950C75EE2CE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E18F7A4-692B-BD5C-2451-3B194DB4FCD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7165B7A-E345-09F9-BA10-4E3433FE052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309346D-AAE0-47EF-919E-8177ADD94A8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F11D38-7392-109D-68D1-9D4D63EB5DE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A82637-EA3F-9617-98C5-CE8FAAF70E4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8CA42C8-0B33-DBDC-C487-3C232D69975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E66BC32-A257-6D1E-8695-46BB0B102D9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2F56F5B-4377-2602-C44C-2945F565371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91E545-456A-CFBE-6B3E-2F9DB08F2667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30D36FA-FE9A-D931-8734-5860BBF9B9D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901661D-FEDE-95CD-67DA-2DF73590DD0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53FBEAE6-6C00-FA0D-F2D8-9D5D62B62F2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BAAC035-B912-2AB0-72A1-CF48C2AA19D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47773CF-0E83-7471-9AA5-6386D43600F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B29247-67F7-170E-C54E-8C73D322A56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94103A6-83D7-F117-B12C-200EB0580EE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8897934-FE98-F1AB-2BF2-D7B2C569E0C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6BFD928-3A41-674A-67DB-FE80F20E55B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C2378A-0264-5BBD-D49C-CDF54782930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0389537-C387-8352-4014-73CFEB3CA38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453D3D-2E70-B350-EE90-F22B5BA2F6C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149982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60615-EE92-17B6-A917-A53708C9C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37F535-9616-8404-EA84-8D4798A973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Only way to complete these arrows.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6CFACDB-C8A1-F746-2995-5C2FBE799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7F359EC-3AB8-7353-2DCA-9DFFDCE79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8C2DD2B-5AA4-4D2F-26FE-BBD0EE0DDA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914DA48-0167-1770-9815-12C9919278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E08EBB5-48CB-2B28-91B9-946DF5641552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8472E4-626C-E3C5-96DF-038D10961BB0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37F88D-8739-1AF4-133A-FD6573F713A9}"/>
              </a:ext>
            </a:extLst>
          </p:cNvPr>
          <p:cNvSpPr txBox="1"/>
          <p:nvPr/>
        </p:nvSpPr>
        <p:spPr>
          <a:xfrm>
            <a:off x="3640666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4996C6-7067-7A14-B906-1C28C0E72E93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E2878F-6ECF-0CC5-9FA7-8AD9D2710FD9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BD9144-E7E7-CB99-342D-42A4161CBB4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60971C-753D-502E-949A-E2615A4443E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1E5153-8545-D95A-FBBC-498F31DFCCB0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AADD06-F8C6-9340-1B79-66BD9EC98ECA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BA4C38A-3849-5AF8-1154-2597480612A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BF7A319-43E0-48EF-AD78-964BA05BB7F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C9DD91-EFE9-DEE0-9C44-ECC77EEE465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A632EA-773A-FF35-8149-CC23B1302E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48FD8F-FA55-136A-65A5-14EDF3288D7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3834C5-BBF2-6474-FF34-5CEAD77F6D1C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79857E5-4030-D141-4A60-754F2D6D227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ED8F81-A00B-EE8D-84CF-0E8C516BCC8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9865BD7-D3F0-E802-9460-E42AE34DFB7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DD74309-4102-BD58-35DF-A3B82C25702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CF9B93-FB03-0B2B-4335-818088E1B79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1B34324-BD02-04B3-F9C7-D07816E3781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8E865CD-CEAB-9AE5-BD67-2D0E5861242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A4F5E3-451A-0883-5386-DE688AE22F7D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81291C3-D398-3D8B-47E4-298234F34D8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A30C227-461C-EC9B-B131-F8DD9891641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787616C-34F2-3280-5128-912DDAE98A0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08EE131-E76C-A268-ADC9-69EEDF92D8E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F770CD6-CA52-3902-D56A-3A0668DDD8D0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0C9ED89-93A1-1BCB-F969-DE80A1267A9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78A2037-D2D5-1D43-3F64-47C9C24068B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5560630-41FC-D475-0FE5-EE403BC15BA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2E736A4-5AA4-B1B5-C5D0-0F1D2ACAF282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55DA4AC-6413-9E9F-2E79-896480FC3EA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7B5C2C-1519-5689-4679-D1393A10BC0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C5A2133-1B47-0BB5-B977-D0118AA3A3D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A44FDAD-E594-3264-6B37-A59FA2E5B79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A89B80-5550-FD33-E547-2F2A836B9DC6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032612D-8AAD-C4AE-4029-EEF7241595C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BB5CB1-45C7-E084-B518-DA958F55730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950B5B-F943-6801-87DE-7F13EC4DE0F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520045-F503-A3D0-A0E7-A331F508C3C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7C61EC1-67D4-D507-51B6-468AD3460AD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4198B94-A05E-BD92-392A-B5DC5E3CE6D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495296C-E720-8499-CEC0-54032FF4F552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030B6BC-F079-D175-05E8-6102097EF73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3381DA-B261-8670-7566-472FA6FF0F9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F64AA9-30D5-FEE5-15AA-035384C3E6D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B8F9B6E-0872-E572-4A8E-2E6C20C90ED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0057FC-2434-96E1-EE5A-BA159A71D44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DD9BC78-C8E9-962F-4846-51EB2840C96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65ADEA6-E668-8C70-F862-1CA987435E4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CAB6075-6849-3EC3-A2F7-9234673716B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C97888-B6DB-EB07-10E6-DDF464B0871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EAB61CD-060F-A02A-FC20-911725DCE40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592151F-597B-8CF1-B7D5-33F5F3FD2DA6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560EE0-512C-68A4-04BF-F6878E02C83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A87BB5-D8E2-5348-DFB3-E286B4B73C9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110938-525B-0ECC-56C7-789A21EEE102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9A8CE9E-CEFA-F1FA-A2B9-8143332B0D2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927A9C4-1441-6711-16B8-E2516916032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F91A508-2CA5-8C11-8E25-7B3F56823E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329F917-66AE-84EB-003B-4C8A6EC282C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1AA856-139D-AA39-076C-7AEBF3CF746D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AE0FBBC-B11E-6198-96DB-04512F712DC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6250949-C108-F03D-A2DF-1E595110985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FEFD6A-2AA1-819B-77F1-275FEB29ED2B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5EA3D7-F2FC-6641-3C31-122F81DF34F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B8BA230-92F4-E2C7-FA30-6F690EC669F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3A8878-5041-0332-51A0-676D918564F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0F41BC7-1BF2-0E8B-CCFB-55C115D9B3B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5EA5DF5-C1F1-7932-170F-C29D5008A2E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4F23653-8705-FD6B-DD32-8D3EF9D1A83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DCD78BA-9EEC-4DBF-FFBF-F28FF1BDEB0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491FE3A-22F7-7390-B7D1-5BE5F7DC7ED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B5C7A4-7CE4-6EC3-E7C0-2C73AC97D67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8AC03E-0499-2FC7-0C25-6F68E157CD1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FCCEC1-0F8F-A4DE-7EC5-E39988F09B7E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F7AD6C-CEF9-DB46-E30A-2E069BFE033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CBA4114-3808-201C-E8FF-FCA52491732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09F4B30-458B-A739-5FE8-E9085513598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D8427B8-6EC0-DFF0-740E-41DF57E2FA6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967FF61-8962-293C-8123-FAA8F863C30C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00980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13810-FADE-9896-85D8-94E94FD72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29B35F-3A1C-2C1A-F5E2-9D5E07E565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729783D-A1B2-E425-62C8-4EBA72050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097703-4734-54A1-DBFF-C4FC34242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201E92-6C5A-4AF8-E0C9-3F16E4FBE1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9EC7221-6168-7B57-F114-232B72BAEA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0CB6DFF-72D9-115D-E329-3C664F8E468A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A9F7AA-799E-68BE-9B56-78AC1EEB68B3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517B99-6135-9F50-D030-474CF387CC44}"/>
              </a:ext>
            </a:extLst>
          </p:cNvPr>
          <p:cNvSpPr txBox="1"/>
          <p:nvPr/>
        </p:nvSpPr>
        <p:spPr>
          <a:xfrm>
            <a:off x="4143022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26C994-E161-72BD-F958-D0D9981FBCFB}"/>
              </a:ext>
            </a:extLst>
          </p:cNvPr>
          <p:cNvSpPr txBox="1"/>
          <p:nvPr/>
        </p:nvSpPr>
        <p:spPr>
          <a:xfrm>
            <a:off x="4645378" y="460104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EB4F86-4060-4DB3-75A8-D57EA7DC1842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ADA5A4-2658-575C-9CDB-1D13E083F80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5CE7FF2-7532-FD7E-DB90-A9D776DB0CB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78A0AB5-8257-BB21-D7A9-8B67C2182B7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6F865-DB9C-B6FA-33FD-306CBD3693E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F336A7-9592-63E5-47E7-297632DF352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E46CDB0-FE95-BFA0-4A8C-87B7DF1B2C42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54345A-0F1D-A02F-BD03-227F888DE0BB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45AE25F-870B-1B4B-15A7-E95571014679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3464F2-0284-90E0-1DE3-3D0087AF063A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439EDF5-A4A0-F672-ACDD-BCD98ACB9A9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2AF6A01-F00C-9200-ECD3-03584DA61F4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54FF21-CE88-157A-4395-EFEAB27A9D1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0FA5AD-67D2-D115-ED5A-6C7A91B86588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5B1901-ED9E-8CD0-02C7-D66FC6455E4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B35BFC2-235C-AABA-18F4-3EBC9F336D8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CF0FD8-13BE-EE82-DFCF-DE128EE1B6D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46FDA5-BF92-1D08-0392-CCBE086CF523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C4761B-BE41-C85D-6537-7BA18AB9562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66055F6-90BB-047D-FFD9-CFCCA9E72594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D251C4C-C29A-36A1-D37F-8F51804AFEC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7B19ED0-53F9-FAE4-1816-9EC5C845CEFD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D3C854-C0D5-ECE8-DA09-E8F65B65A0E4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F17FC1-090E-EFE7-0321-8292FA8E1661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B82107-5259-BEA5-A735-841ECF086892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4D67EDC-E776-3B94-88C4-B8DCAB33F1F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20220F-4C56-6655-8F8F-A2B20643D61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2BFDE9-7B0F-5F4F-5EDD-F0A0793E9CB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50A9EF7-56C8-22B3-D740-4DBC4FC54C6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96E364B-D7E4-08F4-CE49-6D6AADF1334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4976B1-0698-BB8A-2603-1D8B8CCFC53F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F62B2BF-667B-A431-CF96-9A3C4A61655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561A3BD-B247-44E6-7207-C99E04D558C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B5221CE-CA54-1B62-4F2C-75794473951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E8EE467-755F-41D1-1592-71D5958322F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300D58C-5966-FE50-BA00-7D94D9F58CD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C5E6E19-207E-D60D-4C69-AFA49417D6B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7E5F3F2-714D-D5B5-A7F6-92FBB87C6E2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52706A9-AE15-37C6-33FF-A09469D4020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09AB5B5-AB3E-C5BC-43A3-E6818CDDB4E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7300C3E-EDC6-6DCF-78E9-F430148E9D6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FA935D9-ABF3-8612-8E13-D961FFD4CF9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CDCA21-94D0-8A92-C87E-41BAED13778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2E59B1-AF34-6894-57D4-5962A4A47C45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0A1210-77F1-614E-D15B-29D3ADB1C80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D0A4C4-FB3D-7368-3193-EB3962BE62A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6E8598A-9916-C5D4-352E-ACBADE9B86D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1E7B9B-55EA-A326-D71C-30CD2ED8ADF7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270FCC-E630-C6AC-0F50-6DF83D12D8A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A8C493-FE79-6C3F-0DEA-A788CC1CBFD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46FD19-7F38-E102-B9A1-38B2DD70F07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3B5109F-973D-9CF0-E7B6-01D9FB486C0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DF262D-9EF1-B88C-DBB5-B68C24E7637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FA37291-5501-D27B-C9CB-2EE177E20B4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D563A6A-517F-D794-09C7-9AFCD3E95415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A1983EA-8A72-F6A9-1E93-04447288929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FFCBBE-83F6-2F39-D9D8-2AD15B71890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82D2309-D77A-7850-2502-A699FA045F3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935E74-AC16-1CBB-9ADE-60A02C4A762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8818437-1700-CB79-B056-F6C024638E8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A08F2CE-2EA7-9FDD-8797-96CBF1FA402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338B8C-E797-77BE-7318-DC9657DD005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7227705-B0D2-E243-3EC4-ED999BE4EC6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5B0B2A-C978-7D2A-27E2-E817ED1C94C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724FE4-6A0E-729D-BD57-70CACCAF200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2F4C55-2864-09F8-A485-F17AF21286C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2103ED-5168-C52F-1074-FFFA47D0EA7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B5DC499-70AD-19F7-855E-612345A752E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DFCFC0-8835-85C3-3D18-69DBFC25B8A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47D646-E55F-EF58-B0D2-B5ED871BF9E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8163C3-AF1A-F0D5-D9FD-92526495D83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1B5B3B9-3B3E-CD70-12DF-C00E42D4066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2A2F6B-B413-8595-B477-B8743A2A83E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E85AC2-AB63-160C-1734-3A8D5E0AF15A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655F13-C20F-A892-C5BE-D66113754B0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26F444-BF88-E4AC-0533-906D1CBD84F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33D0D3-B647-CE2E-CBD3-E806CA0AF3D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7A4786E-A17E-BEEE-0BB4-211058369C4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379955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434CD-E19F-0E79-58F7-550FDF7FD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A2E21B5-DC49-D03B-33B0-06C461F2FF1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6D35E31-044D-3070-71A0-63D39A2A9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266DFE8-D819-9119-8B1E-B91B006BE2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9A196D-52F7-600D-74DF-CEC27C307F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BB5FC5-D143-CCB5-9CEC-400722F13A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E359171-93CC-EBEB-F8D1-E02032A7DE31}"/>
              </a:ext>
            </a:extLst>
          </p:cNvPr>
          <p:cNvSpPr txBox="1"/>
          <p:nvPr/>
        </p:nvSpPr>
        <p:spPr>
          <a:xfrm>
            <a:off x="4645378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6F61BB-84CC-341D-B7C7-0122D07D95C9}"/>
              </a:ext>
            </a:extLst>
          </p:cNvPr>
          <p:cNvSpPr txBox="1"/>
          <p:nvPr/>
        </p:nvSpPr>
        <p:spPr>
          <a:xfrm>
            <a:off x="5147734" y="1086416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64715C-864B-61FC-7925-BBBDCD449F38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D238F7C-6521-0DCC-A96D-A700A9AE74E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478428C-F550-08C9-C2C4-A2315C77257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08D055F-3FF1-1E4D-DA72-E27EBD613FD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F31CB-0439-D73E-E7FC-F389F60675E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F315C1-A3BB-7411-D3A2-76FFCF65874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07BD50E-5328-8EE5-2305-B4FBF5C470FE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42925D-DA9F-4BB4-BC1B-54F25B6A0A73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24589D-9C98-5219-1FCC-BA725FB7BFD3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33D5F30-AB34-C802-4134-19FF33D2F31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566E66-A01D-A8A1-89F2-1F6D24BB53F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4887B45-8C60-5B66-1985-6974E86B10F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6CF4AA-D1A6-CF75-A33B-CC4F911067A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F99655-8BA3-3806-EB91-30C47CE0394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AE8CA55-0CF9-F06B-CD29-1F9DBAD2009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A060368-7352-7420-E834-62A516F51EF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600670A-7AA3-7314-6C1D-61ACA3B1175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96C476-12FC-8FE9-5401-0153A8864639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2E3B1E1-55E6-3DB8-6A21-A695F8F74BA2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0169AF0-9530-C08A-4FE4-7E96DA114029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085F0C-FB4F-AADE-FE17-96212B3C29E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80E9E85-3744-5612-3EDE-8246205A235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C76BB25-B7E6-2D40-B4E3-1A92B5785896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EB86C7-F42E-C49C-2FC5-2BA873B9E446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F2820-8067-CAB5-3EC4-DC2EED9A9A9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02613EB-31C1-BBA5-2365-39D0464EECB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9CA4024-A3D2-5F9D-29DC-6741F975771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C5EEA08-2008-C636-28FE-5C0D91ECF07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AFB8736-2AE2-5DC7-B385-C80937EA42E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1D1560-00E0-39E8-848F-1100E92C4E22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94EE49-7F02-530B-54A3-A377B698C26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F9BDC88-FCEA-6721-2C1F-79851061103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A2ADF01-09CA-8C99-070D-D87D4A4EB55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C35B226-ADDC-585F-22D7-19ED69ACFCE4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4618C15-4FB7-9F99-C25D-83EBF80EF00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03409DE-85AD-BB71-7771-5F56AB3D1F5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A56C092-6E3A-88CD-FBEE-40928739423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EF8BA88-B9D1-E8AE-F452-44BBCB580CFD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4E61B54-DF64-9032-75F2-866A2B897AD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BA5BC36-E6E1-BFC1-31C2-A08B6B5E856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C12F10-49E1-6959-FCDF-EC91A83B9D8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A32A7D-5930-8D06-A101-FAE74D4CD30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2215A53-6253-AE9A-C1DC-E3F2489FDF8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2E6A23E-90C9-FCF2-EC8B-B1D41E4DB5D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2F7512D-9ACB-5320-1510-1792F9910F1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F44C39-7184-6330-0AF1-8F847DE78AA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34C5272-1C22-3E2C-BE11-1AB8D9E8172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E553415-A21D-A4B6-5762-496222E30FD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6309C7E-31E4-D438-FC93-BCAF1091811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DE8821-8C85-1685-5279-44AD9F5235F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559965F-5D21-4102-0BE7-44C4028C405A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B325813-D4C1-F460-B1FA-0962B212D54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A989EE3-F267-0D72-BCA9-EB8D8CBB58D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9DDAEBC-458C-8DFC-2559-3EB80AA340C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9B5D966-D05F-DD18-135D-0922D0A5AB8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F9B9618-940E-2A8F-7C4D-D7508D289806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476BA5-4F35-F005-D987-DF1C3DC3847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9B1ABE4-831A-0DE2-60B5-EDCA3B699A8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F1D4650-565C-FBD7-109D-9FC78D1B9A6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0368717-B90E-7D30-3DF3-B9591BC0D09B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C195636-1029-8296-1771-21E12F3E03A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F651F6-FB7F-1C9D-D12C-396DBC88F5A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033679-1656-1F12-CD14-125980BAE74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A3519E-B0E7-E7F8-0451-620C2FBB837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649895E-2A77-54F7-A89B-4B9533B4768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5A1F1E0-E574-FAF9-A176-9C3E730F1BF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CD4C9F-0ECD-3B14-DA24-FCDBEADAF9B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0A5E16-6F94-8644-688D-84F3B45F552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663FAE2-1CF6-3643-4D64-14D1291564B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D1A7F6C-FB58-6726-B980-8A0910318F6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742985-4D8D-D833-9ADF-A357D41D39D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779C78-A3E7-8A5B-A63A-38F7F912469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35E422-A3EE-4B8B-5099-0D0CBE00593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EBF44C-F6BB-C4F1-ADB3-82E0472443D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7A327E5-D8A2-CBC3-831E-6041B054CBB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E69E05A-E915-F35D-AE86-C5F44C20DC7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2720724-7832-57C6-5C8A-3D40926DE8EE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A96AEA5-A380-721F-10A6-9A90D3769B3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4820381-FE1A-9512-E111-79EEE70D571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1DE94D4-80C4-6DB9-99E6-6EA1C6945ED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31535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79A9F-4B99-8F42-0219-A5D5F6A9C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94738A-388D-01ED-E108-8A22E2A04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DBEB6AE-B557-56EF-A297-7A2FAE8794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7BB9F58-0E8F-928B-EE87-451583F14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5B57463-1381-42EF-D2C4-8D6103ADE1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2AE532-DB22-5275-1C64-7A3FB353B7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0B6A405-7825-D722-4F2A-B0DC8EDD1290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0C31956-BD69-F054-17DB-649AD3FF660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483425D-1609-C5DB-A481-6AB828DED03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90620EA-AD07-97E1-EB4F-93D9F2017B9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3635E8-B37B-4633-5B05-DE745503D98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F0D9FD-1DE4-D531-0DCE-854BF032E43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EAB0A3-934D-5DDF-3A6D-63A00051D3B8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32EAB6-346E-08B9-B616-6D05EEDFC14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2D1AF7-FC8E-04D5-0CCB-E354DFE5B191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258A38-69CA-4807-1F1F-714D366FF58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5B994DD-CBAE-6BA2-BEFE-3F76D205A0A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1E0F3E-69B1-449B-322B-610E5A477830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3CC101-3B0A-ED8D-9846-C4588124336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8E34B89-B129-0A5A-086F-F6B3C750F1B7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D21EE54-058D-4D52-8124-F700660D187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A4B801-01BF-0C38-9B76-514A6772E4C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D40230-15AE-2052-9D67-18F91B4B554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A86E9D-2EB8-FAC1-7366-DD208F6FBDDD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2E3F13-AFFC-231F-BC2B-0DCDCBCDB35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6FA253D-4FC0-460D-7F33-F13C0CA9D34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E629681-12EF-A48B-FD22-45EBB931647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4D1FB32-9F3F-1DB8-1F90-69CA384A37D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84FF727-E924-74EC-88D2-87DE634BBAAE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157C342-A206-9B0C-85AA-89FC98DEDCC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E3B05A-069A-C74B-5A2B-355DF2264C1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D6C8913-CFE2-EC81-D83C-011C392F13E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59DB32-B004-6D6F-D8F0-EDB433621734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20203E5-5E6F-568D-407D-1EAD32E4058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6976B7-F7DA-C82F-C569-4A6C1CB5DCC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57EA93-9BA1-58CE-70AE-3BB225A6450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94B0F1-534A-7C1E-5524-04570944611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5D6EBE6-5800-76F0-CF55-5E18ADC40AA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E894FE3-0E75-E5CF-A1C2-44AB59546D6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0606512-7232-49A4-4CF0-6D70AF06B86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9BD0B03-DE8D-3833-9A5A-A3E2480972C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11B8F2E-F96D-8193-5C4F-7CC46FF1A8E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2929E1-1239-5471-ED00-D436DEFA1D8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76FE0A8-84BD-B367-9650-B0B120BEC35A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B1CB8C76-6055-6990-5ACD-47EE8496797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21F7C37-8DB3-7C67-5460-9FF585C2563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2A8D4D-4DFC-AEAA-AFEB-7D694321777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88FBFAF-90AA-EE4B-C01D-1135E33CF8D8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0E0B085-C317-435B-D0DD-3F397B3D74B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D2D8315-7592-6F5D-98E2-53DBA7876E1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8EC4FCE-A810-6F24-1995-419ED52E08D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4FD633-7464-B4ED-9A93-B204D2DF2405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E47AB0-F482-A5BF-8261-570AD59F08B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BF2A3EA-3C99-7DD5-494D-E282EE92AFD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61F3E48-BA82-3CF9-7C90-22BCF8FF9F6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EE2D1D-53F0-FC42-5441-1B504C6A259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7D8553-22AF-8191-2E94-0612A77080BE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4F9EB0-EC60-41D0-F925-5600126038F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BF82DDF-05C9-D2E9-AF3A-AD2C5775DC8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9BADE55-C88A-8765-1E29-38C9C953987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59C7731-500C-6321-BEAC-0BF9FD71FB4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EF0B8BC-49FB-13B6-DFAF-B69947CE9527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1D520D-9EDA-9FF2-CE84-881FA3D758C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5A75F2-CFC8-D27B-C146-0A47C8E6572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0FD4D60-2971-0AB8-3558-84094E1AF0CA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CE48834-B6F2-0615-C1B5-6EAAC30589F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539918-471B-7F99-91AB-E08BCD8FA2C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173ACC-A8B9-FAA2-A447-DC371443CB5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1C8C75-E002-4AC2-0757-AB2BE4CF293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E08C40-C813-1C2F-E5B8-B7A397BCB3D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BEA227-4963-5D26-D2E8-5852FEDD791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B84D24-7EAD-F763-6A3F-CA3AD99D15F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1D4F3E7-B67D-2C76-3E33-77AEF48A0B5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7351431-E956-F726-1F42-DBD3503DE93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E6AEC65-F221-648A-BE33-E909F5B94A1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DDA2FEB-BCD1-4F46-F81C-2E336621088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6CA070-2CB6-42AB-B3BF-7B10B3F838B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B3A17A-EB99-C755-BA12-14A86D0EA7B5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2DBDD8-F072-0895-B003-60DB19C0128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733288-3A72-4312-1C5F-77B2E5C51684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C38FC8D-2FAD-E5BE-3C7F-852700F8CCD3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E08EBD-16C6-47DE-36D9-052A02321A4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A5690A-B57C-1352-EA0A-DB71F657BFFF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6F4A4F-5C87-BC03-EB7D-27F6A3A794E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459BC5-27D2-10C5-3D57-4C6EDCD3160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21DCFF3-A456-50D0-4546-F8ECAEFB667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762492-2B65-679A-6137-C052E3F361FD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C975B2B-705D-90DD-3441-EE7636D6BA2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6372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10107</TotalTime>
  <Words>2763</Words>
  <Application>Microsoft Macintosh PowerPoint</Application>
  <PresentationFormat>Widescreen</PresentationFormat>
  <Paragraphs>2490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393</cp:revision>
  <cp:lastPrinted>2025-12-02T00:08:17Z</cp:lastPrinted>
  <dcterms:created xsi:type="dcterms:W3CDTF">2024-03-19T02:13:08Z</dcterms:created>
  <dcterms:modified xsi:type="dcterms:W3CDTF">2026-03-09T22:41:21Z</dcterms:modified>
</cp:coreProperties>
</file>