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457" r:id="rId2"/>
    <p:sldId id="535" r:id="rId3"/>
    <p:sldId id="536" r:id="rId4"/>
    <p:sldId id="537" r:id="rId5"/>
    <p:sldId id="538" r:id="rId6"/>
    <p:sldId id="539" r:id="rId7"/>
    <p:sldId id="540" r:id="rId8"/>
    <p:sldId id="541" r:id="rId9"/>
    <p:sldId id="542" r:id="rId10"/>
    <p:sldId id="543" r:id="rId11"/>
    <p:sldId id="544" r:id="rId12"/>
    <p:sldId id="545" r:id="rId13"/>
    <p:sldId id="546" r:id="rId14"/>
    <p:sldId id="547" r:id="rId15"/>
    <p:sldId id="548" r:id="rId16"/>
    <p:sldId id="549" r:id="rId17"/>
    <p:sldId id="550" r:id="rId18"/>
    <p:sldId id="551" r:id="rId19"/>
    <p:sldId id="552" r:id="rId20"/>
    <p:sldId id="553" r:id="rId21"/>
    <p:sldId id="560" r:id="rId22"/>
    <p:sldId id="561" r:id="rId23"/>
    <p:sldId id="562" r:id="rId24"/>
    <p:sldId id="563" r:id="rId25"/>
    <p:sldId id="564" r:id="rId26"/>
    <p:sldId id="565" r:id="rId27"/>
    <p:sldId id="566" r:id="rId28"/>
    <p:sldId id="567" r:id="rId29"/>
    <p:sldId id="568" r:id="rId30"/>
    <p:sldId id="571" r:id="rId31"/>
    <p:sldId id="572" r:id="rId32"/>
    <p:sldId id="569" r:id="rId33"/>
    <p:sldId id="570" r:id="rId34"/>
    <p:sldId id="578" r:id="rId35"/>
    <p:sldId id="573" r:id="rId36"/>
    <p:sldId id="574" r:id="rId37"/>
    <p:sldId id="579" r:id="rId38"/>
    <p:sldId id="580" r:id="rId39"/>
    <p:sldId id="575" r:id="rId40"/>
    <p:sldId id="576" r:id="rId41"/>
    <p:sldId id="577" r:id="rId42"/>
    <p:sldId id="581" r:id="rId43"/>
    <p:sldId id="582" r:id="rId44"/>
    <p:sldId id="583" r:id="rId45"/>
    <p:sldId id="584" r:id="rId46"/>
    <p:sldId id="585" r:id="rId47"/>
    <p:sldId id="586" r:id="rId48"/>
    <p:sldId id="587" r:id="rId49"/>
    <p:sldId id="588" r:id="rId50"/>
    <p:sldId id="589" r:id="rId51"/>
    <p:sldId id="590" r:id="rId52"/>
    <p:sldId id="591" r:id="rId53"/>
    <p:sldId id="592" r:id="rId54"/>
    <p:sldId id="593" r:id="rId55"/>
    <p:sldId id="594" r:id="rId56"/>
    <p:sldId id="595" r:id="rId57"/>
    <p:sldId id="596" r:id="rId58"/>
    <p:sldId id="597" r:id="rId59"/>
    <p:sldId id="598" r:id="rId60"/>
    <p:sldId id="600" r:id="rId61"/>
    <p:sldId id="601" r:id="rId62"/>
    <p:sldId id="602" r:id="rId63"/>
    <p:sldId id="606" r:id="rId64"/>
    <p:sldId id="603" r:id="rId65"/>
    <p:sldId id="60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D73B-433B-08F8-798B-76F7B510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E3DFD-C1A7-C80F-C640-28B513F1B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90B37-55C4-6F2F-13E3-6DC88C02E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1A61-1950-68FC-B24C-36CBC485E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75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1D1E7-8821-B88B-116C-CB1FCCBB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6666C-88EF-BCB0-CF34-BAF9DC9AB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BCA24-3CD2-B89C-3570-177F17BE6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B2FB7-032F-360D-AC7D-D206DC038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72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EFED-87B6-FB5F-EB52-28D1B654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D8C61-25FC-813A-CBC6-C71D39B00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31E7C-C502-0C98-AD3A-5F63CF986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BE4A0-6BCB-B56E-8214-7AB40DA9A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57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699E-D706-ADFA-1247-BE9B2047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A6A6E-6AF4-FF42-EBBA-A46FEC66A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6374C-ED43-E41A-D717-7F41911BC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5CBFF-3418-75F7-FC0E-8A9090520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85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7D857-8F3C-81DB-B2BB-910CFD92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33627-6899-B089-95AE-7C2183FBF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7171C-0D63-983B-FA0B-BE20D95D5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1D443-93AF-5A32-CD84-C4B298A95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6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7388-9713-1941-69DE-6DBAA5EC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0E275-13D1-61AB-4E43-7C11FA00D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D853E-6842-9F66-5459-E191ABC9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25C1D-A424-5BD4-0D2F-C499110BE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07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794E-55C0-D33D-796F-2D4B0216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9EDAE-0831-FF28-9CDE-351572F27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4A3F0-0CE4-AC19-501B-02E343766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2C049-5AD0-CF65-36BA-4B87BA016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76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C7DC-7D93-4A6F-4BB4-AC58102A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9709A-EAF1-7803-9C9F-E9C7FF1BB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71B56-3967-1CA3-282D-FA83FC40E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3B058-08C4-EC79-039A-20A9EA8F5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55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E3EF-B395-DAAE-7461-057969D4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DF6B3-A330-10D7-4E52-A5A29FEE2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5C3B-4E76-4202-9473-DC63F6080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8C6C9-F1AB-1BA3-7430-AB20E2222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83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7E7C-7EEA-C67F-774A-E28ACC96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E4EC6-2762-501A-0F2B-47C3524B8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1C4D2-4D49-A240-B065-1C1EE0AF2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01BE9-A6D6-6E87-B97C-439BA7EB7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78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7DF2-9318-AB4A-6354-231E1002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2D51F-08F9-D0A2-52FC-9A7FCA7A5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1539E-667B-B053-0664-A91F3E83A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5CAE5-5F7C-57D1-08AC-6315A7EA5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19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95C4-5F1C-2A13-9230-234BF388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EA2F3-156B-6CEF-5E28-2361FB1C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356BE-FCB7-4F81-C010-56056F952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88278-8437-18C0-3903-D794F3DA5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39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49B4-0AD9-6B46-6833-B009722B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AFC92-A4B9-BE22-8E77-606F76B36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EEB6-0E6E-5107-DA4D-6EA3750D3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BF2DD-D7FE-FDA7-E022-250D26513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80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86D4-CE6D-196D-3925-84F5148F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DAE91-C859-8ACE-643C-BB2820312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7193B-FD61-2E22-C90B-C2627DF20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44FA4-1016-BDEA-84BC-BD77AB088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41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CE8B2-6476-6B39-6769-95FE6579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C7E11-D29C-9360-741E-8B9561150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2724E-998D-56F4-5D48-6689924F7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39AE3-1525-2644-824F-16FBB9620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97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7FD6-C99A-B631-B0A0-34BA24C3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A9910-4B55-47DF-58BA-2DE754ED4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4F36B-9FBD-B351-831C-1558D3D8B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F15EC-3748-B933-80F8-1BB6202F4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91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3B4C-A7F5-FEC5-CEE3-98872E30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2FB55-16C0-5E5F-AB1B-D794DBA2B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3031A-4222-9A51-9E70-05B03DB00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B92C9-AB4E-B950-89E5-C8FA106A6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5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5E51-372F-075A-22DB-3868720BC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15C33-4BAD-586F-991F-651F9B8A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E8013-56CD-BF2B-BC70-21FCC62D1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542CC-8247-AFBE-7872-67945584C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64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8D26-D3F3-B54E-D3FE-A9A2B0B1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49698-FE35-C44C-D211-04AA15823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C76B9-E8BE-CB10-8E7D-B0AA1E5BB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33B08-D92F-6B21-1B17-6A53B4F9C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54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7E39A-237A-FC95-14BE-DB227636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BD126-857B-D662-CAC3-F62B9A908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A1577-00F1-18FB-4A10-D0EEF1607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2D42D-FF40-5157-AC07-3E0B35F95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87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0E9F-5D79-D259-486D-1EDC5D15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66B4D-A6A2-3A11-1D39-AB8B5599C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DCC0D-7BC0-8BFD-D4CF-C0E2539D7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94194-8F06-8D08-CD00-ED273F613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519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EF06-485F-356F-7C18-120AD382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C6443-6465-CA96-15A2-9EDA2726D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1535F-8A36-3412-84AA-B0E59F22F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4B3BD-19B9-D5B3-D211-476F1E44F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38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27BB-5BE6-8F54-A563-FDBB3D3D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49900-976E-C76E-2A4B-25B6028A0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F9AB3-DE2F-4B13-AEA3-2AB6F480C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74F3B-EAA7-3312-1EE8-C815CCA80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946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E21C-CE09-AA7E-F104-465645C0C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970D1-1F1A-1971-78FC-28A32A795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DDA01-B8E3-0E59-E135-CD7CF0E45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230C8-172E-07A2-7D5F-BED31A463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423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1BCFE-20F1-3888-567A-B84154C6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603C1-08F5-73EC-829A-A9B761803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C9761-CD6E-03AD-5161-2BA74B18A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3A16E-34A8-1CA5-7BB0-D27607390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204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633BA-FE3C-5288-9556-D44CCD2E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6B885-05F0-BF9D-F1A2-3944A7D8F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4A319-C47B-B02F-1896-4130668AE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F0D22-29F7-EBF6-03F0-DC4A757E9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665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82C1-C1A0-6332-9C42-01DF3A9D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7A1B6-452E-E9AF-DC33-49E77025B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F2AC7-BC5E-9A1C-D1E5-690727015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A8038-C768-C996-5EFC-2774898AB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78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DEC8-9076-C3B9-E97E-8D4A96E6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4E6A7-449C-BC58-57C2-0ACC6DA97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87638-508E-E658-4A8E-17215F6A7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EF2A-E4A5-2D9B-6868-7C35887B9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403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203B-2B57-5C64-B6A8-432D2736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ECB50-70AD-DCEA-FF5D-C86427A6C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F79D6-69EC-95A6-818D-F2270F28D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6F3A1-0D46-FDC8-BAFF-B3A74CB2A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370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6CBA6-9F2D-C257-971E-28A9F48A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E4F6F-D16E-3282-209D-41DE3F1A0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E2EC1-3816-56FD-77BF-26626BA57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9321F-84C7-D5B9-BFB2-8B47A8858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52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F72D-2CDE-BA04-D627-409D8D5E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D6EED-6808-1C2B-1602-BFC0F26C7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41A64-C674-7FFD-029F-A7D1294F0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5557-83B4-0CC8-DFD0-B5800BA02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478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B45E-A063-4801-31BD-46D408CE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D935B-179A-4CB5-8CFE-5DE2794BB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3576D-65FA-F53D-1351-ACA73452C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A9A32-1DF4-5033-B072-F0DA090AD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179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5B1B-115E-F145-AAC2-321DC5CC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A0779-9ECB-D52D-4DEA-66386BDD9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31BDF-CE01-167F-4684-BD082EB1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26BA-96F1-1D09-23B2-6AC9AAE5A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388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93AB-9C39-06B5-786A-E4703ABA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5CDDF-89C3-A12E-E95F-22C5E72C3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1AC10-72E7-7BBC-36A1-D231DEBCE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5D608-44CD-7CCA-C21E-5037CF650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950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A048B-2E9C-8002-F8F9-C290813F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332BC-B303-B9D6-1602-4D4F9BE91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02A22-2C2C-0E42-F904-9F2A33304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8C9E6-9FBF-E402-6578-E3DBB21BB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759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7D97-0C71-B495-86F9-CC3BE42A4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4C83D-F184-75B4-D2DA-F1465B5C8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CD13F-EF3A-82FA-3761-A75E5B106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2E615-1597-C613-862E-27388EB8D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53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8B40-2A29-DE21-8732-79F2D985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5239F-3694-EFA4-5260-C8433E319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1FEDF-9813-B018-5211-0CDC168D3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595A0-8876-83EF-36DA-0AED911E0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898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C7E2-FE26-7EA0-E997-A6F7E831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01120-C661-C93F-84F6-5ED5C5E55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3B1FA-B6CB-8E62-09C1-3ECB07E1D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32224-365E-8FA8-E774-1E144B9E5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60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3B8A-F970-0E5A-80A8-687AA462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FF160-1F0D-A73D-1EB9-9E5FA1354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3AF15-E500-1AA7-B6EC-0F1A29F25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00490-DAD6-66E7-4C0C-8ADA41E57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655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A178B-66D2-18F7-BC52-E2A0F97C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45015-C754-33C5-B415-DEFA6B105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60D3D-A257-18BC-CF35-E87FA8B6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C294F-F146-F8A8-5DD6-E150C0D3D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607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F7FE-FEA6-4A2D-438A-4577B8A1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A1AE8-DD47-21D7-E689-8810F2E82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D2574-9C53-0FD5-09DF-2BA564684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5186F-EF74-B228-B7EC-EAA00BA6F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851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04A8-0BA1-387B-54CD-A27B19E3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233E5-7D8A-C6CA-2354-31703BA91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5F63C-FB38-BBB3-32E8-9A48A298F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00A2C-3C5A-B8DE-8F4F-29D4DAE18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09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B347-9FF0-FAA4-0343-36C5BD40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4D1F7-C004-D654-6C63-5600E7C50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1C44E-DB61-205C-DECB-98896C04C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328C7-6526-72A9-421A-B501ECD0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058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0305-55B8-88F1-2099-C3874553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AFD05-324F-B699-AABE-C47269693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15768-0C4D-63F9-BFD7-F7EF85116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851DF-8BA7-DE08-508E-34814066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3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84AA-18B2-34AD-32B4-7FE3580A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DCE61-6733-A85E-A150-FAB49E4B2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CA6CC-998F-07E4-384B-1BB5AEEEA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5FB2F-F3BB-5C9F-3307-A9907D66E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590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5C6C-4C73-12E2-4919-2C8E502B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32CBE-1910-A09D-EFF3-F3A00F2E4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80917-B6AA-3C27-49CA-58B3BB54F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A341-172A-1FB9-F7FF-656DDB03D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895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43EC-86BD-E24E-E1A8-3DBD9E14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F5461-627D-E883-5EC4-B48C5673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F29EA-9D72-0189-3344-1C0FB5967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D69B8-2515-95D6-4614-87C961879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5584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3DB9-EF7C-75F0-6CE3-3E81ED8D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6BF9F-DA25-0166-75CB-73B00AF46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3DC25-B4E2-0FD6-CD2D-48A0BBE9B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2BCD-311E-73E8-AA79-A435558EE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082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D09B-6BBE-2A57-254E-9A70C7B4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1359F-5E67-5BF9-9C7C-5B0E4763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BBED1-5D7C-0ACD-4098-FE56B615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7125E-65E8-9A48-C3E9-5E3C692DF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353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57A9-5435-8E14-1D4C-0C6646BD1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00185-E3FF-9765-ECF6-B336D9D30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8E503-503B-53AB-03EF-AE6C7FCC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B8C49-DD44-3334-D2E6-80D07D4A9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778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DD4A-9855-BBCF-F5F1-3A0938C1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B1B6E-32E4-5415-3B97-D3F9DA761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85D6D-D5DB-5975-9486-A2B023BA4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DF364-EA14-4E6B-8E8C-C9B8FA6BB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1312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1732-1103-F789-152C-5F1CBFCA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1B28D-5705-FC4C-3CA7-211CFD060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B16D9-DA5D-5239-F46C-310AF1FA8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B0424-A424-133A-98E5-5742F3CB3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489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2DA1B-BC63-0C74-200A-6778C310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341AD-4527-0F1A-0F44-C6EC0ACD7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F8A9C-3580-B10C-6752-C24EEA93B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A54CA-A18E-AB47-10B6-2D2DAD61E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142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096D-2C44-ACA1-9B6D-1099E123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52250-1205-4CBB-9E44-CE9875174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04A9C-B1AC-AF5C-A8A5-2A4D89948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1D74B-BA4A-0ED4-282C-BDDE4B870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519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803B-6573-B6BA-E13E-C0CB91AA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8F887-B8AB-C55B-D02A-36EA68D8E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53383-D299-06ED-F51C-2EB165CC7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480C6-3533-3714-42DF-ED9043E39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919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CC45-BA4A-C694-A22F-08BBE143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628CA-AAAC-DDC5-41D0-7FC42267E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0D740-CFF2-6854-298A-EF6C8076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E72EC-A4EE-8757-CF60-B8A24B578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096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7997-F645-6BC1-0645-31558FBD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FBBB3-CF79-6CC6-D2B6-6B7D0FD0B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8B38C-76E0-C871-D05D-2E7ABCCE9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1ECC2-B76D-2344-6825-9EB00C404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94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F89D-11D9-2939-3F5A-9AC3916D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8DC9B-857E-4925-FBEE-01BD38570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2C7A4-523D-BA54-43C0-14F0DBC88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14913-B2E8-6C2D-64C7-A221287BF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635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B39B-4048-378C-2D1D-1C9010BA6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C3085-329F-C225-1DF1-D77FB0EE9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D543E-1F59-8A2E-C229-C00BE16B4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E60DD-EED6-1FC6-836C-ECF61A29A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4469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30AD-DD29-DC55-EFD2-AA9A8269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CD83C-F691-EB0C-8745-3376EF5E1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E44CD-C545-E58C-17E8-1986DA3AB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DFAF1-2C64-ADF7-8AF0-99D5CCEE2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275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DD10-4570-4C93-31DB-C714AE21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F065D-2092-7BA7-238D-FD2B0DFF6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D3004-93AF-4FD8-D011-AFC9C0BAD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827BB-BB02-79FA-AE6D-08B74D11C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458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632AC-A49E-BEF4-6D4A-13F960EC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3DC3D-19D9-0A9D-7B34-83807AFC1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BBE32-3B8E-89A5-DE67-9EBDBDF31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DFFEC-FAA6-41A0-57AE-54B182697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533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562E-A064-2501-1669-48E5BD57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7E6B-CA38-4807-1388-C8F2372D3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1965-ACFC-4EFE-866A-F4CFB6DB4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88FC-8700-D935-666C-FD082ADCD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349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EB0F-CBB6-F391-363D-BB955C05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5641C-164F-EDFC-7206-16D080CC4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E2249-54D1-7520-3FAE-B662185C5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F8D31-1E4C-C811-D86C-132ECD9EA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1CDEB-5B40-B74F-3FBE-DAD27B4E25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7551"/>
            <a:ext cx="4543224" cy="502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B0FC-6E7A-FBA1-51EE-3E20FAA6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58D71-2972-CEA5-1FB3-98EE4B9D9D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8-line in Column 1 could be 1–8 or 2–9. So, the bottom cell in Column 1 could be 1 or 9. It must be 1 by the given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B64DB7-9F41-D781-6A79-6E85CF8CC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EE98ED-34A0-1F6B-2FA1-F2136F3AC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683879-E652-06F6-A74B-B32AD4B0A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80159D-EE78-57A7-9532-A701F9AB0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A51886-727D-58F4-33CD-9B5B0E41EB8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8267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CA9F-36C3-8EEF-EED5-35C50D54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E12F56-03AA-5012-0D1B-A1545FB7E7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Therefore, the remainder of this line must be 2–5.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F8ADCC-EFC1-F523-407D-54E4264C2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6C6023-1ADB-43D2-1341-5A6473AAE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E11C8D-0E17-3F6D-024E-C26FAA902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952F3A-3B18-F016-7555-E8E183B5F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75DF2C-D483-ECE1-F5F4-27C9EEF7F1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7253C-A4A2-0403-A1C4-5511FFB2B74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2E452-0F1B-8DCE-8C74-2F7A6EEE72C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B5AA6-6C1F-4202-17A2-99C06813F62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6F473-CAA8-9812-C9D9-7C49E09DC6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415247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35FF-594A-BB02-89F4-B76CCE85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417946-E3BF-3DDD-D4F6-7CB12F55A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Column 2 requires four consecutive digits, which must be 6789.</a:t>
            </a:r>
          </a:p>
          <a:p>
            <a:r>
              <a:rPr lang="en-US" dirty="0"/>
              <a:t>A 5 is needed to complete the set.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519903-7FD5-0A0B-C5EF-85BE070FF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AF36A6-FA69-65C6-FDE3-A4340304E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C6B66A-654F-9CC9-CFDA-F1FFC1AB2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A6DBBE-C13D-C12D-744F-C6B2BA406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A0D6DB-07C7-E8F3-16D6-21919241F17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5BAE3-CF1F-56DE-16BB-DEB4309C14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48ED2-6C8A-2C79-979E-B2E2FD2B4A6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FE76D-B4F7-90C4-BD80-DCC735FC5AE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C389E-4391-63F9-8379-D99E9602617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BCC9F-165A-98D5-E6E3-5D24778DAC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6D159-B082-C616-95C4-D25E51E66F43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D83E4-7BE8-E573-2EEC-99CDD70A0B3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F4965-0F26-8AFA-FD17-93ABD9DA70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C040D-511E-6AE0-66C8-20AF8DED0711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126081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F4F3-3FA3-A734-E409-01E4E461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4BCD0A-6F16-8403-2494-A1CF868E5D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remaining cell in Column 2 must be 1, which determines another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A71828-C5EA-1192-9F89-CC9CE45E5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A71717-5E65-9BF7-7DF7-C8E23D844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850B3C-EBF0-ABDA-C048-FA5CB4FAF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D165C0-181D-28DC-B744-7F80CED358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7BB3FA-28EF-B20F-6AEA-FF442B8D38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3D5E4-C530-472C-A0AB-8656F4AA6F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DA3EE-AB49-0362-41FB-896F4484BFA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2F8F3-8FFB-20F8-C069-94C94B59948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43C91D-3A68-E07E-0273-0E40F50062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1FB89D-1F39-09F2-7395-C2838470D3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AD209-9F12-3A77-D662-D246E4BDBE2A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53BFA-271F-8762-B02A-76E42D8819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2E1A59-2C64-09CB-0845-33F060DA4E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183138-F66F-51F2-A395-29216FD6C22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A4D0DC-BE60-F7C7-633F-E13978131B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4448E5-C487-E2E6-374B-3F10201DE9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204367-2827-48C4-650B-5760A54E92A0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04053-7016-3427-787B-FE883303C715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164584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E87E-7393-DF5A-A68A-3B098560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D82B4E-7579-85BF-5787-9207A879B1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A175EA-2C4D-E02B-F30A-0606604B2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7FA7DF-DF2D-2B0D-BD17-C9A90370B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B1C395-CF08-EBF2-9FDD-8911E2A5B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3BFEE8-661A-6F06-66A9-CE14AC1A5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C2522D-1CA1-0CCC-A8FB-869CD690A9F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FD146-95BD-86C0-3753-AEF9837B00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43E3A-4D56-3CBD-702C-A6DA02C173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43D69-F5DC-9166-2B81-C9633332A9D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32C2D-3500-7491-3E38-9DF0B48979F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29800E-21B9-8FC4-87E8-22CE5D03308E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B68CD-130A-7FA7-9060-62ACE128CA0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94BF8-036A-18C6-8CCB-220D9EBA796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83647-E39D-ACB0-1A5E-BEF8B7D5FB5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0256B-7F54-AF4F-BF19-1974240775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94576E-442D-10BD-3626-5CED491AA44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6E2102-2E32-84B3-519E-C36EDE99991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B34DDF-0C25-9D3D-B43B-0BC52E47253F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D7AF2D-8FD6-6B52-7D86-2C6BD8E24F2C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256872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62E0A-CF43-3F29-FB53-ACF99004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765573-A474-0DE8-A881-35DE59C0AE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location of the 234 cells in Column 1 is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B78D7F-99D1-C837-6141-8B5A4FF0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AFBF8D-5171-3804-6A56-C8FC947ED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7CD4EB-F5CD-43BF-3741-EEE51EFC4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D74864-705E-1868-D0A1-221B50864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A40F0A-F7AD-3997-F152-76CC1E189B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1C4CF-4784-E550-BC51-40989710AFC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AAB42-B92B-4170-4B57-FE7169874AA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0A5C6-8E93-64CD-2C01-8384DEFC320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9F3BD-5302-3FDE-5617-2CF196FDF83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88A20F-B5AA-37ED-995B-F687B0298742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E0265-1E07-C718-B531-A86B9FDFB41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25FFE6-454D-A9D7-591B-0718D5374E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E41752-AAF2-140D-A38E-BA04B4C117C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6FEB4-0F94-3D13-5649-EBDB7FBC66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6EB296-81A3-13BD-C531-A82281F415A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16E973-8915-D4D7-DBD3-EAD3452EEF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FC393-A799-ACF2-91F9-FAB74346DC0A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3878B-F4FF-76CC-8E1E-95EFA1A61FC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B37AC7-36DB-88BD-1E8C-2453CE5AE05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35857F-9561-05E0-BB8D-42BF4A3F0033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309821-00D6-4F67-A81B-57089830E411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907541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55DB-18F8-B1B9-FE85-0026745F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E360E7-DD86-1664-2E5C-ACEAAB5A73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1 in Row 2 can’t be on the 4-line. That would make it 1234, which conflicts with the 234 cell. So, the 1 is on the 3-line, which must be 123. That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A125EA-918D-FE07-B505-7D3CA3BD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0B9AEE-6184-F35E-F499-89491EDD3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3EC342-05CD-59A8-336E-DA120DCFD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873BEF-712C-E357-9828-CB9979DC41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5E0293-E931-D1B5-118B-92B56AA4789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736AD-F6C3-64AC-2999-DB249E2069D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B01D3-CDFD-2FA0-270C-75EE9FAB3BC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AB28F-8F91-2DC3-8109-A5B83B2B36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B3741-7C3C-6BB7-4C95-445C24B82D5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E085D-98F7-3249-52C9-5545185434C4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EFE72D-5319-D149-7226-9463DC4F960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864FE-0F7E-E966-6B35-74368D5A12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84D2E-2F9F-12C8-36CD-B550B2E5A9D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48FF5-8E09-B173-5EE6-20FA6D68176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E9704D-B19E-EE3B-876D-F393077375A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FEF49-2E05-2F7C-5A5A-B5C2897984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DAAF8-A080-0BEE-7DC4-D1E45F134472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E23FE9-EDA9-6D6C-8BA6-CE99B365B9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64D1A-869A-5465-642D-6137748E60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0F8507-B827-3EBA-029D-96325F3966E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A5D131-A944-9C77-37A1-D8684E70A59F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64ABE-494E-22EF-841B-604E2F6681B8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1CDDAC-7607-08FC-3B93-B7284AB15E0C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9CC24-9BAD-4338-D8C2-987EA2BC2C09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129150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4BA07-2C99-CA63-DF82-7FC8B5B9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FE0BEA-922D-2EB7-7F78-86E24222AA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982293-901D-9C8B-7890-4BB70939E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A9CD46-8CB5-2489-DB04-BEB3FEDBE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8E7EFB-C4F1-1A16-C9E3-F18742BDA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85CC63-AD3B-456A-0BD7-8D8EA882A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BB6CC5-8717-8B2F-3961-19B3D08FDE5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E8206-212F-BB06-5877-28541CE4DD2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EB79EA-8FF5-1B5A-D864-30BFB124507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2DBB7-3525-CA5C-E218-5054FCD412C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8A611-A431-7C35-FC5C-03CBDF7DEA6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CBDFBE-3F8C-2908-3B21-EEA7A1C775F0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232BF-4F33-733A-F3DD-013C8C2FBE1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1F59C7-7990-428C-51EC-4FCEFC31B58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237CA1-A3EE-8209-943B-1A6C127639F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597A9B-B230-FE54-CE86-FAA5E9FBDC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CE88BE-9870-5CE8-D04E-7E70B6169CA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498E2-3625-76B2-FD5D-98064A415DA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4C7D8-CAF5-09CF-9CEC-FC2F222B7CD0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FFD077-0C26-4E9B-FC4C-95F4C7227B8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E2E34-E3EE-734D-40BA-F7CC49E2B0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442E69-FB9E-0135-5A2E-54C286CE7E6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DBAD30-0193-BAE1-362F-817EA7F8DD93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349DD6-7530-2F5A-3517-CBF1A6C5FD37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827E2-46B5-9F92-5856-504D60B2035E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FE6E9E-3DFB-BCF4-7766-B2BE866E8610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4179195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BD0A-E713-2D19-85FC-6218EF5C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339099-9D89-6300-050D-344B2194A9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A1B110-CABF-5247-8DA2-371006EF6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AE15FF-88C8-3886-C23E-2713D9575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3DCCA7-0DA9-97A1-4E15-5F9AEA4B2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31D58B-716A-A6E3-AF35-333ADBC86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B8FE74-8F5F-607E-A7BC-1A3837F77D7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92E48-D617-C28B-CEFE-C8437612B3D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B49BF-11BE-A2BF-C0DE-029B663F62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BAD98-D48D-36AD-68AF-39EDCE47BD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14431-929C-0C7E-69C9-6134A7749AE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A50EA-8A87-3073-DBD4-A3252A63C039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27617E-5669-4343-C6E7-6E85CCE3F0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053245-506F-A494-8B5C-0E302369CFF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FC61E0-0BE6-3E17-36AF-41C25B090B6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6ACB4F-AA2E-FBAD-D61E-01AB7DADA7B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063807-CE00-18BD-5CE0-E5FC403D54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A66F37-BAC4-CD5B-B2E9-7B225668BFB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68999-9174-2268-811F-D203DCA9D161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90F91C-EF36-0636-3542-5FE530E3D0C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A175A1-EFCC-75CC-2A54-56771F54202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9EFA5D-7B7C-BC52-7019-9F438B4A1CF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51BFC0-9576-0520-9460-F1036B1C9C6F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F62A9A-DAE3-1C4B-4CAE-F612F07375F0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E5477D-BD14-F4B5-CA46-C2A3CDC60016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927C54-0116-FB0F-51A7-834B966C8D03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373435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9A8D8-AE69-8590-B540-097064C3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1926F-05E1-7F14-C617-748CABC632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the 5 must be on the 4-line, which makes it 5678.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518312-F1AC-A09F-8AC2-E6E187B07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393958-8FC7-3F9B-6CFC-3AF93DBF7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EA5A55-D620-6676-3B60-4A46F671B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E6C7F7-59FF-9B17-F4B1-97E4F7A58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A2FAEB-C70F-FA3E-BBA5-D60E06896F1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BF78C-04C5-BBA3-D032-DEFAFD6C94A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11DEF-0FE2-6193-AE95-E1416745145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2ADD29-E57C-C431-863C-8503ABA02C1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6D3EF-32B8-C712-7566-4A90D0DE5A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A9AB6-9187-ABCF-F5C1-29EC4A888588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72D60E-69A8-F86E-4BE0-C5621302BF1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3C56E4-B427-318E-61A5-84604DC8389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0848BB-B5BF-F908-5C98-5057159AACE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0B0E5-3549-2E5B-809C-26E94CFD13B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6CB825-34D8-BA5A-212B-23373D32AF4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5A9BD-3404-C8E9-0EFB-FDE025AD009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7A642-7615-A85F-AF2C-6AF1FCEB1300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6F9AD8-574F-26E8-6A75-46938166ABA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5C1521-8118-7A2B-089C-DC53C04860C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44E414-AA6A-F47F-A98A-CEDAAC5A6880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7BF984-758E-8BC8-A6D6-D6535C66653A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BA81ED-DFDF-D218-4774-A2627DC9313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157AB-AEC3-944B-900A-D1F14F99116C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869A81-4D58-9368-5339-87AF8FE21000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447396-6B71-A841-E54B-D49319E82D93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F52CD1-CD72-9A53-D79F-50A93C149162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7A87A0-A888-D581-82FF-6B585DA14982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292336-2265-C3B7-48FD-88EDF0F1D54C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72181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40A2-6B90-DBA4-48B2-F1AE7585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D58C18-7560-BBC6-2EED-D2F1BD4954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D5D8D7-1EE5-06AA-6A07-DF32174FE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EBCCB1-12B0-21A7-48B0-0B67DD1D2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331089-E9DE-0B52-E514-469A336F2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4B3297-CB92-6753-107D-98FFEEFD9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939961-8534-9DA4-226A-1358DF7E500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BD09E-C345-A91E-3442-CCF4868C940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C33B56-2369-09A5-CA23-39B0A636EE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58093-B76E-24CA-651E-5928C23A2C8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18F15-8E7B-99C6-9199-9386BE8332B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73080-885B-7379-9756-6B364CE6A79E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58F67E-E35E-C1DD-66C1-453E29E5AC7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9D72CB-C95B-C7E0-933A-CD871311DF2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10CA6-2D1E-CF5D-FDDE-9BC0E6FFBE0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4AFCBE-EAA8-038E-C884-C4311F2F786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A31276-5B71-D65B-3B8E-C516FB3B5B3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80BA6-FB7D-4C81-CC76-830A6EABE4B2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38AC6-C44C-9501-451E-AF5460ADD2A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36355C-B53A-1AAC-1251-19443CFC46D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39B0C9-7592-6BDB-242D-A8C3E3AF9980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EB13A-AC6C-849E-6936-B2BDAD382134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31B3E0-AD93-AF10-FD0E-81E4C606468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26499-FCBB-2481-B380-92269F7977A7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8C0A17-9DEB-4B72-4B59-9E41DE524E8F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18AC82-A316-06B3-60AD-BEF01DD5D7E9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38E8ED-F82B-FFBA-6450-72CA72D6A453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3B2608-0CB1-00F4-49B6-25CF0CB87F8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1BA888-10D0-5055-AD48-91E97B8B15CA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B7F9C-4AF8-086E-F302-8957D8D85848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241740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5455-E77A-E235-2E71-43CA4E35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C63B43-0D2D-8740-5B45-D906C258A7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FD71D0-4A11-6F03-D638-4F01130F3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84AF76-1606-56F3-7CFE-519378769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9FBF3B-28E9-981B-D3ED-95FA6417F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517E61-2BB7-6250-4E6D-9E938725A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B3C76B-CD05-E6F3-CF01-4B3C419E9FE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B20CF-879D-8549-C053-6A19DC3BAC6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A344C-7AF1-E554-78E0-AC25ADF2D18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9332D-4F1C-F5F5-CD42-319EA8F0F4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097BCF-7FAE-9445-E11B-F1F6E781093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95617-DBFA-C9A3-D282-9284E7204E7C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D8079C-53D9-0CF2-6DF4-5E191C5832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DFE42-73FC-50FA-FC37-991453634D1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DA50FC-7255-6CCF-19F2-BA19B7A5914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A2497B-995B-5E70-DCC4-D47CACDCA4B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8CDAC1-F352-4D42-8FC6-A6EA93F5F39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53631-AFCA-2B96-BDF9-A79BAF3B4A42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2CCF0-C74E-CC1C-8517-B919F1AC22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9CE6CF-76EA-E13F-A6BE-F29C74423B7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465CBB-9443-AA51-1287-CE2B199683BE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6FF2E-FCDE-1249-93A0-6649DF08AD61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E87AA-CEBE-6DB3-B3E0-A630D1A331A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B4D05-E055-79E7-AF70-9C9D6E96F976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270433-AED0-B79B-F0A4-21DD4AA566AB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A9AEB9-2B9A-9AD9-87DF-7FEC66875ED7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D98F12-080F-7784-3A36-B76084609CED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11446A-F5D3-36C3-4B71-BCE6CB63888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EEC88-D7FB-98F9-34B8-43EF8BB5ED2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9275C2-ADA0-55B1-25AA-4BC410034EE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4CF7AF-BD9C-B607-B0B6-11D51DC337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E1F236-73D9-8F5D-1476-B03BC1FEF91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B251B5-A33F-C9EA-7916-9E4EE80FB97E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663EF-7245-A794-DED1-76D940FAD466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6A0E01-D081-8D43-9246-E1754B74366C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50344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2E04-A353-B8F1-77FE-885D97E9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B0A14-1DC2-9185-F0A6-A2A42C66F7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9B54F4-5910-F856-0172-26798E5AC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EA44D9-65C6-61DB-EC07-FC765A93D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3AE728-BA76-68E5-8CE1-016873447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BD3137-528B-C06F-A89F-F1EC30388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8B3BCA-5825-8643-18B5-24A5D2A639E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A1B71-B0E0-759E-5CD9-B4B088407B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AD312-FE98-2889-DEEB-DFA5F3203B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CF59C-70CA-8AF6-5BB8-9726318571C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F564A0-9712-B661-A9E0-E3AE5E20E9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659E-3527-DD55-7F19-5296A091868C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9F5A9-5064-DD85-95DD-FBDC0B668C7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5FDEF7-EE7E-1BD9-9175-4DE3CB1C298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72C2C4-5A71-0D8C-843B-D8DB9027735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B3A6A-BBE1-9713-8F1E-A99664EC631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8DA639-E265-CFBC-857C-E2B5A238393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D181D9-AF12-7482-AB1D-2787A85F4C2D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D2945-3845-6C66-4754-E52F161FB91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50FFEE-361E-8B82-81D0-EE050BE8F63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E51FC-4874-267B-EEB8-60E6F34E62FF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408098-863F-E122-13DC-853F2BD1FCCA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D1A2D7-BEBE-B1D2-3E0F-76647F0559E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B6D0EC-1CF7-FF3C-3FA3-8E8378DE8E6E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71B43C-AC01-24C9-8088-314E6AA6A8E8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1519F4-8C78-CBDE-661F-26A71446C4B4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D0BF1E-CD71-942B-6EC5-C4838263624A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6ECA25-3154-A9B3-44BC-67F2728DC3C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E27AA-06E0-00FF-BEB0-21779B90DEC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9088ED-0010-53EE-103E-46F06B25E30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EF35B6-3B68-4B19-2A61-9A4A3D45697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44C14F-2D1F-D5E8-E6BC-610D6ACF49C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671E33-92C2-159B-3C98-B912A6F66E8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19E669-6A11-CB71-717B-7B547ED4E4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84C714-5366-09D7-C18C-B573D14A8BE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16E9B9-4423-37CA-07E5-9ADA6E9E333B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519000-14D4-2C8C-D384-20E24F34BD8D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EE77EF-9380-19C7-E4CC-B7E6464664F7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A94A17-904E-C175-18CC-6228ED233F49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3684561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24AE-36F3-BF59-702F-06D0A999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FFC003-5CDA-C37B-A493-5907748C2C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9 is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976478-FEEF-8EC5-F4EE-20371C5F1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AEDCCB-B553-083E-17C7-79C3C34D8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23E5CD-5310-18B3-AB4D-50B05ACAE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5D2B8F-87C7-84AE-47F1-9F9925170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E639CF-208C-E7A2-7CF0-0BC17C1B587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9C91B-5179-AC17-0B33-10ACB11344D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74404-E6FE-FA85-8E1B-1E846DF03B4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40262-F276-E58D-324F-E988EFFAE0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6B460-B4F1-91AE-CE91-C5025E0896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15DBF-0458-E191-5864-D5D8E4B0F8D9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CF6C6-CDBE-2DAB-385E-758DC8CAF75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89C077-BC4F-B071-7DED-D054EE01666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967F88-C558-61FE-9D10-CEE0EB99146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E5607-5F17-C34F-5E12-3FA0B102A51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404F04-A561-1C27-ED3E-D71E23638BD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8B145-A345-52AA-9E03-DCF3B33A758E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56FD3D-FBD5-237B-1CB5-6D00DC4BF5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ABDAF8-772E-E6DA-D7FB-AFDCDC82EEB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5B9C52-B408-EC17-F170-02B00C211E5A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D421C-75FC-383B-C538-2C7FF011336F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51CAE9-BEFC-645A-C519-EB1C368A14A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E7639C-C1AB-A361-6301-608D00F21194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587FF8-C545-791C-83C7-BCFF16C7311E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45D341-901B-2CAA-18E4-72B23C4CF73D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6815D8-BF40-0EE6-E2E4-5D5B10C410FB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F3F22-ACDE-B3B9-5152-ACF3162D94D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8537F-3682-8C3C-3771-8B3F9B3AA40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853BAF-C9F2-73E0-F718-1698974F236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13636A-096A-9D27-548C-C67ECB94FAF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53129B-79DF-61F1-7558-9CE1949E8EA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C7DFD-B908-35F3-48E1-EA819EDEAC7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D39D55-B589-26B3-EFA1-47601BA39DF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E6C760-BD6F-D13A-7071-2DDA1FAAE40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5246F9-B38E-F045-2723-0E647436A6CC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0B5374-FA97-0272-C87F-22B0AAD2C950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D8765F-B733-AF61-D36E-DE85C05D2D62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449DC9-14ED-4F62-1FAE-785057111CEB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1756863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B9D8-0D6A-A862-DC47-7414E8C3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65C59D-0334-F485-B49E-446479980A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2-line.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421C64-1652-2746-AAEE-12939ED25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287F60-742E-7B62-79EE-7A2D44EFA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04E1BD-45E2-2527-DC89-2119C6534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672914-C8FD-6025-2996-85B5BC9AE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EFBAD-CB93-63EA-0E1D-44D3959D04A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8A061-7471-74AB-61E2-318F771B726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65E9F-E81C-C88F-A654-646291ED10B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FD6D7-3B39-8868-3EE1-B63BEF4F823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F39137-629F-92D0-324C-3F49280B77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755DE-7999-059A-32A4-513762EFB8F5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01B4E-1DF6-27CB-A6AD-682AA4C076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4FEEBF-D9A3-9BC6-F7BA-BBD3D1227E9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CD0FE3-2849-C06B-BBC5-09AE496DA6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95BE4F-249D-2B3A-9BBD-68A84DBFEA0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7D80D-6DE1-79FB-6B7D-A25D01E99B9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5DAB7-C555-C91A-3BCE-FEA2EBF089FA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A44479-9014-FFAA-64E4-0D0A4B527B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6010B-FD0D-6013-BB82-8A639176946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E0A155-2D33-980E-048C-4C688F3FD927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0A666B-2BB4-C1B4-B2FC-395FF95DEA99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778CE7-6ABC-4FCB-097C-C362D9C2229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E80B8E-AB2B-9E2C-265C-622873742323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975D86-FCC2-6A2F-A4A0-5F10F6079FC6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C027F7-0D69-AA17-B372-BF96FE22B86E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36EE65-5076-DA36-9EC6-D2D24E662D3E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40ACB6-0909-FBCA-874D-A9FF0D38D0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6BA595-609F-6C23-466F-ECF2AB38FD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7E394-0C91-3006-2A02-925AC2682AF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705B97-6F85-C234-6209-DF05485411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5E663B-73D0-143C-3363-400FDE0C189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1A7698-FB57-5D00-C65C-5F5801335A5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970063-19CC-1906-7E32-79E11BBF94B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C610A7-E638-58C5-B6FD-E8513FF8193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E74FD2-18DD-F04A-FEE5-564C45D87BD4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28DA62-A11C-3C3F-B2BC-9CA463B26BC0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8B1131-BBC7-A25F-234C-2508154A9A9C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3B314A-2DDB-8E6F-E1E0-4DAFFBD7FC80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D7EE47-1C65-51F5-49CC-035BD0B24A55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4276763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A24D3-55E4-E729-4AB1-FAE5BF86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509E37-C42E-B4AD-CB69-D0E19A7DF3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3-line, 5 is not available. Also, 123 and 234 don’t fit.</a:t>
            </a:r>
          </a:p>
          <a:p>
            <a:r>
              <a:rPr lang="en-US" dirty="0"/>
              <a:t>It must contain 78 and either 6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7F2C9AC-15D5-63D9-2D86-1206C5681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46600C-6D28-646B-6593-88DFF90B7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D5BBDE-A529-489E-2DE8-5A51743DB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CA57E0-9C0C-8DD2-95AE-A48C2A0C9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013911-AE6B-2663-374F-3BF640EF658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A4C9F-59B4-FF39-8FC0-FB9260CEDA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CE2F8-2194-D84B-0B00-C22FFBD8135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4C4B5-8B34-8F9A-2E90-16239515B7D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D8A47-7C99-AFCD-1548-76C1FE3284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91922-F674-2092-63E5-E7DA11F21EB2}"/>
              </a:ext>
            </a:extLst>
          </p:cNvPr>
          <p:cNvSpPr txBox="1"/>
          <p:nvPr/>
        </p:nvSpPr>
        <p:spPr>
          <a:xfrm>
            <a:off x="3640666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EA90-DE17-AC0E-CF45-29C3BBD16E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E1AF4E-4D27-64E1-E644-FE4372C617E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B2863-1152-EED4-EFFD-A1150B55BB9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4123A8-A6F3-1DD3-14ED-5BB27722FB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9205BB-C262-3EED-B694-F68C5AE23A7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3DBB4-4086-DB52-DE42-41D89D8DE0A9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9A4301-6878-7A64-A087-BC160CDB9CD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E8BA1E-C79B-472D-5356-21258093210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1D22A8-0949-E0A0-55B6-7D6B39CD70A1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599871-CB78-4EA0-0F83-1D08CBEF4746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9A743B-44E7-1FD9-8210-5AD3469E478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BC3A8-7EBE-799D-7D92-2BA8137FD258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E6A1F-F120-9BCE-A6BA-3912C68503ED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25ECA0-2B75-9328-1064-AD8E4B43A0EC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2B0A6-731C-A3B6-D8A8-353F2D27FF10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F1D655-653E-8035-BB2F-08D568DC75F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3B1AA8-863D-49B6-B56A-29BA495F3B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07C3FC-01CC-0A4A-B36E-3540878303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92AF75-F14A-56DC-B5DD-0EFAAA55D4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9C63A-CB6F-02FC-8405-527FD9B09B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133DE0-EABB-53F2-E4F4-1AC4B31192D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377586-51AD-8D6A-F1E4-88D3C14D136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39592E-1BFC-AF7F-364E-B105D465D86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9961EE-9979-77EC-6FFE-91F57975EC32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F90A11-B0EC-EBEB-5A1A-977C093DD933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E4FFA3-4DF9-4334-CC6D-B96F483A521D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B1F52B-14F4-2F11-1935-C0431F0A77AD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F26862-FB17-9ECA-FF17-580671E96BA9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995350-2952-A56A-AF34-584F4C5A3E1E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3A73E7-B975-943A-95A4-CFFB43F6E4F7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00B827-9134-DD33-5FC7-0B8112646637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206739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8AC38-CC46-59F8-9146-0431E19E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4F73ED-E068-656B-9288-3CC11CE68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D9D07D-62BD-5BFB-0401-BDE9348D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491415-B961-5CC9-BA9F-91487B79D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C0096F-14AD-060C-9929-1AB0968D1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C39B7C-E2CA-3F3B-6046-6AA5C1CF5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68EFCA-68EF-1092-B6E4-94B766CC6DC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1A265-C566-6B00-73C1-4553A13492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67AAA-C86D-3732-32D0-F70C00F7D7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646CE-726E-527D-104F-4B06AF118A2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3F863-5720-9D8D-2767-D71D8A5B9B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8BEA3-7D6E-0804-F467-03624064D1B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640923-F8E6-C378-AC11-7FE70F16B9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0F99F-2CE1-4C52-A8E6-5ECF59F2230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253A0-C1C3-CBE0-A87C-1E686CC0A54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F6ED9-BB72-A16C-696B-F8F72D9AB93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57C22-A369-10A3-4539-354CB74745AF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51B73E-EC44-80D7-8D89-7C532DBEEBB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A78AE2-17E3-9FA9-FFEE-11A66E36C25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5B5BA-7829-2B67-0BEE-4B43C3338903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C44F66-2B51-72D4-F38E-D19975C84660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710C0-93ED-A53E-6C64-483D3E36A74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A23C3F-2AE8-1339-B4B9-CE6043488AFE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39E5A3-655C-5212-385D-4E4BD2159304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9AFE75-71B1-028A-CFE3-76DE8DBD9F75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ACEB58-398F-71D6-1E6A-14AB71638DA4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BD9051-1D54-BC8A-30DE-5E9D9CB7B43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0A860C-618A-DCD8-C90B-680DC9F294E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A39CB3-F418-8E18-88BD-9A72743882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169B91-C69C-6A60-B54A-2B7C078EC99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57BA9B-A21E-0CD6-B5A4-1953353436B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1F8CA8-3AF8-D65F-E3EC-11A334D130A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2D7106-F9AC-D1AE-B330-0ADEF8BFC0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823FE6-49D5-236F-3C8F-9647A1D5833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F9B792-FE42-EDC9-9F75-754A1DCD88AC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5D0081-9512-F273-B3E4-2435580E02EE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7FD147-B6A8-6761-6869-653107B7D44C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005081-38BA-3F74-2031-9F0587041EC6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64141A-6602-9BE6-DD4F-E22341E34859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1656C8-4E4F-BAD8-39E5-4BC0A3FD78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F4952D-483A-8E6D-19B5-958908695B60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CAD170-4FA8-07FF-07F3-CD8FC096EA94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073D6D-5EB1-EABA-E2C7-410BF4DF9CA1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2316582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16B6-05CB-4CE6-020A-9AC780560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BF93FC-27ED-D1DA-66C6-A10B0A200B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A4950E-3685-B01C-D796-AB9A1220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AF9459-8934-0663-58B0-413ABB2A0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C46610-3ADE-C2B6-0B7A-F8285C7FE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44ED98-B10C-C3B1-A4DB-D362127C7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436328-9073-4E95-B04C-CB7A2E129C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3FC1A-BE46-7C8D-DD1C-F75DABBBB15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0CAC4-9C9C-3E69-4EF6-D1092F28007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598300-95EE-DFE5-A0B8-82A556B085C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EA79F-730A-0014-8E1E-24FCDAAE153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E5E84-041E-5406-1DF9-A7BA8382328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FB41C6-AFCF-1CA4-A81C-58719758E1E9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60DD7-8006-F2B2-1731-77D4EBE2937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40E7C-9E51-5666-BCBE-AA6A1D451A6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81C099-8A20-38F2-34CF-DC3C6CBF2CF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80641-BA9E-2C18-993A-A6893F2643B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C7BEB-C099-B993-6DD4-661DEDB83242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018F59-E2A8-8DDD-2A81-3013F9EEF9C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A01E82-B7B3-11EA-8961-03D6088A9E4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88D1B4-CE33-EF5A-79AA-27EFB90A592E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C0B2AF-6227-6B88-3AA6-6248ECB2146E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941797-B2E0-A562-CF9F-B684A431141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FB2438-FA5D-C0BD-3671-CA30B573C1DF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95B869-0B09-FD42-954C-86FAD5D5A912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2A9EE0-34C7-18B0-6265-D598B6851879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E95FC6-7784-08E1-9E6A-1AC0A29EEF8F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E39F38-D134-034F-411C-4C506D4A6B6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C46FC-E561-D46C-81E1-906DB910E8A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6A2C19-0655-EB6B-68EC-F5DF8350A9A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A6584F-432C-58E7-BBCF-CC0E673871D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7DC9F1-42DF-C87A-CF5D-41C7F21F500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92C29A-7451-4AB0-ADC5-D4AF7FDEAF3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1EE62F-E363-8770-78C4-2C5B49F2EC5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D9822B-45E5-4E9B-6978-30ADF4A054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183A7E-C846-FF4A-31FA-82940C54D3AE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4571D9-F731-134B-3BC0-5F803E77834E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1965A3-35D5-E68B-0699-C187994548CD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75B9A8-A99D-27AD-A06D-61C433DFAEA8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023590-CD17-9F0A-0540-144EBFED767E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809F40-25E1-497F-256D-7161A13A62C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BA8F4B-0BD0-97AF-5C09-3ECA7FB1450B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A3DECF-588F-80C8-DD1F-F4AF54D3E95A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3570680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0F21-C3B9-C4B9-AEA6-9EE95220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FCF911-0C88-61C3-0CAB-42379775B0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2D86B3-5532-E773-9711-C8913386F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C161EB-EAAD-C059-AF44-61AFA06DC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C35152-3C19-1B99-3149-9F4968D7A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A338D1-7D82-3B9E-2D27-8A117A902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8A9C79-231A-973F-E557-4E1C68CE094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11682-8FF0-CAA9-BDB9-1C3FE509F4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9F7CB-94F4-39FD-7BC8-0B9B34E4B9C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8D605-AD85-9A39-D242-E8AFA49D6FA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80FE0-921C-055A-815F-C7D42DAB135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27BE6-A953-33B3-3CA4-E61391E5C5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10B1C-95EE-B27A-DE6C-03F1FB525B10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84B2F6-1945-21C9-002F-0DB70ADBE08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C70F34-FAF8-F4CA-0160-0EB4CC405A5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DF3DC-EF74-8850-BA5F-5DF1F794A92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5D4382-416A-F791-EFFF-EBD25D4D2A9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DE05A-0DA6-78F1-40D7-5562ECF80694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D96E0-2481-D324-B87A-216792510A4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410F6E-F0C2-C291-1A36-578B13FFF9E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7E5510-1156-8B25-558A-E6CCFD1CC840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45D19C-5E51-B7E6-EAA9-1001C2F9E033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724874-180A-5B63-A130-178C470798B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E5969-EF63-3B62-2FDE-C9B4889AA2F7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E1760-1223-D36D-3A9C-D550D37A4D1C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74BDCC-D260-F038-0CEE-7CD1096BC066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C422EA-0C6D-9F04-D81B-C9735286D891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531B1C-75D9-37D2-6767-CECD0A31EA4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DE03F-4516-0D42-C0B5-AE322C58302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B588CB-5ECA-F956-1C42-4328353B74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93895A-04AF-7C8D-31FF-EC68497BFBD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B941DE-8D2C-250B-F21B-241A61EB824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EDA4DE-1DD4-BB91-4F07-7858905B484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29D12E-9CF4-FED5-4945-742AE8EFBE7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EC3F8B-C915-4A82-B958-0D35FD68A45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1E7D23-EF0C-51CE-581C-4C02C3858C47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587014-84B2-686F-A992-47E738690C8B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562483-CAA0-F19D-219F-4B98C2599B1A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7AA431-0DA7-43F1-FB38-DB45B5A91C73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3B174C-B969-2044-CAE6-FB2D0B875797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61C3EE-1FF6-F722-8F80-537CF4E8028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3B5215-9FD3-F936-65D1-D304637E4395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545FBC-DE10-FD4D-FA32-D3046DC3B2A1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420181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2697F-C186-1FE8-A912-BA7F615D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8DAB6B-408A-63A8-DFAE-A2A420A4AE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the 1 can’t be on the 5-line because that would force it to be 12345, which conflicts with the 234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D0A67F-C05E-67D4-AB98-5133C7FC5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6B35E2-E565-2BDF-FCB9-A068B9CA5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C48D59-1792-B415-7BD7-AFB77F018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3AFB3C-00E0-1AC9-5690-D09869275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F35DF3-A0B7-57D1-824B-BF37266E921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61AAC-AED3-D0E0-9EF3-FDB0E50CE9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20E94-D3E2-C417-EEF5-2E3CCB31213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42510-FDD7-538F-E104-DABE058444E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E8277-D421-AC8E-4389-EF6E7A846C3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98F219-9257-E152-B0A4-15A52E44BA5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42B67-AD49-FBEA-8243-64743EFB066E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1E574-006B-2C9D-CA74-7340A190F7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BAAB4D-95FF-E7D2-915F-41D6526956C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4BCA68-C314-393D-387B-7FF970A143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21EDD-6353-FA0B-D94B-DFB8D87F614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5E3A5-F502-F3FE-2BAC-204506BE9AF1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722045-A82C-03A2-DDCE-E620E188A99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58F7A8-C4A3-39C8-D3FA-68102AC1F2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52EA25-F11E-D0AC-BAB7-2D4A3FF014C9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0DAE80-E956-4C76-D042-378A2A20A68D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1242E2-726D-9E2C-53E6-DD081BEE049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5770E1-E7AC-0C0C-AD07-9327B0F32B6C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FBEE1-2941-0680-E990-AA46678379F1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8E50D9-AD57-6881-ADC0-AFC301786AF3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5E974C-C48A-14BE-B202-0F261ED8EDD6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E5335-F862-FA8C-A823-2B7BD2C3F7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A99875-E6B7-AED1-D524-EA5220EBB06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B38F4F-060B-9C2E-17F2-5B79373EB8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8795BE-12B6-F996-D121-6FBF6B82584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5A00FB-FE74-CEFD-53A6-BBD6C5C1AFE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FB8E9A-C991-4542-3974-3A3B909D989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3095CC-BBFB-2A49-F2E2-E2EBC30E717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EE3C0E-7219-44FE-C357-7CA2068114D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3970C-DB5D-3B5F-A571-01AD6709087D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20E980-4E02-D65C-0573-38EE4A53094E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5D5574-0DE6-B71C-9758-CF18E819F270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8B670D-1F7F-AE31-E467-52BF27FFC2BA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717E8F-C49F-F853-9B18-37696DAACBC7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EAE854-4251-48C0-B829-E0212D39873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2C7AA-6DCB-2482-1586-17D3B3EFE8F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509682-5440-3C7F-041A-C4FE024265C0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FA0E65-03DE-81ED-5BBE-35441DEBC504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3070601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5140-A301-16B2-3864-BC24A6CA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37B6C2-66BC-2082-467E-98468C9EB7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2-line.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895D34-4DC0-2EAD-5E31-D9091A97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ED2578-142C-5637-720B-B19F18766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066B9C-0C35-8F6B-BB03-6BCED40F3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FCC777-2561-CA66-2787-E09F167CAB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5EA670-D2C2-51EA-ABF5-F828B562C2C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9A67F-CE73-B1E9-92A8-EA28F113AF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090C1-1363-A871-DE0F-2003E2FACA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258C2E-849B-D4C2-63EE-1390A85C378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D96E4-054B-250A-1589-717A55765E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D1556-9E8C-AB03-A048-B5648207387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B301E-173F-1893-6CD7-EB877589DBBF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D62B2-30BD-6BDC-2FA2-9D5D5130C78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0658E-AB14-950E-65DB-B45EAD2D31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A75C6B-3661-B0B3-CBB5-95683E0D747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C12B75-ED1C-BB73-9F96-176C9164B8F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58247A-8641-65EB-936B-BDD2472251F3}"/>
              </a:ext>
            </a:extLst>
          </p:cNvPr>
          <p:cNvSpPr txBox="1"/>
          <p:nvPr/>
        </p:nvSpPr>
        <p:spPr>
          <a:xfrm>
            <a:off x="3138310" y="7667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3DF734-DC32-DC63-3CE4-36EEDCD647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B3C908-65B3-8AF6-1820-7B8D8714BB1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47F147-667F-74DB-3576-1992969D2F70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833FD3-7E2B-5668-0F5A-6670D2EC0182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4DEB30-C931-0DCB-9AF8-08B20D01EFF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978401-1C22-939A-0CE8-CBD840EDCD8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A5DB13-0E2F-5EF6-C10E-3FEB6F9A443E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7326AD-D1C9-7A5F-DF0F-8260572B57E7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658954-E2BE-78E8-DD79-6BE544DCFF35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219362-EADC-1170-5FC4-99DD7F04F4F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EA910-D673-AD4E-84E1-21A2B930B0E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54F681-3EED-1350-0003-EA036842782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7C4B7A-4599-6D97-26A9-E83C7334B25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917A46-A809-72C8-893C-2753BE32478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4005E8-2ABF-6DE7-94C9-0AF6A1F54C6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A09B4-0520-04B2-F5A2-936E7AF8E8C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65C376-6FC1-B1A5-E792-0F433DC8C0C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A02971-FAED-7875-1130-6E08CB5EED9B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D19E65-7318-D858-B411-DF6F1C1FEB1C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790115-9D7D-62FE-6860-D9BF54E91180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4AA2BD-BEBF-1DB5-0472-390E2CE690D7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06B40C-C62E-AD5F-BC40-34EBDBDBAB1B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C8B40E-BB82-A585-793B-E7FD32B071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723D6-1716-4288-422A-1A06CEC1FD8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1BB5A8-88B7-21BF-DB12-4284D013422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6EDA83-2E12-34CC-2B3D-3F5199EBF035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65C99B-74AF-DA72-46EB-590BC9022B1D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3501210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F617-A69D-B9AB-8EE1-60F51FCA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B27B38-70B0-25BC-57F4-9CA5D4B72B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CFF592-1CC3-9618-6554-A95891366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EC4189-9B12-BF5B-A63C-1E5456DF2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F313BD-DC6D-0030-2833-B44F90CC9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3F7BAB-0D8A-FFA1-F5D5-ABCA2E9F1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911B0-7427-AE46-41AD-48E9165E69D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D93F7-FF30-425B-5203-EF6612D2EBA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4A578-DE6C-67D3-59C1-21155E26232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5FF21-0ACD-5C74-9995-E85F05FE9EC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E5279-0A58-C777-8E7C-B7B4D7A81CD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174637-A524-072E-E938-281297CA0F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764C29-1953-4EF3-0E88-A882C26968E4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555DDB-24B7-858E-B010-0E2779CD201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D07DD-6787-5D3B-4C62-69E6F0F3E28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9C04DE-687C-7ED9-18F0-D815E5A6A56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42E1-C836-1792-CF2F-3151754E08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00199B-6C34-052C-972A-A0FB29605E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A24679-0505-0DF7-7024-9E6014E85C7A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6976C5-7342-635F-9040-51CEF1C41909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0DC1C1-AAB0-CC2F-0D55-0D7F5131F3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8B6C9C-BF06-C977-EA39-A65839EDA586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A18880-0F0E-712C-B2B5-9BE8F313CCC3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7EAD73-FEA6-F3BD-BEDF-BE535395D794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7907A8-0031-0A16-FF11-423A1F31CC21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1CA372-6057-4AFA-9D75-68C5D2754DC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EFDE7-6218-F885-0086-D80E9D5436E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841DD3-C85C-B2BA-CC54-387505AEA1B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06818E-C2DC-8A01-FF7A-030C06EA4C9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2D8F63-1A41-A228-165A-92CB1644B48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7ED634-E627-FF53-EA8F-FC9E7E5B0CD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109C48-033B-B294-D6F8-E9AC75DC5EF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7C2005-1443-EF9B-A1A2-6BAF20E6F4B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DE59FB-169E-8774-0BF5-2551D9773CB2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BB5F9-25D4-25D1-5246-F013C64E4F45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E3C48-B795-950A-673A-336E9005052D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3FEA9A-BE24-73C5-AF2F-10448833A943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7CA6D4-A413-0F4F-E982-8E629270906C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3DE8F6-45E6-DE5C-987C-B070E35CE16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16CD9-6A32-E616-31A7-A4425BEEC2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C7BC98-F16C-FEF3-2A96-72006CC0F1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88957C-758A-53D1-FBD8-2D274FBFED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449341-EBE5-FD0B-47B2-EC53A154139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709872-FE82-F8ED-B26C-E014A074D462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9A701C-3A90-38F3-E59D-E8041BB29085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1534733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C75D6-DE75-22E9-0547-37EC5205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16E437-932E-1826-85B0-0C292F88AA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the 9 can’t be on the 5-line because that would force it to be 56789, which conflicts with the 87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04E157-622F-68C2-0815-777D813FD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E339E2-E973-0CA9-3D64-03FFDF9E0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08B7D1-24F0-1D85-0C19-71576A9D0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8598DB-D688-AFE1-6C47-808B4DF21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DCF523-924B-23AB-52F8-AAF223B1445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CBD12-429F-BD50-8F6D-72B21916AD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A5254-44BF-C19D-65DB-5F588D383C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BAA9B-C0F3-FB37-7027-5F9CA675DF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15065-0DA9-E767-23C9-EBA3069B9DB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D6D806-5D36-925A-4285-9020078BDB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302432-36BA-17F6-5DA4-0C47A55F23A9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EBC95A-BF4F-449D-276C-8DDA5606CAF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21AA1A-5869-68B3-A4AD-7718C565AA5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ACA2C3-D27C-936E-6D0E-9DE92E0526C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3DD0A-E6CB-2B36-DCF5-9148D63EBEA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AAF782-4D25-4336-6F58-7600A76426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C23E6-3F6F-C4FD-C5AC-144F600E97A1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396885-03B0-BF94-C4D3-CB8F2DDCAE63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C97DE9-010C-F772-96A7-160DF2328C2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67ACD-19DF-368C-FF49-6035415E995B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6C049-06D2-0748-54F2-A88796111449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B61935-EF1C-0B59-E66D-DC9D193801FF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41FE3F-E550-B9A4-9BBB-6D7E3854AB58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F61F7-1629-CE01-59B1-0BA70D4FF5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BC1197-6906-EA9D-425C-28BE848175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97EF14-B717-22C5-83C3-BE2CB80740C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E0BA71-595B-34F1-03F3-4AD55902C85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42D54E-AE8D-A4B3-8F42-CCD8A2C8148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407359-AA99-D105-4947-E387E7AE722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E9F388-CEFB-0FA0-61BB-BCE7E04935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7B347D-3839-88F5-2DC2-59B752E28559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1C4AD-831A-5984-9154-B7F1870F0290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72C857-5F7E-740B-70D4-15CD2F737E5A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FC3483-D61B-2455-3BD4-4F3469128851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2B7433-0995-8077-2A53-267879AFDA0D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0BF8F-4BCC-5AA5-2B9A-87F3EB7A5E2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CF93C-5597-A480-F927-30FECC8C3C2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891D5B-A5C8-ED13-D487-8D378BA30D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B6AD54-1000-84AE-649D-A0A7B2ED65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BF3D7F-46D6-BCAE-F7B5-1ED080A2FB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8DAD2-FCD1-7BE0-5C5F-73C82BB929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4F1488-2EB1-638E-BCFF-48181773A5A5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B595E1-96E7-1459-E3BA-A76C720A03BB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1273486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EF259-8AE4-DB37-1903-13B5F2CC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CD1E00-ACB7-763B-5CD2-CC5418692D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41C36F-12F7-E930-AD6F-59D362A5C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C9556E-B69E-A588-19A0-4ED7A555F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35AD7B-20A5-1F63-E98F-3C3257CA8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6EE396-F03F-E681-8336-18EB1D6DCC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E00CD-8F64-70B9-E181-D83D51445B1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8DC08-1CEB-6DB3-B3E9-A1B27E397DD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DFAC5-4AEC-918A-8063-81C701CD1FF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AA50AD-A118-5EFE-8E05-93B22CD294A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54C39-973A-DB6D-1BB3-641586BEA3B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E822D-77FD-C657-4E46-9DFB2C6181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68C8FF-3854-BF8D-9254-7F1A85A499FB}"/>
              </a:ext>
            </a:extLst>
          </p:cNvPr>
          <p:cNvSpPr txBox="1"/>
          <p:nvPr/>
        </p:nvSpPr>
        <p:spPr>
          <a:xfrm>
            <a:off x="364066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C55B23-C39B-65A3-3AB1-3A93635F22F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0B9F5-27C5-CFC2-8976-8BFF38AC2A7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A49758-26FC-236F-0E31-D24189AD78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F8FF12-B6BA-02FF-FA4D-F6115DDAC02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F1107-8699-D55D-A202-DEEC69AE498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90E09-92C8-EFBA-C2C0-07DD4D145E91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49FC42-B592-D913-2B53-C79251E2151F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63F38F-79EF-047D-4717-0F59EC4CF78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5D0D07-1573-5FD8-77B6-BB3329AF1AED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E3A143-DB19-FCFF-F8C5-56ADC74029F7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79F88C-E50D-3910-03F8-78CCCCBB49B7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0CAD68-1608-B9EB-9C86-5762EE9FCFD9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2A56F6-B258-5F31-04C8-169344785BA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31DE02-9B93-1A56-D93F-908407DCAC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3AD38B-E3BB-5355-2C6E-EDD3148C67E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9B2D7A-F8EF-0C47-332E-BE8C800318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4FBB43-6D15-7688-BDCD-0402E4DD904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460CF6-AE9E-7249-5F85-88A8FD08E56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6D8697-9355-AEA1-82E7-1E276992502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80A8A8-C058-A71B-677C-C0EF8EBDB6FE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9A5E88-02AB-A194-0AD3-5B6DB23E07F3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416A8F-F5F8-BA34-C40C-57B5D08A2F6D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174C42-F04E-23DD-2CB7-F803B1F9A580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BD64DE-B518-EB4F-6784-D31AC109F864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B25A13-0A80-0603-7186-799D59BEB03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77169-342D-1BD3-F91F-46BBCDC1F1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F4D341-5837-D7ED-9673-D60C0277C3C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846AC5-9343-3145-B635-E3A3A52A0D8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3D84EB-2C9C-48B0-C38F-1E8279B58EA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93786-2077-C857-99F8-C7C160F967F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DBF6C9-0223-6376-013D-1997345359EC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CF4166-5D24-617E-2B4C-254FD1F4D2C2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4027843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8B9E-5448-6838-DEBD-31251B67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D94CBA-62AF-7B78-9305-9FAC17D424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the 8 can’t be on the 5-line because that would force it to be 56789 or 45678, which conflicts with the 87 cell. 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5D5BF4-571B-AB1B-C66B-CEEF55550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41B3F4-4395-F125-88BB-8DDFEE7C6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FC34C2-B003-2296-7D32-EE8D593E3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29E2DA-4BEC-BD59-8EBA-DE7F861D1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D814CE-72D7-37A8-2D39-49879109D9A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2088-1B16-4A59-B5A8-8241C4A466E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3937F-5C75-7F5A-F5E2-0C458B88F82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B2696-F7D8-CFC3-9D1F-CC450ED47BA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72071-E47A-58BC-140F-BF28EBE3561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9B591-E6E8-2610-0993-AD85958E15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E2F390-58B3-DA50-C512-FC331B2B3E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18FC2E-C75B-BBBB-55E9-822EFCC761A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D3D719-317C-4F59-7EB2-EF0B6B8DDC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B4D28-C6C8-88D8-B106-3EA24A47D24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46FEE-00F8-D75C-7DEA-BCE69C83854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F5F9D7-F27A-BD42-F3B0-A5D35CBA535A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78779C-C00D-E101-A26B-261B6F4E4B41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D63D54-8977-BE9A-6BDD-54DF832B4FD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AD8C8-DEF3-466C-A097-043D34E7FAC0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119DA8-D67D-7998-F1A6-D0C0F7A14E23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411C05-62CA-BB55-923F-A1B7B9CCAC8E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B2F952-5FB8-18FD-A6A7-B758D9F9BE82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C5E4B3-8B00-BD8D-E4DC-5947BB7D072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87CE16-4978-FEB8-30E6-7B093BD3634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33CF59-70FC-EDCB-7422-84A9BCC2359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3075BD-3017-FDD1-98AE-330A03522A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091569-4F75-D4B6-40F0-9CBDACAB493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D9B76C-34A1-0F1B-2DB6-F07FF2C7F43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CCA0DE-B842-37E9-E46F-394F97394BF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AE2F38-A9B4-B835-B951-756ED76D413C}"/>
              </a:ext>
            </a:extLst>
          </p:cNvPr>
          <p:cNvSpPr txBox="1"/>
          <p:nvPr/>
        </p:nvSpPr>
        <p:spPr>
          <a:xfrm>
            <a:off x="4143022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C39AF5-070E-96D5-301A-89732F48E38C}"/>
              </a:ext>
            </a:extLst>
          </p:cNvPr>
          <p:cNvSpPr txBox="1"/>
          <p:nvPr/>
        </p:nvSpPr>
        <p:spPr>
          <a:xfrm>
            <a:off x="4645378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614B34-5369-220A-DD7F-F29F3282A062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85986F-4AD7-2D52-8BDE-9AC0F70983FD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0D1F40-ED60-0D78-D17F-927E2A02118D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50B04E-1715-7C61-8340-C0B8EC7339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CE4C37-FF43-D43A-C691-6C3648E541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5B479D-2AC4-BFFB-993D-8F0E0148A14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46CE90-CF32-9A7F-3BB3-870B300734B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72A382-BFF6-D82C-8243-DBC51EB2F5E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994C1-EAAA-B8E0-A654-8F88D47840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16B5EA-EF0F-5CE7-FF5A-F6DBF83AF42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EBE492-9626-2CA7-45F1-2F3DC0C13A41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0D1905-1462-53D4-63C6-3F8A82CFF6F9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1411553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7397-5C32-F339-7483-AB799500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9FBA9-4DF6-59E4-8419-8E19031228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FB423C-1CAC-C05B-6010-A5231AE60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C09789-8DFC-5AA8-CD2D-48138C9B8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39D192-01FA-EC17-76E9-EA4015661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B40495-D33D-8EE3-FEFC-840032610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34A62E-7E7D-61D0-4457-549FE131FCC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A14E4-5D7A-F9AC-68DD-AEBCCD2695E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5957F-BB5B-D960-EB9C-DC1A1CF1F9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B7B2A-8F78-CF00-E251-97AE96F16E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88F36-DCA5-8B6D-2267-39F09DCC42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0D3616-3374-5FE1-01DC-78EEF6F197C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8725A-5B0D-0300-7CE2-C51595DD788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58775-D24D-88E6-D5F6-058C965D93D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DE1F8-E423-2815-AB2A-375E7263C0D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30FD26-EAB3-EF6A-EAE4-B4C097D3013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5D5598-9AEB-AEB8-F37A-22383A86DE57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219647-4FA9-79BA-27F8-52EE17699236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E743CC-F4F9-1BC8-63BB-B076B48DC05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4B0F7-BC1B-67EF-C1F9-FAF3B289A98F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E07956-884C-35EF-225B-64EF0AFA113D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31C311-3E9E-141E-5D25-690C9FF0772E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3E185D-2D31-7D55-B1F1-6204F5719F0F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84B15F-3E70-E3E7-A8F1-0159452EF29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8CB380-097E-E0D3-3F57-63DB9A83DAB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5B586A-97C4-FCF0-593C-EB53E21F6B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9E7B70-BBFA-417A-26D4-C0EEBA14133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8AE25F-A0C0-4460-C279-2F27479DE81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FF0D04-3E67-8607-41C4-4EEED21518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80C526-B92B-DD5F-02E3-FBBD9FBD838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2126F7-911B-6256-C856-FDD333FF68B6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1ECD37-83D8-EA8F-6C99-9A918A4AA536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D829D0-5654-4190-4350-36478CE30A19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217864-0F11-59C1-8455-2F3C230EEA6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81B15-E447-9573-8902-A7BE9284C2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CA5A7A-3142-CCB2-BF2F-37892F8383F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6D51D-E229-0654-33F4-B77BB1280F4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05F164-7C4E-976A-64CA-A8B82DEE3D9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2F509-D2C3-0C69-6347-E5384BBD371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C131C9-1BF7-7ECF-4214-D6364C3C98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BC227-F051-7480-DA56-621224E2EBA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2EB566-A266-B3AE-433F-9D3BCD39A91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CA2DA-F25A-64B6-1B12-DF1FE4F1F45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081162-82B0-4A4A-3F01-D9F6F9BD7207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607351-66D1-C55B-DED7-63F25105AFF0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3312186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B3E9-B4BC-A787-ED16-0974CFD0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32AD5D-8B84-D9F1-293A-4BC19F9A0D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6A36BD-204F-0EBD-B8CC-A32B44C3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BD7B19-FA7A-88AC-A809-6AF350C84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EB413C-706A-3404-2350-9471F825B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981799-97F0-5AF9-9E70-065A56E1B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1A834A-2900-1385-8657-BE5E02E82D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A1ECD-BEED-C0DC-789E-96005E27103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61CBA-304C-D6F3-02E1-3110EE7F7D7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C5AD2-083A-871D-E715-79421CF64D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5CC141-1AA1-9232-CFDA-3610C0AA91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049812-1F63-2742-E4E2-364852624F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44EADF-B67C-BFAC-DEFF-044215560DE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A75269-642D-C7D6-EEEA-105E9955AB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965FEE-7DB5-5DFD-7761-D9F17F27FE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01EF8-3165-083E-BF15-EBD0F28C5D1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1BEF95-F2D6-D003-C22C-55A72A370395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8F1787-6B5E-29DF-D812-BC908DC50E06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828DFE-EAFA-162A-2D8F-CB16478576F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8924DF-413D-64EE-D543-EF183E10E520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A0C021-F003-0660-3292-E9C37A3A6D8D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F8B3E9-60D5-0309-BF21-27B6E54F2484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BBC543-2C0D-E699-EE16-DA305304315B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1620F8-8171-D5EE-E53C-99F959619D1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B3312C-FED6-CAD9-8C69-2872949C434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F3AB78-4790-941B-1B1B-96F12DD4193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A71815-8868-A77C-3A51-87A2E63E910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1DF3D0-9DA6-F187-1334-072EF811B1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38246E-32B6-12EC-68A0-43D6B140CB9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B42B07-08BD-9513-74E2-6F5436EEE03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D42B88-E24C-C99E-FE38-238A778FAB47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3000F8-EE70-C1BB-C03E-B4AEBDD05BF3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433F65-A3B6-6737-24DE-ACECFEFCFE17}"/>
              </a:ext>
            </a:extLst>
          </p:cNvPr>
          <p:cNvSpPr txBox="1"/>
          <p:nvPr/>
        </p:nvSpPr>
        <p:spPr>
          <a:xfrm>
            <a:off x="6152446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EB640F-DF4F-F0B6-C2D7-C12FC5FB748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73CB9-B49C-901F-3BA1-A16FDB36D0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AC1E81-CA12-3FB0-A820-57DC33BCD8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DAEEA-9ADB-887B-E438-04E2BC6449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2DFBD5-9757-D2C6-9D29-756BDBCDB89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E28158-2149-3A11-FD66-B7DCD20005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DDDEBB-F61C-A93B-9255-3BFFD1461AA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96EFD0-A4D9-09C0-6CCF-EDBDD047CEB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5BF91-DC8C-95F3-45A7-DDA5A013A84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E8EC1-AF03-39E3-3098-0771E736CFE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D7737-9C26-38F6-B729-25533232DD8F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C13594-66CF-DA97-FFCB-14787C965279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447278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4D44-E1E3-BEE8-88BC-5C372116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563D89-A3A2-E29F-3278-457AFC1C56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26FCC3-A09B-6347-92F2-BAA669BCF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475E58-726B-BC65-3B56-EF748F63D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0504E9-DF0B-6E1F-32FA-0E4221148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F6C086-7365-BFAB-A084-DD31EDDC6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A2C8F-40DA-2F7F-B20A-AF03D98E95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9EAB2-6749-CC5C-681D-F41482BD20D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EC5AE-1AF9-35D7-B97C-4BC0BB587B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E222D-5837-7551-BE44-75A9B4B62A6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6AB2F-F69F-8FD0-52B5-22510C4661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0D89F2-11E1-5AFA-C0CB-C78DBA296FD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16979F-04F4-48A7-D690-FF993513ED1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71E6D1-C34F-BDFF-0F99-6C93DB89FE2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3CC91-30AD-B87A-4FA0-4D9F46CB5E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81F85A-6F5E-C9CD-DE2D-9B8F28AD50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F5CC0D-8484-3229-4623-3E6554373E53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4B7A95-EEB9-9871-FDAB-F80B831B2477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5985F1-6C5D-02BF-ECF3-D44B8ED6B31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0F3C4-1D9A-7565-9771-B7E604605578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488C93-A0A3-B19A-A2A7-07ADB8DED24A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DA103F-5897-12A2-4480-D9F50125DDE9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0B9FA6-B092-F716-0DA7-CCE0811598D0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8D2C3-5556-58CC-CAC9-4F4AC7A772E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048546-2E6D-92C6-5811-E22C0A9031D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C652F8-98A3-BAEC-D9F7-01306C8354F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D41B3C-B1A3-2176-39CE-F9A922F832A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AD48F4-F9CB-32A1-22A7-C86621D1F78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DA5309-65D1-7737-5D10-DA0DD8EBDFB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9EE501-5A4B-D178-6CAC-D452D5A1CC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F892BA-C2DC-1F02-A333-905BBD311C17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018C9D-E306-EABF-108A-228B5AA9C479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BD3E42-6DCD-2EB6-466D-9E31F2478DF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55815-D553-EC18-7988-2C3FCD74115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971457-E0A6-4930-DA6C-BEE3A2FC2E8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0C856A-F981-B069-A124-637FC272B3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9B0EB0-4D07-A593-472F-3610D33F8E7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A29D0-AFD5-5ACA-EB74-F571DCE179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0D2CA3-5410-4B5F-465D-7198C4063FA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2F82F7-0260-9733-7F2A-9216EEB5706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B0DBA-18A2-4CD1-9181-06C6FAEF81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2955A7-43C2-4DD5-4A8C-53DDAF3CEAD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AFE3E9-7133-5CCA-0279-4C0B5E222A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87A74B-AB6E-0AB1-ED42-0E6695B22811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ED8919-C430-036D-5C8E-56FBBC2326B4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2305157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4C7E-D5DA-480E-878A-BE4FD186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591F8C-80D8-B441-4947-D17A8BA948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Clean up possibilities for the 2-line.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DB6C31-A023-1692-71B6-CF634499C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88BB45-D4E4-C595-D0BC-31689B1C9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8CBB7C-25EF-AE29-6BC1-CFB0E217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39A83F-7281-09B5-92EF-50A4E6D17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F39AE6-E68C-5C0B-3B79-5717FAC7842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3BFC5-0A02-6740-919E-2DCBDE1B89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E9FC2-494E-7E9D-C3DC-0BA680B4BB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81088-FD93-5DE1-39EA-5BCE589B21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55F41-1786-B11E-0619-6B5394056F1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2E849C-A74E-9B10-A440-A380FDC8607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54934-E925-6E45-71EE-A1858762737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2E46C7-C9E0-7162-10F5-26EE0B5173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5518C-1970-8207-38B8-85CE8A531FF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024619-447A-E78B-DB59-7F47BFFEDAE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6B2688-13ED-F112-D5FE-3271226299CA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16554-2C65-E525-DFF8-0FD1D245F68E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0DA62-A58A-ECD9-E61E-1FF1FDE1AC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BA1145-8B03-F0B8-FBF6-F45D6A2A1261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B62C6-65EE-33E5-12FE-3C16C609C5F4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C515DC-85E1-1160-7253-A97C4CBB8A63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9C35EE-2C8F-D928-4A9E-0637FE498720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33C346-E39B-EF39-B4E1-6C51F02503F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301D5B-CEAE-B5D3-A8AD-0BBB9B6E977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97ADCE-3B72-D2AF-F023-B151D79CC1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1E1141-2FB4-E75B-3732-2C528E48F00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FD122E-BAA0-F769-4A28-68D1E52B9DD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4295D0-B785-1FEC-B341-22CE49BEE85A}"/>
              </a:ext>
            </a:extLst>
          </p:cNvPr>
          <p:cNvSpPr txBox="1"/>
          <p:nvPr/>
        </p:nvSpPr>
        <p:spPr>
          <a:xfrm>
            <a:off x="4143022" y="43051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A50698-0E62-97A8-2DD2-7FCCD915C604}"/>
              </a:ext>
            </a:extLst>
          </p:cNvPr>
          <p:cNvSpPr txBox="1"/>
          <p:nvPr/>
        </p:nvSpPr>
        <p:spPr>
          <a:xfrm>
            <a:off x="4143022" y="50605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634F15-4159-1248-7965-3204B66E6308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BFF477-67F6-39E0-47ED-93414B3FBC52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C6298A-DB3A-F731-55CA-02EF1CCB24A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DF9C7-9513-5F53-18FD-12D967C2512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8220E7-45C7-7748-3CD6-334AD2EB259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E0A1CC-3EDB-9F0C-5A10-E706FF83A93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DEF8F7-1E4A-5116-2235-6068D23B0A1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20736-E380-6D91-2367-836722BE5F2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2B6E68-A429-38A4-343D-4B15D0428A1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55664D-7F61-BE73-0D50-568A73D19A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4D6A0-BAEF-513B-130E-D9C5A5E5BB7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144809-DBBC-5A14-2189-B9232FA851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B3E90A-7A24-4BB1-825B-4C1FE125821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B6D8FD-8232-D303-7357-85BAE46F4C08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0C1587-B29D-F980-F1C6-638FFD591FB6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1852448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D79E-EBE7-4FF2-2145-1D2968BF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A1DE75-4A7A-5B9B-5CEB-C32736FB7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5760A0-786A-FADB-F902-C6D92952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BE6F8F-97D1-23FD-0EC9-61CC356E7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95B867-1C8E-ECBA-8F9B-512ECDDC9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2D752D-9AB2-266A-4E87-F86B1E47F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C23EB4-7727-9443-9B91-B2D85CF7262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2A7EA-D7FE-4FF1-D140-E22CD5521A4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0C53F-EB9E-627F-E2D7-069A67DD7AA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E0794-1EE2-33E1-0AAB-3AA83421E19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8EB76-D6C7-4B8D-FC38-57924D85894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CF260-8C8C-A943-D8C8-4071E6ACF57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4F6315-5850-E6E5-D479-58F610F4C09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E9FB6F-9694-1677-C50F-A1081BE7C3E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EDC0F-FB40-0850-EE71-3C90F2635E5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127E33-CA70-6B42-82BA-C8F1F7FAED6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C751E2-CFDC-21FB-3254-9A5589382711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2745DD-DA3D-D22C-29AC-7FA1980EB225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8BF410-C184-8DB1-EB34-D520F668D88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39BBE8-1AC2-3DD3-48AF-F8078C3725B0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48D013-724D-0437-1843-C40A5AEA1916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CA7DBE-1664-EB91-5016-965272FB7439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61CC4-12A6-116E-9254-F2EA9FBA54E8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137E3E-83C2-AF3D-7C32-E0F8312899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3E1F21-88AB-49FF-D1E1-F319D9C6B6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14C63-B5C9-A3A5-9415-6448CA7E29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D3C4D2-FF43-523B-29C1-33C6C2A83BA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0BA213-2AB3-A6A5-87E4-A97AED749923}"/>
              </a:ext>
            </a:extLst>
          </p:cNvPr>
          <p:cNvSpPr txBox="1"/>
          <p:nvPr/>
        </p:nvSpPr>
        <p:spPr>
          <a:xfrm>
            <a:off x="4143022" y="43051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417128-81FE-C6D3-9055-C4BD8C2C5785}"/>
              </a:ext>
            </a:extLst>
          </p:cNvPr>
          <p:cNvSpPr txBox="1"/>
          <p:nvPr/>
        </p:nvSpPr>
        <p:spPr>
          <a:xfrm>
            <a:off x="4143022" y="50605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B99129-17A8-FBD0-1D1A-240FBA28FFE0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96D1D4-CCBE-8F46-2FBB-25B944E52ABB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7BFA05-13B2-9C96-4398-E85DB902018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C0255-2F22-73D6-F301-808A85AAA6A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0E10EA-4783-A14B-9AA0-ACDB909422C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21AE46-E3D9-9222-9C7B-6468DA4A9AF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AF2B39-CC18-E3A4-F40D-291241E7CC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06654-E5AA-1FB0-C0E4-46978EA9562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C68CC1-C213-6A85-663F-505F9A9DBB6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5F6206-CA43-890D-DD7E-9E4004635FD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5821CF-15B7-C0AE-5A7A-64AD5FD7C19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51F08-2CCC-1332-3A65-F7C2FDAFA9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0F61D-12AA-EA6F-95BF-AA84DE326D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9F4DF9-0B00-FE29-9134-B06DD7208B64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64F12-A60A-2271-63D5-7FFE9C390D76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406404-5B94-44C7-6B1D-3272CE87ECF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45989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8F96-9CFF-D224-F588-4206C721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7242C7-02F8-9543-B9DA-1537121AB9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the only remaining possibility for the 5-line is 34567.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014D18-ABD3-4DA5-E814-9D73ED464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0CC760-0A0A-22B3-CC85-CA523A109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28239D-84F8-0451-616E-C0F6CFFC1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4A141E-CD61-D639-D6A5-9814787F9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A32703-400F-E12E-BA17-C5CB37069B9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57C92-C1FD-22EA-0C46-9CDCD4C12B8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20805-9AB5-8C3B-7789-52BE2BD9512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852EE-8DCB-FDBC-A870-C60C65940B3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C3742-C8BF-C0BB-C63D-2011B51E1DF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4E483-2360-CDDB-AABB-20F4BA69126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063F07-514B-A97C-63A2-E76DF26268B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045428-8C79-4390-B830-A7567C40F29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25E3F4-829B-A1C6-6729-20A1C310610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5D703D-1418-EB61-69BE-EE84F16AF18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445A44-F2A3-9C94-55F5-30B2530E3243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0CCC7E-5AA9-C970-F18F-0BBE4D3A336B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86267C-A6B6-EFEB-F6BF-DFBB6283DAC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09A66A-6E91-1434-9E84-389454285B0D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B7A5B7-BE33-DDC1-293A-558FAF55D553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97A6E7-FEF6-C2D2-11F2-FB25BD8699F1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7D2D2-69AA-B13B-B50B-6462E9DFCF5F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0B0C50-BC5E-54B6-51C4-3F137DF994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DF64E4-450B-4BE2-EE81-4DD959FFAB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872BD0-83DC-FFAC-F6DD-E6CA7BF5EB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D985D-E3F1-BD9A-06F4-3F46DC2CCD4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768EB1-7FD2-C25D-794F-E1AA08E655A0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235144-E8D7-0947-3F9F-7014CCFAC849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28C42-8832-DD6B-3FD2-243E93BC79B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F84E5-1DDB-393D-9D9C-80C4BDB41D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7120C7-07AC-8834-5149-617E240A0F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AB4445-0112-A771-7137-20579B3C94E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21A54D-77A0-90FE-BBA8-D01917AB98F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E9732-5A7A-23DC-1F4D-A44912F2C48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C297F5-809A-41E4-404F-DF19A506EA5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F73B99-60AB-2C50-2D4B-BEC5837834D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FA6D3-199A-1D14-1CA6-CB51D503EAF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FCDEE0-2A33-8A67-9252-E92C3F55E9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6F403D-3302-7EEF-BCB3-096FA3412E3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A6046E-DC10-D1D8-D753-288D168F6016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21A52B-CE09-7624-0230-C8FDF501AC62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C5BF00-7FB2-BB7C-49FA-9A610112BDD0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7B7EF0-3D56-83E5-2920-4643CCF64B6D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BE8037-D149-AEB2-02D8-1064F8601231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BDE7F7-A982-9C21-A2FC-F80AFCDEFCE8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CC8138-0166-1150-D456-A142AA2E4E46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870345-3640-1C55-A207-64F5DF03F758}"/>
              </a:ext>
            </a:extLst>
          </p:cNvPr>
          <p:cNvSpPr txBox="1"/>
          <p:nvPr/>
        </p:nvSpPr>
        <p:spPr>
          <a:xfrm>
            <a:off x="4143022" y="43051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EFED0B-7489-C956-00A5-07134AAF2589}"/>
              </a:ext>
            </a:extLst>
          </p:cNvPr>
          <p:cNvSpPr txBox="1"/>
          <p:nvPr/>
        </p:nvSpPr>
        <p:spPr>
          <a:xfrm>
            <a:off x="4143022" y="50605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911B00-CD74-A0EA-BBF7-9EAA89049FB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28792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3D36-1E7B-109D-09A1-0103A431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F25429-85C5-7297-6B9D-1031D42C44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753622-5F29-CF32-4DBC-EF10C02A9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D2A337-E8BE-67D0-B0D8-7AE15A9B0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799C88-6A85-BCD2-9B34-08304C25F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967405-20CD-6DD4-2FF4-69C8A8FB3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870268-A53B-6795-9302-CE0A1BEE20A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99957A-D791-DB66-4FEC-336D979F790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BBF86-BCD4-E353-8443-031C0B1870E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4D68F-E74C-B4D6-04DE-4DD7BD6BD62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519C8-4A2B-167E-4F93-8D8EC0E87DC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5B319-13B5-7615-3B30-949F76BCCC2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207F87-051D-9D77-CE9D-A87834FCB7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5E94FC-C84E-2C4E-9483-57E20807FA27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E521B-C0C4-320A-5C19-C0B6BF61A12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8A63A4-432D-D47C-3445-4B3F35B3F3F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6E93EE-2248-5698-6876-122B256F1724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016D01-7283-90A5-E31E-0995FA4F6B1B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EC0D3-25C3-511C-F242-0FBAAD7019A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EEB9B3-3D20-320E-BBB3-6AB464713AD8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3E404C-5E38-B9E5-21F9-EBD19A9A8DAD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164679-DE82-7C31-0EFB-B1EDBD1F3BB1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D0FA3E-94D1-B174-1E8B-D11D8EB29B48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8EF7BD-4183-6DE4-CC31-5CB50AE70B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C8535A-CC06-9D43-9135-C3390728BB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79F40-F72D-4D85-0533-A1A86636C6F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07BD3-347C-B7AD-3EAA-B56838B3C2F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9183C1-D0C4-1A96-DA8C-F8C1E8E9DFBA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68CB61-30C7-E267-21ED-DE05021AF7B0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86D1A-03E0-2D43-E256-73CF5AB8D586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78F80E-AE57-68D5-A98A-727932D7B49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08510-961A-0BFD-5CD2-79180B3F98F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C218BC-73FB-599D-472F-3C7D52B2223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707710-8D35-4448-07A0-5A24B269E23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A5C267-C560-E6F5-2279-4475E71460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80CEA-2950-1912-EF5C-D8AD8C64A12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D8E803-B898-6BB0-568E-2EBD4DEEAEB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A7AE88-5F70-0BF2-CB82-0563C7E9783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420875-3334-26AC-1C78-9CFE4ACFD5F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BBC438-FFC5-4D86-9B70-E2D03738FDB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F4F02-D815-4DE8-4B36-2536BF3CF9C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179212-7FE1-B39A-ED82-6F2EC4FA5F6F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D8457D-A99B-6CBF-B039-20A72CD3296D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B89EEE-181C-652A-5277-0E14DA12D188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AB0A42-67D4-CDE7-7C53-F24E89350171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22F0E5-82A5-59D8-18C5-1A1008798325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F93F08-92F8-C341-1E50-741E9B117ED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29B196-30D2-91A3-06B8-97FFBA9EDCB8}"/>
              </a:ext>
            </a:extLst>
          </p:cNvPr>
          <p:cNvSpPr txBox="1"/>
          <p:nvPr/>
        </p:nvSpPr>
        <p:spPr>
          <a:xfrm>
            <a:off x="4143022" y="43051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4DCC71-ECC9-AED5-4DEA-1F792782F0A9}"/>
              </a:ext>
            </a:extLst>
          </p:cNvPr>
          <p:cNvSpPr txBox="1"/>
          <p:nvPr/>
        </p:nvSpPr>
        <p:spPr>
          <a:xfrm>
            <a:off x="4143022" y="50605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DE9178-B275-FC13-410D-6BE47DB1AC4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24207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C313-6F99-8E76-8C20-03032719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43C71E-320E-5E9F-8BAF-03D9092523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the right center block. (Note it can’t be on the line because 8 isn’t available for the line.)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EE2592-5786-51D3-636F-F0E93A19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2504DA-5BFD-7A85-754B-E91ADD541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70EA2C-9000-88AE-76A8-C31420096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737E4E-CD41-FDEE-8739-53788E3FE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0F9D81-1FD1-E4E6-2F19-37E2939D6AA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5692C-D49E-B6B9-51DE-5998E73A593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7C3C3-0A0B-1B6F-959B-70FC02472A9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78D78-E2FA-E54D-356C-F85C0A30F00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1C906A-71CB-E702-75DF-761AE3C4461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C91246-D688-0099-5EF0-6F5CA610F8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7FB445-4D27-2C12-3159-4D1447B2749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687171-BBBD-F569-1998-9AABD621976D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D6B66-9D8C-009C-C16B-7B9C5893D8C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F120B-A76C-AA99-760F-77C95CDA5D3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0A286-7A31-4EBF-0E13-532917B3664F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6EADF5-B74F-DC2F-BBA0-5C8504342E17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F63859-2642-C4BB-CDA7-F5883AF4A5D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36522-0298-64A5-B119-547CE0702AB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D85743-1526-BB85-983E-5E8087DB1485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2A097A-522B-FC8F-11C7-77B8445D65DA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FE80FF-3A5F-49AA-6A4C-21683EEB9544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7371BA-3669-7040-4885-17FAA8C2889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ADF604-A5E4-033E-460E-EF3BC540FE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8BD132-20D8-C7DD-B759-49E311BC5D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BA67DC-9EAA-78C9-8FFF-FE974300F8C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532178-10CB-864B-314B-CD65F1A1FCDB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52C4DD-D893-AB0D-F39E-76FD17612B4F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A0471E-1D10-DBFE-C8F5-FAFC2FD219A1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EDB55-0413-2C0F-47BD-55D9239404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A4CFF-0B29-2FD4-9B39-20AC1767BF0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FD6A41-EC11-FE0E-49F2-AD6B2815280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DECBCF-2621-3A27-BCD2-199741CD355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909CD4-381A-BDBF-E905-DF0DDE7E4D4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C8721-392D-9B47-FAC0-91A36B1F966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2D9620-343D-6C15-EE74-AB69B02B81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07AD2C-B867-B6EC-E101-85D7FCB6E57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49AB3-94A1-3B7C-B78E-48A7A3911A7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E19754-B155-C474-C133-4CC1F1A14A1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2D8933-8382-1B19-4E29-A0238CABCBE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67A333-0659-B67D-5F64-954C6A45E9D9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F1AC58-195E-C5B8-7356-40F0A575B3C8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E5DDBF-EAA7-D12D-9E64-03D02E425B5C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EA8209-605C-54C6-E04E-F3B212DCFCFE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750249-79DA-A997-0280-BE3554ED6EA3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2D1950-F085-AE8A-D659-39EC3BFF0AA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54F2F9-C707-860D-E9E1-7FA8CEF38912}"/>
              </a:ext>
            </a:extLst>
          </p:cNvPr>
          <p:cNvSpPr txBox="1"/>
          <p:nvPr/>
        </p:nvSpPr>
        <p:spPr>
          <a:xfrm>
            <a:off x="4143022" y="43051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97F3CE-0647-06D6-B59E-4D9D1949654B}"/>
              </a:ext>
            </a:extLst>
          </p:cNvPr>
          <p:cNvSpPr txBox="1"/>
          <p:nvPr/>
        </p:nvSpPr>
        <p:spPr>
          <a:xfrm>
            <a:off x="4143022" y="50605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888D99-FACD-DC17-3866-C50CFD2074A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DA0844-61EA-443B-2BD2-C7D23662665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44223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0031-A929-68B8-275F-57AE043D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E094C7-FB1D-F01E-A3AA-1125B98D08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9 must be on the 3-line, which means that it must be 789,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943704-B8F6-CF9B-C3D5-145B31762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1357AA-751C-E2DE-7F32-EFB5FFF71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6D785B-2CB3-DFBD-D66E-0251DB817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5364E8-0F8A-522D-A986-EF60DA446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07934A-7676-2D35-3747-CCE40EE30DA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6D267-6D44-D54E-AD60-10EBDCFCA6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EC99B-49D2-88EB-1012-914A75A71E9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227C4-E982-5FE5-1029-539F9C3A69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4B8836-0613-6102-1FD0-391FEBFE55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077C3-8E60-9BE1-DFFA-5E6899EE3C3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0FC8D3-709D-DFC7-1BBF-97016F3D88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63CE5E-1610-84A9-F67B-295901B93986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939672-3323-683F-53F9-98839A96EAE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715B1E-DE47-ABB1-B15B-1A5442D83A9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9322FE-1A80-BFC6-D006-A7509097FF26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009E7-069F-88A5-CBD0-2CF0A0FCDFD8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0FC2F4-D441-2DFC-8913-3CA4A5016C2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459C8B-53DB-7EEB-318B-782DB4DB93DF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96246-69D5-67D8-BA51-43B0724F64EE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7D5CBE-D783-3A75-6F5D-60B536A8BA65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17018C-DF05-F6EC-DC71-7B2006FC317B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8565B3-B9FC-3001-0FBD-A8F1228BB5C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EF34A0-E8FB-91F0-8DF0-1A11CBEFD4A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1F7AE4-5AFD-41F0-D969-33C4C77A49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B56EBA-FB8F-1C75-1050-18306ED345F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330736-E3FD-94BB-E503-B983BEE006BE}"/>
              </a:ext>
            </a:extLst>
          </p:cNvPr>
          <p:cNvSpPr txBox="1"/>
          <p:nvPr/>
        </p:nvSpPr>
        <p:spPr>
          <a:xfrm>
            <a:off x="3138310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882388-3DCD-6051-DF6B-63FE500970D4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3F3D1-D028-0B82-5877-E3836F6423B5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51A042-0B4B-6992-C7BD-23B2F767B56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4E86B-A796-2633-0917-A103AFC84E2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54FDA1-E65F-E52D-72EC-21DFF40BA57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BEB3A5-1AA4-3E0A-FAA7-59AAF46EA1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0E2DEB-44DC-0805-3C7B-44DBFD4E725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6AE79-927E-4104-3BFF-CEEF18BB736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6C5562-7F89-0AF1-43F9-A57169BAE8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09AE3A-2141-3655-B345-6E64FE179E1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21B99-404F-4015-1089-997E2ABE0F4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636B2-A604-792C-A4D5-E2447FBA17F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C990D-6A31-19C6-D8F6-496A7BBD73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707A87-D9AB-FFCD-F611-41E1E85C11AB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E2332D-A5EE-95DA-B9BB-145EC38A7E13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EBFF3E-4467-E9D1-7825-573FBCDF11AC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38E4C3-7524-D01B-8716-80F2690653F5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708713-7106-1745-58BA-2CEC1A4621AC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1122A7-567E-69A8-113D-A5273C04C6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8FC691-1E5B-6AD5-6E06-78BF765F35FC}"/>
              </a:ext>
            </a:extLst>
          </p:cNvPr>
          <p:cNvSpPr txBox="1"/>
          <p:nvPr/>
        </p:nvSpPr>
        <p:spPr>
          <a:xfrm>
            <a:off x="4143022" y="43051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0A62CA-7ECC-D9DE-D2BB-66BBE2D9F1BE}"/>
              </a:ext>
            </a:extLst>
          </p:cNvPr>
          <p:cNvSpPr txBox="1"/>
          <p:nvPr/>
        </p:nvSpPr>
        <p:spPr>
          <a:xfrm>
            <a:off x="4143022" y="50605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93A693-9809-B886-5C2C-7FCC9F1908E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B6E8C7-49AA-73F3-ECAC-568513AE2E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583C93-DEF8-F8ED-8434-22AC9F6CB2F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363885-3257-ECA4-A76C-B49E98E49FB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C216C0-6737-B3F5-D2D2-0208C4B9004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24848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0156-6F41-632A-621D-C986A15E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A33988-9BF0-C4B4-B279-5048525D94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9A4BBF-0E5E-466E-A2B2-43F1BA566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0A382A-7461-EFEF-8093-3E63EAC8B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D27858-EF08-7A25-1013-BD0DC89AE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DA21FB-D2EA-EED1-DE40-DA83279BD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E777EC-198D-2170-8560-4FEB9C58EEB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776CF-21D4-7124-D4F0-EE40570FBB6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BE2A9-63DE-6B61-496E-959842FEF7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74401-334F-F936-C2CA-A710D349A91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BD49AA-EB9F-BB7C-681F-D1A7AE5035D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3AFA73-DA77-09CA-1C6A-86D9E3F290C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C1166-8038-75C4-0AE9-D3A2117421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E35803-8491-F007-FBC9-17ED2CE1C4CD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A07C9-5AD9-F520-07E1-ECF26C062BC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DD4507-7F89-0A8C-3157-015FE50E778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B52179-5150-A0DA-B739-008C14875C9A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911D35-0757-D289-D73E-F02E6C0EDAA9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519C24-FCD1-3339-F19D-D7C61AA05E3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3D5D4-8912-14C0-097B-4F67664055DA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2AF5F0-203D-8309-9AA3-182D549B09C0}"/>
              </a:ext>
            </a:extLst>
          </p:cNvPr>
          <p:cNvSpPr txBox="1"/>
          <p:nvPr/>
        </p:nvSpPr>
        <p:spPr>
          <a:xfrm>
            <a:off x="6152446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2B585-46B6-4F74-C4C2-592131183A45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710EFB-2FCC-A91A-9FA3-26E0BE249948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7DA1AF-4462-8B2C-BF29-5E7D5E82C47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393ADD-7CBD-92CD-3C37-36D80AF8BED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1E6DE8-FDD5-9372-1ADB-C54E0088AEF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918B06-2533-F212-04E4-A18EF204804A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F05815-E771-4FBE-5FDB-77F3D9237C0D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F4375A-9D65-DC3C-157D-DE02F9E598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A27B0-AB74-DF50-9ACD-B0C096B429C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489777-960A-D6CF-0ECF-A7B7B7B7FF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44747-1667-62B4-5C71-6EBC6129A8C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77DD3-1437-39CD-B1DF-0DC72D5F248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157F4-E134-5A8D-2453-DADCD62AAA4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CC9E40-ED35-8778-CD74-9F10BF4065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858010-A4B0-A8FA-7BF2-DBFC38BA641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9E2E30-F6BC-4E11-D034-14677E4FE0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0AEB1C-7333-9367-AEDC-EB103D44131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A978E-1B2A-92E1-3D13-5EEC69FD7C1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9C1C1F-80F6-FF70-2CCD-51229D2DCCD4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0F3678-E96D-071B-07B2-C949227D4841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973ADD-CD9E-333A-12C4-06A87F6C2399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7950EA-3497-965E-79E8-D5E4EFB84C48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998D0D-08F0-3ACB-C67D-8E44760196E1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BBBEF5-5E44-15C9-9394-CB7E0425DC3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B46DAE-7F97-1607-57C2-44509D89B36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A527D7-631D-0B67-061A-D7D3C6D39EA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782146-CD47-F5E5-88ED-FDAB9A10C2E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05AE5A-A925-46FB-9B93-D99B5418EDD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8C6A55-F648-7163-487A-3DBCFDCE82C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95737C-B106-4D13-90EA-3FF3DBC7A3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F4D244-0CA2-0827-2FFC-33ECBCC4C5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2BF374-F146-9B20-73FA-46BEEDD3F85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BA84C6-31E0-242F-499B-D4BE870B38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4699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FA13A-BAE8-03F7-CD41-AC1D40A6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2F173E-FF27-7B35-191D-8F882C61C0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A67CAE-88C5-9EAB-884F-BFFD9A4FD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F3278A-C463-7058-E7CD-F3BD62246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42671E-B0F2-4BE6-9671-DE4193A8A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0B3779-D0D8-5AE1-1F1B-A4114840B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A3AABF-AB2E-017D-E3EC-3F044AC9F45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8EBE17-B1EE-D9DD-DA2F-2836878F5E2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9F472-BA0C-8E31-8C8A-D01788969B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48ABD-35E0-F0C0-2919-F74A373E38D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55344-8946-7161-42EA-5AB1C2ED83C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8611BC-85E1-13F1-5C6B-E4EB20D5F90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C78F3E-D83F-7CFB-E715-1C8DF2F089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16F03-7F12-E735-ABED-D638163F819F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289B4-8972-3512-F339-1DE8AF2421F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59372C-BDAA-3335-D354-1B03253BF7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08E95A-8B1B-0AF1-2DAF-B016925CD1F5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B03844-5136-54E2-86DE-F9034A982A96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9661F6-D561-ADEA-BA48-DC0D169DF25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357A6-7089-A3C9-B76B-DA0F886F2B09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82DFC-7A58-96AB-6C60-D77CC98217A9}"/>
              </a:ext>
            </a:extLst>
          </p:cNvPr>
          <p:cNvSpPr txBox="1"/>
          <p:nvPr/>
        </p:nvSpPr>
        <p:spPr>
          <a:xfrm>
            <a:off x="6654802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D6B263-BBEB-988D-15DF-58271606B676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C722E3-A652-16FF-2B03-B64DC920E2C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12AA44-C5FA-5027-BB5D-3459045CD47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D1F4E7-24B1-1463-EF9F-B57F46F7103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50DFBD-AFFA-5C38-D60A-EBEBEA92C2B3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AC65FE-4B42-CA88-51CC-B4AD0B3D13D4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33CA91-7C5D-B2CE-758D-C7E5AC1F462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1C975C-A17B-3B6D-1658-45A9F7D78E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943111-02E1-010A-310E-B4EE7F19A52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7761CD-FA2F-02B5-9683-2B20C4EFAA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AA7997-A3CB-E4CB-C0A6-C311253C1FD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1B2CE-1F80-932E-F6AE-CCA3563FB7A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87C294-BCB5-1CCF-B90D-A5CF3A80693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DF230-50FC-0D6C-FC6C-02D6BD7EE4D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C745A-68BA-4AFE-93D3-87048701EA3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60F17-0044-2929-A445-249DF7F2A34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C75B7-6812-DF48-CC5D-FECCB997E20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144A3-4E21-33FA-A725-567EC794469B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E043CB-C740-E4ED-004D-90E6A3EF284C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BDB1F-38E3-CE01-05E7-0140457968A1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73E001-7DC3-8842-41C4-DD74B225528A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59ED34-C085-F9CD-BED7-B9F6933A18C7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8A6875-E220-2D25-5A9B-8165B75132B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86864D-254C-347F-797C-8832B15C551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DA447D-9BC6-07DC-C5F8-8DE67A49E35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A02BDB-D2DB-AFE2-7B5E-4E414583A7F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D055FC-DD09-7490-D1F2-124EB154724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8DC2B8-B958-073F-6D9E-7FB9BAE0BF3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DF81DA-5962-1EBC-C587-2ABC8DD6E3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054944-CACB-ECC5-1D63-6B11B8EA66C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38A0ED-EB5A-38E6-6CE3-CBC08BAB942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99459E-95D7-004A-E451-45B6FF418CD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A8198C-8887-D1DC-EE3D-32EEDDEB474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6584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D810-A704-0ADE-2DA0-CA8A859C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6D0C5-F2D6-15E6-A98B-4519FC1A3B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A1B71F-F101-6581-2BC3-72B30D799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40AE80-2D07-7A2A-F3BD-9771BE509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8BFA87-DFB7-9B6E-92EA-FE8616D7D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BEB4AA-9893-B05C-18AC-466343CED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78769-625C-C2A5-FD88-8FAD38AF185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D63C4-776C-B19A-93C0-BCD2B803B4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B4747-2552-E43A-4930-989ADCEC30D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78B70-EBED-335E-7E5F-3FC22E16FBB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52A82-381C-44D9-9962-3A2B7FF0D4B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A4214-9BDF-77BA-2554-51FBA9EAA6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96741-9FD2-27C7-D0D5-D7809BC12A4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99239-DB48-B941-3030-858183FF7AA8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41F04-5A6E-5289-6A50-E5BE45E03D4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D3AD59-A62D-BFD3-FF18-942A6EA5AD3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20405D-5F89-DEDE-93C4-8ADBD0FFA86D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9C1B40-E78C-80EA-AB32-176765EF7B73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4F1B13-7893-8291-C380-308A60C13DD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6FE02-5420-64B3-44BA-9B99729BB1D1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B7653-7783-BCB2-DB90-82EB8DE607CE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C0090-722E-AD8E-861B-BA218F06C5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B71D7B-8D1A-D04E-89F2-CAF3DFDCFD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1A9AED-4ABA-5A57-CD35-932831516B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8E4620-81BB-8703-67DB-D02386BB4479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3621C-B26E-5E35-F1AD-D2976F8977AC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258881-5624-4066-348E-3213DED5B36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DCBDBD-2AD5-DA31-0459-825B93708E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37DD49-E0D1-FA65-48D5-B3C668CA26A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FF491F-7A3C-7EC8-1074-93E0271D349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21A78B-85B7-74FA-3A98-1205D0A87BC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E02AC-15C7-6661-A14E-3E4CA9F8DA3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511C9C-44E3-31FE-67D5-BE31710C00C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DCB983-2276-9482-21A4-DB3FE809289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27C903-A3D7-6706-18A7-57A74DF5658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644D26-E833-D734-8A8E-2F28724615A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30903-94F1-212D-9C03-5CAC9B48311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289490-D19E-154B-EFEB-1A839CC4AB35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19D66D-17AD-46E7-37EE-3A5FC773371D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04E71B-0EEC-11CE-2670-61B035CB2474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5EB073-5FD0-CB4E-A463-DE29B6ACA792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4ED2C4-1BDC-F86E-C760-D352D3A0B825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7A342D-3116-CF8F-2E38-A7DB0110709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1835FA-A9F5-00AA-12A8-1AE4B31323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6C110E-E849-5325-704F-FBB0C1E690A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25D582-9CD0-1B18-970C-5BD41C96207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F351C0-28E5-4408-E4BA-66B34B9F165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A5912F-7C41-F4EA-9458-56F8326E1E7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E97997-AF6D-1AEE-7216-05EB891D8C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BBE133-BBE1-3149-B770-255522FF4D4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7D4B7C-E33E-1686-6293-C0D98FA4AFA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79A394-2DDD-70C4-3E68-A33833D032B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1BA58A-D0EE-FF97-23F4-4ADBB2C6711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280DE-B0D8-1C69-C319-3175201C99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7255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BC54-7BBB-E282-E7E9-FE042E10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1E2C6F-937E-47B5-62D6-C8D9DE7EE7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76093A-9506-99AF-833F-70C26563D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AF10D4-E575-B804-7C31-B0A7EC267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199FCE-513E-6423-AA4C-EABB954FD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B246EB-B98C-B34C-4A57-27C25551D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16EA0C-F166-61AD-3F5D-30024A08746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6E295-B1E0-B0E8-4330-26BD1B0D0D5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6E6AE-1220-609F-9171-329B58EC0AB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37431-D9D5-22EC-CE97-EFF29BAE1EF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097BC-891A-EBBC-E17D-D8DF48D709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282CD-8227-90C7-DA4A-6AADC4F857C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81CB1B-4A4A-69B6-B88B-38FE78CC9FF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64B8A-6F5F-AB39-E93F-84A56C2F6D8E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B3DBD8-1999-FC40-B77A-0EF53944014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4E4B4C-8670-0C39-B70B-D4995A22D7E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45FDD6-89DD-539E-48D1-675644B89BD3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641490-1802-B13E-D9D4-24025C0B3A10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3D4A40-EC1E-5F7D-EA19-E2A58BF4162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98E80F-EFCB-B534-33CD-269444E10B5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263AAD-EB21-0EA8-7393-F76AAE64878C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50D1D-556F-FA2E-02E2-20445CEFA89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2F416C-F455-66D5-578D-690444FE57F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5279D4-CBE4-3C9A-66B1-089F4E2A30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F6C454-0061-D9FC-58AF-2D2C31FD1419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BAAB6B-AAE4-A34D-8E2B-52E7E20F6510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73AB0D-D298-AEF2-8C96-80462ED245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A4ACB-892B-A009-9907-A64DB7E642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A7F87A-94D2-C1B3-8A42-15AF0CCEC34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EBB1E3-2D29-09E9-41F0-63F08E0825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0630EB-D0AD-50D4-6ACE-9966A9117C8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F2DB2-9EE2-E53A-40C6-8C6A4B1C02E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84B3C0-3111-6DA0-5F82-F33C99ECFA7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2663A0-064A-FD0A-8F68-023381939DD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C7AD6-E138-176A-2B07-DFA718C04CE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545E20-D718-C1A2-F499-897D4FA2F9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F6CE2D-4C28-663D-3073-AD547715337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F27881-27AA-F4A3-1863-1CA9A066DBED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1E1CD9-ECFB-727A-8CFE-B4A0BB5DFC6A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6A478F-7841-1980-67DF-FEC0DEC008C9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8D175E-84FD-A36C-F111-4E51D9D68C9D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03F6FA-C45D-E4ED-F838-54A86E12CDAE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824259-533E-2609-9DBF-2F29889C44B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FA2D90-C490-AF21-6E56-085A4062746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5A4810-731B-B961-AD2E-E2E3FED42A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1E60D5-47A8-C8AD-BECD-2206EFE800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EB9A9F-1085-EBF7-DC25-D445A7035E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B23001-B26A-5650-87B9-8FEA17A67E2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52A54A-054D-07B9-FF62-A0CF269195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1E1E56-E8B2-5383-C8B5-31CC857B813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18E18C-659F-9080-6669-16A65C426E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EAA40F-7856-4D51-0DF1-E015EFCCCCD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C841F1-1B44-4207-9C8E-0B1F9FA1D66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BFC5DF-6DFD-54A5-5512-8BCFEB1A26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DF6297-3987-CAD1-463C-36D98481FB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31F1CC-B5F6-7544-A619-52F4D5EB55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7D446F-A232-6221-512D-7905F1F07C9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265406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581A-D283-77D7-0104-485B1AAD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EDD513-BB84-C420-21D4-29283E479C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3.</a:t>
            </a:r>
          </a:p>
          <a:p>
            <a:r>
              <a:rPr lang="en-US" dirty="0"/>
              <a:t>Note that 1 can’t be on the 2-line because 2 is not available.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45DEAA-59C0-DB9F-3FD7-FAE73B2F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2CB05C-9EE5-E809-F56B-C01F0903C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02EC14-33B4-3104-F9E9-2C941DDCC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BD3462-E45A-96E8-E40D-486734A88A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123E3-7B9C-5B41-8120-5BD8C0A608C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4D72C-5BD2-3D2B-6D75-682453CEA7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FA5C6F-6FA1-4A87-A0AB-B283B59A2DD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C368D-B75A-261F-1130-56A9B18C292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94755-3491-E3C8-3911-72C80CE6C7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BCD65B-C736-B4A6-E600-DB2A4A1C08C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C109-C041-4A07-EF0A-752D129151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65B1E6-506A-C072-6BF4-C787872B671B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898881-C4B0-EBF3-ABE5-AB22E19AE20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B3AB6F-CFAC-25EE-0FC7-E4C6199B7BD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65B692-CE94-60A1-56F1-53EB195B7FAC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B05D08-AD38-DDA4-3D4E-5DCB1394CD50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DA4AA9-0549-FCD5-CC81-016A51DD765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51B79-82D9-C48A-F92C-7E7A75DBFFE0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9DD123-F06B-A674-E627-79A4DC82FA44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E73F43-D902-89DA-933B-FBF2AD2C0B8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C8421A-6409-2E73-B32F-6696542D381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523BA7-61FA-79FB-723B-EA4D95EEB6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611B6A-4EDB-CC05-885A-3219096DD8F9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3641B9-4D9A-6D2D-47E0-AF4EF13C59DC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2B7967-EDF5-1F40-C345-436DC3A452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53802-D043-8170-10D1-43EB7135E3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0EC35C-5A19-6F32-DB25-749EF0D321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F8ACCB-A82E-CE05-809D-1C7F946EF69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6825C9-0F0F-F2C9-AC14-3FAB2128E6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07EAE-AE71-9F24-50FA-0DDE18A7E4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B6981B-9488-ED47-D28C-D24C8302155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FD437-A7CA-399E-DDC1-0FA552AD54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B766F-168E-CF6D-D37B-1B2BB1B205E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9773E5-5F7B-680D-C8A1-91F5D8FEE70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216BC7-FFAD-01F0-F883-EEC7D9888A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B5B1E2-7975-D9AD-F33C-D65FBE56AA8C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E8D041-B7BE-A759-9AD1-721E37992544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FC9625-9E06-7C48-7E0A-A8056A0CD250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316756-9F42-03FA-B2AB-4559EF320B58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36FDAB-77EE-8D5B-242E-ECBE82E94CA5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4133DE-1086-E006-9828-1F7BC559725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40F91-7090-01E9-A0DE-BC59C2F6079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F7C775-C37D-5393-1A85-660CBC3F495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236D91-9477-0AE9-B611-4899BCEFAA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405597-1323-9A76-7405-3AE4D3D41B0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C453D3-9DC2-FA68-A390-44549890F5F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EBDAD8-F049-EFF0-33B5-499D31C78EE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4B7684-CBFB-5B1F-3229-E2DE062250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D6AF97-13E0-DB23-D34A-A4B0711A69C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F4B747-89B7-31E7-9A1A-292FC63E930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1D639D-6814-5B5B-232D-3D9DD50B67F9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0271AE-FDC6-2314-E243-0E36A2C14466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2FBE84-B422-21D2-E973-A70FD9DF9F6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142B43-CB5D-C6F1-FDEF-4C245DD74AA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79839D-DDE1-A2A4-061A-BEC198F9C8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E4BD6B-71D4-B4CD-D9FD-CCE2233653E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7FFC10-7262-A6EE-59F3-552154DFADA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827CB0-A7ED-D145-571A-A1F6CA1F42F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47821E-CF15-CC50-1B02-AB310EEAB59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797868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543C-A9EE-A370-F7A7-5DCD5423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DB5A32-7469-61B6-3A40-CF6B89A969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920C82-570E-A3DC-8C11-A26D644D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0AA236-D5F1-BF3C-4254-A3D413D1A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7792C4-66FF-B49A-1A2A-538FB7CB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820866-4221-4890-189B-0D6673626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00CF3A-B849-4648-A7DF-416130E6474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11801-A2BA-CF4E-C032-FA4B39722BE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DE5FD-4BF5-FA14-6CC7-CEC61E6F424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17C90-99B8-BAEB-6BC0-B68196352E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AF854-885E-9BF9-181C-8D89718456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DD632-26C7-44BD-F81A-751D76CCB43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494FED-36EA-FF2C-1945-9AD435AE77A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8D23AE-A701-573F-E525-09F922631662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28DDDC-FA6A-1386-A47A-1A8B030E8C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429D6B-D12A-99DE-3FF9-C266A8C7EB2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055D2D-3CFA-648B-8BF7-2EAD9A4F0344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F173DF-C26B-F185-10CA-D8C2F86574B0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B41E99-218A-6229-476C-9C5642A000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437FAA-A676-9F43-5667-9C4AF8F1479A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D7B9A8-6122-DE32-135E-5C15E9878138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A3E2BD-E8DF-902B-4646-41E39F3E4B0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530CAF-D717-703E-2298-C2CE989EFF2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B1782B-1C61-AC16-94ED-C94BFC87E93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B5E3EA-1D96-EF71-E348-17976A76C40C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1B9ADF-DA1B-8C3B-E98A-154F74E5FC01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7D5DC9-E604-DB78-B174-CFDD55F6E14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80E912-5CE9-E582-30D8-DD01915571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C8B8D5-349E-5FBF-E135-6A0DFBDD51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5B517E-3604-EDDF-8634-2F7230CE12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7CF5B1-A0F9-B772-DF32-FFD9132012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626D0B-08C9-8729-2A83-3F0FF9F4C88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A4C5A2-C4D6-3587-7C3C-24489E0DE40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DA3316-C2C8-9438-DD56-2861C1C8AAD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AB6E8-D846-9623-9EF7-7140C282D48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91554A-1E3B-DB44-AB82-6CCB21D4175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A55378-594C-09AA-E8C0-E06D2C16CB0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61212C-68E0-7827-F3CC-BE6652695CB3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1814D2-3DF1-46F6-871E-B46C64A09C18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53C8B8-5F94-F63E-80B9-09FD34BFCF14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84ECB-98F7-7EFB-DC51-0212ED979BFD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FE9C18-E4F2-FEF2-5A1E-BF28A7D34AF5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C52A1B-D531-B3D6-ACCB-F0C86709E61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4E92E7-7A91-6E09-AAAE-E4F5D579D08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819CE9-B901-1C55-FD12-2B55E6747A7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CD8700-541C-7968-F841-2C67BEB70A0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7FE125-165B-9907-F214-EC97A76E055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5092FE-5F4D-E34C-FC32-C4DB4120376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0E5E66-2A46-F7B2-FEAA-3C74C447E0D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9BF0E0-7AE5-E0B0-29DB-F02E5CF1793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F3CDDC-384F-7C2A-38F5-B545A82D5B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3119AF-9262-4549-14D1-966274A01C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A240AF-360F-93B0-74D5-FA8039EAF3E6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334CE8-4CA6-35A1-23B0-7F685C129157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9799D9-A7BE-FB3F-C986-F34ABAA061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639F99-92BF-F2DB-3983-E8F9CFC824DE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6538F5-4D31-9188-F319-342C4A8536EA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188AA6-F0FB-0136-AF4A-6EE2A034976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AAE676-9930-5F34-735C-DB05EECF3C7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BE582B-DA42-47FB-28DD-3338BB9921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438646-3743-CB8A-5BD2-C76915281C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C83363-5DDF-5EB9-A862-EAC776D248B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668C25-47DA-99C6-4220-D2EECF593D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5C6F34-C4B5-2496-F554-BA761723BF6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5925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13AC-3D48-2173-0CB1-8D1E54A7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0C44FA-C5D7-CCC9-0CA7-991358BCC1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location for 8 in the bottom center block. It can’t be on the line because the line can’t contain 7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857E54-A9CE-1B41-36A1-5C58100F9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B5EAC5-26D2-8015-8883-E50CC6FFB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929E7D-1BF1-1133-A9A9-6E1FB4D59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B8C83E-A960-0B0C-04F7-77B85C5B9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AEFF6F-4750-6D03-7F9C-720BDA1B5E9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EAF60-1E68-BEA8-DB61-F7AFE3BD01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54E61-F897-6C09-3D7D-ABC81474E99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43BE5-4719-C584-3B9C-4951A8DDC9D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8779B-C5AD-5FDD-6DC7-2425C1AE25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C29BA-87C0-4C34-9385-23D4A18E3A6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9C9CFE-9422-8D88-A9A5-CBC6D2C5E9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0BC84E-9B16-B95B-13C2-34D54A64EF05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314351-085A-9220-0714-B1AA73B8F1D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753EB9-CC65-4667-3641-F0098538D74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5B24A9-9625-5F38-0CC8-A661D0918051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7E4DA9-1130-8228-B5FE-8186CC5D8C39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6EFD4D-E9CF-D065-C4FF-9C1D81443DC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271652-FBB1-80A6-761B-6838942E075F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F6EF2D-7333-064F-2CBE-5939D2835E14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39D1D6-1F94-56A1-BF63-D0B2D3CEB13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B0938D-5613-AB63-08A8-32363742A16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E6261-8279-0BD6-0DF1-88CA62A22F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98463-F98B-AF7B-0306-86DFFBE70D3C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470A59-A0E1-CD99-7F6B-F24361FFEE20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7959C3-8747-88C1-2100-DFAA8CFE347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338F3-A3BF-777C-0E23-C206900C143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B215B2-7A12-E159-B59D-47566984D27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A70765-162F-87FD-FF3A-DEEC9A397DF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AE5733-E42B-3214-49D1-C5F45BB4A89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AC515-D5C0-4455-154D-E1B819D7999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CB3238-38B0-63FE-0719-8EA9457BDD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3E7B87-E2B7-6350-E747-C4452BDBAE6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009D6-BB77-4FB0-72E0-4DA483D17C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1F0E6F-A4B7-DA52-F4FB-11C0A3ED35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CD32C-4272-29D1-A34D-1C8745E4218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B60E59-DD35-62DF-BA3E-9476CBAA7C8B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4D6126-DA7D-33D1-F23E-BF633F1CBD56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F4B207-5846-CABE-6CEA-4AB8268BF689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1EF11E-C233-31BA-A2FE-7B7BCB2F39E2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9B8C52-C787-FEC3-F532-87CB145BD627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5C3A90-BEF9-5BCA-639F-874A6BF9144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1596C1-0879-44EE-2890-CFEB4488C81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3FCAB-47C7-0D83-514F-6F66803626B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F8C21D-9C49-F38E-61B8-FECB0BF0332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AB3A2D-0D44-A883-ABA4-9D8D541C5C2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67FBB7-BAD7-D864-E797-61570836148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29B7A8-1E8B-AA8F-DE3A-479E52B51DB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C16176-5157-AD74-17D7-F07DE329DF5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20AF74-8E12-37DD-EA8E-A5435B423D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74FF4D-5FC6-B981-BB89-F03FCC83C13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EF0563-F45A-0526-2BF3-514C473FC930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7493A0-F392-9CC9-8820-4CB8D5F57705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04ED4F-DE66-0005-2EF0-27B446FE6C4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AB9BA-29D1-58EA-1198-48AB50CF0A14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1A778E-2EB5-4FC7-8186-94C4517CF8C2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64F3D6-51F9-96F6-FD50-E820548DA62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6E5AC8-CE9A-A593-D329-AE17249AF2A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5337CF-0CB2-4F84-F612-0EABDFFDCD1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13D639-B850-E837-B6FF-91E2160E30A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BA7EB9-61ED-9F14-BA85-7DF9DF46718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951960-60F7-E5AA-8785-7ED903781D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756A3A-46D2-1EEF-95F0-6DA9EC4E46A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1BC5A3-5C28-62AD-D608-569D8D31BBF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55664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EEE0-DF20-E981-12B4-B43E92A2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84D2D-A07C-B1F2-8960-E3305D5850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location for 9 in the center block.</a:t>
            </a:r>
          </a:p>
          <a:p>
            <a:r>
              <a:rPr lang="en-US" dirty="0"/>
              <a:t>The line, therefore, must be 789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732C36-C283-A19E-AEE2-E5FDA9D1B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9384F7-20AB-FC72-3D9A-AC9470A78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488E26-4D18-E917-082E-039B3E137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30A5D0-53CA-9D7F-FAC0-10A75D0A9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DA04F-1A54-A8DF-8AFC-6C4AE1C224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3AAE0-2551-0C1E-DF4D-5BC7955A662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0E199-94E8-3583-5CFE-53A09E645E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62FAF-CD20-91F7-FC2C-3386C76018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DCC64-0A5F-E9FA-CF13-0F55EC490D8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47971B-CA24-3633-3FD4-962DE8370C6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AF194-ABCA-9113-949E-7FA059CAA2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15D1B-2D51-08B0-7357-BF9E8895EF26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C14FFB-54EE-E22E-38CD-16ACE704B50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7B237C-7731-7D57-77E4-1C1A946113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CED759-A4E0-BA06-DB4D-73A4F84B2DF4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26D2FB-7406-1A9D-2463-B0E8BE7602C6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3D197D-C5D8-C68F-380B-C1475E7008A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A3CD8-0B24-A113-43E6-21AF2466C8D4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A958B0-0F92-CF2E-FAF0-E4F24B93F1B6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74F707-D5B7-7CF0-C798-D73B544B54D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9EEA36-FAF9-0A14-EE16-C818105BC79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D22348-986A-CD96-B5BA-CAC60D47D5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ECE838-4A05-2ADE-E947-88CB4979D019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867B0A-3FCE-55E3-F4C3-DBFC6DF03C5F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3AF632-547C-590D-1D76-CE620A04535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4800D2-0AB2-242D-9AE7-AE13A639DD2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8340FD-271F-4AB7-8B45-8B39E4127A4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9A1063-7FC3-45B9-6278-A02A78B793C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76D60D-DBEF-FB23-35C1-4C0E0D447C2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460E-815D-5EA1-4B56-6FC0A92C3CF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6B49C7-BEE4-8C8F-96E6-FA431B72FB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3F85EF-BFD4-AEF9-32EE-21CE2DAD41C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8AAB58-AB69-82C5-41C5-50CFA1F3DA2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F70686-00E7-8820-9397-28A048ACB6E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C895-1295-316E-E9FE-015F358CA21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C6E371-5A15-9A2A-C232-000B1D21507C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B6C140-CB67-A02A-9CBF-4C617C4D3D33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E293A5-0036-2FFD-CABC-EDE02B4B1DBD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CCE30F-32DE-457B-E22D-15AF499956AF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27CE0E-ABF6-7793-AF73-F4FC4A0621DB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1923C3-2290-5DF0-3A25-26C706BF696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B393DB-E123-7349-8893-E72CD3F7B23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50A2E7-E9D0-A7C8-D7DF-CE947B93E23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28C4B5-4D3D-43EB-9084-7663067D3A0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33D417-6A16-5DF1-9406-BC976948DF1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6B95F1-97CE-6C50-FD23-6FD674C43F6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950254-85BD-CD78-8043-1CD98AC6FCD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895BDD-C1E1-D1FA-1352-546A2CC39A9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69170E-F4F2-3F03-22FF-3806A0E0E04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08D403-2914-3432-5AE4-8AFE357BED9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6A87BC-90DE-3314-98D3-C695F7BADEED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5B2BB-095F-D9E4-222D-9B5DF3D861A2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E49FFE-2D4F-2969-65D2-60746600345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367972-564E-931B-F67A-7FF5167D55DD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E49B70-062B-E2C7-BEBC-4038577306F8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442244-924D-73CF-58BD-14F6AE99A06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0906DA-D261-9044-7924-D30A6CFB56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CE81AC-D84F-B2B2-C530-F565216453B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99A86C-8723-7896-5A0C-55CD5730319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45C471-37B9-6279-E2AC-C544FACF40A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FF7A64-8602-0064-CDE7-B6727D886B8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07E6DC-2BB3-1D64-98F7-EA39070DEB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DA086-DE5E-C7D7-15B7-418ACA4B84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8BF928-3AB1-4D1E-B99A-206A82F3772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53220A-8783-49B2-ECD9-076E3F57B812}"/>
              </a:ext>
            </a:extLst>
          </p:cNvPr>
          <p:cNvSpPr txBox="1"/>
          <p:nvPr/>
        </p:nvSpPr>
        <p:spPr>
          <a:xfrm>
            <a:off x="4645378" y="2770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B6AD97-3E9D-F6E6-5173-F5DD08DCF6FD}"/>
              </a:ext>
            </a:extLst>
          </p:cNvPr>
          <p:cNvSpPr txBox="1"/>
          <p:nvPr/>
        </p:nvSpPr>
        <p:spPr>
          <a:xfrm>
            <a:off x="5147734" y="2770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798462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6E4D-9BF9-DDC1-B82C-B47C7690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87D38E-CFBB-5505-198C-D713B8822F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A5994C-699D-59FF-43C3-959C1C734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FB561D-0661-A69F-6111-44C3AFD42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BB0709-5170-A353-02BC-AB3044D2A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39D184-C4B3-0CC4-6E31-17BBC804EC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5519BC-495E-27FA-3C9E-052FC4BDA6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C170D-90E9-2E61-78AA-E0723D29B1C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A661D-CED2-5958-966D-562E682DC9B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970B7-1055-1837-E7A2-870381C908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4D7B4-8683-2A9E-BFDB-AAABF4C36C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32EA2C-AF98-F81D-6C5C-0DD66370636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ECF1D-3A93-B0F0-EADB-2539C83E8E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474F14-3C06-37EE-5075-6CDEEA09CDAC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45E5F1-AB1F-53EB-7F01-0C8A1FDC41F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653817-B00A-9DF1-63CB-8B7C28C9CF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7506FD-70A9-4FBE-C277-E0EC1AA58AD7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BD252B-14C8-6AB0-66DA-2B923629C1C3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97E83C-2499-58C2-47D4-36DD43A0819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0FD684-6483-BEA9-7AE4-04EA7168B028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64FC2C-DA38-7B50-1EA1-36117E6981EE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B990A-1806-B26A-2678-CD856F1145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D8C757-E938-371B-B85C-E7C95ACF9BE6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A03321-26A4-992C-085E-1CEC37970B95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41A1B1-9366-132E-DB2F-9B53B1B196B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6D666-CD86-032C-902C-0B4512FBDD3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EF0EF1-2ECC-E2AA-0B50-C9A466AF1DC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63EE4F-EE96-54B8-3DFD-8BF53EB5F60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AF8D2B-0651-3F2A-64B4-0603900537E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968BB-DA1C-2B96-76AE-3601004A3E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73479C-9BD2-E4BF-887F-E05AF3194D3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4BCEE-8DD7-94C3-5B93-133BE246B6A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74E85-6A9E-AE1F-0A93-AB32A9FA7A4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882A-BE55-7C37-58E0-B5E31008DDE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C1F6D-B318-0A70-ED45-83BE5E78474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22BFE-0E50-718E-0D2A-44C0E4C97655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C42F62-D0BD-D393-BB01-09A21BED0E01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FDDEC6-F132-B4C5-DDEC-5926351D2A32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E64B19-26DF-3486-A982-3531CE241DCF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504648-1FFE-33A5-A748-F0895948DC65}"/>
              </a:ext>
            </a:extLst>
          </p:cNvPr>
          <p:cNvSpPr txBox="1"/>
          <p:nvPr/>
        </p:nvSpPr>
        <p:spPr>
          <a:xfrm>
            <a:off x="6654802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DAAD68-AE02-87BA-276E-534C7DAAC05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556BE7-EA98-9785-E000-973327DC6FA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EB83AA-1752-7B17-B0BB-C9BAC792D7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65BFA2-722F-3093-B99D-5375B30DD9D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886921-00C2-DFDA-28D4-E8C00C9A3F8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AA9215-596C-7582-0421-59CD37E5C4E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CA798C-4F2C-E1B0-BA03-6C0BEC5D99E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FE6A9E-9D0C-9167-E988-24C01816A72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821D70-019B-88E2-D68A-23E16A721E5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438267-43E9-BC6C-11A8-B2D570DF220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AE100B-C8AF-3FB0-7FA1-583A9ADF7401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71F423-9812-A641-195B-7E7CE10493FB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43EDD1-BB3D-8985-3C40-48B40585BD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AFD982-8214-25DB-00F5-18A5CC0076E6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F9E68-4515-DC4F-CADF-F06AB9819967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729C7E-1179-EA74-949B-DBCBE4A2C17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FEFC59-4740-B31D-4994-0A0748C4EB6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D0017E-0B81-494B-0836-FC6159ECEE8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D28611-1AA3-A4D8-550D-EA42067122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8C74AA-2966-90C9-1390-A44A06D4FFA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357AF0-7B95-91CD-CFFC-7D93B21ED7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FBF7E7-D7DA-3C17-2DA4-13B7D79D3D2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0B84B7-93BE-5907-F37E-0CADF493ED6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D2C089-C6C9-27A1-7881-D3DC938F428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E6C3E1-2EBC-3155-EB01-808F057F1CF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F4DCFB-D41C-0C21-B37B-6B12F61BD0E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E9CF47-4456-2C13-D2BF-D6A8B93CEF8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B5DE9E-5FF4-59E9-3E59-D597121F3B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5973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7B69-3416-ACC0-3F90-F40B8ACB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FC8168-50CD-EC24-55CE-04F5828316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39A19E-3309-F5BC-ABC7-D020D8B3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76A9B4-C75C-788D-9308-643712D81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ADFFFD-81CF-B45C-8E13-10FF6673E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6151E2-7450-5868-4BD7-34462A82D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705687-619C-11FB-9EAF-133107191EB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C4851-769B-243A-55C0-4CF430F759F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2723A-3601-62C3-4892-0E3D335DF95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85297B-53F5-6F5F-9A2A-AC363A9D00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1969CD-8D86-8F59-80F5-CD04ACB804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72615B-A076-B4C0-0503-567464603E7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0A922-4613-2752-F4E5-EA0331F8DC8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6E492-7E5B-9289-1F19-7ADD54AE57FB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E8AC4-A198-0A83-A21B-0AD9211B0E7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D6E3F8-B618-6CFB-4F15-5FF0492E86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8197E3-0F39-4930-2B48-9131263AD047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09679F-7531-1C18-CB4F-B6B370DF5458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DC77D-B66C-F0B3-42B4-925BAC2E6D7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704CF3-677A-7654-5D7B-DE22BF8E2915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F6E27C-6242-9919-BC40-0CD02F8502D1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3BA98B-D90E-BCEC-73EF-8B36E8A1CA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234113-4439-3A4D-60E9-88B6CE687C91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7EBA84-BDE0-8A7A-E6A8-FBE56F3824E4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085060-E460-8E11-CE9F-7627B857E2D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7D9A5-5A80-1037-F706-D0B95ADF388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AB9955-2CAF-CE70-9F68-25E261FEB0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2AFFBC-3479-E100-4654-03DC361B77C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A760D0-A0E6-A259-B799-5945C39E8DC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8DD1F-8AF2-EBD2-82A3-A7FD2F3612A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E295E5-CE4D-384A-074D-91E7C10EA86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DAC0E-6C23-CB12-BE9A-9B1800CC2C7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E64F0-EDF6-1DA3-047A-422CD8B3094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633A3C-D529-DED1-FA20-35FDB33918A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24928F-E348-DD81-C848-C30B9F9640C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CF4239-9AD2-FD66-19AD-346C60647742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B91D99-9BD7-32EC-40C3-6E2DC3BBED20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2275F3-9F61-0EAF-AE3B-D560CD6741A2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8863EB-B9E8-A4C2-D799-41CF2093A2A8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767048-D9C3-071F-BF3C-82FCF141F6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94E0EF-943A-A06A-1FC3-D2F0180135B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C14F7A-C155-B8EC-94EE-AA44D09757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90D50B-4FF1-681B-518D-73DD6AFAA33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099CF8-4F20-71EB-D502-6895A7364C2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37E5DD-BB94-D055-2F0E-9536CAFE5F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573D0A-E8C3-23F5-5B93-B2634E9CC7A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C08836-1478-1256-4FC8-9A94EB3E762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693F16-C62C-FEC2-6CD4-C849B283C22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0AEB5D-FC39-2B6C-8A31-01E1E047D4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317857-6D38-3C45-6CE8-D3E279F700C1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89465E-7ABE-B252-796C-CB24442FBC64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D1D80B-0C75-1189-AD1F-1CF83547752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32298A-0FD8-3492-3E55-CB73AC0352A1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15F751-5AE6-25F9-B07A-1AB830319551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26F81A-8CCA-659F-C39C-CC0518DE9EE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69852B-738E-404F-E38A-EF3292DE6D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2E5D34-3289-B507-6C80-6272CC9EEC8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38E55E-7C55-3CA8-6F0A-88E93A6B543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6E1BD0-1108-BAEF-B3BB-AFF4690ABE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70A328-92B7-53BF-9A0F-06014FF2ACE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33877C-1E91-3F57-AFCF-74ADF7482D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76115C-4054-A4A4-C4A2-D8AEA23733B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DE9EB7-BF87-F35D-1C38-6E168151B39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30D2C7-7E1D-D83D-0AF4-6AEBDCDD76B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FB4886-440F-2F6A-FAF9-A6E69C456AF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845917-6A51-FF2F-5D33-18F7C38265B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045955-CBE0-530C-8138-F814C95C1C7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D83443-9EF3-3814-F525-8CB134FA6AD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6337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0163-88AE-964B-35C3-E7DC7551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BE465E-D1B9-B8AF-3CAE-8B89E884DD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the 1 must be in Row 6 and on the line.</a:t>
            </a:r>
          </a:p>
          <a:p>
            <a:r>
              <a:rPr lang="en-US" dirty="0"/>
              <a:t>Therefore, the line is 123.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21567F-3008-20D8-8C34-22F8F62A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5E7236-B79D-73AF-876B-FC6BCA17E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CC8C24-4DEE-695F-C89E-063664324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36F22C-0A47-CC79-DC1A-84BC11398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B6612C-654E-F26B-D799-A8D7A5809F3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CD364-70FA-AE7C-AEEC-C062D109A15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781999-DB3B-9007-EE31-35374AC248D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E5FCB-528D-8BA4-0E4D-5A0CC32CA41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8A94C1-8DE0-390C-072A-88E94DD6C6A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EB5A98-27F7-0588-61F4-D5039126F71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E3B35-011B-CDBB-F999-6CA9ACAD934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5B0EEB-61BF-3966-EA02-6031E1FF51D3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4B583F-74F1-35EE-A142-A2868DE28C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727EE7-49A4-3D81-F69E-5EFCABF2D96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D008B8-E2E7-251C-D00F-0B24C440E377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CB6E67-51A7-AB10-D47A-8B2BD4F4F64A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983514-0162-EAB1-5D34-988116A6AC4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639642-BAE4-08A2-AEEA-4FA3BA534D10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D2230C-8DFA-083F-8A9B-51CF06D9323E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E53548-1340-A7F1-BC1E-6428BD2B7E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D02620-760A-8917-91CB-6E69FC13AC26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B45997-82AE-A414-34F2-763C6E519709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63D7B0-0F23-AB5D-488E-052455B1E8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7C175-1439-F7D9-3284-132760B37EE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FBB215-A502-C33E-4802-5D4A4A0343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F72C68-3DC1-636B-D11F-BEB0C5C0F7A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4AC33C-13FC-2337-C4A5-0DA0E1B7413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47F48-4357-DF35-1581-F29A9DBC6E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E46FE7-EAEE-6E6B-8FF7-2A8DE77D18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BA95D7-A5B8-C426-A6E2-8CD56CB38B0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06DF64-8DD2-6D9A-2C0D-D08170FEB28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8C13D-6475-B788-0821-C3A5F02C7D4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B71926-090E-E8E4-35EA-4C0EAAC3C88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3C907C-721B-E059-89B7-B9C15C314929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19456B-D26E-DF5F-C12A-27B9F9BD7212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2199A9-4E08-D53B-0C85-38BA47CA8CC7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8D880B-3F4A-A636-15CE-E007BBFFA39A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EEF09E-B090-02BD-76EC-3932DC522B6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C059FF-E9E6-7019-EBF0-49636BD925D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6C0923-AAED-4606-BB58-0EFE486A079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7A5350-8C68-B424-390C-45991D0018F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FB5512-4C55-08D7-332D-6D09821B67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BCB3A5-9C13-1B19-4608-6558F7CC12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93ACE4-3BC9-E9D0-CDC6-F45F7C585DC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BD86D-849A-A84E-AC5A-4E3A88085E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A8D885-06AF-EB4E-2BD7-185BF86B25A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B313E2-24C4-A3DA-DE55-E968169A976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02ED2F-6BEA-2550-4820-093B8007AB67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A5F32A-BCA9-175C-B9D3-CEFAB1FC4296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67305B-F57B-F6DF-228C-4D640DDCAB6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4665F9-F2D5-D562-7BAC-82AC03D9EE83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50F9B2-BA50-D430-6249-DFF808A8B121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6606FF-17C9-AB4C-6638-4F0109F24E4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D3561A-F786-2FE7-67A4-2D6CAA92792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BE5E31-C396-8969-EC74-257F0E9ED7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D9EFD2-39FA-337D-9AB2-B242D3FBAC1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1C03FC-BB0C-BDCE-3EE0-E2949B74E1F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AB047F-8E8B-719D-4445-F7F58BF0BF4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BEC54C-3F5D-DE98-1C9D-DE40E1D65E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943C2-AF03-D7FF-E70F-4BB2F89173F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DEADA7-565A-010E-6470-5AE885E2AF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01D5D9-95F7-09FF-CB9D-B28D3B69669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D2BEF5-BBBF-619F-3832-2A955D410C5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795E34-C780-55C7-4F09-74DFE12020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5102DA-6C31-BC08-C8DF-00C9AEBE6B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FC268-3AA3-EFD7-65A5-5202A9D34A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263F05-B1CE-D915-583D-06BC86318E7B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96E8A6-C91A-880F-7F69-9E7CE2923C95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04B3C3-24C4-092E-420E-B6303D8FFF29}"/>
              </a:ext>
            </a:extLst>
          </p:cNvPr>
          <p:cNvSpPr txBox="1"/>
          <p:nvPr/>
        </p:nvSpPr>
        <p:spPr>
          <a:xfrm>
            <a:off x="5147734" y="40507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184596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FC81-A185-9DE9-C557-CF2CB179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734BCF-8058-1E86-C08C-318F7E4170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32/23 pair in Column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E802F6-86E3-8BB3-3719-60735682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3F05CD-D5B3-9122-43D6-2FFF61290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95BF0F-EA36-49D4-CE08-000F33453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00B7A2-035C-79A9-B2BC-60FD75438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58B83B-7A61-1D4D-C856-8A392F4C8EC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01CC0-6197-391C-5B5B-7EEC4FE4CB6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134F8-6198-CD37-4520-E7A6449D4E0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2849E-FD70-45C5-D749-E67BDCD8D32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3EBB63-6851-A102-7012-FD654E80675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6335E-BE67-2071-6143-E6E36505730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E93D17-AAEA-979D-4BDE-4C570700F3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98D894-8626-3D8F-2010-69AABCBB4A27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7956C-2832-48F8-3668-288DBADA04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CE4BD8-318C-A444-91DB-0A42DEEE333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FDCBC0-3018-CF94-C828-174D01144D0B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B36BD9-FC64-C924-290F-24781AD6F3DD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E2559B-B83A-A44B-5A29-22A54706C8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29457-9719-93D9-C8D7-EAAED7D792F8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A239C0-227F-1955-B361-E9D7F5F53436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F5D2E0-1B51-4D5F-BEA1-5AC85266F01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D973DA-E9A8-4786-8690-68E3447A7A85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5804CF-1DF5-2705-A5B9-8B3C8C7D867F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06F46C-49EE-8D30-832F-3CF9664B2C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6AC10-1F14-E3E9-67CF-22FE8241B8B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20B0A9-7A45-B2A3-38D7-599A1302402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9836BE-3C82-AF46-5A2E-E9F75BC808C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363D61-E5DA-0B4F-4AF4-A7DD5117664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E25DB-A05A-8F7E-BC9B-BC73AFD2F62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538286-8091-7A40-DFAB-4E32A2DE7D8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16798-5D31-6801-E1ED-701FCC9E471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70089C-C602-135F-D4C0-4BD8E814D8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9A91C-4E6F-3FD9-883D-0664D08790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F977B-7F06-AA79-E941-9FD0BFDC41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458C33-006F-33F5-1272-2356C8C0C48F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AA071A-5672-8682-301F-53D30CD10115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660A8D-57F7-1E9B-71D5-BC0AFC66E9DE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94F650-CA00-C312-D294-831B84984922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03B044-4950-D0F1-0E60-96073F938D5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5C9EF5-A68A-853F-B081-100C0325B8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1FC396-00D1-7A73-0B8F-AE467C63D7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395AEA-2E21-EBA5-7E65-A8044E5B60D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0C0465-8FFB-4626-A71A-8CA76DB32B1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322693-DF12-5CAA-DE7A-51279C8E611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3FDA60-0A17-4060-2244-90345623903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843551-D951-6C9D-3B77-55C74C1599A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2D426A-E26C-50E4-06CA-B8B6DFD86E3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4D56A2-C41D-F69E-9118-5B98651CE16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2E31E7-E079-9C00-80A4-269839DF857D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35009D-7206-1532-FA2C-B2C88B073A54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C431D7-BB51-B66F-B774-72E231970D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938D4D-6ABD-599F-C309-F927A9F96BD6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48797D-7575-A916-9B3C-AC24212CA9E5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BF1340-81E1-8D88-7582-376D52B743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293BEE-B7CB-DF79-5EDC-82DE1D12E78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FFFA44-A227-F229-57FE-894EC73ADB8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722CEA-6D34-1B77-7BEF-4855ACFBD31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181437-3682-5104-A3C3-A79ECCC8A7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9592DB-FB1C-69E9-D4BA-CC249FE450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69B4C2-3D81-78F8-204C-275AD4C92C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FE9850-F19C-5C4F-8024-C11F12C408F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DD882-D78A-F787-F506-E6D2B654BAE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8A161D-C2EF-75A8-FA5C-DBDC22F72B2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C80BAA-835E-333C-F6CC-17F9C90B7C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C70A7E-4EE8-2B1F-665B-ADA6E6F369F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C2A540-F450-8915-0D03-56343406FBE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D53F51-FD21-4915-2113-10B8FE5439E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A1288D-ED4C-8FDB-4442-0313D5573275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6AE9C6-5467-770A-C925-4C5A86D7ECD5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3D9C8D-42CA-E9BA-0C69-5E724F9D6947}"/>
              </a:ext>
            </a:extLst>
          </p:cNvPr>
          <p:cNvSpPr txBox="1"/>
          <p:nvPr/>
        </p:nvSpPr>
        <p:spPr>
          <a:xfrm>
            <a:off x="5147734" y="40507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418620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E7CC-8FF6-F7D6-3DDC-F5106EAB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2A18AB-6236-674B-C6AB-27C0B1DE3E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bottom center block.</a:t>
            </a:r>
          </a:p>
          <a:p>
            <a:r>
              <a:rPr lang="en-US" dirty="0"/>
              <a:t>Then, last possible 6 in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E89D30-5546-1FEB-CF4A-61883504C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7166EF-1BC0-BA31-ACBD-853715696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02882E-579E-B0B3-FB2D-5D0915DCC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5955AD-440B-BC88-C6F5-FBCE705DE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B1110-480C-2141-2DEC-39BF47ECAD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E03CF-E8DA-972D-B2AC-16B4BA3AA1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F1048-0B96-502B-9DAB-5EA51F4A9ED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27316-E7F6-4FB2-8BBF-62D5B01287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716AEC-B527-471B-906B-C7A68436F0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E52D4-1D77-3890-AB79-EE5F62FA40F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D8660-8F32-C821-B240-8150D96C848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42D223-B431-5400-90DA-E9C1AE3BC46A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F795AC-D8F8-27AE-732E-5AC1DE8CA6A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4A3DE3-CDF1-F812-B128-9DBAB12BC0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C14E9B-673F-8D46-065B-A6CAFC7C521D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CA417D-5852-41B3-13D5-0A69D32807AB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58F7A3-1B59-16B6-EFEA-0080C0C53A0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80B5D9-957B-B6BE-DD07-E10FE3E261DB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FE574-35A7-4EFA-FB45-51F19B3BB73A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DA9734-0E3F-3581-DCF7-F5DF906BE70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EAFA06-2A12-26AE-5C31-009FB19E3B67}"/>
              </a:ext>
            </a:extLst>
          </p:cNvPr>
          <p:cNvSpPr txBox="1"/>
          <p:nvPr/>
        </p:nvSpPr>
        <p:spPr>
          <a:xfrm>
            <a:off x="5147734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72191E-2CCA-5BA8-B9A1-863E221E0455}"/>
              </a:ext>
            </a:extLst>
          </p:cNvPr>
          <p:cNvSpPr txBox="1"/>
          <p:nvPr/>
        </p:nvSpPr>
        <p:spPr>
          <a:xfrm>
            <a:off x="5650090" y="104505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44509C-9A88-95BF-61E8-DB5B2697A71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B9B33-E834-6AAE-C819-A49A09A5E75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270767-0FD8-3BC7-A982-9C206687A6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278CF9-97DF-C306-9C88-DDD2239E67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96FADC-5D5A-8709-7103-4C41E826E64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68A66-86AE-927C-B4D6-3624CC40DDA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992297-6A95-A096-EBD1-F6594758B3F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B4D3D-891C-B109-712D-E46253A7F86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D12EBB-1D48-FAFB-D6CB-812B80122D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7FD6B7-FBE7-8DDB-6D1C-3F99713A30F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5D5FA-DE8F-BDB2-AB80-03793271ECA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E8F160-46CD-B5A6-A492-6F1A6DBE364A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446B86-BA1B-D923-86CE-B196DD7E8E9E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48BABB-D5E1-79C1-90E4-9DB87847E238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6BE9AE-2907-2DD1-A505-A80EA5CF55BD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AB8340-985C-B6BA-086C-7FCD8D62975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E47D82-AE72-875F-4FCC-E363F6D505B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0620DD-A555-421D-E7E8-946D88F8A1E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077A18-0C6E-85A1-5CB9-10E9AFD1F4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0C2F00-9FE1-4CBE-9993-53702E7BF37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27B688-F0C3-1A8A-B2A8-E8984AEB239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33502C-63F4-2FEF-F40D-1D0C4ADF120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410205-6DF2-94D4-3005-585AFDBDFF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21A3CA-D286-5A79-B7BB-1B5B352571C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972982-AE0C-5337-502C-BD0CE0250E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FD5D69-0BC9-105F-3727-57966631F9A9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886FBB-F09A-CD98-67CC-5744C4DF0988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00E03D-B696-22CF-5D2E-D4DCDEC5C3E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2375DF-FA97-C8A9-9BEE-80CEA9E04193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A159AD-5198-CCDB-6173-1A8B59199643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5A88F1-4D6B-6156-A021-4F56C5DC517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5C5B51-72F7-618B-FBCF-8C182892CEF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05FADD-8846-9FA3-357F-BF7F1BF31F8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840695-E59B-F192-8540-4BF46B75033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27D228-8C6E-D110-61F7-925FEF06B02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35DD24-11A6-9E1C-3F9A-25E96FFEBF9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E48DE1-6728-C059-D306-F66DDB62AD1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41E5B7-8931-7208-061F-83C2F60CBB1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1D9447-8591-C443-642C-887B53AEC0A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20F7F5-6CA5-FE05-19FA-9791CD26A54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2B1A9C-FD09-D564-B7CE-7CD1DC2F31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EF5708-305F-099D-A41F-09F810D2D41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0D68F5-147E-67F0-F5FE-F7236F50613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80B7B9-FFC7-40C8-DE6A-94174C749AA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3D72FD-A3EE-DE16-73DE-9541CAEFAD94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6C7F51-A4B3-F25B-2258-F6CA4F35B22C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B22468-C0BF-7FE8-F2E9-CF1A4A22AF00}"/>
              </a:ext>
            </a:extLst>
          </p:cNvPr>
          <p:cNvSpPr txBox="1"/>
          <p:nvPr/>
        </p:nvSpPr>
        <p:spPr>
          <a:xfrm>
            <a:off x="5147734" y="40507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C7EEEF-A93D-923E-3DC1-7C04CDA9B29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472386-4CC6-3874-31BB-D94D28D5737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9265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4423-95F1-3EDD-CF78-34E1AA28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38E4B6-97CF-81C2-9400-BAE34BC215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BBA4A6-7472-0E99-2748-3AAA56857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0928B1-EC26-F160-1BFA-183C7D6ED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004976-4B0A-D8AA-C73D-9E14B1574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0A6DED-13AC-60CC-5859-60B4CBDDD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390AF4-9331-243E-CBD9-19D6A62585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32C08-8D2E-EFBC-FB2C-573889C6C29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C02BA-BA06-6023-6FC0-1452FA114BA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7B72E-4F46-CEC4-10E4-738D9D8B8B1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8B1E0-F2B1-06ED-0987-19407B50E12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4EE80E-1063-D2B4-5D18-DB8EF603D77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1B5092-1861-AC48-C1AA-AC4E36026D2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ECF65B-4926-9FC3-C4A9-95BEA5103988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C58905-F750-02F5-2203-D678ABD7E6F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AF370-22B0-8317-2025-C38C3FB87E8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FA3939-5346-F083-2B92-351001BAB817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37F66-8DD2-7544-0BEF-9BF0631EBF03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B2276B-5DBB-7052-CCE4-61A5FF188B6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F5AE1-6A47-75EE-0EB9-C2818530A21E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66DFF2-986D-BA39-5C41-A48786EEF27F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99FF1C-79B9-1770-F96A-E346E66665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F4D6AA-40F6-C643-2795-F5BA1BBDAB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C53E4-BD28-B88E-14AA-A238F033460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73E92B-2214-E209-3D04-5AED5CD1838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E1E394-12E9-012B-D8C3-AEC80D770FB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5556BA-8F18-A80E-655C-0D8F1F9B3EC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D3CE7-54D7-4B0A-CFEB-48E28787368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44B60A-1C61-BB11-105B-8D1E561B645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F55807-14B9-E518-5654-5152D140543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BFCD67-0464-1E54-1EC8-D31FEF97B4A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2B709D-3DD8-1097-FC3E-9E57E6E8A26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FFAEE-D64A-F2A8-48A0-864A54648F3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FBCF4C-6310-D8CA-F98E-9D8C316AB496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61545A-2F11-224E-B821-E14F7FFCA8EC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EF11C4-CC4C-3975-A085-87BC2B85071D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4C8BA-C71C-2486-18E8-3807276ECAA2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F5A247-401D-678A-5C23-2A933B0D811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167105-2272-52B6-68D9-F589E173D47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324985-465E-C3A3-A5F9-8778076A9C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079755-6E20-D7BD-F4A9-060A9B8C6F3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AF06DF-9568-F24B-99E3-59489B60DD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8101E8-D982-EDEF-637D-5E23E9DD47B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CF3748-E7B0-DD30-6822-C5332C134F9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F9065D-4AA7-A097-37FA-BEB74F6DCB0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2DE31B-F597-1A92-3254-39DB6BFFA06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4E1FBC-1669-A485-53B9-CF8C8A5E28A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E1A779-2C12-3C07-ECC1-6786F8C6D9C7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C0CC0E-2A78-3614-CE15-9DFA96C087B0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D17691-8873-4877-FA85-7A5BE68FF7B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B705A9-9251-9408-52E0-7A567158FA42}"/>
              </a:ext>
            </a:extLst>
          </p:cNvPr>
          <p:cNvSpPr txBox="1"/>
          <p:nvPr/>
        </p:nvSpPr>
        <p:spPr>
          <a:xfrm>
            <a:off x="4645378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462FB2-3627-0C13-7369-B70CF14B6BA0}"/>
              </a:ext>
            </a:extLst>
          </p:cNvPr>
          <p:cNvSpPr txBox="1"/>
          <p:nvPr/>
        </p:nvSpPr>
        <p:spPr>
          <a:xfrm>
            <a:off x="5147734" y="428132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274C83-7FFF-1DF2-E1E3-FAD837E212E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7ED3B4-3CE8-6AD2-14AE-13AEEAC6A93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1EE804-3253-5497-96C8-587F2621777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85D4E3-E3C4-B94B-2A74-D801DBBFBEC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6B828E-93BA-73F2-72C6-06D467F0ED0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D170A6-EBAE-3E5A-67BA-8795EE68B43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E73A07-A4C9-32D7-36F7-E5527AC6D6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E6F95F-4880-0D3B-05B1-B63F055C975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F7C4BF-F968-F94C-5D2B-DEFC612029F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1D82AA-6EBE-4A39-0B85-4614CB27892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4B9C16-82DE-2E5D-D8CB-577A839957F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FC4294-87EB-ECCC-ED74-3449C3E022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C545BF-6834-322B-FD40-9BBEC47B189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DBD9BC-32D2-0D76-4536-DB1C0190FB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AE9443-5675-8B4B-3D79-FD8EB7311EDB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B3332C-85B2-E4B5-B98F-6AB95474A6FE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B3678F-7C44-B128-1AC8-4BB1289B4505}"/>
              </a:ext>
            </a:extLst>
          </p:cNvPr>
          <p:cNvSpPr txBox="1"/>
          <p:nvPr/>
        </p:nvSpPr>
        <p:spPr>
          <a:xfrm>
            <a:off x="5147734" y="40507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1890C7-6EBD-DF5A-3416-D47808DCBE7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839F61-3FE4-C10E-8A57-90DEAAA758C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F3EA67-544F-2A5C-D49F-647E290CEE4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E8B925-8D1D-DF56-C1DC-F85F4EAC16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64099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C551-F4DC-22CA-4F88-B0EF0C9A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A03653-8719-7B2A-2B3B-7E660D7DD6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5 in bottom center block.</a:t>
            </a:r>
          </a:p>
          <a:p>
            <a:r>
              <a:rPr lang="en-US" dirty="0"/>
              <a:t>Therefore, the line must be 345,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05303B-8654-5B2F-D003-459736FDE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4C9D8B-A3DC-8622-20A4-45FCB74C1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666CE9-E58E-E8F8-259C-25206BB94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B04996-31C9-1DD1-4534-79E2137EA8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65B8B9-C19B-C857-5933-0452DA215E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D2882-41C1-B3A0-B2B5-44A756CC7F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DFFBD-96D9-C0DC-7441-AE6E495430C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47706-6480-6D79-2360-FF19A446CA1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AAE8A-14A4-CBDA-B132-39654F41644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D1504C-7978-9224-D29D-D78AA22218C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7C5EE9-8AC4-951C-7D2C-835C844EE5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8AE8CC-9AED-3A3F-042A-D0DF799DD71A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9BD1A-2966-4B0E-2423-C367370FF50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51752-5F27-1A42-E1C2-7D96508880A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CD99A3-4E19-ED34-FDE1-AF9A74DED39A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BE0E28-9C39-1FFE-BCE6-33DEE9EBB214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223A0E-5C3E-1378-0945-5B90E5E02F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AEDBEA-A3BD-EA95-453A-AFA16779EA0D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ADE008-EE2F-4B66-7B49-2E2C1935ABE1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F6C3D9-FB00-7546-0D10-23B3EA9E115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6EF00F-2794-ED5C-1179-7FC452DD397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A7BA6-0386-1B6B-D097-7313A46872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27CC6-A7D3-76D1-EE65-875068075F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44F163-9B20-DD18-0B6D-1B058E16097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4F81E1-AC18-2A39-45EF-EB88D32C722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490D4A-8305-0043-7FD7-AE0FA438A74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BA0037-9AA6-CB75-73D5-623C08C45D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A9C33-8966-56E2-6423-E55D81F507C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AD36F-F8E2-AEBF-DC10-4CE8819A605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984C65-052F-052E-049B-4BF80D30234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BEFB06-D5C2-F10A-28CD-74EF02A6938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1F5327-C6D5-E10F-5C70-860BEACEE153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E544DB-8A75-EA16-9E49-0A7788405C1B}"/>
              </a:ext>
            </a:extLst>
          </p:cNvPr>
          <p:cNvSpPr txBox="1"/>
          <p:nvPr/>
        </p:nvSpPr>
        <p:spPr>
          <a:xfrm>
            <a:off x="5147734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72E824-BF23-7321-04A6-C12F2B62EB32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40CA5C-C08D-D3A4-BE43-1CE1248D3EDF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9478D9-5EFA-34B6-8331-AF204021F46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844722-947E-81C5-D86D-B20717BC8D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B65DD7-53FC-120C-C147-369759ABB14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B07322-21D4-04CF-437B-71660C89BE7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C4DC00-3CD6-5A7E-A022-ED0EE3ADE0E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8AD945-B00B-DA1E-E27D-E272EAB206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2EDE10-D227-7166-8686-45120C98709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8FABAD-5AE0-A50B-637D-251133DB8A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794DF9-6B7A-5EBC-FE0A-5CC58CE047F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3E1BF9-F71F-D31E-3F5A-FB73306F48E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916987-6966-82ED-ABA4-26301A58CBE6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D76B2D-C3A9-9565-B7B7-C29CD1D24343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C2F33A-6CDC-AF35-05D6-14E17865159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89552A-4F9B-C08A-25B4-709E4DE1936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2FB6EB-4E05-54E0-AE94-EB92F1F8679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930076-43F5-EB75-70E5-16753F60CA0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CF5EB2-04E9-7546-241C-B87B25E8D35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156725-DBE0-0A48-ADD0-20AC645DCC8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A46C9D-BBB6-D0A3-C49C-D74EFF2B05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92B333-FABA-68CE-DF94-A8B946634E8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B05E24-E341-C51A-F54F-97945C0944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022DE-EB6D-825C-53EF-34F7CED2D6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87FD69-70D9-E046-C85D-0308D952B2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2443BA-083A-B128-52EA-360A48465CA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FB9CB5-700E-B702-5352-426266DD998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C98915-62CF-D0B1-F24B-0AAAE4A56F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8C5BAC-4A73-7B2D-B38A-596D42AD6A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877FF2-EC46-9435-9DC8-5C79F163D9FA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D47D4B-0A8B-78BC-EF06-165DFB65F8BF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64941B-35FD-AED3-6EF3-6AB711A9541F}"/>
              </a:ext>
            </a:extLst>
          </p:cNvPr>
          <p:cNvSpPr txBox="1"/>
          <p:nvPr/>
        </p:nvSpPr>
        <p:spPr>
          <a:xfrm>
            <a:off x="5147734" y="40507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A98368-44D8-0056-AB59-FA68002E08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EC7732-EF48-6E52-EFC3-EE6D19822C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3F6D5B-1D57-6000-BBD0-6503ED48F7B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D3A8D5-08C4-3063-AE7D-6A053EB0EDD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E3DDC3-C179-17D8-E114-46CE37D457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CDF44A-848E-3AE2-B418-534199E0F2D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1E012F-9A81-9FF0-9355-FA37CA0ECC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40453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9D21-9833-A645-32F0-6772D0D1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82594A-6D5A-88DA-23F8-76F98521C7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152789-970A-B151-B03E-6F68A2FFD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BD52C5-2427-423D-ED86-FF49A87E5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F8244F-5857-98B8-2B7C-B58D2E833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EDD3EE-F814-BB75-41D0-BBF0933E0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77F796-C0F4-4C13-7E1E-4B5E15C78D2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F1B1F-698D-494D-209A-FA76B656CC2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972F9-BBE4-D627-F68F-3BB4AAFE4B87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72981-9A9C-CEB9-55D6-E74217E9942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3B1E3-9F54-43C6-1D20-2CE6CE56F7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8E77F-7378-DEA7-8B16-12EFDF1F08C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EE7E1-C1A3-4A94-4709-8814667CA7F6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24922-C282-6993-0CB3-11EF4DA814D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D2C2C2-C831-EED1-CFC5-BEFD6A8F266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84B8A6-96DC-B285-0176-B9B1EA4CA6DC}"/>
              </a:ext>
            </a:extLst>
          </p:cNvPr>
          <p:cNvSpPr txBox="1"/>
          <p:nvPr/>
        </p:nvSpPr>
        <p:spPr>
          <a:xfrm>
            <a:off x="464537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C232C-88BF-7727-3211-377B75B7A1F5}"/>
              </a:ext>
            </a:extLst>
          </p:cNvPr>
          <p:cNvSpPr txBox="1"/>
          <p:nvPr/>
        </p:nvSpPr>
        <p:spPr>
          <a:xfrm>
            <a:off x="5147734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65DEC3-B03C-58F9-16FF-4A27EBF3067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DB753-5A52-6E97-C221-85E19DE7F1D7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725589-66C1-A867-3895-FF2BA2DE87B1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4CB332-5AEE-5738-E554-D5B26FCD842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96553C-9849-6F66-4EFF-534388204EA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FD78C-58EF-D78A-A18E-441C447C797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91320C-A689-E445-EB56-7D0BFCF43F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B6B854-238D-0992-096A-CEDD1C1EE19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F96A5A-9BA8-1FD4-CA11-1F490ED7387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08499-58E3-CCC8-86AA-71464AB8EDC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2A057B-7FDA-0B7C-B7DF-02A4C254914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88C76-375C-E6C4-2234-8265260E051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737E4D-AA8D-96D1-9E39-E08974BFDA1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9028FD-53FF-0740-242C-3547FBD1941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521259-38BD-D865-E0AD-E4013AE06A8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3AB947-AE69-F52D-B7EF-49911737D813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C0371B-538E-7797-6EA0-94E063E08D14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86C5DE-11AB-F0CB-2F02-900A510E20B6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151520-4689-13BC-B5FC-2A77B3A3E61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6FD154-377A-D0DC-D22F-EF38130D69F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743A86-BFA9-10DF-2311-7F77BAB22BF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DAD9EF-7C57-3ECF-9936-40CF60BBA07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F5B545-4441-7A3B-5DD3-AECB7D4D8FD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A4E29E-01A7-6F08-32C0-A2FC027F137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4B0CB8-18FE-F798-5A37-A3B9544406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F5A78F-98D9-58E8-EAED-8C7CB141687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53E5F7-2E59-847C-637F-466079943A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BEBF08-C267-983C-0CD9-660A157FA87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19B259-7352-195C-CE80-314A2E86F15D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1D217A-B510-A7F6-B5BC-4ECFF97E990D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582EFF-326B-8E12-7D43-2C206C4C418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6627F0-0EF3-F905-E43E-D31D336E420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BABAA9-45C5-1DCE-ADA0-2C49042F2A3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2BC588-6907-0C9A-7CE5-4557B5367C4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3A4073-52A4-E735-E818-BAE7AF6178C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BFE225-E5E6-4D24-CA4A-0999C904831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3FA962-F871-070E-E0A1-0BCB95C74B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83738C-1CE8-321B-6A02-18CB669DC7D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07C1E2-75A6-FCF7-C038-5FFED59944D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8EE74A-7087-522C-022C-5C2A14970E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BD78BF-9307-2E0E-D411-83C347ACF18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0C5159-C0C0-280F-441C-5B09D213002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39385A-D7B8-18CB-C028-F5EB879D8EA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F989B1-CC32-6DF8-0855-B48869E5BCD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5BAF31-6221-D288-F2F6-E3E727C6245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031EAC-EA7C-AF36-6A97-43F47EB4F4DA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4F923F-935D-7F84-B043-B8B14F4203A1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4BFF58-9C77-4EA4-44B4-93DBD00C3B6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591261-D1C0-56E7-E2C8-0603A8AA82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74F5FA-85FC-708C-1554-C0C3E1579AC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7EBD08-0132-5777-26FC-8EAEDE3449A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A6C055-64DB-387A-EE6C-0A00A60066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A5E3E6-B76C-F4E7-DF1A-87A246875FB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B1163D-6D4A-E36E-F689-7ECA37E7CF8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DA780-4039-EE40-5914-21C1F67B55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92642-F06B-72DB-C0BB-529D13A79A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1944A4-E9E7-88A2-4113-CA03DB9812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137951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2E35-DC4B-D63B-3421-C364C9F4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3821A3-1112-74BF-2465-C5175DD8C0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1F8F65-C79D-457E-D6A0-A9BC9DF90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FDD1E4-4260-8187-1E03-300F497CE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86EAE7-1DF4-273F-FAFF-F71F06E8B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2F68A0-15B4-7AAD-A9B4-CABF0D955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34EADC-72FD-DB71-80CA-39C38444DF3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9622E-23DD-1D8F-9452-494D7B6110B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5A24E-FE2F-7A62-F7B6-8B83FEA77ABF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60166-E18F-D1FA-BADC-8831BCC182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5D897-DAE9-B72A-480D-14252875E16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C52392-96A9-C923-C621-ABCB677E390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2CB8D3-512A-F1F8-FB12-992DE9DEB7CF}"/>
              </a:ext>
            </a:extLst>
          </p:cNvPr>
          <p:cNvSpPr txBox="1"/>
          <p:nvPr/>
        </p:nvSpPr>
        <p:spPr>
          <a:xfrm>
            <a:off x="4143022" y="35497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F3C7D4-00E3-A5AF-F3A6-61FA61CBF0E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89735-EA50-3968-6441-D166CC5EDD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7E1532-FA7F-A70F-5AF6-A47C2016430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028B48-93D8-CA71-000A-576BCE982CB4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2763CF-EE05-E19B-FBB9-DC8A268BC359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6BF2F5-F0DB-802C-A232-E177CBED082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FB0F1A-B1C1-2774-56C3-29F4EFBC2D9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57AC2-311D-DCAC-6EC9-8C07B7D1693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2DF2D4-CE2F-D797-1727-877548C5A2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B24714-8372-EFAC-3364-BA045CA57C6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989B40-F916-C56C-928B-5C7C0016912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7656B-35A4-77CF-BA93-F223BA2DDE3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D89422-087C-30EB-DFD7-4232F0073FC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7CBF2-0A0D-8A6B-E7EA-F346C23117E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97A42E-FEB5-1F05-84E5-DE80DCB00C6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0FCC5D-6BCE-2C7C-6E5C-C63B0A065B8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B6AD28-9142-0431-0FCF-0478DB4B30A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CE0A87-6AB5-EE9E-21BE-7451EAD7210B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73C1B0-3F83-BC41-3B03-F011CC29B7F0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35AE4A-AA75-D87B-9320-9579694D67D3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C0575B-83EB-9D20-309D-27FF03F086E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4F3F34-AB7C-EDF7-D063-514B7389D22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F27436-260C-82F1-86A5-FB050720CDC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DA0976-E1E5-FA25-F59A-60C4604FFE0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9CD235-8C6C-7785-78AE-725A316230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AB3BB2-A4D3-C2F1-54E0-E6D696AAC97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4C8801-BA46-BEDF-1577-8365A14B4DC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D17789-1745-7F43-0A5F-EB36052DD0D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D77E14-F3BC-EBD2-0DA2-4A439D5B61C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1481F5-876A-C553-EDE2-6D826DA47DF0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62904-43EA-EB67-AD93-63C775FB0221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49D55E-9B3A-EC4C-B03B-88A8038540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DA6577-6AD8-4DEC-CC67-474752D9ED8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23752C-49E6-2531-C869-887CDDE98D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46EF74-A339-4915-49C9-90B41AA84BD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A67565-2CBD-1DC4-FE82-0ED00FE6E2D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30EFB51-7D34-C3E1-B051-DC312A56FF2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7D0B5D-1ADD-4E77-9756-67C7E96E1BE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066F29-DDA0-B857-C1D8-8CD7547EEE8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7619AD-6993-22A4-D42B-8E5EE1D9E50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6E340E-C7A4-DB4D-91D1-0559C0C91D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DF2D72-A405-4C7B-A83C-64860739DAF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7BFD39-4DA5-5824-6507-9C9A3F57F9B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293D06-49B6-ABA9-8A68-01709471A5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D66485-E27E-058B-C728-79187748984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91F6C8-3702-5428-B695-1B2620A04005}"/>
              </a:ext>
            </a:extLst>
          </p:cNvPr>
          <p:cNvSpPr txBox="1"/>
          <p:nvPr/>
        </p:nvSpPr>
        <p:spPr>
          <a:xfrm>
            <a:off x="4645378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01DFD-5EB3-6B86-5326-1CED5310CB60}"/>
              </a:ext>
            </a:extLst>
          </p:cNvPr>
          <p:cNvSpPr txBox="1"/>
          <p:nvPr/>
        </p:nvSpPr>
        <p:spPr>
          <a:xfrm>
            <a:off x="5650090" y="32794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DCCC3F-BB56-C0B4-15FB-9F879EC0B9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75A9C0-0490-151A-D959-F1ADFBEE32B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80E718-4D04-292D-2F56-30976210003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99232C-49ED-388E-E9E8-1557EC67474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A8AA3-F0EA-EB8A-3A33-4E976D80822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21A4E-FCDC-7522-FA72-565180513EF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89EBB1-9A88-63A7-416A-F04A7DD0669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2C1B16-05FE-D61D-D0D4-A0F485CDBB1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57F34C-26F9-4F58-F4D2-CECB42A7DC4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7DE0C-5D11-A04F-95C5-FEC32C8C224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BB380C-876A-64C7-ABF5-3F9E7BA0513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52C48F-07FB-15E0-15C3-2A9805509E8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79C730-4857-2B26-A85A-62E668CA362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3AED21-4919-1921-2A3D-BFB067D9A55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19931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944A-6FC8-41F6-6731-90378E63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8FEE60-5480-D02D-10D9-8F3F45B30B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0D88EE-65FF-C4AE-839C-9879AF4EE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8DB940-D9C1-7A39-EA8C-642ABD426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AA2946-AE41-15BD-B5DE-47E46CF8D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5102B3-4604-1D6A-1851-327D8C75A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569BF5-3665-5BF8-4D8C-7DB29DF7FF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68E68-B1D5-C1CB-27EE-64196198409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E7CFDD-B77C-1FF4-82A5-F1C1C8170061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E281E-47EC-AF71-FF13-7093C5EB5F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D6E470-CF36-7FAE-F41E-6058B14C2B8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A10EE6-87B6-604B-853C-748C6EE0CBE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F3EC1-9CDE-0288-1D8E-91FB9A7DFA0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243E54-409F-4031-5C68-DB63470228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1E3AC9-552D-D51D-F553-333827C52FC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4B4CC4-2920-6827-EBE5-FC04041D7EA6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D73A92-B249-4A7B-1F46-5DA14A0A9BC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AB37C3-1331-0C92-0056-BBD5FEEC2A8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DDF55-A99B-2902-20C9-C0E486EC50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93F7AC-1A19-4686-E518-9A4C78445D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A9725C-5046-CAB6-7A39-98A228746E2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42EC33-B3C4-04E7-2C86-F60E16274B7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CC2E9-DCA6-3C96-1A19-55826A0C54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5F7439-2C3C-02BC-C3E8-D81B18AE3A9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F8EEE-06EF-407E-A144-3F4B68FB827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411FF-6231-6CDA-34AA-32FCC7F24C0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19E28A-5258-1865-51A2-87EE51E0BF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56373D-8D04-E82F-272E-1F8D51D6245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46B924-58CC-EEFC-3E5B-1E2AD6273986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45431D-B5BD-6301-3B64-5B07389DF2C6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3FB4D3-29D6-E27F-4D17-ADAF214026DE}"/>
              </a:ext>
            </a:extLst>
          </p:cNvPr>
          <p:cNvSpPr txBox="1"/>
          <p:nvPr/>
        </p:nvSpPr>
        <p:spPr>
          <a:xfrm>
            <a:off x="6152446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4D1965-8270-8A41-77E8-06B5DEB1AB8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FA7F39-8908-7884-3FAB-5B9BE17E7A6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8E02E3-E16B-ED4C-8FBE-CCFE34D392B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5C05D6-7042-CE3B-93DE-008EA86E4F6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F4E326-74BB-2563-ECFD-B62796A34F3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0FC116-6A3A-E410-6F91-4A17C92DE9A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319EAC-40BA-74A4-0135-25ACD8D2789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1A67E8-21CF-F79E-2E3C-AC5AF9D42EE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EECE25-AB9F-7C30-7683-68E241C8C04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EC87DC-74AB-8BD3-FC0E-5F715769BD8A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56592A-4AA8-B536-92AA-F558FE037635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9C135A-08E7-7382-F406-7C8F089B47F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D704F9-9EF0-B110-E27F-82FCA224092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C8EDBD-74BC-1AA5-7380-7705F303A53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76D13D-06A1-238A-B153-00B059C5B9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391D56-9794-4A19-980E-A7CBD1CF059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D4657E-B3BC-E82C-BF22-5F455A493EA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DCDD36-6AB5-F4FE-AA9C-02713ECDC0F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E0FD52-CF1E-1935-9BDE-31B4CD7311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FEE138-8028-5685-FA18-E3A74CDBF59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4E1033-373E-88DB-B534-91F12705CC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498FAF-3B6B-8238-40FA-351D4A3E80D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75FDFA-1E9B-A678-3037-4C5E9FF97B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63A4A9-820C-917B-19F8-381B899BCFB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7C55B0-879F-B3C3-A28C-C00AE172A1D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1449B1-D25C-2FCF-8ECF-CF43836BDE6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D4C24D-A45E-B966-9632-0616866B7C0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397971-641A-6250-0FF7-D1F59EABC6D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044C6C-E00D-BF5C-651B-2B24915F361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C151A9-7B21-C47D-9C33-5FAAB8C673E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1618BB-D1B8-0010-7158-39B74F211F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3D5259-016E-4F18-9D1E-27B8A1E3D42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09099C-A76B-75CC-896E-FB079365A6B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0F58D2-EC82-FEF6-F2B0-1ADAC199CE8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6A8B0-63FF-C62F-31F6-380432902EB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21ACEA-9842-D03D-8460-03D756EE9E7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4002CC-718F-4AA8-8B77-EB2D0DD69DF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8ACA26-C19C-F2C2-AF0F-C5EF71D453E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9A8A00-F54F-B00D-C5C8-81A808632D3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2E5A61-D15C-6F6C-0579-5F1D4E613FA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07CA64-2B6F-88A4-6914-F729C49EC9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4CADB5-5247-F95F-E44B-8A06D821E4E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AD3B02-DB3F-C9CF-ACE3-893CB201FB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959928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1176-BAE7-AEC7-04DB-1E6586DF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F94529-E9E0-0327-FDFE-47F697B80C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5BAF07-DD31-8757-1795-046F75706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FD9153-FB2E-A4D4-E972-B282D8987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BA72DD-0160-261F-6B50-1388BE0DF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B9BC9C-E9C3-1A66-38EA-319F6514B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01192C-1F5E-A99F-59C0-BDE80AF5F81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8B3A44-86EB-947D-AD52-74EFCE93E6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D5CC5-6FE2-877C-B0DB-55D7BC9852EA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833D23-8E24-0E9F-40DA-9B767DAB5B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9FC720-C7A9-04A6-F16D-F7FBC52E346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EC06E8-D6E0-A61E-E203-868FC51095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CDBBB-8020-23D3-5804-E3688014091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67A3CB-D7F7-6E3F-9BE0-4A021C1F2DB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7EFB9-9FD6-5559-E321-AC1AABAE37D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EC05D7-0D43-F5F0-E495-664A4FAD7F7C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3C0EB5-8691-88E4-E3D6-38C6375FB3F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25605A-04D5-9348-3913-3F35F7B4011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3B39B-5430-240D-0B62-1EBA8E84BF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1DD336-5F1B-EDF7-F6FC-873EDF48F8B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D3DEE8-E119-E26F-35FB-D3BB8BB141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4B7EC3-E308-36DC-630D-562C4DD80C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66D0B2-B9F2-222B-93F4-4F9460CBDD7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E9B824-32FB-8A5F-C5A9-A7E7094BFA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9CA43F-BE5A-E876-E71D-B41CB1564E4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1392C9-7B8E-D06F-06E6-69C8F3B14B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B51E7-F556-1D4A-9457-1C618512019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9FBBE3-0CA9-C5AC-7C4A-D7028466B3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E44068-0290-0F43-0F20-10438E47237F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F5C1E5-D77A-F38C-1EBF-7FD1A2C18AE7}"/>
              </a:ext>
            </a:extLst>
          </p:cNvPr>
          <p:cNvSpPr txBox="1"/>
          <p:nvPr/>
        </p:nvSpPr>
        <p:spPr>
          <a:xfrm>
            <a:off x="5650090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B05A07-A47D-107D-DA37-4E23248399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B00624-0DBC-5C0C-6648-720313673DC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EF20BF-E274-00F6-B873-D6C6C7DD60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BB3D5B-9716-1C6A-029B-945A7F477A7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DD75BA-EE1F-AF3C-42F7-C46271E777E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FC03D6-B899-24DC-0DF4-503EEA1F14C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F7EA83-923D-02C7-E20D-6F404E3C6D49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741DA9-6BDA-9B93-053E-92DA68F552DB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65D33A-C7B8-247F-DA6A-B00965BB50F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0B96AB-BBDF-3DB9-819B-94E561E14D9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097DEE-38D4-A038-3A43-0CC4AC6C374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AF7A09-3FFA-9639-A31F-0E3751F9406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EC0DE1-CB8A-4216-48D1-CFF2D3F0347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41F1D7-CCC9-7436-AC5A-EDC663325A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855483-4923-6D00-13DD-28EF9FA8FCE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8A7607-A6D0-2EC4-B12D-D6B2B4B205C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1A14AF-D75B-C587-0B4E-30BA3200748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CB9FDB-9DC8-8708-7701-DD5403C3FD8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118AC5-17C0-046C-BA8A-A54FC66DACF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CD4BFA-3F78-37D9-E50D-21C02DBE76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0A1CEB-A7E0-8B1F-5B7A-5D3C455D60C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D2EBDB-4FFE-F907-D5C3-1D44CDFE7CD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88274B-96E0-04B0-C0F4-43DE88DD4E3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1F8F31-A0EE-7EB1-8A03-7EAB5E1137A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FF2021-2A5E-BD73-0862-EDD821CA1E2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FBFA07-2AFC-8930-693A-9EBDAF55AEC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055AAD-EF1B-AF53-29BB-6165A79E8BD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BD8104-DED6-6A5A-6EE9-97804EF3BD0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90E091-68EA-DE0A-8873-250B8B21A57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C794E0-A737-D8DD-3C16-E9E9F1132D1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CF8A66-64F9-66AD-AB12-2C8013D4C4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758CA-BCFB-E4C5-3F98-C44857A92E5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FB8A9D-F566-D0B3-8062-C86FA29DD6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028E0A-0ACB-01F3-D0BA-C88EE93570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5AA98B-D1C2-5363-53E2-BCB67EE862D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B5943B-9B2E-4317-77C1-8940FDCB9AC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DD399-6FE6-1BA9-FA15-CB4CB8BC39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75514-8DF7-BF1C-87EE-7B3A8191B17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282CEE-CE1C-AB65-CD36-470607C309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EFFDD4-F596-B669-B7A0-FC881E8AA38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169F7F-6665-D930-CCA8-5B14D1E0C51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22DF7D-A45E-16E9-ECA9-2C1BB5C21E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E71D07-C99D-2482-7C8D-6858CD0144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1FF22-8DFF-D0AD-DA29-5139DCBEFBE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147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8ECF-FFDA-3013-BC40-13A0B79F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780B74-745E-0EF9-B6A8-06B29910FC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CBBD67-54D9-81D2-B3E8-0B268C14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5062C7-1E61-90AE-5E4D-A07180C0F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3BB5EC-8043-331E-9065-7AD8C7D57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67605F-10E4-8866-3DDC-C1C93D206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8259FE-28BB-070E-845C-7C42AC5C78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CB975-6CBB-3548-3559-1FE2269E13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71C8A-5178-237D-EEC4-0C2673502CE1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ABBC4-B9E2-B291-4B37-9845AE5FFC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80011-9597-5E63-6FF4-7FD0A31E9A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B2695-7728-B4DD-8DA2-DD5CF0203E4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12DC3-5315-5391-C7F6-9CA363D87EF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F56520-B7AA-3E92-DF02-54603F5ED69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5425B8-D751-1172-0C6B-C7D0921DE37A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A57068-1D61-D5A0-BE58-7F8E5A55CB78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C1E84B-70EA-8301-64E4-CBF5FD1A093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A755D5-444B-B85B-EB80-AD4CEA78F3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0FB9B-24CE-29A3-B355-69DEC4A3204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F988A4-1743-0C76-D8CE-7400EEFF79D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4D8020-2334-8E8C-7A53-0FDC9DEFB98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FD63BC-862D-D3CE-5B54-3C8DDFCB296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674E8-31E8-8CD1-1E58-786F870C6E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C00112-C75F-7D45-D153-22A378305B0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493B2-E346-E0C4-6FAC-1F3B9372A10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C83ED8-7995-0D1E-8E61-18CDA786DFD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D5BB2B-ABD3-6A3F-F358-A9D78EF65B5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CC98F-B62B-9EA9-3C8C-A7AC1E52CE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577E94-D42A-AED4-43FE-FA1D21B0D3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BF2064-B317-A730-2EF7-F8FD36E86F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C4AC03-4406-EA36-CFD7-B800CF9CF5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4ACD29-B63C-911E-9A94-BD448FB130D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595A4E-4609-D2C3-B1FE-B1422668A1E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010934-6DC3-E1A4-CBDD-B390F86E7D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EB0FC8-E7E4-8982-CB21-CB7DEAC1FE0F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E96223-66CE-76F8-AE65-34D72DC4A736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929285-6A84-A9CD-58BC-3D8B806398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8C7276-7CD9-C4E8-A55D-EC4E77308C3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7DFB7E-4873-086E-5243-ADD70784EAA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56FE71-7EE5-F2E7-9ABC-A10CE35881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753E9C-DF3D-A369-2794-20028FE0464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127598-679D-F228-5BBA-9549002196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1BA00C-0D31-9254-3582-3FADAC974F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73585D-541B-D8FC-A57F-3AB13709101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EE0BEB-3492-1CB0-55DC-BABF0273685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C04E0E-0E79-98BF-4291-567FA4BCC93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CE990A-AE6F-C270-1ECB-4B1A50B5E07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4DEF10-F301-8751-0CF6-24B6FE5546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CC2562-B643-01E3-6BDF-20AB6C821A6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9E52B-8719-A566-0CDA-CD511A108B7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8F3A7E-05DC-04E9-CE37-CA1E2B7A18D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25B7DD-3A50-1CC9-DA85-CB4B2D840C0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51D185-C5B5-AEF9-8D89-722D35D4573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A7EC18-3B6E-E763-D8FB-CC97EC87691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2CAEE9-8AA6-3C61-57FD-F168F0A3EBE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9D1EB6-3EA0-2A74-AD56-54116149D93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DE30F5-BCB0-0DEE-C52B-A10A4C1B9AF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776B8F-032D-8519-B0BC-2D1E74BF4B3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DEA0F1-242D-EEC5-275D-36A48A4B1E6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96BD9-C970-299A-0E0A-FD2970A75B2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E4F489-35D7-88BA-9D91-C6F9FA4ED6A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EE059B-2E5D-DB90-C2AA-97C017491ED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940169-5C19-3C97-778C-2F3E153C286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18D584-57BA-895E-1F82-834FCE0135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26C245-2430-7202-6A60-D24FB6E57F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BE7FFF-20AE-6827-F73E-2BD65806886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9A22DB-A12D-66C3-B224-0EF14543E7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1C99BA-0D44-B152-59B2-4722E1B070F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1AE0CF-0225-F96E-7330-F71D3E97A2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CD50E4-8BAB-BD4C-2AA8-506A63398B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1C79F2-11DE-C736-4C0F-0B35AC0E350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6CC1F-FCE0-F04E-C9D5-434D5614516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C0446B-5278-3AA8-BB0A-F631E145971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A35B25-AE0A-CE68-8255-A3EECECEA81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65614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8CB7-976F-E3D7-53E3-071A1081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5814C-51A2-3D2D-7305-74C50F94CA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AFD032-2C98-ED6F-31AD-945B9B281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84C7AA-F530-4C98-87AD-C8BB2CBA5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03A2A3-5B52-E076-5B4A-9DDA9B738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F14590-72A9-E6C2-8144-368564FBE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A8407-034F-2328-28F6-30615A65718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1DC36-8CE5-E5C2-5F7F-3B0A3BC2FB9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FD586-37E6-38BA-97F2-2C2CC06FD423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B821D-8523-925F-E14F-294DB625493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BB305-F944-BC2C-C3FC-13314110A9E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33DA07-034C-2F57-72EA-DEEB1156154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24C4CE-EFEB-6716-1994-F67F7A764A6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73FE0-D813-1A95-C707-E7ACC276E80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F1926A-63FC-598D-EF9D-CEC8C9C0EE06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F988DB-A9EB-B6AE-CD21-BA811C0543BE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102317-F492-0ACA-C0F6-6FFB5732FDC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436FAE-DEE6-731A-DBA4-5CD613A21CC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C4E0E-F308-2099-2D29-A983FAF1027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2160FC-2C15-8FE3-863B-9C0D73A6DF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354F12-9701-0F85-59C3-0D0F5342A76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655B26-68D3-D501-76CF-D0BF18D7881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3CE8E8-BDC9-FC7D-F36C-F5401A55774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49F3D7-0704-1348-7DDB-16A17167046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BBADA-89E1-29C8-4FF3-7DE23777DD5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B324C-1B46-F6AD-5870-E46DD7F113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0720A0-61DA-F0E2-3E2C-EF143DDBCB2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60B66-37FA-AFDC-48C4-62221E3209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777405-2956-9182-611A-DC7D9684BE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565607-D9BA-0F66-1007-AA74E6C97D5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5686B6-C9A9-DD2C-CB21-5F6A091A38B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F310B3-B34D-0B84-CDBD-79904CAE00B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733620-A54D-7EC0-06EC-04223F8B356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91D6E4-EBA7-2911-64F0-1A20461534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FADF1B-40CA-E739-B593-B688652CC902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4296A9-B691-E4E9-4FAE-A5C673CD1275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128712-994E-3BE3-14B7-2EC0FF19B2B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7FF8E2-8412-F7A6-E825-58E18AD75EB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5FA731-57DE-385F-6A65-CCD5F1FE6CC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4E60DE-E14E-E4FC-3D2F-5C48D35B35F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057B80-34AC-0A29-7378-052B73D1045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6E0D4F-D127-D49B-49C1-D8A06CBD322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F74302-6989-72CE-6155-0E2BEFDDF6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A310E7-2121-64D2-6A0F-34D3F61A333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085E89-1A3A-7478-50AE-7AEB4AFEE80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9F3CE-2E33-D4B9-998D-A805487B306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F14198-9877-3EBA-9797-802F20D974D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B09589-15E3-38CE-B551-1F08EACE17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2EB310-E96C-7053-7F73-C5D926F997F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E69F97-BBDA-8BEC-2EF8-2980811A2C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E0C8DA-5FF6-352D-9044-D4B458C995C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12925E-2E1C-2630-4B5F-C93E81BD388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3B74B2-50EC-3EF3-76FE-000DD43C3A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7E462A-17EE-97FE-BFEE-3C77998AC8B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E667C5-0B8F-5A1E-CEF4-BD3BFA84DE4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007EF3-43F5-84A7-0A77-88A65F24012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527E20-1FA5-14E5-E7FF-F0985D3B3A5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332FDF-C900-F10C-6261-FA24A666708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77D470-47A6-A663-8885-EF76C77CAAD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B5A94-E004-F80E-B572-FBF1D0037D3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0949F-8F2D-BAA6-4409-6D93710DD63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0E1FC3-A4B7-D45C-9E78-D1CFF412070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2B72F4-8344-E5BA-0D5B-0265089CD9C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CAF03F3-3B6A-8B07-5504-80CD755E210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B69FC-416A-4538-07B0-D07FDE4BC09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4F9439-AC89-614C-BBCC-399A663B4B7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DD915D-D8BE-A841-F026-175C836E72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F3FABC-E0F3-31F4-59F5-DE117004680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851A15-D565-AB58-C64A-3727BA58252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2783A7-6CE7-F4A4-90C4-6C46BDAE100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DB7B4A-084A-5A8B-2C66-7E888A71521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2F8B15-BDE0-6250-9615-3818A1C4AB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BE9000-F52B-CDBB-A357-E63308F46FA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49EA11-CDFD-7A50-8C7A-B1270FDCBD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3C35F3-46A7-A7FF-CD71-9AA8A2A6C45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089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A7D71-4AD2-228D-65F5-CDD2AAB0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C712AF-1D66-A78D-95DB-DE77E206C8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2 can’t be on the line because neither 1 nor 3 are.</a:t>
            </a:r>
          </a:p>
          <a:p>
            <a:r>
              <a:rPr lang="en-US" dirty="0"/>
              <a:t>Therefore, the line is 456. The position of 6 is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2B46FF-CF99-5595-931A-6F67AB1D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57118F-B56D-68C0-E5B7-76D4364D2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E7AFD2-58B9-873E-C3FA-5D48803DB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D1C12B-A381-F00F-A2D3-EB03CF36E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694F7D-99BA-75C8-41F5-939144AAB4C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5B686-ABFB-B487-7316-5FC8A358B57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33676-9DB4-5190-7777-67F32EE589BB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CC454-2678-F0A0-09E4-BBF043EAFCE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7F0B81-A96A-3409-1A2C-DB5895A4E92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AF36E-0180-06DE-D3E7-D281CCD4583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2FA224-DFA1-F305-2413-8A84077C19C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767EAF-1E2E-CE8F-7B4F-0F60F7D7084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8EA681-C7B3-FE3D-A86E-D350A87CB5A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C63CE1-4904-C473-B4B3-A27C86DE83CD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1D0041-04AF-0FF7-0945-F335C3074C0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94B65D-F8EF-BDE4-6266-1723C0A741F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345367-5916-4DFB-D9F1-FE2AF1AE8C0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5EDEA2-E50F-91EF-7C39-822BBFEF468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D91765-A354-014B-BF48-3629A1F7E6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E5A463-ACAC-6EA1-6371-677280DF58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082AE-E59E-8BF5-9DA8-E3B1153E2C3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2E3DF-FB94-BFD6-2844-424AD029F68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67CE1-9F5D-F6F4-2094-E1A35BCC806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D041C-8545-A3C2-AAF0-6149A35B947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58A78F-69A5-3D4A-4ED9-69E3150D15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2560B6-C0C1-92A3-8DB4-7C74FD2D32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368E98-1655-50B8-7E5B-FFE88F63E7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D1E2D8-9664-C23C-796E-F734900E97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5ABCD5-F53E-E4EC-BDEA-B329B5C131B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95A9BF-504C-DEEF-B22B-BD7AF75A352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728F91-B910-D50D-9E52-218D33B5D02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5138F2-4537-C0DB-F79D-56F7BCA2C6A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5D4008-5B0C-6F4B-2B69-C9614DA19AE8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376AA0-38DF-1F94-66E0-4B7C2F085D24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726067-CA9A-4FE8-80ED-A1165A8292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54D264-EB4B-3692-11EE-A3ECD3DE75C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85441B-E855-06D2-3751-E151235D54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F2596F-EF2B-6792-145F-F6FABCF4519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8C2BE3-6F88-25DC-09D5-E63FAA4E13A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FC16BC-B175-6FB6-7A57-EB57D0BF6F0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FEE8C7-19FF-AD71-A019-4B9E00FA577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DF0F4-D319-E1AF-0543-E87CE7D47C5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B36AC3-3B92-C4E2-510D-DD284A36E2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5CF373-57BE-FE19-D7AB-3088DB59D2E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B75AEC-0D52-6C56-66CB-A676C43493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898A44-81B2-4F4D-C46E-9C82B16413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365188-9B7C-5954-0F67-EA20A29FD49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04F571-9688-849C-EDE2-4346B8F5864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CC319B-F29A-6664-ED06-8F6F78E61DF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5A4BBA-5FE3-26E4-3E6A-093941A417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BF9CC0-B5AB-1873-A260-B0D44C3105A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F39516-AD9E-3AFF-0E10-A7E80D4B4C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66FDE6-D8B9-C19B-24BE-EAE4D169BC0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FBCACC-94CC-B179-81F7-2B67FFD1BEB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B4E84D-8348-EE39-D515-6506B2DBFD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B04DBB-EF3A-B2CB-836E-C7713089AFC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67EDAF-C0C7-95E2-42F5-E123E066320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E55AD-D747-E6BA-8BBC-C908BD54BDD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9C2E38-87DA-75A6-A0DA-263D1DC8799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52B340-CB97-8914-90C6-DAC086D462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45F5A8-F73B-DE7E-9627-D231D4A7106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CD429F3-B9D1-263C-496D-4AEA283E23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63A5B4-A066-A822-4EB4-BBF53ABA4D6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18D185-7BF5-B66C-3C65-4467D4B93F5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31505D-3498-A7E3-7532-4325D07711B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4097EF-DC4F-ED81-E806-5A123EBDBE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2E10B4-3453-2E1C-AB64-7ED9321B17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C8FEDE-2D17-6BA8-B2B8-C9C8030E85D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FBC9FF-8F8F-E5E4-AF47-1AFFF64DA58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3F0031-CE8F-76BB-E135-425C08CB5A2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DFD9C3-E0A6-6D30-6189-B4971509988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09E8F4-E451-7162-F1FD-7DBE54D6CE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D687CC-955F-B458-2733-1B79ACC61BC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EF2898-EB66-69A9-9F37-0AB1E32696C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D99B4-6EBB-331E-93AC-4AB327920F0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973546-36D3-E1F4-E5BF-6CFD0A0A7FED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E4C187-12B6-350D-36FE-7F6E6E709C16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5683961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91543-ED16-8853-981D-EA2B3403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9F7CC3-B27C-943C-9AE5-E5869957A6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3994A8-2620-70C4-EE96-368FEE4F0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9E95AA-9478-8546-7C42-D203F674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E6415D-3212-2821-8762-86DBCFBD8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694259-6FF8-E35B-ED9E-69E73587E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6AD693-D15A-1619-7510-F7A505496B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422A1-CE2D-BF2F-A190-764149071BE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D2879-D537-78FD-9D4D-29D541AA8DD0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D2B4D-27AA-B07C-2F8E-339BBFB39DB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EE086-6FA2-D8B6-A019-C76E8036314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2F4A7-7B0D-C083-01EC-C2A2867C591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84CDFB-F6F1-237F-0D54-A2369B36300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3EDB41-3E65-F098-3D83-4F5504BCE54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7BB41E-D111-E2E4-92D3-E1C2BC6011B2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45EA69-945C-B04C-8675-312F98AE4C2D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EA674E-EF7B-D7B8-9629-3FCEA194F58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B94B8A-DD33-153C-39D1-6D3AC563709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3E678A-F20F-E175-DBFF-AB8B9119910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181885-1096-4B3B-3CE2-2A71057D33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5DE666-28E9-F7A1-517A-29B41C4F883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A0D764-BA77-5CD4-A2AC-B0654896EFD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6632B-1ABF-3653-2485-3273EC6132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91E0D9-EEA5-2351-DF13-E9B36795B27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8FDE9-21AE-3ACB-0235-FFEA4317486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D49B10-122E-5594-6E20-7127008671F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697F7-331F-87BD-9995-9E10B2C5797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C2810C-7BB0-DACA-D730-84CA17DF7A0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CEC436-F245-6A7C-10DF-AF4BB249FC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3E7B42-5CAD-57A2-7045-02FF2907084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6B8E92-565A-8EF6-571F-00CC4A5673B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3E4736-44C9-C750-C649-D3998E2451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E28A87-A12B-4E8E-32BE-E7F98C9EB8F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D3C092-5344-58D6-250C-FF9B085746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97C432-32D4-A404-A46D-3DFF767A6688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40016B-99C4-1983-955B-F6D42BD04333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D12AF6-54EB-056E-7231-03FC96CB606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674B20-6391-E910-D2D9-9C18B2E2153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7585B0-0E49-22CA-0BC0-9E41B9E6A4D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221FE9-D691-3CFA-13E3-5CCFEA00932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0BA337-85A8-E3C0-74CE-213FB119471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7A865C-9DE6-0AE7-77C0-A353F61DF68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33ACE9-FF03-64FE-6BD5-758F9A5E0AB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68AFF-77E0-C44C-3128-0990975FE0B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E2B767-D24C-FF55-F918-3EB7BB76B04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141B90-0EB7-D281-057F-DD4DEA0E46D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2205ED-88CF-2691-F4FF-D3D74F77D7A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7BDC6B-6D9F-08FE-84A8-654A84E5EF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C82FC5-6103-2740-62C5-F939811E7A1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CDC3C0-BEC4-6E54-2EB7-FB6C32525E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D17970-D14C-7C59-F993-B9D5B89ECA5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B2D909-7B23-5A36-A621-5C89F1B569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E65292-2F81-87DE-4B02-E1A7E5DC10B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5D127F-816C-6C3A-AB5C-114A8B7B1F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63EE07-F523-7ABB-99CC-3D4F2A47B57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2FD9AA-63C6-884A-B0B4-F49D35B64EB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15E131-469E-42C4-64EC-7D717FFB230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7D27B6-A4FE-F6B6-21E7-0C3AE189642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756521-15A0-5652-A996-FA8450C7DE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A3FD2-B807-87F1-31E9-3A141088A1D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844E81-85BC-11D0-07C5-CFDCA7246D3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263213-1117-D7BE-0AF0-B7DD4567A1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1FDDCB-813A-066A-CC93-CEB0EE89EC8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2C2CD0-CACA-F589-973E-F9600C5EE22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48A5B6-8603-41C9-99D8-AE36FB8DEB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35E465-2B3B-0630-7F7A-9BB19004D7C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AEC29C-A5EB-2927-9980-E8CB4606CFE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8B2C16-20B1-6D78-1077-2428BA99D3E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7403F3-DAEC-3395-8632-3414155F6AE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1E3601-AA2B-4F92-E47E-EAE1681BFC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2A07C6-EC90-1B77-DC60-BB0B30D0728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0B31F5-D0E2-163A-47CB-B078E7903C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954E79-E4E6-670E-6471-67A06B5EC7F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65BE65-7FDA-335E-FA1C-5C30EBA73EA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46723C-33FD-077E-4543-FCAEED8EFC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FCE4C3-7379-6B8C-B198-1FC32E80802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5160F1-A115-605C-336D-2A8272B2A69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1A3107-F238-1619-D071-B1AE6133380F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E873B3-3A53-AB10-8859-96E0F91A59CB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35845306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3094-507D-E4F5-138E-4F4F4806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ED73EF-D1EF-EA15-C045-912FBF5BC6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and 2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D40183-CCC8-B9C4-416F-61D804A07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2EAC35-9E94-1FDF-A641-A8F6C6B87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B613A4-636F-E7D9-569C-936E8FA24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1A7671-E9F7-8D47-0182-2E832754E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440E15-F68A-1AD5-AABB-7CA17446BEE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1B8EC-01EB-291B-CA15-E6DF71BFE3C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D63C1-FC5D-D9AC-F0B5-7A3D981A8F73}"/>
              </a:ext>
            </a:extLst>
          </p:cNvPr>
          <p:cNvSpPr txBox="1"/>
          <p:nvPr/>
        </p:nvSpPr>
        <p:spPr>
          <a:xfrm>
            <a:off x="3640666" y="50526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30928-481F-D8FA-F548-46CB7FDB2B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1767A-7963-68DE-67A2-F007B255C61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2AEB4-5750-1EF5-6274-21579A928D6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B989D5-D1E0-4468-7F23-BE4D9BDEED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039F6-EFFA-A94B-D04A-78F09CE2377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F872C2-4CF3-7355-284B-2D7849B54F10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225012-C0D4-9B34-853B-956373B9EB40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F6E7B3-BE88-8BBC-FF49-5839EF0341E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E6EAF0-9DF9-439B-C870-6428AC1FBFC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5AC42-2FDD-B951-6865-06675224D5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4DF53D-1E26-3469-F330-543082C0A04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2926FB-2E2D-8399-90F8-797764AD231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299E6B-5CC3-C773-9A07-D054A9CD17D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03DC6-40C7-C244-B3D1-B10FA2BCEC3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561D94-FC06-5C0E-DF25-C3351CD602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83EE1-0F3A-0B87-80DE-21880154B1E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F7FC3-0290-FC67-6EEB-880E3FDBC73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0845E-2DE7-D282-57E7-6420F71CEAF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25D5F7-FAE4-A2A4-1F0E-8D79F35BBD2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E7CEB9-6CB2-E92B-D984-F6AEC28F2DA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B4D277-F68F-E1A8-3558-C457BFA18F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2FEA0D-65F7-BF41-D1C6-839F472738C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A9E2B3-19B0-1241-BB8E-88DBC0B52D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F77688-3AAF-C6AF-4754-0BEC5A809E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32FD8C-FF41-351C-22CB-DA8ECC255D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FC58FB-80A2-EBA2-EA2A-EBF8CDD82482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B763C6-47AA-8B82-B2D3-3110A56DED50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0BDEE5-BDDB-9D94-A75A-B2F3A7696CE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072F89-3FA0-A6A9-53F2-7A8E34A4093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E68451-AC21-830D-CCE3-85270605E42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49B66D-6683-A1E9-1545-D7BDAE7F450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32F09C-B706-C01C-0F50-4D7AD6EBA3D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776715-E8AB-C407-5B2E-A6C8C26D6E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AFE781-ED8D-FF1A-D436-30D2C16F01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06DF23-DCA2-E652-B339-DDF76787453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0DDC15-CDD8-3EB5-6A14-9184C8BFC4F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42AA81-0A27-0040-66FE-5AF5F2BA5FF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313A4C-808B-06A2-28FF-DE4CB10D69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37660A-64AE-80FE-108A-C8F0AD4AD6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23427C-5D3B-9F7C-C0BB-97B3C2CE60B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4F28F0-B709-7BC7-1124-38605CFD7FD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E977FA-23D8-88C0-A9AC-BABD92C248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2C41D8-5410-4EF7-ED4E-F6CB37DD02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55B7F6-D7F1-BBAE-2FBE-A993D04EE28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A51494-BF44-8AD4-BE98-7BA428CB82F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50299D-12BB-41B4-AD84-F385497370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C2150B-B564-CAFE-6C92-729949FF357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552611-B404-472D-49C5-4513782355A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287964-555D-B99A-CDAD-9594BDB6079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1A606D9-0624-3221-E7CE-5D04F01751C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66867-ECD4-928A-597B-A0085D292FB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A55552-79E0-012E-CCB2-12EE6E7CAA4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DDEF0D-6DB6-8067-51C1-DE735778CB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2E7700-9731-BA5E-C87E-EBE56F6F110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AAD485-CEC3-1451-FEF2-15974773DA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58A2BF-A78C-54EC-BC13-CD51D4124C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B39CC0-2D09-8091-5A10-4C07D4E38BF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F2F43A-6887-BFA6-D202-77A2E3E652C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DA3335-E60C-C1DC-9084-09C3A307917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436DD8-FCD3-D4A2-E415-2132F34556D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024FDA-37D8-A23C-1CE7-A5FA3F2A1BA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FCBFB6-C895-E250-3736-182A6DA4F0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7CF396-9764-AD4D-D7FC-19E939ECDEF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E99B2-5C24-94B7-CC34-4338558C3D8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59AAF4-21F9-4D58-688C-FE1D1DDFFA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7BE786-638B-E13F-0F3F-D36ABB087D0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AA7610-5191-A6F3-16F3-934DEEF7C92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E3CF0D-8AD7-579B-40B8-83BC8955E9A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9F93E-AE6A-8188-C266-A4B6BA0B8AA4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377C55-3A0C-BAEE-1F35-82F475A61DED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E60851-4449-3B51-83B7-936C4E9A3E4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73DD03-07D0-9E30-6AE2-7FA533FB512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13614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9D45-27A6-661B-16EC-50BB6F2C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72F576-19E7-38F1-6EDB-3A8239EAD4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lower right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A89796-92AD-68F8-61CE-AB54953DF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5B134C-CCE4-2FFD-7918-71C86517A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4F68CF-CB25-DD44-7F78-E3B3CFF41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D8BF2D-564B-44BA-E1B1-91FD99D49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489CB6-3777-8C1F-EAC1-258BBE046EE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5005C7-BB9D-7F67-43BC-74866CEBDF6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555E4A-25B2-E665-0E8D-2AAEC387587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DF5176-F907-AF51-ECD2-2C3DAC6D4DD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A0DF10-DEE7-36B9-9031-EBD12964029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7A097F-0374-CB41-8627-8219C2A46BF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047C7-77AF-D17C-7671-EE11AC8D8E5D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809896-86CD-EB07-1F6D-D71743F533CE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D67E0F-E393-B4D5-692F-3220638170F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868759-0B72-5A55-2638-C946D38D26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9ACD84-353C-A2F0-6441-DF0238E19A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7BE66A-D1A3-A5D2-4F3C-13987190286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F56391-BF66-F41B-93BA-CEB6E23FB42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9A92FC-252D-5978-4E72-F1D938CB2D1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6F659-8A75-5D3E-A1EF-7C94D173C37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297FB2-FE62-F921-078D-10154034FFA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4EC20-F636-6D62-936C-69582A9647F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BDEFF-729D-A069-050C-F33F79E0898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9123B-EE53-9A1E-6046-E5D51EF9A5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54361-C2A6-C35A-2B57-640CE294A8D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4D5925-B0A7-2024-09F3-60BB104B76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1350E7-4A5C-5A42-13A7-06606D57511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545C11-46EE-F672-CEE9-59AE0CDC321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EAD411-05C6-EDDF-8F10-1C68082DD00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2DCCDD-B0B2-7E23-92B2-CA711183699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A24887-CE20-EFB3-D4E6-60BA7F1DCB3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37C310-0DFC-EEC7-F18B-090906CD0B49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F474D6-8EDB-82A5-0DD0-DAF1485D7F1B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CD3F1F-B0B0-6D61-228F-C9F0F63A3B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146D38-E041-9D50-11D1-CD740F8F60B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911ABC-A87E-E534-50DC-FA7AAFE6387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F3A8E1-3C8F-E6D6-C5DA-BC651A65CC4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4F62-EFD7-3C78-3F43-3FAC17595DA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8F1725-7EBD-1EC5-0B8E-18379290D4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D379DD-EF45-4982-5FB1-1A9EAE12925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8357E-C9D1-CEFB-9C8A-0E97F53C7AD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3BDB43-4624-10B2-9240-A81EA0FA35F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2F24FA-C50D-8B24-9CCE-4988A0D65E9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2593BC-A233-16C0-DEEC-333219662D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479977-EAD3-5314-FCB4-2994DA4FB3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95D753-2800-2358-6CA6-17B2B2DF1D5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E81D07-4786-E884-0603-636D43F938E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94621D-8E9F-F42A-B0C7-98FD7251249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C4D1C8-DAC5-48C2-FE37-B2C68338DD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2CA199-2693-FAE0-E1A1-5FAA4E18E83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47961A-5A5F-3D2A-2FA0-6846A167E3B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C67763-671A-2E83-DB61-72D5BDCBCBA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669375-F4F2-B142-B12E-2F71DD8ECF5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6868B7-B93A-BE7F-3434-AD0886D46A4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E05EAD-EC18-72F8-B4BA-416D29254C4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4B938B-3837-931C-BDC9-CEAEC4A492A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B9E38-47A6-36B4-CC24-40EF070F78B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6AC4A-34CC-A1A5-A1E9-6AF9BF37187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55B1A1-6959-A4A5-B911-1E0971B04D9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82972C-165E-9668-F97B-7DC6A077D9C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24DC2D-40B6-15E4-8F8B-29670EB24A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C5E13-40F3-0D52-A665-870CD34D65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0AAFA4-7C1B-EB6B-B217-FB0B9CB480A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3B6CBA-38C3-F49F-257B-D290DC26F7D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4B7086-EC41-02B8-A1E4-96499BE0427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3D55F9-412E-AC9F-6B1B-7D9FC6B7BC0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53EE9-8733-6559-4F1F-4A6D3641D3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B24F63-E92C-AAED-98C8-83821207B62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B9ADCE-32F3-E2DE-7C0A-A57E8A5D5D3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33CFDC-0124-C944-9BAB-D588A580625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E3D2D0-F115-901F-13C1-896B52663B5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08671A-5CB0-22E8-B7DC-51FA276F445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AD798E-C4C4-CB9D-512D-44307DC766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76DF6F-C481-F2BA-7D85-7230FFC8ABA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A2B124-8831-F82C-6A8E-FB3783C31662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0C7963-FD39-699F-0CFC-4C9DD53AF0D9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C65F24-15AF-866B-E9BB-C3AC7DBC402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01D1765-57E2-9A40-267C-4488C19F275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3B3768-7E9A-50F5-49D5-4128BFAFFDC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DA9608-6F27-22B8-4FE6-94FA4A0A25C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28DF58-F1E0-532D-8805-7294FCBAC77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952084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E643B-A862-F29D-7711-AE961902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C20621-5E3F-1E75-6003-4B39A11282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7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5E4D85-E564-AAA4-5D8A-A09FDA931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3F7EF7-71C8-A9E8-ADF0-E43190DF8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BCE5C1-B8FD-18B5-B2DD-85F7F61A2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A68BF4-86FC-A45F-417B-1064E28C1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F71115-5EE3-4120-4816-6D0992CAF5E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8A0CF-8E4B-313A-3A7F-DC331ADD416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CE3B4-6D28-7E5C-2A35-6F814C87CC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12F3D9-261B-D98F-31BB-F83CC4FEFC9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326E3-3B41-BED6-9D4A-253580D989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E3EF42-9840-6B51-9783-F50EE761383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5F5B28-CC05-C822-722B-E90E8FC71EC4}"/>
              </a:ext>
            </a:extLst>
          </p:cNvPr>
          <p:cNvSpPr txBox="1"/>
          <p:nvPr/>
        </p:nvSpPr>
        <p:spPr>
          <a:xfrm>
            <a:off x="5650090" y="1553946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092A51-AD2E-BB67-B66C-B161F39D8644}"/>
              </a:ext>
            </a:extLst>
          </p:cNvPr>
          <p:cNvSpPr txBox="1"/>
          <p:nvPr/>
        </p:nvSpPr>
        <p:spPr>
          <a:xfrm>
            <a:off x="7157158" y="1553946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4D6F22-426A-6DE9-1556-9BF67E4AD64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2B50C5-2F07-0BE3-EFFB-08F11316EE5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5ECF4-0462-7CFB-AF7E-DA4DA22469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02266-37E3-1920-57C7-CC95C6D236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D48A29-B15F-4819-CA02-5D35E460D68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AF6C63-F18B-9A4B-41E9-6FF20C9C6CE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3EBD6-3DDE-649E-EFD1-A082CE421F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9377D6-3E27-DF40-FFD6-655F34F4BB0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781E7-CF40-F186-3A26-93C4B2CAF85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F30386-1B8C-6609-099F-03CDE8FE8F8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45ED9-4042-42A4-59A0-849414021E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104C32-8984-F465-A266-B33E99DC68E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BBEAA-541C-CB5D-446F-F605EBDA833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AF80FD-A5D0-5200-9125-5A7A326FB4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0B689F-EC4C-B17A-0698-7AD7E1F430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0D9B5D-B463-0C64-9DDC-FAAD5F34F0F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8D59AC-F485-02AC-8E69-D76ED58B988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245300-B971-9DAA-440A-8A01495E965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05FDFA-CFF8-4AA6-B74F-70577AEEDA9C}"/>
              </a:ext>
            </a:extLst>
          </p:cNvPr>
          <p:cNvSpPr txBox="1"/>
          <p:nvPr/>
        </p:nvSpPr>
        <p:spPr>
          <a:xfrm>
            <a:off x="5650090" y="204693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12C8C4-F70E-DF81-6A9B-F20CEDF29817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77377E-B796-7730-E5B2-06AB8317188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246687-C9E4-1420-3C03-7DAE39347B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D91E12-BFB5-772E-E70D-3D7CE472704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1B7392-768C-9D4E-1A4E-62FDF1531DE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9E6E80-4533-C183-B659-CD88C50400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6DC23C-A631-9A64-CE14-801E3B83D7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B1603-10E1-D779-2EFA-DBCCC0AB95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C293C-2908-B5D0-EE60-BA0BAF44AD5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137D8-DFCE-00DC-581E-EB4B938FDF6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B44AD1-EA59-9030-662C-7946F43E692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B1B0A6-BEC9-2612-7CA3-F34E5EA562F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8103B4-D138-5EF4-11A9-C64D23A587A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05A26D-62B8-3C61-1B8F-F9A253B3B9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303EF5-56BB-A489-44C1-40547E42280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A06B91-2574-EEC8-3497-879D535B782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D327D7-1D43-C6C5-7088-E0A5A1FA31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E1B28A-BC64-0EC8-265C-A2BC48A7B76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4A1A57-BF78-67F7-3804-5DBE5CF5AE1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8003E0-CC99-DCCE-6C15-C135602F49D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65600C-00B0-23D8-DDD6-E8BEE27F562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FEC371-C7F7-E637-1272-A1BC4F21B2E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D5F098-1D13-7CA7-339F-466AA36155E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BE9967-FC0E-C729-5062-FFB2C7A432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13EDC-1142-8F27-076F-9034A974706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9BE877-212D-2804-C236-15EC3AE228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FA5EC1-2648-F2D0-DC22-452E253DEA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DD9155-6928-695F-56FD-36E35F4FFFE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4DFACB-3DE8-E479-7F5D-A66C7B3006C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46C180-4CD3-875D-A225-E3880185AC5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259B95-524A-83A8-CAA3-6D70CAA7A31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D69A73-6FE3-0DA3-0668-B028BE1D4CE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6F0A9C-2485-7280-B56C-A47F38FCE88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C401-B6A4-1383-E2A1-A56058D80A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FFB92C-DC64-836E-38E9-FAE040AB6C2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9F2C5A-DBE6-2F37-4023-8D5A2682D43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4A72BD-8815-1FAE-3E76-F0717834DBB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3DBBA3-D927-A1D6-9FE9-1CA84763AD0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226363-BE8E-72DB-3A97-F6BAF96D8A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FA6C95-5F6A-3FCE-0C76-D8834EB999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27A2E-856D-06F3-7561-4EA2F4025B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5A36B2-F085-B7B8-9E5A-3BDB513E2F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18FAAF-705E-BBC7-68B8-37CFCA9D922E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D31791B-ECC9-99D9-0953-4030C470DA26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AC5433C-8A20-EB02-A318-E97B0281A23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9114D7-5D39-BABA-1DF2-4D54861829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5E0783-F40B-3E23-1D9D-92C45353A79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F95787-FACE-4219-E504-4CEAEE226B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F45FC0-A1F8-920F-057D-FD6C339B66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E17DA-7C31-BCC4-A13B-8E77E250ED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992C0-C2E3-4A9F-3754-283554F0D11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2E8F97-0608-B850-A5F2-E471AC2B112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54525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947A-964F-BE05-2451-35BAC259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C41298-9CBE-0753-C0E2-832309CF1A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CF2D3A-E7D2-E953-E68E-BF3EEBC30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3C88BE-5D84-C505-65F6-4D4B30DC3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111FB6-8352-E920-2FDD-293D833A0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8CC40B-EE18-F7FB-0936-79E2ABDB1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A14977-F7CB-56F7-2AC8-A558D93DD3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FDAC0F-A280-A6D4-E23C-A20EA9A245D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3F32FF-D2CD-A33C-2DE5-18CF4FD59E4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E0CFD1-A3BC-7EF9-ACF3-6E294F11B27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29579-BECA-7E14-C144-3591865828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CE9895-FC07-EFF9-76F4-024F534B82A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622BBD-AB3C-2EAD-5450-EF5FA0DCF4F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9775E1-89ED-3BB1-11A0-43427BBEADA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8CF58D-E6E4-9267-DBB8-39DA3829143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E61742-BDC3-2F08-05E8-06D8CDBD7D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C0F86D-A006-FC80-3E3D-94385E5E41F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97B009-F139-FC28-C263-747C1050785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FC80C-E18E-4B28-FA30-C178D0FE4BD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9C6076-EA69-ABE9-1CBD-CF01BBBE38F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FFE12-7391-3694-E99F-5EC7941CF38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750BCB-6C5C-B086-DA8A-0C82F3DC0E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BB7811-4B2B-5E9F-1DFD-8F5768CB306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2D697F-636A-C871-0FF3-8EB524643E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6AB231-B4C0-3FFA-1354-0FC171451BE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01FE1E-F60B-754D-7DAA-4742127F2CF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987F80-0647-F52F-42A0-1359367B0C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A5193E-3EA6-EBE2-C22F-A6E879DEB64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26E572-E480-4953-111F-2C3EE3D92DB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892BC5-710F-C9E5-2991-B4612A9A2C2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C082A1-1C4D-7340-FC9E-4B64E918A391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D44FEE-7577-86E7-DA68-FB1E3A552C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D47C3C-2EB7-F6F9-2B8A-2992E2720F5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0C6117-B2DF-6761-33F4-BE9F4752ACF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710E95-DD36-18BF-2406-C8C836F5F6E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17F028-997A-AE8E-E02D-330C1B3588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659337-70ED-9422-6FB3-48DDF13FFE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122C95-A6BE-3A69-68BF-A84752782F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69081C-CCF9-811B-5C7F-6618687234E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20F7A6-C9C5-8845-CB82-492E1E6C17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3AC386-EDE0-5C49-C20E-6BA5BCD9B1B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BD2002-8BF4-14DB-56F5-D86DC62822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DD2C62-5F04-7C32-3338-028C7E2AFDD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CF197-DB2D-7AF8-8190-FC9F67B6B4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E8C26F-ECFF-F3A5-37A3-57BDA3E92A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EFA794-13E4-A733-DCCA-00EB7461D68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E2F1A1-D9F6-F030-0E98-6AD3C6CFD7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97BF07-CF28-B9F3-DB37-AEC0A0AB4DA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3E6542-524B-D485-5C47-EB4B7A33611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67D765-6AA5-05F5-B8CE-8E7D04ED4EE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CDDD44-99C2-1313-462C-C4B07156ED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81F6AE-815A-E47E-5C4E-476E52F8B35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17B673-7C90-156A-7059-64F4CCE3556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A43DA2-8770-9880-BE08-B57F76C7F4C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DEE0C-DBA4-F159-C911-E501FD130DB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96414E-6A9B-B212-8D51-67AB63FD39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4A06E67-F887-65A6-03A7-7FB3A96DEF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8C739A4-AB7E-494B-455A-62D70F4A1EF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9A1EED-B84A-B188-0286-322EAAFEF4C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3186F-DC47-21AE-D359-433929F819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9D9C48-45A8-68E6-55DD-5CF531E4C2C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75B587-8D31-BD96-58A4-15E6EF19C52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BB9C63-2891-03D7-3AF5-281090F5AD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4B7DD0-4447-4246-5A74-88CC64741E8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CAECBF-D69A-FD91-E8FD-DE5BAC14AD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4E7F4A-7F9E-7E29-4205-CCEE0377130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9C1E6-EC53-435F-3477-319392E0FCC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EF1F61-BE9D-A7B8-C254-0AC9BDEB31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09B823-6A21-7288-DEA1-4315902B5F3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0968C4-24F1-1317-A260-E2FAF1CF1D1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8562A0-D76C-9DD1-11F5-D16CC4B1998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6D7764-73EA-8433-4A70-B5FDCEEF663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C2B604-F692-5DAA-91DB-2218D4C720D7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22C2F8-8A31-096E-AF8E-B93300106A69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008E85-DD04-353D-17ED-6646D3543E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39B616-40B9-29A7-5F50-63DEFE686F6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0D3213-DD95-3359-1BD3-F98A6ADF38E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A69DB-1C34-081D-A483-B9F965591D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FEEF01-E990-689E-0BE7-7EDD7A3F099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577E6-D0AF-046D-5734-9C6DC1DE973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8D22B-E388-CBB4-FD25-6DC8315D53E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D49424-1286-10EC-655C-6AC39E779FB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47EF5C-D1CC-61C3-A6B7-760523D5718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723A6A7-BCC6-6DB4-6139-94B41E0BB39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07188AB-37FE-4AC1-5D87-559F9DD1479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83359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8DA8-7C44-497E-B1B0-D66A4FCA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A6229F-89C9-0E21-DAD7-88F969E520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D89D53-B648-8D00-63F1-92DE14C07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E1F1CD-FAC8-6C32-E1EA-F410D7B16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8D9F80-9058-C471-0999-1B0F80BC3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89DF7F-A612-A956-2B40-F3A773104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245AE3-E3F1-73C0-5AA1-437BE59A4D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4495F-B3B3-1D62-5986-819598F27D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1A4D8B-F99D-0A52-CFF0-B9747A46A51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A69033-0F96-A699-EDEE-F10E5CE1048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6D82DA-B6A4-A7DF-CB5D-F68B973CA4D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A21DFA-03FC-3CFC-D189-1F6CF7705B8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DE0C64-1707-442E-DD1F-4A05ECB3D8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1FFE73-CAFC-4967-D3E7-B8FE54D31A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B346B-FD8D-1A23-3301-90DC04CFEC7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D9BDFF-695D-2713-F92B-56C61C3636C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E9963-A7AF-3416-9BCB-1B219133D21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F4D7EF-6E52-D0FA-1155-81AA3166EBD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E542C-E681-5396-1DD9-3999924D095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0E77EC-FA4C-1384-32B0-D59B4B6B74F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0F6CB-A8F4-D390-2896-2AF1AFCB87D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956A5-F08B-FC12-BD35-1408B6A1C1B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7E369B-370A-087A-0C6E-E98C13250F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CE261-8333-54BE-8A6F-114FF6FFE7C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3F1849-4CFF-FBC7-BD18-FB8BC0A67D4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67F4CA-EB63-A5A1-2955-0B906792E7D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8E2D3A-3166-4C0F-B9FA-88CC86E57D6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10DCE9-1FEE-2FF4-C75C-5B9A0A6DE73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BC980C-E922-08EC-91A1-A996157EBF3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AD60DA-9957-F298-5D73-30220A93A00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DD0388-0B81-FD10-BE31-C1987A61AE33}"/>
              </a:ext>
            </a:extLst>
          </p:cNvPr>
          <p:cNvSpPr txBox="1"/>
          <p:nvPr/>
        </p:nvSpPr>
        <p:spPr>
          <a:xfrm>
            <a:off x="6152446" y="20469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7E8838-FB50-E219-E8C1-B26498F76E7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F7971F-98EF-86DC-B488-4CCF7FF42B8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357B4E-00B3-944D-D5DE-6338B072C03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B7E632-6FDF-B48E-C318-A69CE67E8C5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E016E8-8C82-A6F4-21E7-B4772C7D0B6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26277C-CF72-818A-67EE-73F3457B3EE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744D86-398C-955F-0A7C-9F93DC8ED44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1283EA-4633-4E79-B878-3C579A2385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984D79-64D3-83FD-5120-D06889A9B2E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4D927C-3B72-A19F-94E7-8A595D7C80E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825FC4-B239-4FF9-6CFD-2B367B7B92E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F10B5A-5067-7B4D-EDDB-257086D092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A9C188-E9D7-F915-10FA-7D70A30AD79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2B92A-6A6F-6CEA-1218-366C1EB2392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8DA91C-3966-F5F5-385A-10526EC2BF1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D1F2CF-4D04-126B-6383-9819CAD9CE3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C55DA48-DAC2-F67C-F4ED-1BB6C4B29BB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D2A8CB-9769-CF34-0279-21B3E6A6C08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2161C9-19C3-2355-8E55-5D6C5F09E5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05628-02BF-CF2B-4D5D-14986ABA19F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7E7E6C-3707-93E3-35C5-AA6066A726E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F6E3C6-5D41-E393-AE16-12CE11DFCFA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E4DCE9-7A7D-39B6-1A7D-68927DEE792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ABD2A-E64A-C1B6-2788-5715932B8BC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06C2B6-861D-3D4B-09E4-1032B5933A4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DA937D-B868-CC2A-694F-495520911E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FE04630-A233-EBA1-8AAC-819DC947591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06F78F-1A0D-7127-509C-C1A832C8877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224894-1EE1-B368-DF16-3F504E1348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28D7E-48C8-FC24-99EE-8E8F673745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CEDF8C-4E9D-F7A4-0C2A-51FB527E6FB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65B29F-C5CE-4D24-39C4-F8278AFE7A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0E583D-1D21-2FCB-A99E-493EE44C45D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2AC08B-7984-EE63-B5F8-D4C6010B3B1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1FE9FC-85FE-927A-CD87-B87C09C3219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A42C6A-5756-C352-36E8-13ECEA3FF1B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43DA6A-98D8-6027-709D-7831BCC9DA1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663C0C-9138-3E81-1F42-5E54F5DCD5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6DD107-FB56-92DA-C259-E0D84EDC5F4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49554E-D960-AEAB-B3B8-5B1A61BA08E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0FFC3C-164A-3208-267C-0E38C9DAB0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60E861-45EE-360B-F60D-32604FD19EA0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182332-010F-EFB0-C0C6-6C3F0F448F96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B9FDB3-9C54-7A5C-463D-A742B816B75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F4C237-F073-F065-F18E-0603614CA2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6915ED-0FE3-AC26-FF72-B9A05EC456A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F818AA-F3F7-AD4D-2171-500725F1D1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F0B06B-D43E-F7FA-62CC-D8D7F25EA2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22D63E-AB90-031C-CA40-B6EE5D54236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36A411-FA09-7E63-4E1E-BC0CDC5C48A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5F3EB4-818A-67CC-901A-1F04944C94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3AE012F-1E75-493B-4757-68366030FAA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068A01-CD53-EA99-0D12-F82350873E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AD0232-43DD-B5E6-1933-438577C6D7E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923146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957F-C713-7037-FCFC-A3148338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34C13-9D6B-0D67-F50A-E9CCC303E8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way to complete 2-line. (7 is already in use. 4 isn’t consecutive.)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365A9D-4EA8-36B9-84D4-7060BE834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3F21B1-786F-230E-42DE-0422A5586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5D06AF-5397-62D5-BDEF-A95D4C28E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4A6274-D166-1EBF-831D-A4E31F073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EFB38E-7F00-B005-4E0B-B51F563D25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5CD75-0EAC-DEDF-499F-169B30BA09F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99B11-63B5-E1CE-E1FD-A9A3A976525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284CD-3A75-8547-D34F-A1D2D0F0813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1108DA-E471-2E3C-F6AC-FC8AA834F28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819DC2-B00D-3F80-0BF5-9DAB4A41FA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32E45E-4F42-F0A6-5698-7E3240DEB2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A51279-540D-703D-01E7-BB562AEA13F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33126-C41D-DD03-3C9D-31CAC646A6E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41D28B-ECF0-E374-0D9D-5B4BF76E23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4AE48C-03AC-D07B-F3C1-7E5E324098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E502DA-F88C-E005-3FB5-F1007D1A6D7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67DE8-C3B4-A881-90D2-67CB913421D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2846E9-6DF5-E274-74C5-8BF9373EDA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AC478-E8C0-7321-8BBC-E5B0EF6B733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8B0E92-7BAB-290B-A135-426F23038D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9AC1B-F7B4-695D-06FB-72F287BA9E0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D248F-3EB1-DFBE-46F7-4C66A8124BB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D21109-2051-E047-8E0C-C7504F3AFFC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2BE0E0-A39D-3621-D140-58953293BB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56ED56-74CC-BD2A-D8FF-90AF7132FB7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278233-9AC7-FD32-932F-799F4F0B15B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DD830A-382F-D964-424D-E92A62BF3AE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F7B13D-9FBD-8832-FF10-EC4FFA38852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0F9F70-F983-8555-D5EE-76EB7F5E8B8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7000D9-1758-B1AC-5549-A7617605551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A4C2FC-A136-C5F0-FCC1-067F1A35F23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278A9B-2DB2-A688-CB80-42FE94BDC60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FF2866-69C2-A8DE-6C6D-223BCE76A7F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6D4FD9-7F0D-4C44-5165-08277B3FF0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BDDAD3-E504-53E3-3E0B-56664E58DAD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ED0AE-C8F0-E215-9271-24E75A1F8C4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A5BC6-6021-C531-61DD-88BE5B0183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B153A8-4C5B-9C43-A383-8C09A776993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FB6B0E-F248-2311-DA0D-0BF2A001B69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F4844C-2038-B162-B063-BCD3A74E3FC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2E8BB4-BB55-8191-9613-163AF9DD5CC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7F34C-B695-D4B2-9B83-7785A4AF4B7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BA19D3-1011-5C2F-BD8F-0E70E04017B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66D633-CEBE-2AD3-17E5-9BE4F4D6063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CBCF9F-2447-C538-0DA8-0A9E88617FE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C98327-FF99-FD92-FDE6-54AF9F0BEE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53A97E-69C4-C4D2-C9C5-FFBF5C163A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038421-CD17-96CC-1A56-7D5A557198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D6EB26-A48F-9FFD-8EB5-A5798979596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E6C8D1-4578-8DBD-2BBB-225AED568A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9CBE90-E362-FCEC-5FC4-6EB0DC6A1C4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F8978-1C76-8A83-45C7-463D4AEE9FC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4E6AB3-A516-82C5-5901-708C9EAB589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10F3B4-2F2E-6B25-374C-B9E58CF0D0B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E58981-43BC-0AA4-FA1F-F5E458D0BB2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EE468E-0BCE-01B4-FF4C-4A21DDE9A8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EAB064-E7CB-82C3-6BD1-5D380AFBA5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203E3D-6CBB-25B9-E1D1-3801038811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1F8D75-3C8A-DC58-6370-CFA70C7A094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75D12A-2BF3-CD9C-B526-D343F23EA88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9E26E6-399D-7846-FFA0-7375E97BA30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439D1-F2A1-1474-63F6-32B7D8B82D4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CA7BB4-3306-0155-E3E1-FD7140171E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E6DEE-D67A-C1CD-4F8E-02842B2500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C74B98-793C-E011-4947-5BF90FBB03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ECF90B-05C3-37AB-0E30-08AE078BA7A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8F2DEE-2A04-A1E2-8813-EADE89CD7C0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9BA1F1-846F-5EC0-BC0F-DB33C41D2F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A53882-13E8-8338-4F76-80658AFCB4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F1B002-EEEA-D89A-2624-E92CEEB2A3FD}"/>
              </a:ext>
            </a:extLst>
          </p:cNvPr>
          <p:cNvSpPr txBox="1"/>
          <p:nvPr/>
        </p:nvSpPr>
        <p:spPr>
          <a:xfrm>
            <a:off x="6152446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7DE624-E7E5-7738-B828-AA27F3581D10}"/>
              </a:ext>
            </a:extLst>
          </p:cNvPr>
          <p:cNvSpPr txBox="1"/>
          <p:nvPr/>
        </p:nvSpPr>
        <p:spPr>
          <a:xfrm>
            <a:off x="6654802" y="27784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2721FD-5CF2-6C32-7222-2B9E9DE298D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E98BA0-6A0F-B5DD-3B5A-29365C05359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DBFFDE-E67B-7875-D265-46296CAC772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8FEC5F5-58BC-EE69-80FF-CA14E7E99A2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E112BE-BAD1-F7A4-A9A5-8E7446BF5CD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653E99-AC08-9BA6-E2F9-04EB923F20B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B94EB4-7A81-1A72-118B-C4204BE4A18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8C8ED7B-F5E7-295F-9A75-784B4D05D71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9C92CB-FAA7-B2F6-5C53-CD7BAD4AC98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D6721-E628-3D0D-3137-5CF53B1F722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1FE646-A3CE-C515-4799-E330733FC1B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24E77E-B423-10F3-99EB-517576E788B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3934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99F5-15EF-A1CE-9FA6-8320A4EA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8842F6-7E43-F76C-33C5-CA07D2298C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9C3A41-F3C3-4A9C-F447-D4722265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89D779-406B-6873-8EC7-6713A05AB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81D4D3-BB49-95BB-812E-AB1388978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DF8382-5755-4D59-BA44-AC9FBA17C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9DABC2-7248-81FD-DF4A-DBE1D70901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DB3AC-775A-245E-63B7-CE8FD516E5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15ACB-E76A-ECDE-F609-1C161799E5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C80DBD-A887-56A1-A5DC-34DADCE3919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1ADAB2-C281-DFF7-69DF-18AE16453A2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9D2A93-E4B9-D69C-3692-A5599DC2464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ADE1D-EDD4-E45B-2008-0CACCF79F8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95E305-FB4C-70BD-7BF4-2A1ED463FD0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28BB8-3E5D-FA96-A67D-738EB701BD5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91370C-2171-5528-6F0B-7D5D2747D90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8B837C-0C97-794D-FD96-3A0F87F3D1C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78FEF9-AB4D-E15D-25EC-2353CC6AFB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5DBEE-E6BC-0330-717D-588001242B3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4118EE-4E38-0DC1-49F1-FB45F713BAE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AAA436-7D71-5568-0957-FABEF244CA3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AC712-26F4-44B5-D892-1CAB281D1BF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88297-50F6-15DA-D01D-18F47262F3F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57932-B9E4-0E38-452D-F02733612B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5B4274-E664-CE7D-8008-88FA92539B5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9EE897-F1D2-234E-8D84-1671AA7F88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16376A-6C45-1289-0CAE-37ED62CF553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FD5533-B54E-A393-BD6E-9EE10C7BB07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D56B2B-BE8F-911F-6F81-29EC6C82B9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E535FB-C917-74B2-C95F-DD192F559EB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EC7775-DE63-C0CF-2A3D-652706A2FF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D82C6E-8DD4-F370-2EB0-8B97024FC67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1635C7-7A02-B894-6C23-A1377CF0C62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F9DFAB-A96E-DA41-5AEB-79B9A6215C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044F90-3BF2-7E58-1D40-C662B586D1B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A41B65-82A4-D951-F9F3-FCFAD0D140F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3FBF07-0FD7-949B-A33C-D5DCB6E631D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7916FA-88DD-C951-3E93-01F7625C930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D805A4-7798-3E3E-81BC-63FE6E212A2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C6D481-A4D0-31B4-92F4-FEEAFA9531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2EE6B5-CBE7-676A-D8C2-F8BEB1245D8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77E6CE-790D-418B-21E7-343201C999B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573B2-1A06-6E5F-F4D5-746147F744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74A23F-47C2-25CB-4B8A-71B0DC46B22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C5A51C-09C3-18D6-EBAA-FF6E9952EC8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706C72-64EE-E106-0304-B07B17455A9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EB1536-B28A-5991-9351-1BE84ECC69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366C35-F066-4790-23C2-89BCAD14613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502ED1-D989-743A-2DC2-1895FD944D2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A446E5-364D-048E-CA33-81D6167AFDE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B3F004-8904-0378-9320-B21A0A1BB61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9EDCB5-A72A-9667-5342-F1526D8E593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B0E99-DD09-29C5-486D-CC213B9726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E64F0E-4CBE-E224-EF4A-F977EBC709A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CDD2BD-CABF-EA46-7FCE-D4280B538A5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AE720D-2636-E612-63FB-C63A8AE590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7B6539-199C-B85A-517B-FE7CE716A6C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52AE42-D048-E195-F56C-A09BD4BCF31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79F18C-F2DA-A112-F515-32190D74FC3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C1277C-E74D-7938-6771-94B987679C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5DCDD5-96C4-F2B4-0BD5-D875DD1B46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AA7036-84E0-95FE-180C-9828136B85A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9BE7FE-955E-FD71-E1A9-7AF7F71620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18BFF6-94CE-0D87-DD8A-A3DF71DED64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6A0F21-411E-4CC9-3698-185D91B57BF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E742C-88D0-47E4-81E3-D82E5A2472E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42A08B-2D68-7EB2-C46C-A2A4C320973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5BE2AB-4F51-F684-9F68-A4A21FA9D84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1C3230-74D7-799B-8982-3221EC8F71D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116177-7742-D189-9F9D-1DBC5E8BAE5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C6436B-258B-EDC6-F9E4-BD8F020F1E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454D6A-EADD-7425-5267-70AFC2D0436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D669D6-E7C9-233E-EA96-324B864EBBA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050383E-1C81-066B-4F64-BADCB4BD029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0C88C6-2368-ADCF-9D52-BBAA95A1A6B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F350C9-FFAD-1AA5-F5F8-5B29E843C6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0B4F3C-7C26-6729-E20D-E6632F49467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EEF6EA-917E-B870-BA95-017260167AA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5A345D5-ADD4-3C13-005F-F0D385CC1AF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71280-FB69-18C4-DDA1-1086FC27116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34ECBF-9161-7814-9C36-7BC7AA9D527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E83E74-F41E-E3BF-83C9-3185D01E18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F926E0-3F46-5329-995E-A5CC3E07B21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1C630A5-1A2F-AC15-914D-DBD2F35EAA7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4CDFDB-603F-2084-F60B-1F0539CCC81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45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9977</TotalTime>
  <Words>3759</Words>
  <Application>Microsoft Macintosh PowerPoint</Application>
  <PresentationFormat>Widescreen</PresentationFormat>
  <Paragraphs>3180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400</cp:revision>
  <cp:lastPrinted>2025-12-02T00:08:17Z</cp:lastPrinted>
  <dcterms:created xsi:type="dcterms:W3CDTF">2024-03-19T02:13:08Z</dcterms:created>
  <dcterms:modified xsi:type="dcterms:W3CDTF">2026-04-23T18:51:08Z</dcterms:modified>
</cp:coreProperties>
</file>