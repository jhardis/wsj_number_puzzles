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457" r:id="rId2"/>
    <p:sldId id="531" r:id="rId3"/>
    <p:sldId id="532" r:id="rId4"/>
    <p:sldId id="546" r:id="rId5"/>
    <p:sldId id="533" r:id="rId6"/>
    <p:sldId id="534" r:id="rId7"/>
    <p:sldId id="544" r:id="rId8"/>
    <p:sldId id="535" r:id="rId9"/>
    <p:sldId id="538" r:id="rId10"/>
    <p:sldId id="539" r:id="rId11"/>
    <p:sldId id="540" r:id="rId12"/>
    <p:sldId id="541" r:id="rId13"/>
    <p:sldId id="547" r:id="rId14"/>
    <p:sldId id="548" r:id="rId15"/>
    <p:sldId id="549" r:id="rId16"/>
    <p:sldId id="550" r:id="rId17"/>
    <p:sldId id="551" r:id="rId18"/>
    <p:sldId id="552" r:id="rId19"/>
    <p:sldId id="553" r:id="rId20"/>
    <p:sldId id="555" r:id="rId21"/>
    <p:sldId id="554" r:id="rId22"/>
    <p:sldId id="556" r:id="rId23"/>
    <p:sldId id="557" r:id="rId24"/>
    <p:sldId id="558" r:id="rId25"/>
    <p:sldId id="559" r:id="rId26"/>
    <p:sldId id="560" r:id="rId27"/>
    <p:sldId id="561" r:id="rId28"/>
    <p:sldId id="562" r:id="rId29"/>
    <p:sldId id="563" r:id="rId30"/>
    <p:sldId id="564" r:id="rId31"/>
    <p:sldId id="565" r:id="rId32"/>
    <p:sldId id="566" r:id="rId33"/>
    <p:sldId id="567" r:id="rId34"/>
    <p:sldId id="568" r:id="rId35"/>
    <p:sldId id="569" r:id="rId36"/>
    <p:sldId id="570" r:id="rId37"/>
    <p:sldId id="586" r:id="rId38"/>
    <p:sldId id="588" r:id="rId39"/>
    <p:sldId id="571" r:id="rId40"/>
    <p:sldId id="572" r:id="rId41"/>
    <p:sldId id="573" r:id="rId42"/>
    <p:sldId id="574" r:id="rId43"/>
    <p:sldId id="575" r:id="rId44"/>
    <p:sldId id="595" r:id="rId45"/>
    <p:sldId id="576" r:id="rId46"/>
    <p:sldId id="577" r:id="rId47"/>
    <p:sldId id="578" r:id="rId48"/>
    <p:sldId id="579" r:id="rId49"/>
    <p:sldId id="580" r:id="rId50"/>
    <p:sldId id="581" r:id="rId51"/>
    <p:sldId id="582" r:id="rId52"/>
    <p:sldId id="583" r:id="rId53"/>
    <p:sldId id="592" r:id="rId54"/>
    <p:sldId id="593" r:id="rId55"/>
    <p:sldId id="596" r:id="rId56"/>
    <p:sldId id="597" r:id="rId57"/>
    <p:sldId id="598" r:id="rId58"/>
    <p:sldId id="599" r:id="rId59"/>
    <p:sldId id="600" r:id="rId60"/>
    <p:sldId id="601" r:id="rId61"/>
    <p:sldId id="602" r:id="rId62"/>
    <p:sldId id="603" r:id="rId63"/>
    <p:sldId id="604" r:id="rId64"/>
    <p:sldId id="605" r:id="rId65"/>
    <p:sldId id="606" r:id="rId66"/>
    <p:sldId id="607" r:id="rId67"/>
    <p:sldId id="608" r:id="rId68"/>
    <p:sldId id="609" r:id="rId69"/>
    <p:sldId id="610" r:id="rId70"/>
    <p:sldId id="611" r:id="rId71"/>
    <p:sldId id="612" r:id="rId72"/>
    <p:sldId id="613" r:id="rId73"/>
    <p:sldId id="614" r:id="rId74"/>
    <p:sldId id="615" r:id="rId75"/>
    <p:sldId id="616" r:id="rId76"/>
    <p:sldId id="617" r:id="rId77"/>
    <p:sldId id="618" r:id="rId78"/>
    <p:sldId id="619" r:id="rId79"/>
    <p:sldId id="620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46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8B2D1-5D00-916A-AE1B-2BB30FB50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198ABD-DDCC-79B1-5A10-CA6C6A043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735BF-9CC2-500A-634C-A9AB78BBE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E0FFF-EEE9-F749-B734-90E314E24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38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DCFF7-1264-F174-99B4-98E19B8EA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67ACC-F00A-5584-E1C5-8DC6C0B99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4F479-DDA1-B375-071C-11ECBB17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F87B0-C4E1-59B6-D17B-776C92EDA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1584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6DB06-99F0-2758-C585-DB29E4FD5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A7BF9-0430-FB49-0B9D-CCC53C3BE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B8EB1B-70DF-BBD7-01B0-A0D15F578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6A7E6-FE39-4321-5057-575D9DAAB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764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64ADA-A459-94EA-9A78-83A2E76B3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FFFA9-F80D-513E-88FA-6161E9F22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DFED2-1ED9-EE06-3A41-2B9DC7F79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F3FDB-BA04-773D-4A9B-41F9B196A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111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5497-3ED9-4779-AC48-30F1CC08B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BA1C7C-8177-EF8B-5524-897CBE135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F7AE93-5DE5-500B-7F2F-79A45C6C4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B00A2-144C-F0ED-BE1B-C182DC9C1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47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BECE7-28C7-E0EF-103B-8AA877BD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7FC6F-9DDA-3E40-FB8D-EB64B5CDA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0642BF-2628-F2C3-B62F-CA92A7262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4CEA5-B977-3B65-E13E-A849713BD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47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34F1-2DA9-A8BC-06B9-3719DA88C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3ADAC3-D55F-1F4F-BF3B-028C3CC92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C86B14-C020-1F98-C048-2E570287D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91BF0-86F7-9B89-A9EC-96A9DAFD9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93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0412-8C2A-F833-A3E1-F0D74E79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55BFBC-9EB8-746C-CF84-CEA237914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11930E-671D-E14E-1C4B-D79384438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27746-D35A-E787-4CC6-79C9DD1FF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283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9A98A-7E69-6553-7CB7-E9111256C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A624B0-D268-BD0E-050C-9DDC62BDE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7B093-6571-F8B3-5AA5-936BAA9DC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33271-D212-0E86-0742-162520137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554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BB832-4380-22ED-C731-B0B7F5794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A98E80-71B7-DC8B-0319-8EA2DDD88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FEF9E-C38B-D4EE-BE26-3E8FC4758F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EB591-629C-72D6-B682-4FF8F065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5950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1076-3D56-A1AA-2AB4-91A4883C1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0F9C3-2544-4E11-EBAE-DCD7C2A6B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DDA100-4BA8-7053-86ED-B79F615AB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5A4AA-DBC3-1F9C-526D-99EF30E38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280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ED0F7-3408-C74B-E580-B68CD2BA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B7B82-C3A5-DD6E-432F-7D86661F89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6A0CB-417E-EAA7-E1E9-028FD8A9C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173E4-4B29-107F-2DED-4E49E44EA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328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9CF9F-6300-4C85-ED83-887261ECA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397C3-9432-E67F-2FB3-BC298F948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0DA25-7F93-1CB5-4BCC-70144343E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35B0B-B255-452E-335F-13529D3B7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776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2B193-1384-FD7E-9C6C-AD03D5DD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05F36B-A079-2EBA-21DE-F96A10BAC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442D3-08AF-542A-830F-828027523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CBDD5-0E45-B20F-94CB-BA5CD8EA3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9751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9499-617A-4BDA-47EC-5B6CC7B2B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F94E05-0341-4B42-4EEC-A0AC0EAB9C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C4D13-F71E-AA1E-F685-FCF6FE3C9D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37A97-046E-69D9-4005-48D6EE85FC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5961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8B4BE-D523-5F53-04CA-2BA73CB86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34AA6-D91E-FC3A-C296-E3DD81DD6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D5C059-6E72-FE7A-45F4-E71402A89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4DF89-A499-1006-44BC-9D81C40B7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965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040DE-1FCA-7D7E-1436-18DCAAFA4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133CE-049E-8ACC-AD09-202C3A496B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E1C946-6038-3AE3-C1CA-AEB9B60D1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6C61A-2FF8-F766-91F9-1B7DF48215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23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E292-20CA-55C1-7E4E-601F6D87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704395-E29E-2F1B-9601-1541D686A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E3430-24DA-EA03-7FB3-454023193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735A2-8F0E-605F-CFF6-C52529AFC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7889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9A466-090E-6DB2-AE39-E1C37F8E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85F86-70C9-2891-9E25-4CECBA77B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9185D7-4425-7889-8236-2F32E2433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F8CB3-5C57-A6AD-C2FA-43E76FA1DA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6461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6A1C7-FB8F-C82A-134E-CFF3DF7FE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D028D-493F-7322-9652-9BB275D545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6C1E3-7991-1E8F-EAF3-ADBD61F07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18E61-1781-7725-61C8-0B29B7822D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957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6559B-2D04-E48C-1292-FE650737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6F322-B1F0-A7E8-92B1-B49A157C1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E49205-E91C-7D29-0FAA-81279D916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A2DEF-D4AD-33B2-FCF7-15A5D3128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8917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BC8A5-A244-BAA3-7AB0-78E6618FD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12FC2-8603-3524-A0CF-434898BF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13A137-A871-50A8-8829-05B9F042D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E8049-9160-075F-34B7-197011CF2E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613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5CAF4-A9A2-84DA-43D9-183331AFE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06BA9D-50BE-C2C6-B03E-22D21DCD7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C15AFF-C108-A11C-3230-CBA2C6059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6D15D-D74F-277B-02EE-BA023E2D2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7051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72BC-8888-C044-4739-7F73B9685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F03E2-2B89-52D0-19AA-CF8917D88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97684-0314-921D-AA3A-B811C00E6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FF757-C1A6-2591-F479-FF057B96A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1337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C039A-2B60-1A15-4D21-15DBFAB3E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08FB4-A23E-79B0-65B8-A3A3EC6BB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C0C742-4705-8B93-7647-D8F1A7F60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2AE34-62EF-AAC5-B494-EEBCE08C6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0519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8F0E5-918F-47FB-675D-4488EF27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BEAB3-432B-E733-4529-36119FCDD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8165D-8760-44E5-D729-5E8DFA353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30140-572F-E466-D08E-038377306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3639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9EFD-8A46-C1CA-F274-6D0783377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FF3A2F-86CE-2503-DCE2-2ED54CAB6F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2668F-48D0-EF00-DA4D-B8AB2823A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71987-6646-C707-A165-D1CCE1EDC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522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17BC-D32A-6DAC-7C38-34E836042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E19BF-D274-0EA4-D97C-BAE1FB5B8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C5C44B-750D-5460-149F-DE7A10F595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93EFD-F80B-635B-4160-9049F46761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3555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03B18-1ED2-FE5C-320C-A3A28A124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8C39B2-531F-35DB-789A-FFD9EB2F7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DBF87-A731-8757-0A64-080B2BA536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43C7A-C302-39B5-3DD0-6497A021E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28474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D3AAF-854D-E377-98AF-43B93A23A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D0B399-A31C-B48F-BB1B-ADF3A8157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DB1CC-BBA6-66A3-B4DD-B37A41B3B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E912F-05A2-F043-A5BB-4F459D13E9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2937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36E87-3E11-DE63-99DB-487D4FE9D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23F34-ED87-F1B7-B7DD-C3364B482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BDD38-9159-4147-CAE9-1E5136B2A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410C3-80B3-CFC7-692C-6F666423E3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0221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D6A7E-988F-FE3A-C28F-4EF12EBB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662D1A-8E27-9058-35BE-713301CAE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C5812-F68B-2F9C-D5F6-964CD01C6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EF4D3-3274-C84F-7D56-F323FB8C4C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5794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75D07-CC6E-83BE-5BFF-432B694C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30D8A-ADA9-9D8A-88A7-8DEAFD6A9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335E0E-BEF7-785F-DE63-E7AA233167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2052-3AB1-FBC8-6486-076FC6839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24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09F1D-D9DC-3488-1E83-3B327F1DE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AD5C8-C7C0-7365-29A3-E3EAF311D6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D94931-2E18-7C90-E380-74D479BB2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B30CD-762E-A4CB-DEDB-72C87DDF0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048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FD25-3008-5525-5BD8-D7078F455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0E5D8-7CBA-9228-7527-D400823A0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D8625-B6A3-FA7E-31D4-7328C56FF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A5B53-B0E5-9C01-3879-51964F334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989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55303-F809-7A47-F175-3C5261FF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EDEBF-63A3-D871-80E8-A03BB2F5B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AA3D3-63CB-CD78-70DE-FC935AD85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8C7EF-DB3C-398A-FE30-614FABCDF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65967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78FD-3FB4-26C2-DFFF-E3444A0F5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DB5E0-4C9A-763D-952E-8F2E4DC03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A608B-92CF-140D-8701-2E7F15A2F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131CB-6315-8656-122C-31BF8644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7809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449A-4774-D355-C3F2-6D992BEA2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287CC4-568D-54B5-CBFA-50DFDC78C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484C8-C9A9-9C75-5D70-FD828DE80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B4F06-8B90-AEA2-DB76-B4FBB2A56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423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A9EE-69C9-451C-63D4-F16A4D97D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3F9B7-0FDE-E780-ABBA-CCA526D76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7B056-CED7-9A27-9AC7-30C51017C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F6AED-80AD-FB94-F5B5-615DAF50E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9290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512B0-8F28-92A8-619A-C165A96F3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70359E-E1E3-68BD-D1B8-265238F8B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E7F76-7B43-6FEA-B416-64701488B4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4134C-3C32-2757-EDB8-5E6C45B84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6571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FC8B-79B2-4E56-C27A-F0F78FBBC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A290A-C3ED-AA5A-1FDC-9F7B6F456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046EB-14C2-949B-EA85-F709EDA20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E7690-600D-97C4-2FCE-57997BA61F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753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7D41C-ADB2-90A9-764D-022FB2959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F13FA-1189-2DCA-C351-7EFE1FCA10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66C5E-7C50-DA6F-DEE2-76C597EA1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37298-3C3D-1B11-5189-3F73A39D5D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099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61284-6645-C55C-923B-E94D229FC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9B28B-415F-ED81-353E-6C8BA07B2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3FBB9F-DF10-E34F-F87B-AFBDDE081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D89ACD-2D7C-64D5-EF7D-2DBE679846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753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1955-5FD6-E7C3-AC0A-E7C4F3123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80B41-4C99-72E0-BB45-45FFDBE8A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6EB8-27F9-4E06-BAEA-3D438C6334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FDD08-B27D-19D8-EEF3-0E6F6D56C1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0377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A2B49-A2C5-225A-1A32-2A5C9D99A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761961-F288-C7A2-D996-A04BF6632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7AB4E5-9C04-D00D-BC6E-813F06964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DFA0A-9A76-BCC7-EB98-250E574037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495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740E4-F9CA-4F21-F542-C0D9E17CD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7B119-DEFF-B1C6-FCCE-773BD5A2C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394F4-C844-DBA6-FC96-0781EC7AB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2E8FF-951C-D642-C89F-7AF0F9986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72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35028-CACA-29A9-2AE3-7E2F08542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83439-07FF-9FFD-9BD8-C195F7539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7400F-8F00-3DC7-140A-864C98AB6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B9847-A448-5476-407D-AD61E96E10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0229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278A1-4A72-2C4A-7840-DAAE7C2B1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F560D-273E-335B-261A-4D5E05666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5FD9A-7E6B-8400-58B6-4620BDC99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E6544-40B2-7121-5EE3-E78C8B704A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99761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2F6D7-353B-EA80-A977-DAC367515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0F5B2-E985-AFDC-6581-2EAD7F173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140D1-1EEF-A1D2-3DA8-8D4588D2DE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39C10-E8ED-F111-57AC-495C97022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2181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F6B66-A32E-7403-BB4F-400EF4702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F9F19-EF4D-7605-A379-504C63CDB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71FE9-AD01-75E8-23E7-67916971D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40696-0D2A-D0FB-5174-B3B664D5AB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546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0CC14-31BD-D4EA-9025-CC232ABF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79E0D-C7BC-3EBC-2B1A-B6381A789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61CCE1-68B1-F0FC-6110-E4818ACC5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98182F-B311-1EC0-41E0-5322162920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1956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645D2-778D-9625-9D0D-B0ED3C6E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1E35F-F3EE-B910-5FE5-5DE90169F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22CA5-E6BA-81F0-49C2-99FF50E26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336F2-50EB-0CE5-1165-FB15EE166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4694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1491-9D50-E345-C8A2-8BDE442E4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C65D2-3D93-454E-99C7-E62FF6B60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9572C-63FF-F038-223D-78E55616E1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EE3AC-7500-22BE-B2E4-8287075EC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1397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F624E-A32D-F1A3-C9FC-22AAB9B44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D1870-B0B2-AFF7-4949-7A9C67A0B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4A5BB-AC32-E34E-38B9-1ADFCBA71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A036A-F245-D087-09B0-688FD90C50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745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D8CC3-4361-21CF-2DC4-20FBFB467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17433-C3AB-D8EC-C16E-E842A5854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634158-5D6A-F615-71ED-0A38E8C0E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84E53-9B83-6981-6DA2-E068E6516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9069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2A40-A295-AB99-61D3-0CE922A9F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F3AF1-148C-82E4-4271-30A5C4DAC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520EC-054A-EFF4-394D-DED56628B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E0700-9D23-D8E8-8324-A7D14F857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37928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07285-AF43-C860-B34A-C5F9CF648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9DEED-02E6-738B-A697-90AEF89D40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44F0C-91CF-572B-7544-AFFA2CF33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4523E-BA8B-7A80-374C-DCB67B33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13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EAEF7-7C00-A1B5-4521-AE8E2873C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032450-A763-A0FA-B3FB-47EB8905E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4C168-1A99-F19C-BF8A-0F71146E1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E7B86-A7B1-E445-7D60-7C724B720A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7808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26E86-6870-2080-F994-040513208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11A29-8F9F-5C4F-61D7-56877B899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44044-77A3-A983-A5BC-9EB0EA570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59CD4-5F01-B550-74D6-F90499339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7917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F0A6-08DD-AC3B-5432-02C90084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DD417-E6A1-6676-D438-49D7AC6DC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C8032-88F0-E3A7-156B-7C3E4FDE7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5D6AB-8FD5-982F-4D41-A70259966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8144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049F8-EB60-B7CC-C909-2F7E6D438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A214E4-7EA0-B9F6-8EBA-48F902025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F6702-F838-D3DD-C649-22DF723C5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DE7BE-E72B-E8CB-5F07-DDA4EE76B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07199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3B02C-124E-98BF-1E94-9E68368CF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759D3-645C-1BAF-1D26-251E96C2D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5D299-7F58-9BE2-7885-562EDBF9F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4004B-A5CE-8BD1-FDF5-5612BA047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83935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0AF60-819A-F546-B3EC-1C164BD94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2EC643-12C3-10DB-8C49-1139EBA34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0B3847-224E-7BB1-CB4D-86D110429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6C378-8A38-1EF2-2AB9-71CD4BC7B5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25530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18A92-3194-1663-FBFF-AB508A70D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C3C3A-42B0-EF8B-4771-C1E39F9766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74A2A-A51E-345B-483F-EDC5A2937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A2F29-1D65-75EA-A360-9330B1032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06209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E8A8C-B55B-9E79-A5E3-63780E1B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BA4EB-9AE6-5226-C51B-42BCEA93B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E6E678-44CB-808B-7694-A3C5D7D1A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56FB6-2717-408C-A4F2-586ACAFA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94019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5F13-0C36-E73E-3D94-6FA6FE72F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4C39C5-4F3B-5E3A-AE74-5B9BA14F1C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46AE60-0080-4E16-5E7F-062808A975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08A35-EE1B-2CB0-532F-28BD29797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52631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E45D-D00E-F561-28CC-8D32EFFDD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E1B06E-33B3-61CD-6207-DCB66F771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1DDEC8-C146-863F-A574-F0900F5EF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3742F-31A2-F927-0454-9BA3FDE1C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8675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7D71D-C6D4-06F7-BB3F-3F8314957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0D746-B024-B884-2F22-155E39DA0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96DABC-53E2-4CEC-1668-94B778F10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827EF-B4B0-5897-477A-7CB4F395C5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7735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00A07-339E-CA36-5063-0696A79FF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DED44-4778-3E73-53C7-61BC038DC9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5876F5-C4A5-2447-D6CD-941E8A46F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8CDBD-EADF-D320-BA6E-EC481EB04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85853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32E2F-C5E1-1673-E2AA-540D60C9E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94C94-9144-DD01-4284-2C0BFB63F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765C-76F2-BD79-EC23-DCDE3E850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9645B-C108-520F-CA3E-95D3E68676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18432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1FE-81C5-3428-D073-E57E00B6F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1DC384-9407-0083-780A-1172B0534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4D7455-334D-03C9-25FC-36C355BAD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658A8-96C6-6C9E-79A5-BF96770C6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384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CB6FA-5DA4-2106-60BB-57EA22A88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22635-7C90-6BEF-D876-4268DF6DB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9F8D5-5AE5-86D8-47A6-9ADF4C632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C6B40-993E-3136-7197-E8487E883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45199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0F9B5-4367-447A-B8A0-2089A5FF9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2CDF-7B79-64D5-584C-6532A5CFD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F2B282-C090-2678-C2EC-C676DAC27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A373-8A2C-4B6F-78CA-CBAD3A4EE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0444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EDF52-0C90-EBBC-DC5F-14EF269C5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4872FF-DF1D-9277-820B-B2DF6D5D8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6FD2C-65A3-E61E-FC55-3D42DB639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D01EC6-CEBC-F377-13B0-F719782D4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83753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D7ED2-CDEF-436A-AE86-CB0061E09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ABA657-F380-4088-6044-ACF9CDE21B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28E14-B040-7917-464E-401C4E7EF0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9AB86-F81A-D5CF-D441-94EC8E073D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31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D95B5-B47A-CC1B-E1F7-6434733DA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9A6AD5-D4EA-6726-97CF-D54D05875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395E1-C91B-8B97-2817-01550409E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FB9FC-F7C8-CE54-5C02-5CDE7B57D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9711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F475-3DE1-0605-6985-B5EBDA641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65C617-6E06-099C-28BD-AA03FFBAD4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035CBC-FBB6-7402-0D7A-5D4556EB6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4EC7D-59F6-34DE-1EBB-EF2861BB6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5987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115EC-3A2D-4448-9594-A4D3DD9B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37B794-2540-540E-BD71-5A7B54FEE9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4E616-3DCC-133C-763B-6EF50A746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12894-A659-2F1D-8E6B-5B243BFCD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55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818387-A7C6-627B-8955-706F80D33B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45735"/>
            <a:ext cx="4690872" cy="515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D263F-679A-04EE-F642-2F21606A4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81EB62-00E0-3E00-5A9F-7889C957821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[38 in 6] must be 356789.</a:t>
            </a:r>
          </a:p>
          <a:p>
            <a:r>
              <a:rPr lang="en-US" dirty="0"/>
              <a:t>[39 in 6] must be 456789.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3D572C3-3250-FA6F-4A45-BE12EE9FC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EEBF50-066C-E0E2-F94F-6D8D331AF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527A86-D06A-35B6-B45B-9F1C7EBDB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D8C12B-1067-D453-A1F7-428F6FB460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C4ED03-682A-794A-1C98-A7F50A78DB7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A5030-DB6F-66CB-B694-AF2EA12FB40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8201F-3D8E-19A0-C029-2A1BDFD428E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A03E5D-94F8-5FA1-7E2F-4B98C88CD7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65D96-27EB-8CE4-32FE-DB9981B78C1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5229E2-F6AD-A40B-0926-727839E1896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E09492-6C16-08D0-C57B-3C09B5EA821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2553E1-C783-882D-FCE5-211D1389E46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ACD694-DBA5-3F8D-4A69-A7AF7B931F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CA7715-FF11-C761-78FF-2A4810A2896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8D9AAC-807E-2547-66E5-6334293ABB7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4F292B-F6FF-EA7B-0204-7BA53BF5E9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DC29A8-0219-5D0B-7247-78A074F603C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2CF3EE-DC09-FD4E-7AD5-E7CAAE5CBF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A0E667-3F3F-E950-98ED-5F4FE76862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6C894B-4C3B-C704-0818-54D49F2BA7F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EB6DB4-D9FE-8C4D-8235-EDD81B96C2F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7EBF66-F525-D57F-861F-65217E498F3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</p:spTree>
    <p:extLst>
      <p:ext uri="{BB962C8B-B14F-4D97-AF65-F5344CB8AC3E}">
        <p14:creationId xmlns:p14="http://schemas.microsoft.com/office/powerpoint/2010/main" val="102287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F30A0-FD31-1C5A-03B5-A235EF79E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741A75-2505-6A21-2D52-EBC3820AA2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124/124/123/123 quartet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126FC1-73C4-F9B9-CECA-DF60338B6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FAEDB5-ED62-2DDF-72D8-2FEAE1D40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364829-AD55-788B-7C64-BF6F2596B8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90571D-3396-2528-9C0C-3479E801DF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150091-46D8-0DD9-0DD4-0F866F74B3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C6CA42-06DA-72E6-09EC-5C34EF583FC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5D5F57-72C3-CBC2-ABB7-32E0E0D2737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A64261-4C9F-EA81-DC64-67DD2B767BD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E8EE56-3FB1-E07B-EF3D-95D3A4CF50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4BD894-6FCD-0177-CC41-E9DF4D99BD4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405FC7-848B-D7D7-CE7D-42D37A17906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CF2B04-D433-6C61-12AC-685BBFC0DD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35002A-AA16-A991-9C7E-8FB9A3F51C9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B479FB-2F3C-0F47-536D-B71CAA8C546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5566A6-7B73-7BBD-017D-722894B4463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AE6E43-03A8-4582-D507-3265C8FA323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770A4F-5B8D-774C-5958-0C5869B042C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305642-FEC3-C020-1576-58FD9065FA2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DA2289-25C6-2049-4754-CC9FEA53173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97EDE5-FF00-E6F2-50DC-1889A9EBF94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FD2A46-57EE-D9E3-00A6-A9DD7E4F4C2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9FB899-B6E9-A24C-C46E-865936B86D5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620410-0973-8AB7-046A-8765A3767B5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733AB6-1CDE-DCCE-0840-FBA2EB7E265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F3968A-283F-F5AE-0C8C-F5A2D2C1C0E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366667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94B96-2574-D294-D91D-4319DB32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E4CBC9-1473-F8CA-FC5C-0A0C4C7663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4 is in Row 3.</a:t>
            </a:r>
          </a:p>
          <a:p>
            <a:r>
              <a:rPr lang="en-US" dirty="0"/>
              <a:t>In the upper right block, 3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E821C24-F6CD-EC4C-12CC-B7053639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7BC8A1-8F1B-13E9-748A-DF9DFAC05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FE46632-D873-62B7-1BB8-2901D41F5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F697D1-E959-BA1D-E0C2-86531ED6BC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BB24CB-61D3-C3CC-4056-B541381E42F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D26F17-F98C-CDEB-34A8-A7C2916B7D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50F22-ECE2-9399-E123-EF12D5B444A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E768AE-8C10-37FF-0F7D-D456EB5DA0D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360AD2-0C6E-8940-3DB0-E68DC082B6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6BE167-370A-55CD-A74C-878687D06E8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EF2FA2-C708-3613-8457-4B59F838F9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1C0041-7F02-8CFC-6333-3FFD44DD68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E6A4A8-C1EF-6549-4AB5-DD3D57D7201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07D93D-4527-393A-AB0B-27FF6B243F3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EC3F0B-DB60-0A66-1B84-138877E1309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B07016-6B76-FBFE-7A51-AFEAEAFF2F8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BE46BC-A4CE-C5E3-5C6B-917C4EF9DA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DD996F-D29D-C9CD-2DE5-C39D5BE99DD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865877-639B-004A-9706-77EAB37E2DC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ED952E-154A-02B6-1478-F557D86CB07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6B799C-242B-CD08-73D7-5454FA227C7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99C50F-A672-2AE5-9640-3585703EEE5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34FDC0-B0E3-A390-02D3-D4BA18F6683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E9AA99-4FA4-5D93-C345-126DD7C977A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D3D564-59C6-1CC6-A286-F85C1BA36A0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2234336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A74E-5999-4481-DCCC-E43CD6EEE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BCA781-AAA0-DA28-FC6F-B1237CA1BE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[22 in 3] is 589 or 679. In either case, it must contain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6A23EB-EBB4-A4D1-EB39-70EEC7375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9B45CA-A9E7-CE76-B1F9-1FD39C971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FA7D47-EEB4-A793-BF92-09016F7BF1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CCDCC7-FA61-3911-A9D2-E4F13D5BA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3C14B1-454A-65C5-A054-4693889DECA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89569D-ABA4-6F45-B8CF-4802EF773E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91A683-AA33-4DBA-F030-6C85F5F6C4E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44558B-882C-B9D3-177E-C2D89FF71E0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4B31F0-1390-A73F-5ADA-7DFE95BB1FB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175EB8-4177-21C1-7013-A87495D7FEB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9534F-F018-6E43-7C29-5053B888A60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55DEC5-E755-F87F-504A-E4EFDB1BFE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BA8E15-27BA-518A-1636-8059812553E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F97384-12B4-F7FB-AD35-7E75ECDF873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551835-3310-CDFC-B0B2-2553DCD9F5A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3D0901-02A9-6065-97EF-CB54B4328FD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AC793E-B345-B65B-D5A6-443954EE2D1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28533F-7E50-FFDA-7063-E0A3804F849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0097D6-29F8-D978-183E-216EDD9EFA2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1D4F5B-0F93-5F37-853C-A2DE3A5BEF3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7A2AFD-0B44-8CCF-6FD3-2C2B12FEE3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DC24FF-BD05-0F7A-E171-C0BB09AE89B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14ECEE-F3D6-826B-D0C0-A08AC8648A2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ABE3E5-BC34-05F6-6DCB-D4D1BAF228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454C92-29AA-2290-E42E-535C4DB5213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93CFDB-624D-62E6-C5DB-43518994D32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267B61-24D7-CC25-04C8-E08F0836FD2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ED40BC-E6AC-1560-D660-484D84D427D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2568286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A4C14-7534-23C0-C8B8-5477192D3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18566-E6C8-E292-A222-223BDE2959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C79B85-FD6C-CD9E-D111-B41476E53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5784D5-DC72-A0F5-8961-780213E86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80D143-4606-5364-80D7-7A8C00B13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D1F991-32E3-7B2E-EDEF-A0CCBC48F5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501BE7-5966-C436-F197-493AEA12C15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AA1D77-AB93-C6C3-44C4-F26F39FA83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2527D5-F5F5-B620-B0D0-7E12131FE6E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79CBE-F40D-056F-ACA7-A02F46DE404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6A8B87-24EE-D110-C13E-3064A14473C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B816F0-A099-A000-5BB0-1879FA3856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408B3B-90CE-3216-A78C-68278ACE602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DF107E-BE2F-D6DB-50D1-F9601588CCA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58A045-482E-CA42-D60F-A6CE031DD1C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37027C-F1A0-64B0-D016-BFAC81EE7F6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274D4F-2EDF-2257-760B-D41A304D60D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A679F4-8B29-AAD6-20B2-FF111898E0C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A553E9-48E9-BFBB-081E-3F4E3489D8A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4604E9-0BE3-7D5D-2338-2490942866F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837A63-842F-4614-C2C4-F025814A758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62F2CE-40F9-050D-6801-3F3761A117E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51F0CB-E47A-28DC-C052-A8763FAB91A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C1DEDE-5FD3-EBC0-6121-FD6E9106AA5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EB0496-58D4-8CD9-A74E-8061A718F0E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85E3B7-8FED-5320-CBD5-A752F3FAED1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8F125B-FD6A-A5FF-13FE-370104E8A98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EF0BD-BD31-9589-AC39-A12C5D7CDE6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CC34CA-F2F3-5E39-A9B1-E879CBBCECE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BB3BC2-AB90-AD5B-5F57-C8C041752AE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158914-9F81-BD32-4553-F713FF86D62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EA91AC-923C-DB98-8585-1FDAED7C808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E39344-5492-F67A-AC16-C782AFEBC5C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3493621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E6388-AEB4-7624-2AEC-FD93A575B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3EF60C-AE09-ADA5-E936-888C001A3A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3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3B84E17-5769-89B5-65D6-B30E5BAF0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FC03C31-6F0D-CCE8-3F64-1D67F765C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179887-AD93-442A-6857-C6F5F4967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55D980-6F04-0157-EDA4-0AD0B0CEB2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3CABD3-9A60-ACA6-953F-AA809BB46D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2424E1-395C-6695-41B6-CE53E9148C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F0A466-94E4-61D0-F2DA-AA54571045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281363-469B-EC54-C015-4348CB12177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A3A403-ECAC-160C-5469-6232D78F35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0B6B0C-3653-26FF-076B-136B1E2407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54CED-145F-D531-D5CB-DBD7407F607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FFC5CF-F993-3BE8-95E6-71194750A46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61459-8D12-23AC-25AD-72E655F8CA1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3E6435-C4B0-E8BE-34A2-E434979AFC3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ADE260-1ABC-7879-F504-1DD2607129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9BD72E-DC65-F3C2-E580-C5853E7D4B8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BEA87A-1BB6-36F7-7CA9-5B1F5D61A9A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809579-E97E-3233-9CE9-FA83D343231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BA2106-6EE9-06BD-CAE0-E3E61B1A8DA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609B5F-2A8F-6DE1-DBEF-5F10FBFF50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2D7445-CCC5-1F6B-D1FF-7D8401BA186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BE5E46-88D2-81D3-4CF5-FBF68F3003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1804B4-C253-4656-1D31-FBA837FBD77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7A1949-9202-DD8D-DE54-A836C9DFE5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EAF1D2-E7BF-5E59-B3B4-AE6E0A905A8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8DB913-CBCD-258F-0229-CD1FA750155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ED616C-C5B3-B93F-C614-7701524171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29A5A4-BF92-0BBD-98F3-69416D19D4C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3E8706-D0AE-9D2C-5702-1A014E1E72E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870D98-90E0-00C3-C5C9-3D865BA09F5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1F9AE4-ADC5-DA77-FD82-24CF39C2A7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313800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C2EF0-B0CF-962B-DCDA-F0E304E6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98F79-CD22-4912-9F88-2B5A9493C0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[20 in 3, no 4] could be 389, 569, or 578.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78D646-7ABB-E9D8-321D-C3AD60D04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3E347B-963B-6BC4-2E2D-B74D34BC3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CAC458-8A29-2BC1-5EE5-E71C85D3E6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46BF6CD-D98A-01D7-692D-90EA96EB4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42FF79-991B-3BFB-188D-97ED1319284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5A661-F3F4-5FA5-6912-FA75237CE40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3003C-6498-AF5F-1462-09E132360B6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1DFD98-9F88-058D-DEDC-051E68D3F0F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35615A-9D7D-F383-FFBD-2501E445E55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78198A-D22C-460F-CD9D-DBAFA97573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CBEA69-3598-0B22-F582-3110B23B2FD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E4E4A-E965-BD45-39E7-594AE2DA35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FC1BE6-A42B-8CF6-ADE4-5C2B32FA5D7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6A221F-7D9A-A585-56CB-F7E5E256905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20F600-86C6-B0DC-E788-11FE8AF199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FC71ED-AD65-3B68-F8B9-3D5FFB8E4B3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E8F2F2-0AC9-B525-247C-2AEB4737AC5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F60B7C-BDC4-4CD5-B8BB-2586A70148E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8BC89A-D69B-CBDA-FCCF-95C91A9793E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F8998D-D1F9-FA82-DFED-08DF972A627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3B4370-3464-6E64-ED37-9FE756B1293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D1500D-5BC9-D367-91F7-5F004A07741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3F8446-1C43-2848-C3FB-CE8CA963171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4A0B5-DF00-62A9-98BE-BC7D491523D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AE48BE-78FD-AD00-DDCC-BD2A0FA0DB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FFDC7-EAB6-2575-8156-94C92F60E9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ADBBCB-49F0-E9ED-2A49-C53BB31D5AE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CFA81C-84D2-8AF9-5944-BF595979ED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0D8A2A-793F-7A7E-955C-8791C4AD7DC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7BE042-AAA1-1F47-38B4-FE9B0506AA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614036-8CD1-F271-3BBA-B3CE17F00F4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4A3C8C-1CAB-8310-E1ED-DAB8C2CCA0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8384F-3EA6-D523-55CA-853F792B4A0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BD92D0-5CDE-A558-805F-ADE4D0CF1C4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</p:spTree>
    <p:extLst>
      <p:ext uri="{BB962C8B-B14F-4D97-AF65-F5344CB8AC3E}">
        <p14:creationId xmlns:p14="http://schemas.microsoft.com/office/powerpoint/2010/main" val="2037679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8E457-BE8C-DEA1-50BE-7E5D9110B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85B9DA-E470-2267-19D8-7660E718C8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center left block. Less logic, same outcome (356789).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0C9320-2B50-DDE1-B65E-F81B104E3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3424C4-BFF2-9895-16E3-625AA4914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3820E3-32E1-75F9-031F-1AB794E75B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824D157-5434-4B69-6C5A-0525DFE5CC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786EBE-166B-662F-0582-A17B59BB92D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AC3A52-593B-AD6F-3DDC-4D5405B1F5F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B2504-5781-D7D0-FDA4-DC0A8F35776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770286-DB1D-DFA1-2407-4E09DC9DD63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C34DF7-5497-476F-0557-C7345B0B3A4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9F789-5236-61A2-BFA6-B85A4BDAB1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1C790D-90B1-C14C-21C4-7D09303FB6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B21D64-0AF8-15F7-C9B2-C466568B452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8A33B3-4E4A-2671-9C1C-24369B20736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48F240-39B7-2711-E002-3334753876A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C75B45-5ECF-CB58-40BA-C4729E6AC4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EE24C4-A926-13C4-38C2-4384802CD60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92F060-1391-DAF3-AEDD-9D13AE0EDD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001F7C-101A-71E4-9D1D-382553CF3AF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48483B-C337-D77D-33B8-BC82276ECD6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86EAF8-7031-C937-5819-DDE5B22572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63986-7A0A-64FD-4227-70047EFF78D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30ACA5-B0E8-D784-3988-FDA2623BF1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085540-F4B4-F587-FB7A-7D6388CC398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6AB01F-8910-63EA-EB04-4DE34EEF76F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538C03-058A-973B-5705-480F08B70BB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7781DE-A15D-CB99-B2EB-6FFF7E37546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A9A1FE-E25C-915D-F4D5-83D1818CFB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E8E5ED-DB4E-4F29-9C8D-36DE79487C7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BFC5D5-BF29-BEA3-69E5-32F4CFE2FE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F03F1-2F2C-4809-D127-322423FCABA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8193B4-E1A0-F699-D8AC-EDC7793F021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CEB70B-154B-CFA5-D250-15250BBD3E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AF3C88-DCF6-2B6C-17C7-FA7BB824010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FDB1FD-2635-87E6-4146-EE0D733A8F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784634-D9C7-5595-EFE6-3150D3B1A8D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1FD3FD-C64D-2054-3FDE-4B0831A39AE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F732B4-F845-2ADB-5B67-54AAE9635EF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</p:spTree>
    <p:extLst>
      <p:ext uri="{BB962C8B-B14F-4D97-AF65-F5344CB8AC3E}">
        <p14:creationId xmlns:p14="http://schemas.microsoft.com/office/powerpoint/2010/main" val="3073249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554E9-6990-2522-6629-D3C06AD2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B8FFDD-FFB3-C935-1BD6-83C769A640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[19 in 5] cannot contain 9. If it did, the other four cells would have to be 1234, which the 124 cell in Column 1 precludes.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C85A44-CD41-D732-FED9-13E8D4482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9E65FB-62CC-11BB-5F45-032817E10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DF896E-7ABF-7949-3634-CBC91855E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E9AF80-2539-640A-A3F4-92FD534547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31EBED-1F3F-56F0-55FD-6A7C5F6E5A8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FC5B3-DB8C-F576-4E25-50D8E07E2A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B2B80A-490B-6C36-7464-D85578BDC42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FF7F3D-BB3A-C846-FFDE-42CA763FB6D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072C56-E928-4245-752A-48E2FEB609F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809AC-E6AA-B3DE-9EA0-6E0AF460385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3C418F-B441-2D15-CE88-C0B2E660201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48539-C031-7D97-E612-EBEC9023327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D223CC-43D5-E105-77B3-94572CB8865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D445C1-E04F-B2DF-402C-2A61D391027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2C1B46-612D-A855-FEE7-B8C18CF765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B65A85-2A83-6BD7-CD11-D8657DE7339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8DE5D-09C2-ECAE-A63B-BBA9FF4091F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0CFC81-9E9C-BA3D-403F-265F9B5030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B626DB-8C5A-2C23-7906-10E4775CFB7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7CDF13-E059-8A58-D333-BF48E98EE5B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BF0292-CB4F-8DE1-8A88-212D54E7A43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7AD5F8-9DED-9682-6558-6583D430818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3FA53D-4661-E6CD-3F3F-C5EFFD167D7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5A87D7-04B2-EEA2-7BC3-637EACA599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FFEA3F-FE5D-87E4-AFA9-C6D04BADE5C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9282AF-C0F2-515C-2A76-1D72B3A2DAE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39BC14-32A7-EA9E-68DB-B0CF179DB27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63A1A2-FAC8-71B1-AFB3-3E728EAFCA7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1C7C6A-1871-4D74-2206-380EC20887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5D25DB-199A-8D17-C143-C2BD2A9973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837C50-3CE9-8F5D-9C8C-EF124DD833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479C0B-1959-E936-2921-1104A97F4EE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FCCAA0-E8CF-706A-9B59-E4A804B5C8F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D6E4A9-C873-BEC9-AB67-5E32EE9C89B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715F24-517D-D1FB-41EF-71C8AAD863D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A77C8D-48A2-E14F-2122-BCAD9D3217F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E87D3E-BB1C-179D-076F-F7301D64530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B4F6EF-C914-3B89-4335-713FFDA5A9F6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52587B-8744-7433-2E8E-DCA15F1517C9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566920-E78E-FE33-F555-E8415FA08F6A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EACE9D-BC15-A4E0-C910-D21F26B254C4}"/>
              </a:ext>
            </a:extLst>
          </p:cNvPr>
          <p:cNvSpPr txBox="1"/>
          <p:nvPr/>
        </p:nvSpPr>
        <p:spPr>
          <a:xfrm>
            <a:off x="6152446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</p:spTree>
    <p:extLst>
      <p:ext uri="{BB962C8B-B14F-4D97-AF65-F5344CB8AC3E}">
        <p14:creationId xmlns:p14="http://schemas.microsoft.com/office/powerpoint/2010/main" val="2809548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634E0-7F4A-0488-F8B7-7BA66C1BF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91DDDC-A8A8-4A73-9A1E-48F6B83C2D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[19 in 5] must contain 1. 23456 sums to 20, which exceeds 19.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C7D3B6-6CCB-2269-402F-5325CE14B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F3389C-A23C-411D-8BFF-A5C342BC9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927DD2-D63A-E5B1-D5E6-C18E89F28A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2E6EE1-807B-1363-45D4-1E49B3484A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F0E634-DAA4-20A5-68F7-B6FBA9DF533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7BD913-DE6F-439D-C553-549DCD0907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0B894D-46BE-FB4B-4A47-0A337237413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9D7822-F90C-054E-154B-AA2C6C3F8FE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2A9885-257A-8814-F011-F38ACBB6984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DAF037-E0FD-F90F-4939-93A9663389D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85890D-0EEA-2935-7617-60E68B5240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1071A2-6FB4-9732-030F-CABD44BD0FE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871A5C-2134-7A4D-F0C0-FCD65D5FFD5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508803-5A9D-6642-ABE3-91E8152CD99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9EB8EB-9668-BE1B-7982-BAE30288FD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94AAC9-9C53-1F7A-9693-FB9AACE1D67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3BCE1A-6922-306C-7461-282D9061F3D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470B66-C6D0-586C-4822-F3D294D94C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6A7D05-61AE-8D97-7D6C-489F33D2F14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5E054E-0A63-31B1-98F7-E9A70687010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98259D-94EB-2BED-0223-282BF609725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EF3847-A161-BC00-1BCE-9D2EFC737A0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93C8E2-657E-A070-5724-D232389D37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048793-E8F1-C757-92D8-BA144A9C566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F7D2E1-65BB-6196-D7F1-F8E50CB3D1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541495-3163-41B6-6578-FA2D89F7A35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7BC7F8-9925-F6A5-E5DF-206123D2CE4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465289-B10D-8D82-E536-62603248F21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06E2E3-1BEB-F084-2441-7D2BD8E8DDD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34AD1F-B7C8-8667-C914-68358F21E47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98B827-107A-D57E-2E28-72F7A907663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BD6D54-D48B-7870-9E76-37D6AB94C54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EB583DA-83FB-B5D3-F13D-FA3D618E1CD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F730D9-F3EF-2C15-6A57-B47051C4496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109033-D568-2DD3-8137-4604A0D1367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0D432B-B5F0-2713-A540-F6C8DCC072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86D741-54FC-7F4D-676B-BB0E3AF70C1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C88585-DEA4-C337-37CA-84A97FABB2A6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02FCCC-844A-8F74-9B81-54A7EF04D942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15DCB6-B9A3-ED3C-6DDA-F70376BA85A7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8728E-E83C-82AC-D056-3C20BABC7338}"/>
              </a:ext>
            </a:extLst>
          </p:cNvPr>
          <p:cNvSpPr txBox="1"/>
          <p:nvPr/>
        </p:nvSpPr>
        <p:spPr>
          <a:xfrm>
            <a:off x="6152446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4FA7B6-815B-8D5B-9D62-5B3352F43D9E}"/>
              </a:ext>
            </a:extLst>
          </p:cNvPr>
          <p:cNvSpPr txBox="1"/>
          <p:nvPr/>
        </p:nvSpPr>
        <p:spPr>
          <a:xfrm>
            <a:off x="6654802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6CBF15-6EDB-0AB2-5D98-ABCD78FD3981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</p:spTree>
    <p:extLst>
      <p:ext uri="{BB962C8B-B14F-4D97-AF65-F5344CB8AC3E}">
        <p14:creationId xmlns:p14="http://schemas.microsoft.com/office/powerpoint/2010/main" val="1289316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1A508-C9D7-B06B-F8DA-FE595026F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2B696F-24CD-3907-0714-822B4F9F86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[10 in 3] can never contain an 8 or 9. Here, in addition, the cells above preclude [10 in 3] from containing 12, 13, or 23. Therefore, it must be 145.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405BA1-5FBD-256C-DD40-3E9720236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8833F9-5A63-645C-0D42-047AB15E3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39C721A-6234-77F6-69C3-EDF3B5A4E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8A2D13F-EAC0-1259-B444-3A3CCF2147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BEEAE2-3AA2-EA5D-E3A9-DECB0554E9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DF72B-ABC1-BB5B-708B-2FCD9708977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7409CE-4F4E-5925-D6F1-8008171B25F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31961C-F46C-CE01-2D7F-4D09C51CD41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250B1D-3905-C3A5-AB0C-32C6A1A0A05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1652D3-510E-0CDD-76D0-560A95B3E74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30B15-3182-689C-B08F-91E9113511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89A322-12BC-31FD-7CB3-278145185C1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EFF405-05F8-3244-F7B0-BD304752103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E1BC92-0922-C5B6-19F8-406793C2107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BE83EE-6FD2-E15C-DFDB-F60855952BD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7E4E2C-8253-A1CC-B8CB-F421FF0AA0A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D261D2-5105-F088-11E1-864185884BE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D8D022-A713-9C93-1A41-74A4F215D04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E5C5F2-7016-503D-1044-A91D84751F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EFAB9-80FF-BAE1-5FB4-249E3EBC9C8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5BB8C8-B8F3-5386-F996-4F6C4FCB1CC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0105C8-6EC1-A71C-A0A5-F8F7BB34E97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8B2874-F6CC-9B8F-2910-36B9392E0C7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C10303-F2A6-8BAE-BF80-92C18A85D9B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F679AC-FB97-7496-6BEB-F8F275A7330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3EFD79-5D5A-4206-7A11-2D2CD26C44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2599CB-6086-5731-4459-BF17B5A43E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05B94F-EB71-6483-1F2A-821565CFA65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20D7AE-AF71-8336-D9BD-0DE5E990393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13A4EF-810C-B303-78FB-1F8C5E35EB5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22F309-30D6-230C-3EC9-DECE8887E8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2E0F6D-2210-917C-D725-A623377BC8B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F86167-4399-2D61-CE60-114C0B1EA14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6537F6-F803-9A57-4B78-AA507926EA2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6955A9-792E-1B87-6B26-85F3674C7E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C52B89-B33E-4CC6-8996-4A7F53B78B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019B12-D82E-82B6-5E68-D7B1987D23E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6E1CDA-B2D6-F821-4C7B-4768C055161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2BA44C-2DE3-F88E-1034-E07B0F55F700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E689C8-FCDD-8172-341A-8CD4135F4E6A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118745-0E4C-C665-7571-3B555F8DFD9F}"/>
              </a:ext>
            </a:extLst>
          </p:cNvPr>
          <p:cNvSpPr txBox="1"/>
          <p:nvPr/>
        </p:nvSpPr>
        <p:spPr>
          <a:xfrm>
            <a:off x="6152446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8AFF0B-FFDD-0CC9-52CD-197CEC302FB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607C90-90B9-7427-B88D-42CEBCE2EDA2}"/>
              </a:ext>
            </a:extLst>
          </p:cNvPr>
          <p:cNvSpPr txBox="1"/>
          <p:nvPr/>
        </p:nvSpPr>
        <p:spPr>
          <a:xfrm>
            <a:off x="715715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241E65-D18A-0E01-1E52-3BD5B00BAA6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B48A2B-96EE-6858-F341-22D699872DF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</p:spTree>
    <p:extLst>
      <p:ext uri="{BB962C8B-B14F-4D97-AF65-F5344CB8AC3E}">
        <p14:creationId xmlns:p14="http://schemas.microsoft.com/office/powerpoint/2010/main" val="59266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85169-3D11-B686-CCCE-58A768CAF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19DB2A-831B-3734-152F-032D69E684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3BD24C-9A05-4EB3-C76E-4C1B69C7D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B0299B-2259-F9C8-D90D-CB4FA9AC2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14463C-5E58-0BDA-22FD-89C87A8ADF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168A5C-09B9-695D-ABEA-CD525366F7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80A5F6-BFD6-058D-5C6D-1789A45991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829C5A-AB83-D641-208C-5A983462C2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FC5B31-D46E-EA31-F3F6-8C70918275D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22CF36-16C4-D64E-1C7E-EF84EF49C30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7AE4D4-F827-730E-5B97-8D4687585D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DECCF9-146D-971B-1EFE-B06155BBBB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17A075-C7DE-31E5-39CA-39736CE5DF9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99D34F-9219-A4A0-885B-D7D049FB79D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3B6F6A-BFB3-3E1D-9E7E-F18B837AC54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F3B37C-7CC8-E9DB-5DDD-3557B75647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96C875-515E-EA61-3B88-609795BEA5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6D2A29-428D-BC30-9CBB-E66835C892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234648-1C4B-E508-ED01-28C4C1B6354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6EFEB8-494B-75FB-60F8-E0E486A4063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99C2AE-4962-AC9A-01FD-6EE4F79D574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F751B2-19EC-C2F6-E1A4-2AF01DC26AE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3D9E96-1E38-8E59-B33F-99E536DB156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8AE4F3-D967-14FF-F219-5B53E59BFA4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8EC89C-395F-9E8A-CCFB-95E93F5ED20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3004B3-3611-670E-A006-4B4ECEBE4E9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8614E3-105E-71D3-B078-2534297746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AF18E3-FAE9-011F-3A1F-C5369F18DD2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799A99-6386-CF9B-727E-6C179BA43C5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583C86-7C47-C2DB-C2DD-7BBCB277CC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345A98-7209-DB06-30EB-8D1E964E2E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A2B713-26BB-01DC-7A97-63AE5B6FA16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94890B-3016-7473-EA4B-9F6810528D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E73A46-A852-73CC-5BB8-9612780305C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DD1B11-117E-CC70-7076-8AFABD89EE9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41897F-6B02-38D9-C8D7-C64043FF541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32D61A-A643-CC61-AA2A-F8409D24E46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40DFA5-0653-7C7F-5930-35531F43DEB7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755947-0665-9888-9314-F35A5858C6AE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1EC291-2EB3-4511-C55D-B4A042D340A2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B73C64-FB8A-EAB7-905E-1A1DBFF1E8C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EC6844-07C9-0C2A-7849-CEB4AB4D0A6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088FE6-34AA-2620-987E-6992C20B1EE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B16167-8F83-5195-6390-E33E357161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AAB0DB5-27CB-249D-7174-6EAD27FBD37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A60021-9597-2309-073B-8BEB5911D0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AC29B1-E648-4E06-9D19-2EF10F6AD06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72135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1019F-05FA-26E7-AA51-EA1A6BB3E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7F79D9-3DDA-F6CA-54EE-9E07376400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F3DC763-331B-35DA-7DA6-A775E8295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9C49A3B-B882-A2C1-F7ED-647FE3CC1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57B5F8-98C2-261D-E20F-17620EAAB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E1B93D-D47E-2943-9876-5278DCED7E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7B005A-1A69-F35E-587D-2BF2132351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F54069-EFA1-EE51-F5B8-5A94F53446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1EAE47-4C7B-373A-86A0-43C4430AD19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E85768-60CA-88F6-9A4B-835A293C08F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F5F450-665F-CF6C-2745-A0523066BF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249B71-098E-ACC7-9E65-D1763ED64C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72F529-AD46-8795-8B12-3AC2F2FB863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47142-7E06-A2CC-3881-292CA20F29A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EE2935-5FFE-7ED2-A9D5-2BBA96B4F6F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2D2868-4748-BC43-FEC4-092F64D45D0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51762D-AC87-C467-8264-73345D1B53D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34BE1C-192A-DA53-BAA0-0E100041209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A8B4A7-B63E-5019-27F8-CD64C32C252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A84911-424F-BEAB-7D98-4B95C831D49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675C42-54BA-A3A7-2477-A5B4F4FD87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9D5586-EF85-5A64-3760-456C9113630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E0595E-3634-9FA8-39BA-6AD35614736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00504A-F834-7162-AF1F-EDEB619614B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17FDCC-13E4-6798-AD6A-817198EF288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49F731-E057-E72E-37CB-A891CC0C21D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64A2FF-36D0-6F7C-1D50-1F95B275AEC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F150B4-8555-6C35-6AC1-570224F264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2F2B71-05E9-3C26-BE21-3A31EE64E12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439F74-38E7-9FB7-0251-5A4ED763F37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56F173-760B-50F8-5A7E-AAC271195BB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36687B-0F7A-BE6C-1B9A-46EAC09542B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435BA1-D910-EB76-E9F2-20B8BEC67A3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EE3FAC-AEF6-DB43-CC6D-F4EFECFBEE8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3E7095-CE0C-06C0-FFB1-90A043FA3C2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4AA66B-CF4A-A30E-2D06-C2D93ED1B79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F8D32D-3656-A7A0-F12F-B662A59B85DD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8E38B6-4406-58F2-5F05-83445F86ADC2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41B760-8E1B-04C8-B878-D715A729CC45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50D0C0-9B3A-3302-2908-2F8291D648B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412923-53BB-5AC5-810A-2792D826C81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20932F-686F-717A-598E-D479FA4C48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B260DF-DA7E-D6CE-3A91-3537557BB2B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379FFE-4D0F-EAB8-06BA-C5114EFD264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09C6DF-046A-2D0E-9A70-599A68655B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B84355-A50E-CD88-AE9B-4A836A2A44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A2931A-1804-69DE-6C03-41AEAE4D7A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43615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BFB81-4CDD-29DB-DE73-06E5C9BC1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D749C4-E70D-AC53-DCB9-7E03843F55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05BB7E-D4DC-3A6B-2653-DDCF9D102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11C4A6-B5A4-66C2-389A-7DA0AE349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C481F8-4633-79C4-6EE3-16057786F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C938062-F0F4-E6EB-7B95-D17542825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758BCF-A70A-31CC-2FDE-5432F0C930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80AEB9-AD52-4682-6D66-85F2D48118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284785-61DC-04EC-4467-285C74532C2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00CBB0-A0F6-3DF5-AE0F-CF89D8E905E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D32211-5BF2-252D-8724-DF1EE7F2374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358EBC-858C-0FDA-8435-49DDB637763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A676A2-6A33-8497-D409-1EC53B08AAD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DEE4E-C828-CB0F-3FCB-0B4A1D08E44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1406DB-E7FC-A89B-DD31-A43F6C1A1E3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D4BBA7-32D6-71F4-9F45-14AE158EAB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7BD7CB-A4DC-8853-EB12-1D54354CF20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AFF2BE-ED18-44B1-EBA8-CBC502D76C3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7D3B89-41C0-E3F7-71D8-B992B14E182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C545AF-184F-7A20-4B75-8566D7291BE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9A187-CE98-CDC6-D9E5-C3F8E06210E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B7A342-8548-E91D-785D-25D1D8E32EF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CC163B-F48B-ED18-0E9B-71021B77E32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09CBB6-9E96-48E4-8EC8-0D7DD88FDCA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5C5122-839A-4738-BBE4-F11CEBE7FA5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854425-5AAE-FBB0-C07B-020406F1CA4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6DA18D-24CA-AE64-0D51-8D56D60CC4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E112D0-0923-F2D7-2601-75995295C38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FAFE39-3EDF-4F49-D999-06FCC9B9AD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531303-1369-166A-3746-1ACB991E257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539D66-B789-5BFC-B2A0-F826615D377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4A1A4C-B1AA-5281-262B-229F4417D19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729B9B-D3A5-955E-5EEC-30EC2502F8D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54A45C-2CA9-3B47-7E59-553787221A6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4BF9AB-C9DB-238B-FCDF-CAAF40D8266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371EEA2-47F9-42E0-A6A8-4560A96B86F4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360FF92-78E6-4F97-864A-04B2D0AC3828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DB8277-D07A-B0F8-6D0D-B56A6AA289C8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604F9A-5E79-070B-8200-9C258AE955E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DAAC4B-E7A2-DA00-5201-3157F7CA11D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2506FF-20E5-1381-2317-A5135095654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7FB796-17C0-2E65-9ED3-18F161B32D6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A51827-627D-84A0-1661-293374159D9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7C5321-E929-C0FC-FFEB-4E84B7A43A3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F06757-B0A5-FFB0-DCCB-949FA67EEBB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A69989-0FB6-FA32-C917-98EE825BBFD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03C04C-D167-2483-4193-E368AD3030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22836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7E967-7530-2595-E30B-22FA5927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83B99F-4E31-940A-E86F-6CE8041A08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79171F-BD93-B375-460D-19E69C25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EA8B9F-795C-3FB5-01FC-928BB90E3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388351-9454-F52F-3317-A3A85FBF4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2C3762-B115-E9D8-B418-483957763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AAE531-A081-CF38-A810-E4F7A13283F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B3D1E-1A89-F508-0E10-87F94D0015D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D2FC64-46F1-7C33-3075-32B680958DF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FF744-BAA0-D2CA-CE70-C8345B5E404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EC1722-A9D7-0817-8728-C307EF019EB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5D12B0-C8F5-BA00-4443-A107A8B79C8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DD2902-3779-78FC-2B75-22DDEF216C7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840B1-B7C3-3268-783C-3757D2CE3AE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4F5EFC-9CF4-A50B-0A93-B3CF9FA6BB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0535A5-028F-273D-1A58-4D78AC69319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8EE2CA-359E-D4E1-CA66-2911745E7E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1D0B41-3015-158A-9197-A2414575974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3EBC9F-9D83-63A7-CF43-5D493C56364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02EEFF-0C06-67F9-0A84-6C6540F9640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2A090F-BAB6-90F1-6DB8-72BC6A5B2B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479306-98D2-3EDF-F746-735FD551A92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95FE20-CC14-C10A-A42A-034BA151844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5DA25F-19C5-D8BD-DA75-CE1D4D8F7F6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FA60AA-888A-C593-B7E7-9B5593C5E47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018ABE-4840-18D8-0324-C5836E4E0A5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5DCCE3-19B5-9AAF-6659-84814613BE1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D21A7E-2676-42B3-2D93-CE0E546B13E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F4DEFC-C9E1-59ED-1CD1-DDA1BBEFBF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6EA9AD-91A0-0938-2618-3EF4C6085EE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5532EC-28F1-FCC1-BE3E-9DE1E14084B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D44FBF6-DF49-9D22-4AC4-B09D8BA5563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45ACCF-F314-AD62-8848-F59DB5DE72E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E4CFE9-D02F-E216-F2F3-FC66BA6233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926B66-A295-FACB-01BB-683AC9AF713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07F110-816E-66AA-EDDF-B1AE83156573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51BD41-1690-DB9B-8FA0-2D32E56CCE98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5F474A-F146-CCAC-7BA9-467E7CB0E886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015EA7-9D0B-CEC9-21C3-9299D689601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DB1FE4-8684-1792-DF63-5D7DF120DC1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749433-8F74-41D2-9469-938B727B29C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6C8828-DE78-8D77-FA9B-CC83967F6C7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423F40-36B5-9A97-493E-EF5A476235A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F1901B-D0DE-57B3-4EF5-3D4AFA0E207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9957B2-C722-DCDC-FFA1-B16AE825365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280594-FF67-41C5-60FD-AC77D8D8A00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4F587A-FDD3-4EF1-FD59-BBD159E5B1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40EA83-89A8-C92F-4570-D96B1C616CE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C8E435-99BD-47DD-B648-800FDED93CC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77FEDD-6830-3E33-8255-F425634FB37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2608775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CD11-58E9-B473-7ACB-C4DAA238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44D5F-BAAE-429E-DF76-C65A4FDB94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[20 in 3] cannot contain a 1 or 2. 389 has the lowest possible digit. Other possibilities are 479, 569, and 578.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1D5D22-FE44-179F-EEA0-8C88CA569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541F22C-0B09-1EE9-DEC9-4FEA3A0323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A3935A-B554-74E7-852B-2CE06D008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773B77-30F2-77AB-6580-EEAE39917E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F432BA-BE0F-81E9-C1FE-C08A5B81908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64F9E9-A66E-DFB3-FEE2-D412CBC8669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E98C9-2F84-5B15-2316-3D28867E122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46FE7-AD07-46CE-A3CB-4F0B0C4FC51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8DBC70-2751-620A-3E91-16AA08D6CE4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64E9EB-CEA4-931F-B5BE-F1965922D9F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887EEA-8574-6F44-B566-4EAC42357BC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223C55-80D5-F07A-101E-77357D5881C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4F4401-F8CA-9644-E0C9-E18AAC49B75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699A14-B91E-8175-0E16-E10D05C96CF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D8DCDE-3233-293E-3E63-07D9D68478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7F12-454B-C38A-7C5F-C41BEDAC8B9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4DDDBA-8571-FBC7-FC71-4E6DCBB6D36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00FE80-2930-EB2D-95F6-999EC40E4C3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C8B814-2740-8B87-5227-FDAACF42B86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48D0E2-F46E-49BC-B41D-F22A381789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0EC4A3-282F-B55C-674D-70B10994523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CD805E-C6AE-B0FD-D57C-9AC96A71CFB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793F87-7A1B-BF44-80DF-66AB81ED682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60BB2-9A6F-05E8-FE43-5EE818473B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F0509B-1601-6900-2622-AED917928D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29D5FB-8260-3862-22A5-A46E0CE8E81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56127A-F7AD-DDAF-C2F5-99FABA01A2E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571B97-1A12-0D14-C5DD-4B1323AE55D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936C15-14E6-8514-51C1-81963D3CCE5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A40ABD-3E12-954F-B5C6-6C6978BBA85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F78042-DEF9-01B0-0EE8-C7D8CA70684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07CD8E-935A-D830-064F-C5A81682FD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A87780-AD62-E215-B9FF-7918A1BC023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99ADCB-5C88-CA1D-2371-085D5AC4D220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68CD19-A839-8275-53FF-E2A325B317C6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F0F8AE-B318-6B42-A727-5DA5E9258F0A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3241C-F963-AF25-2690-63D171BAA7F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46741C-E802-9ECB-619F-69C867679D3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A1467B-D672-9B8F-F568-852CE1079F2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61D4C1-5F68-8AB3-A436-8B2A9AD31EC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09486C-02E4-9686-66E4-021771BCB2F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8BE4A0-4AE2-911D-5AF2-CD0D6692A61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41E0DB-626E-E69B-7C36-149F851957E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06C2C9-ACFA-7CF7-440D-395E7D62B4A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A7BBC6-8B51-BEEA-6FEE-2608ED77816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A57FDF-BC4D-577B-114F-DAE8D6BDBE9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7AA9AA-1887-68F6-F0EB-06A07B9013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F1B87C-7458-BA3E-B7DE-935FF44CB5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871706-28DB-B3F5-935B-7204164CD77F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88E16E-0FD4-D215-1AA5-B24C46F94079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BEB6B1-D125-5A5E-2DBA-FD703D676832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</p:spTree>
    <p:extLst>
      <p:ext uri="{BB962C8B-B14F-4D97-AF65-F5344CB8AC3E}">
        <p14:creationId xmlns:p14="http://schemas.microsoft.com/office/powerpoint/2010/main" val="1440748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A4143-B67A-C755-9F2B-6A2175B46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DA75D9-A33A-0057-21EC-142524CC79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[7 in 2] could be 16, 25, or 34.</a:t>
            </a:r>
          </a:p>
          <a:p>
            <a:r>
              <a:rPr lang="en-US" dirty="0"/>
              <a:t>[10 in 2] could be 19, 28, 37, or 46.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B8F6D73-1FE7-9B26-2310-84FFA4878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1CF180-0DB9-FFBA-4B92-F7AF76E72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76A82D-A064-FDA2-D189-CCB5E56BE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D1AFD3-06BD-69A6-A4C5-283F5222A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FDB570-9101-C621-2B78-E625BB10F1B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556B4E-5695-CCD7-CEED-786CC3E874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4DBF1-2BD4-99F4-E095-0404122D95C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51B80D-5DBC-3027-2B02-5D4F2DDD582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0F6C24-650A-75AF-E636-EABACA028D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70A133-4080-B7F3-E8EF-1CC0041ABBD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7EFEDC-876F-F026-FBF9-972C4ED4DF6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0C6133-D222-0C33-B289-4B92DD48A2F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79FC8B-AE37-D8F0-588D-757EDA3F49B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3F4AB5-893E-C7B4-9E59-E97CFA6AB45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61E807-F227-C809-C9D9-686B33778A2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E2CFB1-5FB8-62AB-8BD6-43F21D21086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E91461-81FD-BB75-7C9A-C364F31C3A9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45D621-773A-0CAE-B479-EDE59099344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567746-66C3-A87D-5C82-715F6A4B227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3F2BA-8F96-D3C3-402C-390BD79F461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DC560-6981-F373-7482-5087E3FA027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1FA759-91CE-951D-CEB5-483AA77A25B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DEB8F8-3D26-3213-A638-4D59F10CC51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D93C8E-AEF2-6E14-1E0A-77F1E4A6EB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56BD47-F546-DB0A-364F-A88B271B9A9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508371-F57D-855C-3C8E-8E2C7ADA1C7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F35F48-FE60-A4B5-0901-C32D09B935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594E33-639D-ED48-F9A7-355CA1294B3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615E1A-C4FC-14C4-F00C-213E18888B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E34565-4698-8292-AD42-EEE924C0F56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C2E538-D3D2-E0EC-74E0-323AF57448D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99D53F-AD88-D254-EBF5-DE2D4AD5BB4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38106F-87FF-2782-7821-5ECE28A4C31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C6A9D7-5365-1C2B-894D-FFD84610AD94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940755-FB25-0E61-FFB5-B09049B16282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8EFEF7-74E3-9EF5-EB55-056EB9EE5536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EDE2C9-1739-CD57-A786-BA4427FFDAE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F084E1-E706-1CE5-1FEC-B380A590EE0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8E11CD5-F3D7-D332-D265-CE7326080C6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E15A31-2E4A-642D-9E9B-5A07CD4F20F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B0AD53-5C97-464C-E8E0-30767DBABD8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A4414C-4A36-415A-9374-99612DF30D5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3E1373-45FA-0482-CB08-24064F952BD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1318BC-43C2-BF09-2B78-74E2FD3E620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7ECE8-4B06-AC51-03DB-D909ACB1097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2C5BDE-480A-E7E2-8B9E-A7DECE8C1A4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D610F-6A6A-7C59-FA21-97ABE4C8A6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F7C75A-F236-D5E4-C698-EC65DCCDE81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F6D9D8F-9253-3DD4-4EA8-0F654239BFBD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9066DC-C964-BB1C-C33C-98DF7927457B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7FCC6A-4B94-3C27-42A7-ADB8DDCE7DE0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1B2201-2B3C-DBE7-E388-EB2F7B7DBAF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28CC0A-669A-C1C9-3DE8-4EF07677C63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B70E08-6200-3B6A-AA2D-E27C99396B5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E1C67D-83D5-020F-BF0B-624E547E88A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</a:t>
            </a:r>
          </a:p>
        </p:txBody>
      </p:sp>
    </p:spTree>
    <p:extLst>
      <p:ext uri="{BB962C8B-B14F-4D97-AF65-F5344CB8AC3E}">
        <p14:creationId xmlns:p14="http://schemas.microsoft.com/office/powerpoint/2010/main" val="2376967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4491-35F1-38A4-BF2F-09648095B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5F66EF-3E1E-A4FD-D5A8-D784DF42A8C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[21 in 3] could be 489, 579, or 678.</a:t>
            </a:r>
          </a:p>
          <a:p>
            <a:r>
              <a:rPr lang="en-US" dirty="0"/>
              <a:t>[8 in 3] could be 125 or 134. In either case, it must contain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1A81E3-D5FC-5E10-E364-635BDB744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50F21E-F051-3EF9-C2CC-969AB60DFB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B2F2CE-55E1-FAB9-8982-0326D9EDDB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4CF286-DDA1-75D2-C8C1-57D6A877B2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F2D439-323A-F8A9-164D-ED1872278D5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10172-FE1F-A25D-D137-F0A59AA1FBB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FC46C0-867A-7EA0-9E2A-8E4936BE840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CD92D5-E54A-AAF3-B2E6-526E3120FAD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FFE392-FFCB-37F4-558C-AA6680878DB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8630A2-7106-275D-1DC1-13E6659F3D3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FD3FBF-6685-FAAF-571A-B1857852A2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3EEBA0-8DE9-4E6F-CD48-C545E7EDBCC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AAEC26-8380-6B71-9E0C-78F3816DD6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DFC5E1-7C8F-F43A-FE49-222F9654106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51A6F6-4407-12BB-F637-96CD8D7CE35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03DF04-935E-6154-9064-9C2EEF74C7E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7C4C38-7D3D-6E12-F549-0F05E4D804C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B97079-F978-27B2-049B-214DB614ADD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4FC544-29C8-8D96-9870-86852154235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6F7721-7FA3-123D-A07C-CC6914C6E2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32E80F-3B64-EF5F-8878-526816AD30F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4FA825-3EA8-95B7-C4A9-E6AFF21142F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F138B9-9920-86CC-B898-2BA30609674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B9CA29-CE8C-9F9B-D176-22B85D82B8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3FDA59-CFE3-8C4D-8A9C-14E607358EB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459591-0D99-2891-A26A-B8D8C7B1D1E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A4D333-06ED-8BF4-D626-7059F2853E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9A793A-0B50-DFA7-1A17-49659EEF7BE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9B42AC-C3A8-2270-9859-8CA4D7AAA8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519508-DC00-4A75-E1AF-D5665409956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A1C932-B87D-41E5-21C0-8D9951931E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D67935-37C2-DD32-F716-BF36BED931D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8F5F5A-E4E7-53D4-5F01-3418A428477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9EDB58-ECD2-565B-DBDC-CA8F09D63CDD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6E0602-4310-E041-F4D0-7876C6611A44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DB5BCD-2C49-DD8C-A1E2-58A52928DC5B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6F4B3D-14A5-558E-37B6-52646B8D979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C1FF5E-0846-3A1A-DACA-12360BA66A3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C38C4C-C9C9-CC89-140D-641304E7187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DBC44C-65D8-42C6-3758-50BDA4019C6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E90C44-5DBC-D3CF-9549-047E056EC6D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2397A3-AAE7-81DC-86D2-CFA86253F39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F612F8-DD1B-A31F-1FA7-C4D808CF0F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89ABBC-287A-7709-C391-2B4DEDDB407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CFF221-6902-7E13-2757-2274A93612F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A4F3C7-7821-945E-4615-B77F337F2F6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38B414-E36F-0052-3B45-2C7CE9AC7F3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39B33B-4C3C-603D-FE71-A732F416D20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CC347D-4046-84B8-ECF0-164CC6AF299A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58FD13-2A43-24A6-4ECC-43FA55583BE7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2F2065A-B5EE-D44C-F4C4-EC7C22E21AB4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510AA3-1335-F2EC-9C07-7765A21D1B7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51C52B-A16F-7DD6-0668-C0372AF55BB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35FB55-3910-C92E-0037-A51302A70CE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B639C63-1794-036C-6493-DE3AFB9C552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A60228-E527-5EFA-7336-49CCBA45122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750A78-BDAE-8AA9-76ED-0429BB444B7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9B3930D-1989-7BB5-3202-FBAD92A6334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101AD6-0858-63CC-6B3E-82BAE8587F7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20EAA3-85CE-B6BC-5386-504D84BE86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778494-FC99-7768-7B64-0368BA1B54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1750443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C697C-A687-4C14-8699-9C78805F1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65B670-1E21-E528-49A9-C15BA6AC5B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87DD099-3A6D-6763-3613-936AC4CB4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41E2E3-DB2F-035E-9AC6-2F107B40ED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97AA7B4-343C-13A0-6FC3-BE0E6D4F8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075A82-B14B-8A0F-14E4-E5C624C31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9BDD48-B712-2A95-26A1-A21464C361E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D4ADDD-CEB1-3B73-9CD2-8A139AAD516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4665F1-E134-CDC2-DAAD-0F414B9F09A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499707-7C4C-23E6-5DED-C323D192381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98CF14-C43B-730A-3226-C5A5719BD99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1B18EA-EDE1-3005-A9E0-D7E692C4C0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E24A93-A104-981E-0728-CB554562F4C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F7D576-3B0A-90C8-A894-1847C8C42F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5C6DD9-DB76-9BEA-1902-02DA2DDD48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7371E4-83FC-C1F5-0123-667C3133589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DFD7B6-E0ED-DE24-AFEF-129E27D9CA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50692D-3DBC-3B81-EC48-95B849F1DF3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4C779F-5519-3654-F36E-5BDA71ACAAD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1C694C-F9B4-CCCF-3F04-D135C2E862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CB9949-21E0-A9A5-2E0C-2FC979DEBC9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905DF-DD85-B592-FBCD-21E28554F8B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FD2C9A-E446-960B-AF9B-C19861DBA70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524968-4D20-CB01-FA1E-01706C2DF52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31E7A0-5A2F-03FC-642C-8CB9BB253D5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8A6482-6AD3-1581-3307-4EE66326AAE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6F9452-D262-F4AC-E85F-A2C7DF42111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CC48E2-8BE9-3E60-5B65-6292D3421DC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C14B05-090B-66A5-BCE1-E0160E7917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397CEF-881B-A224-0595-95374EB6A3E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14CE24-ACDA-983E-7FD5-55D0C276CD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5163BB-C4AA-E7CE-DCE3-8091C12C469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96BA12-0AED-95D6-D596-A42169B75CD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13E306-12A8-12DB-90B2-2F33DC0636A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142783-55C6-EAC6-4757-426E1F314C2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34127D-473D-9B49-FFB2-3AD82711A751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843EAA-931F-6310-8DFB-75A193BE9920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B39C9-38B5-A8F8-C66B-5882FEA26CED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7727D5-F2E9-7783-D415-0B10B751CDA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8FC20D-84E0-1FC3-36FD-498D612C9AC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AFED9E-E2A9-E34C-F7D2-EC52AC0AD4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E80D05-ED1E-C9FA-031D-C083865DC4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ED389E-9998-BEC9-760F-E0AF26C66C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BCE2BA-6886-AEFF-5EF6-14B75E7FAF2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177276-FAE4-7064-F5D9-0E0F64D1F6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CB06FE-B907-E85C-7AC4-FC6829DCBB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88B289-0A8D-4064-7B7D-D42D5801C93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E3C00E-2965-FEB7-AE00-B6957B3EF89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A00D86-6C82-1FF6-34E3-5C8A4DEC74A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DCC86C-4831-6A03-0010-7D6046DD4ED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1719D1-E2DD-BDA8-491D-D7B859059D82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938DA3-66E0-47D0-74DE-8DB5D44EB447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8FBD1E3-0ED7-432D-650C-2E40C83545B3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9097CA-912A-50AD-FD9D-90112EF4D7E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8BC062-38DB-8E51-9FC0-0B605A759BD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95D120-427D-5C7F-89AC-2F407481538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86AAE4-0FF2-1E13-E9F7-44DAAA138DC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7550BC-597E-F680-41FB-59B8E6E06D0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DA9130-76D5-04A2-44AF-F59B620F3D8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D12B8A-2C22-42FD-5A5D-5620F792A9D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17E8168-EA36-40CA-9E7D-3C348F97F49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F6D4DA-72A1-42F8-D947-67786EC91F3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23EDA8-BF68-082B-8541-6C4902BAE7F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</p:spTree>
    <p:extLst>
      <p:ext uri="{BB962C8B-B14F-4D97-AF65-F5344CB8AC3E}">
        <p14:creationId xmlns:p14="http://schemas.microsoft.com/office/powerpoint/2010/main" val="2253753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55B40-7C26-C9B4-CAF5-4DCDE59A1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CEB76-D280-D4D9-AE79-EF1771BF6C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F5A873-77AD-F320-4D37-8A79A888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EAED4A-277F-5195-3117-36AE955949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5B1D40-2276-3FBC-22B1-EC83CB9CE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BAC8CC-0F30-A80E-F159-AB115C1959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4CEC5B-25E3-0F82-3E4A-3E3980A788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647685-732E-D419-7F43-5B529A1042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0324E-83D8-DA14-6707-14245098BDF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525687-3981-66A6-9E57-E44DBBD2085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0D6C4C-D7CA-0096-D974-6F0E88A0142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D48130-221B-45A1-D7E1-B18D4CC4514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2FA268-2AA7-E85A-67B1-0A84847CB09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F3A76C-2B20-F247-6666-908A5DDA25B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FA8EAC-070D-7B42-E831-C135C245C0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BE77D2-B02D-79F5-76EC-DF56E4C13B7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992365-CEA9-B9B6-6C13-0CA4797736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E4B30-1318-B055-A7E7-6D30068FB31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7FBC40-DEE2-5F1B-8CC8-02666FC7DDE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D50A68-FCEE-95AC-CB21-11DB809779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A10D6B-BB03-F53C-DFE4-342316EFB5A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8FE803-F193-D7A1-3689-A533E91020A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0E197D-87B4-4BE8-C030-ADD97C5A028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53A737-60F2-982D-7AEA-406CB88304E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0D842B-795C-7ACE-94EC-017D315410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3AE977-5D23-8217-5BAD-32E1E28B463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E63741-CBBE-0E58-1729-37D93D09195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DA8884-7627-E3E1-DD5B-03201624DA4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47BF1B-2B93-A0DC-1DF8-09EDECECE59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6837C-5508-96AE-4633-B344F129170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F87C43-4F23-432B-1570-7BE9BE1A92A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181D32-61C9-84FA-EAFB-3221FA4106B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538068-44E3-43E1-014E-C0E1E22DA6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AA3B75-B6BB-0AC3-894C-5CB4AA6CB19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AA5D32A-D441-5D98-4D90-115EB3BC828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54D7D3-27C8-4482-25A1-57CEA6AABFB6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8C5369-850D-5A9D-EF5B-CA6C458E057A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A92EC5-5C09-DDFF-293E-2F4DBE7A7709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D0F1D7-2C6B-335A-6328-594E1C7A07A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D8262C5-4EA2-277E-5683-2AF54E23B57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0E4743-3346-EF3D-9F91-B38888D60E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F76654-AD5D-6C50-F5EE-2935B327674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991EA9-7117-8508-6FE5-EE86E696204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C9846D-45F8-12F7-FFC8-0541B0162EB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CE5C11-C614-2EB4-1243-4E985FFDC55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38A41A-6979-F7EB-9D49-5096555A945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30DCD2-F214-D07D-1A79-A72C50AACE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94A57C-0F16-E4BE-F3A1-FD65ECF1F2E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F8E8D4-6989-D203-20D9-91F86BCC7E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BDAE39-C962-6A65-CA94-C63E393E90D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D3329F-9156-5088-E7CA-A15533CB7AC9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B191CA-7A52-2FF7-23B3-463454A1F33D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3440475-CEFB-C4D6-8AC8-0F69D310F71A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09B465-89AD-9C68-4210-38DD6FAE3E2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1FCCDE-AE08-48BC-D01D-897D8671EF3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461FC0-DFD4-FDA2-3A8C-88D0038309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D52672-91D4-2A9A-3BDA-D8E28D871DD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B73E22-DB8A-EE24-6CEB-B7D13B1D65C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862F89-F164-B570-F9CC-300355A0EB8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C3DA3B-C01D-E0A1-C750-2E583589FD7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872BD0-71C0-2E53-7130-985B48002D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298239-3090-75CF-F70B-4E6CD5FB975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6EBCEF-0BE8-281A-9964-6F73D13A3E0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8F86E0-6588-CF67-C8AA-98C4F03D3E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8692CB-17E8-D6B0-1800-28C32C73C8F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906E79-679A-9267-489E-3912381B540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9003F-8E82-AE93-739F-F820699B0DE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</p:spTree>
    <p:extLst>
      <p:ext uri="{BB962C8B-B14F-4D97-AF65-F5344CB8AC3E}">
        <p14:creationId xmlns:p14="http://schemas.microsoft.com/office/powerpoint/2010/main" val="2159537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0ABC9-0292-346A-32B5-1EE35ADF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8FB9BE-D4A6-5FF2-F51E-FE7A94D9BC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[15 in 3] must contain 1. [14 in 2] could be 59 or 68.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2EF6EC-8853-BAA2-1CD8-D74F10477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36DBF9-7630-E2EC-B569-17D43E934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EB066B-F42D-A6A8-B2D2-FB8AEE073A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3AD10F-CDC2-8407-7304-1FF68EDB42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60A04-3335-417C-FFE8-B1FCDD88C27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858313-BBCC-9C95-848E-2A4B4143C0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A14D8B-E1E9-F9E5-3420-77A2FA1002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8AE5B-5D00-CD80-0D69-942FEE7E673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FD8A8-83D7-CA02-3A02-0FB72FF6359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5BB9C5-A64E-F6F6-6730-F1009D50559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78C790-9B98-B7E8-162A-2CC7415E3C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E963B6-FE6D-F39D-F4FB-AAE7B4835C9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2EEF8A-56C9-DD80-C6B2-0628E8E3CDF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7BFF39-D9BF-B8DD-B170-CB0F34BD70E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8F1476-294F-237B-1CDA-5146FD39271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9C379A-8F3C-7F74-21BE-9D58E407E07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F2E819-5B50-6978-9EE0-57037C90B35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BEDBCB-0604-C827-B329-FDA0A36661A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DE2486-2A8A-9A52-BF19-87EBE330D3C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9E7EAB-F1AC-8F1C-1AB3-3503344A697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0116C9-D8D0-455C-1ABD-2A108DF1D6C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90A126-702C-8993-D863-A26CE0B55DB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C0FC76-F91D-FC56-5C2A-53F7AD0ECF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C2DB1F-595F-C49C-1940-55A39A313C9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9B138E-16E8-BAFB-A1A8-77D1FD093A1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540C60-4EF3-58E5-EF5E-5C48D3E8AF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E2C482-A3E0-57B4-14DB-FD373605F96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976843-127D-A56B-7174-795F92F173D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CD29C5-E4E5-BED5-FDF2-3649A9DF013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AD60AC-4A27-887C-CB16-ECB294424C4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FE1498-6682-0777-1838-D7D1BBEC81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FF758C-9F7E-E168-73BD-09B5370A9D3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683F04C-FD8D-17F3-9F88-52FE449DF55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1D6141-7481-801C-19C8-26860C179F72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B31FE6-A856-8F01-9B8C-2DABEDBFD183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C65067-2AA2-A9A5-7B3D-22309F7F16D3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A29F033-A5B7-AF84-5D5A-C6ADA7672C9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E97B29-03A5-B161-DA24-4E3C3202519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2BA0BA-A4D6-A525-9569-A6F2830E2BB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008694-1663-D598-1B53-4B738BBCFA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4AE455C-A09E-036B-DB09-243A005951B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BB8D86-460A-E0AB-CD5D-4ABB909C044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33CAA1-1AEF-BD0D-8A2C-D8E111ED8E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60990A-1F58-F715-C778-5197FC27851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5B7909-B4E8-DABA-D565-A25AFC353BF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11666A-FB1B-9946-070A-01091E95580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E73E0B-DD09-5FE2-26E1-A6A04976B84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4B20B2-7B51-EFC5-798B-5E512C63018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BCC58A6-3D6E-F195-F5C5-37571A48F9FC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42D28F-CB67-08BC-1CD9-161AA5D03E6E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54FBA6-DE6F-8CE9-2A52-90AB85066CEC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37670A-C8A4-3BAC-22A3-4A4A2DF8B54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B812D8-3039-632E-02CB-9A0CB5729A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782BD7-F70F-3AC4-E57C-7706ACA6B35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130390B-CD26-D51D-399D-A05296E0069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DF11A2-D5C3-BE9E-BD5E-660C6531A1B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D23E305-EF61-68E1-80E2-B5649970BF8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146454-A377-7473-7A46-A79CA1B120C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54387E-0ED6-9E1F-1C81-10B961B33F5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9C5CCD-7002-3295-BDD7-05E9B0D904F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949D02-1BDB-9EEE-C695-995B00B164E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910BA1-B9F4-152D-9C56-CA1F5D65F33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A8B4CA-4470-5CA5-71D2-EC1D9DFA73B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7F3E5D-8D42-0610-1CB2-18E16C7DBB5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C6A52A-00B6-20B2-442A-828C00872FB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57E52E-70D4-5378-1220-30C1158DFA1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064DE7-00F9-35D1-A13E-57F194BDEA2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7B2BD6-F769-3681-0B1A-E39FEC3D795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</p:spTree>
    <p:extLst>
      <p:ext uri="{BB962C8B-B14F-4D97-AF65-F5344CB8AC3E}">
        <p14:creationId xmlns:p14="http://schemas.microsoft.com/office/powerpoint/2010/main" val="3759354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40D70-99EC-CBE0-B047-DD9E83A3C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BA2F61-4333-9083-4C42-DF267E2182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2 and 3 are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C319AA-1BD2-75CB-9507-2FBAB9B84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AF8C25-3790-3EFC-4421-97B8860FD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EEF3A1-51CC-52D8-9935-C7D24EF5D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991BE0-5291-83B5-5543-71F34FA0A9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65C9FD-745D-E44B-34E5-4CE438284EE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FB55DB-E653-72EB-12F8-B06C59A0A24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36A8B5-4FC6-4B0A-6701-C7BDF08BB39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3B3D91-FC19-2A47-F476-37FB14A2B2C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87C43C-5FE2-2091-3539-A56DAE58AD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97A74-DB30-6FA8-3027-7B477990218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0FD8E5-F168-DAB7-CF35-D3E6B7FBCB6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401845-E926-4B5E-76CA-6FCCFFF8AB2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73504D-BD31-118E-61CC-05499A72C18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D591ED-43FF-C940-349B-276B735576C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9D7464-F845-6AFF-D4E1-61A0977BEFA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D72FD3-828E-5C67-21EA-04C3EA98B01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38874D-37C0-2BB1-2B95-88742290C49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A4BDE-A1DF-E635-C44B-5840B30EDE5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AF3223-6CA0-AC89-BE87-E3445033C8D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DE7778-6157-9F65-0729-88D7CFEB481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D3730E-8547-9EE8-A02A-EE139387587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05E9D8-76C4-CB6F-7CD4-EB08A03DD06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6F0707-8780-780C-EB59-7525F0D7BA1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A66D38-C847-63CB-0E8E-A2006B446D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352DD8-E40D-8814-66E9-9D9B08B4EB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2F4B88-7898-CFA0-4C2C-741156FE31E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247FE7-2B07-D06F-86F0-DB4258E8EA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31AF98-34D0-5616-4DD4-93A19B5F3AE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2C2782-2E53-F867-A586-235FE2A5B03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A9686D-6DEB-9498-9802-DB0633299B3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80B4B9-213A-0DE1-B508-DB9BE2DCDAF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D5A836-A78F-B237-0AC6-DE7824A7A93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8D2685-CF68-2B51-2351-FD5D1398638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C1FD00-69F6-4CC9-C8C3-E9A41C354CEA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4F905B-1BAF-E9A1-B0EF-E6D18E010F67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521D1A-7162-F6D8-8E20-8A942FCEADB6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0CE6D7-89BD-F2B9-FB28-1A410AC569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75DFAB-2EA3-2676-6AD3-C0AA2A6F141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F6EFA1-CB3A-0288-E8EA-DFF3EEAFFE8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B3F5FB-F966-FE51-CE55-01369D094CF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A368B3C-2234-9002-6066-7463E3897EF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E42159-23E4-5F6A-682E-345928F4D1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599B09D-56C5-138B-E49D-9C477C5AF67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807DD7-575F-B865-04CF-A3E7E24A97B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458119-ABC0-9449-10AA-A6B048ED46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03B85B-ADAD-C4EE-B8EF-9D131BC7F7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DE468F-C09B-12CB-F199-3B62AC740CD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8CE2B2-9DA9-F736-42D0-1E8E2D87C7E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E6AB76-8544-BFD4-B23F-E788EABD371E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951685-126D-CE53-86E7-1C4A89EB98A1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A7E72F-5ED7-724D-A77A-555AFAE21DD4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CA7CBE-821B-9513-90E1-E1FD156DF0E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C80DEC-9A2A-CD15-A7C0-108F9A0724C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78369F-D327-687D-FF76-C3E37266A0C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730DFE-75E3-4C6D-79A4-D9B36A83D3C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EE49A0B-3EF1-034A-3561-87F88DD0A62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CB5EB7-5D7E-DA3A-3263-E19862ED95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CA2E4FD-1AE5-E149-5218-0684D8A6334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681DDE-C61A-0788-8379-B2CAFD31721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D4C2DB-483B-54AF-5F2C-35C2447AE55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97461D-92D7-2C2F-D3FF-016069E4346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B84330-3523-0C8C-D8F2-FA555D7F28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E5FD86-E042-3BB4-FB82-6142C459017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3A8DD2-8639-A393-4888-E9613810EBF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EEDD54-AA9D-7D5D-04B9-341C5253437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DE045D-4825-6191-61A7-A747EB693E0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B9D4CEF-DC7A-08DE-A963-1E9C718E75D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B2D038-4446-638B-2BAA-F242427F3DF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</p:spTree>
    <p:extLst>
      <p:ext uri="{BB962C8B-B14F-4D97-AF65-F5344CB8AC3E}">
        <p14:creationId xmlns:p14="http://schemas.microsoft.com/office/powerpoint/2010/main" val="29753362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0E6B8-073F-27DA-CC6B-00827A7A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7097C6-B4DE-5982-28DF-C6E0FC95FB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4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768E23-4289-C0CA-5A2E-C1ECCC80F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82B23A8-11C3-320F-E71F-398AB00E9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4FDEAC-FE46-9780-DEBC-727467AE1C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3B985C-F16B-4B0F-4DC5-7A2AF3340C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256E14-3A65-7885-2EE3-D5C0669A34C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BFA902-C167-5FC3-9636-6984F3762CC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45FD5E-EA4B-7849-5002-0060DD7FB8B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42ED7-73BE-9448-C700-FB790EAD015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B82B42-2929-D31A-F547-FC27583169D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CBB4CA-002D-1800-1B75-D16A880AD7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D8DC8A-AF12-4CA4-17FD-A01FC7259F9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58FC9C-54AA-860C-3097-A729A90A1A6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FB8B0B-3881-470A-399E-C7E95EB004A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ADACDE-8692-5464-F859-397A6673CC8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F9A4D-236D-2BFA-3E71-B19063D7E1F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49D86A-015F-1765-6F71-9657DA1A9C7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44DB84-B818-3346-CA75-9DAC36C6F18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74749F-DE17-3DE5-338B-7AB503E8D35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2E69E1-D8B1-9C15-6CCD-3AE11EB225E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356141-54F9-5EA5-1F91-1F574F4489B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703174-3A64-8CA3-A2D6-D6CE3568798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FD933C-C7FF-E0CE-6C05-98AED636792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60BBEB-85DC-07B6-F3FE-BF6C2F3B896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352A6E-70B3-91FB-24FE-AA7D43FE448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BF93D2-816A-1CAE-148A-BA25328DA93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C9F8E6-A614-18BF-D570-84905CD0CA2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002796-A572-BB5E-5920-CF3CD631A39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61CCAD-FE6A-8219-577E-422B51AF6C0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C750E5-E8AE-AE12-CD3E-5D10E2C5A1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B0D3AA-4928-DD4E-826C-D974329A1B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9F23ED-14F9-4A13-C2AF-70EB3402953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F5C124-A100-DE8A-A697-C1922691E32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40CAFA-AE97-FAE0-2AA0-E7385080591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CBC36C7-9AAD-3C04-BF3D-C8833DCCDA80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CD6DAB-B21F-B8BB-D80B-3C5335482A48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EA2F45-BC94-C7E2-B63C-F47736F4B7A8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4DCC82-3632-391E-A185-D0322880402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12FF5B-B432-DD5A-1582-9B536AB4C7B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219763-4734-5226-6F50-80470E0A3A7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ED9FCC-366E-159B-44BD-ACD64FE412F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6CDA1C-A5B0-D1BC-E66C-5D8EE82B95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9EE57E-449F-95CE-F9E9-5F041367110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EE597D1-472F-2E9C-A4DA-2B03F3C14B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916FFB-CAD2-FA0C-D140-3C5397BD637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B1057E-4CF1-80DB-112D-07D4A7ADEF6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2C07E1-8E36-7DDF-EE53-691B6844BE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31DC46-741B-E0C7-9E69-72B3D5F0BAD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0290AA-93FC-FF1A-1C9D-BBC4FFFAA0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FEA066-0DF3-F5E8-A907-6D79B1310C81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F9B564-FD88-A057-70CE-BB86FDF174AB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14431D-DE10-014D-0498-DDE89C57E753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E2E3FA9-60F4-4F95-18DE-ED079F01B17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0F797D-286B-D539-74B0-D6196107B25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DE31D5-A337-AB1D-F0BD-F5D729539A1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6B2B59-C1D8-98CA-667A-AC75069D73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7A078D-95A9-2827-CFB6-A28FA29CB12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607AB0-4663-79C1-6744-12CEFFC6CC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A02135-F5B4-6BA5-6CE6-68B273280F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E92BA65-C707-A5E5-848F-1D8F217E172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9EE28A-279B-B7BE-6030-3F4DCC86FB9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121257E-ADA7-89E6-E574-85607996330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175974-C234-9108-CF7B-9D1147CF451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008EC6-799B-8251-AFA1-576000FA104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E84413E-1A49-28DA-58D8-3601DC57794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97CDB5-8E54-B7FF-A255-F6BE4D418B9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4999372-ACCC-8560-ACF7-5E115891FAB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2D844B7-3915-354F-843A-13AFC60BC67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D4A72ED-4219-2F4D-4A57-D4B89F3E4D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</p:spTree>
    <p:extLst>
      <p:ext uri="{BB962C8B-B14F-4D97-AF65-F5344CB8AC3E}">
        <p14:creationId xmlns:p14="http://schemas.microsoft.com/office/powerpoint/2010/main" val="4230494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7EC4-E7F0-1ED6-070F-B2DBC9C71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F8DCE2-7790-4325-47A2-F476B1541D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7, note 56789/56789/678/6789/6789 quintet.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BA1E6C-6C0D-E8FA-1689-9C509A1EB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AE6178-7549-C4C6-AEAA-A05A9A79C9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5EE3A1-0838-649F-A5EA-FCCE7FDE1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27C6242-2EBD-94AE-8EE8-22F3C47AE6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341CF6-CA27-2CC8-3EEB-1AB4F06B5C7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50E44F-C26E-DCF0-DB78-4A706F419DF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847D2C-7216-F63C-33B4-C98FC7EF4C6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16DC0C-31CD-F1C5-F0B8-5FCCFDB189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10E2BC-7CA7-13DE-607F-C1B80594029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BA3E9C-5C85-C989-05AB-025F0EB9EEB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721AFE-AAB9-ED62-E14F-BBC04AB0082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E7A71B-8C23-CD01-23FC-5354334E9FA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12D4E6-C88F-E3A0-7341-C25C4DD1527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FD1266-C15E-DAA6-7CE4-6BC453CFE48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E13E1E-D27E-3D53-3E7B-BAD38CC1113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85FD90-0B80-6ED7-FAAE-62588C53CE1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0EF812-2377-9194-6BBE-4DD475C67F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C6B843-23E2-55E0-E123-DC3621163E7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7241EF-ADC5-050B-348A-214B6E9EB9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82D9A3-5DF5-66A8-E04F-B0C2365988F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892244-9E21-5E9B-AA85-9B7D093504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CFA167-9D80-5B20-9D08-CFAD3948988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EB273E-3345-0B01-CD7C-374B05908C1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55E3FD-E89C-11D0-B63F-3C847904CD0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6CA4F0-3079-84A8-1878-821FE012851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ECE6D5-61E2-7570-1D0B-4645E4A7ADB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DE11B0-A9C8-6325-0853-0AE2AB39CED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F43AAE-0B04-0710-85E2-1663EC19052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D4F02C-442C-1DD4-CD9E-21C70227AA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D75624-4212-31AE-ADFE-56BC411E7CB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26BE82-0258-4135-287E-1F79DE86869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DEAC57-7C5A-614D-56E8-A18AD64A60F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93D46A-9375-78EA-7623-C57BD10B1F4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93B3E4-B1E9-A964-C7C0-871C6B5D61B9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73D9B7-B0DE-3394-0F71-5C302AA67DDD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3DE326-FB1C-F0FC-28B3-DFAB6D7B0E12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ACCE0A-3F1D-857E-BFCE-5E99FB12C3C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DA713F-39DD-0C12-89BA-3B319164F81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228EEB-EE9D-3B25-DF27-0F0CC6742D4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2E3B5A-1CB7-00EA-B573-81AFE6BA3E4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4FCAA0-E351-077F-4918-5B2BBB0C0F2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8E5DAE-9749-F753-98DB-14FCE06D23F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0E4B8A-5593-4905-7C37-AB2061B858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C539F5-D506-FA9C-0146-6CAB5495887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E63F49-AEAB-950C-5298-7A40E6F3D23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3F342-A2D5-7509-BF42-4F3B881F6CD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6439D-03E6-AE4A-423C-742BC06E65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D91F76-E17C-4EE3-5236-9E4542A8BCC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D2937E-5C0F-20D5-5807-B941D59892D8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D2CD45-FC19-07CF-9534-FE8E87DF1C4A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072EC50-7D29-0B50-5094-03C4BB20CADF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7EC65F-5E1F-0D1D-A865-1BFC5B6A5D4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F62DC0-D895-EB0B-2ADF-AE0BE8C8A6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867F17-9D69-9279-C442-7E8DABE44A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783DC6-DA10-8483-6889-FF3E01FB01C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EDF77E-4450-1D1D-4FC6-68F12040237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97CC8C-C863-2090-06AB-60A3529FD20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66B0205-D208-919A-9C0A-6ACDFF17E22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399CDB-2991-7DD2-3C99-A2DB7DCF9DD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07CD6B-E0DD-ADF1-81BD-FDEF85B56C7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BC454EE-0269-8A8A-5E79-FF74C106706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144B78-C12D-E4D0-3E2E-7BD12627D85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A3301D-2EA5-2211-C074-6DB928EC1FD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0670B5-EB45-A6E5-BF69-A215A4E2E87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109F36-0862-4F0B-E647-1C20EF04D2B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67A311-6EBB-6EDD-E4EF-A8E71F362E3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826A2BC-A641-9EB0-5EDA-AF75A22EC75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3FFD1C2-B61F-AFAD-B584-A1C348B695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B378DC1-7187-DCFF-32F8-7F67B826ED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12923E1-07BA-128C-2DC3-6256F98C384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</p:spTree>
    <p:extLst>
      <p:ext uri="{BB962C8B-B14F-4D97-AF65-F5344CB8AC3E}">
        <p14:creationId xmlns:p14="http://schemas.microsoft.com/office/powerpoint/2010/main" val="1166851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B0CF-2D56-7D58-FB9D-5417F0D63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830B46-F7C7-D78E-ABC5-12FE00A8A7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5 is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98AE6D-DE6E-D151-603B-9EB6FBC7A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9490BD-210D-7A83-4ED8-AFB72FC23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95DC6A-3B72-672D-6743-2C7290BFB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AA25C6-FAF2-1D92-E1E3-15D3AA1618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D7E279-1214-4579-01D5-7BFBCDFFD8B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7E9B27-049D-8932-339D-B80526E98F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1B44F1-A13E-7227-4753-72540967E22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E3FF6D-8681-4AF5-C7F1-872635FF09C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A62B5B-BE63-6698-BD7F-1ABEC894560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2C209A-1E81-F53F-B1E7-994C1EAA21A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2A1EFF-5F22-8548-33C6-B126D9B5AE4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84D409-35A8-E457-EF85-9942A80FD00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F19F6-A8DC-BE29-4DCA-0E644726041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8BA3C3-DF19-C5E8-507D-6CD3543501F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7C16A1-8090-84D4-CA48-6EE0EEB145F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36FE87-7FC6-DB83-136D-652B4B174CD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1C2981-EE86-1C4D-4104-43F3736363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99408-D783-FA04-26AF-3607308CC92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226A14-C27D-0B82-95C7-71B37EAA581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BB08CD-E049-99B0-C808-EA4B0F6D65E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D85F56-B0A3-B3DB-692B-C745ACD8D30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FF7-E34D-E79C-DBE7-05B76E9EB0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D2DA35-FCF2-8C05-7F54-F26FA15658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6FCA45-7079-242B-ABEB-E7B37494600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8F9B39-ACBA-E779-4936-B0589DB9A8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9C21D-1554-273E-45E0-5AF12F7FA0C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369F75-DDEC-C869-B8BE-4ABF55B9ED0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B4A40F-55B0-481B-F573-DF1822804EB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CC16A7-1055-A3D5-9E03-C3872E12856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FFF723-F585-A19A-CEF4-36C83F42039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46B569-246C-8AB1-3552-1EC107D93D2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E7D050-215B-CC1E-8EF2-3ECDBB196F1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CB128A-A287-8312-AF33-38B8044AF4C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B1DBAB-51DF-8B94-B4B2-EE7606F52685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7553B1-6439-72F2-B882-023D1E9F0E18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460D0C-4C4F-FE12-0D50-EC800628F694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B3DE3C-61A8-ED25-022B-C0ECCF19A6C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90299C-F142-9ADA-39D8-EF523ACE6A2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6E5AA6-9334-BEDB-3F19-08829392B67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56706B-2BD8-D5B9-45A0-66C84B2CF88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7FF7E7-BD93-F249-43EC-3FED01C5E5F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F69F4A-A304-04E5-0178-B4CB8DE998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FA7E79-B308-58EE-26F8-5DB4DE403ED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B4B43A-6A4D-3FC4-3980-80161EDDC39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90536C-4EFD-3C1D-1681-D917B55A69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C11A46-4808-7F74-E449-C33846C8917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DA82DA-7112-09DC-662B-0784E5FE96C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D32EAB-F596-FAB4-62A3-F1D108ED0B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3713D9-C3F5-4F3D-54E0-1AF68965EFDB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F8518F-0FC4-A863-6FB8-8ED3FFD2E6DD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C835AA-964E-3856-E55D-7C1197E6C7D0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F05AB9-12A0-2915-3A1C-B5FADBC5426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7B80AA-20F9-E6B3-53FA-0F4B8C3619C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57FE93D-4638-F7D5-8E91-C63D1CBEBC7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C95B68-6389-F14C-42DE-B283FD0A36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700833-2D3F-DBAC-0C75-D12D2748CC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0642DD-B511-ABF2-B1B2-AB1420F2CE8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96047E9-2FB8-C7E8-D951-09591DD9E5F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11BB27-1737-ED00-81A4-FE2FA313145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6BE5D5-3153-4C3E-9639-B8F341E820E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832E03-A62E-D392-E639-5315D0ED95D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08FA6B9-D0D1-8702-1D34-51E461836A4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D42446-9093-17A9-1E2E-6F50D9CBEC7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725B5B-E18D-CE3C-F4F0-9A952544EAA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A4879FE-5799-CC53-73A1-6094019FBEA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9AF139-F0C9-41DC-99DB-9C318901CC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94215E8-8D54-DD91-ED05-F8351784FF4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62BEA1-08A2-915B-3641-B7AC914E718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980403-6675-ACEF-536E-5BA2FE2B90F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D02496C-4535-235D-CD1C-F989291F910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</p:spTree>
    <p:extLst>
      <p:ext uri="{BB962C8B-B14F-4D97-AF65-F5344CB8AC3E}">
        <p14:creationId xmlns:p14="http://schemas.microsoft.com/office/powerpoint/2010/main" val="4577034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7BCA5-29AD-C889-8504-BE9A6BD3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D52CF8-097B-80F4-57B0-404DEF13DD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[18 in 4] consists of two of 234 and two of 6789. The minimum is 2367, which sums to 18. So it must be the solution.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9ABA08-F86B-9EDE-5C0C-0D8C3D3A5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5932C94-A64E-3DE0-DA85-9BA6C8D7B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D5DD41-6D6B-275C-C860-806A64428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78E6E-909C-78E0-A3E0-5B0CBA5BDE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E7CC9-7D0D-0210-C79B-19C09E4F3D1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1D3C2-7806-75C8-6D31-B97EB5496C1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D06D29-E43D-A3C0-176D-712A28951A7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FDDCFB-A58D-4037-46BF-622E2FCE747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63FB6-2430-01C6-92D8-F2A889C16D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F26692-322D-A28E-8F9E-68349C8834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CD523-F54D-7F62-6980-C68DC79262B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DCA7F-8702-C64A-5746-4DFAB60F326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CC3E0-0410-7D97-1663-37C2A97FD3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9A2EEF-EC01-603B-4920-DB8A4DD8FB5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9D9937-44E0-3208-6B4D-B67F70D6FD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A8168F-996A-057D-E1B5-3C466E64C9C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902A2D-85DF-1438-42D9-F5ECFCC9348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1EC9CD-DA12-FF5A-7712-377992F701D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36B74B-8175-11D8-440D-C14F9EDF1F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1B670B-96AB-6525-7C5E-83AC3F7E835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6B6F10-6870-FB74-4E14-C1D6D43ED0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C7EF22-4C44-5287-5023-22B704E7840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259FA7-556F-9B9F-89FB-7C00D6A608C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0C503E-1E40-43E2-BC48-771452090D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0DFC2C-E8E9-17F3-D3BB-1E7D04C0B54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EECE7E-671F-E70D-6FDA-A310F3D7078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98E1BF-9411-F20E-061A-986DCB8F8B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030275-2A70-2CB2-A74E-60B14F1BD75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E0D720-D293-E7C7-CAE8-85CD3190AE6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E6B408-A94F-1309-9B87-D8BF01668F2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A794F9-17D5-6294-A75E-95E0DFA7DA4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F9EED78-1512-0A89-E0E7-9CD719D5622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5741E3-CF85-2021-7AA5-DF56DB08A81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4A145F-4D7E-FE66-4314-4C96BA889740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0BF9A8-C551-08FD-1C57-6F661B08A8DC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C5614C-C155-5CC0-88E2-4E668B94136F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262AD3-DA32-39D6-D6F0-5EF85DD8E06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C342AE-31F1-C1B2-ADAE-D139BE868F7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2295B8-F6BA-86F1-A302-2203BCFF3F4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DA8BE5-BACF-7E5B-AA23-FC7B814AD9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BF5FB3-4439-5213-3AA8-D5A2C429E13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27AE40-E6DB-4FDA-8685-C7F014EAFBD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50A2E24-0B28-F9FA-3346-AA48D67F519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EB371-21DB-8342-6133-6207AD2D20B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FCBAFC-C2E3-90A6-F1D4-74EDBA155B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EEB2F-C197-90FA-509F-1F9B08EA0E6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BBD356-8793-26BA-EBF7-E9B75A96DF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AA3B1A-175E-3132-75C9-7387ADDF10A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5A5D14-6605-4886-38AD-CD5015F68612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7B4DEB-1FE2-CCF7-4934-840D0DE7979C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068CD6-C966-F1AF-4DF5-5B518F39CA7E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DD91D3-A7E0-532C-4ACE-BD5900BEE4D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87A0FEC-785A-F9AF-343D-A423BFA513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D5382A-1866-4DF0-D945-C8837ADE485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ADCA86E-FAB8-3B95-08CB-358F142CB43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49FDAA-ED84-AD40-03B1-89BB05418EE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A081F4-9820-4B32-2B44-3B8192621F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95AF40-661F-DDCE-78AF-7D16E667F3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0DDB87-6565-5105-8040-9E33BEE16EF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BEA9BD-715B-5C5E-5F5A-B7B049C013D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9B96988-FFF7-E53C-60DA-DCE53C99C14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A5FF2D5-D4BF-110E-8A53-BB3903D0D55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D6555D-3601-D9B2-15C7-6FFF3743B69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FBC8F8-7889-C141-85D8-D44F6BB9CD5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DD6C3B-EF53-6075-85A4-930636FD372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2B531B-81DD-184D-7F17-56F9A503109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71E9BA-1F32-D50A-85C6-2EB5CF64574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786675-E06A-C251-5D9C-DFF15371EFB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169518-03D1-0101-C885-CD29B55B551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BFBD03-E671-44B8-BBFD-639F95AEC37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40676937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D24BA-B7E2-B9A0-7E8C-64AD77228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35884E-1046-6553-79B7-CD40D9C42F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Reduce,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B03B2C-30BB-155F-053A-3A2C75EA3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7B747E4-138B-C875-52E8-1A88BF7DF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6CB9097-8E49-CD08-842C-9D264A5ED6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3839843-DF71-C648-86E2-535FAC970F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072BDA-B2D9-C73E-BB1C-08E9B4B8966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85E3FB-ADD1-35EF-1F6F-4855E1DD909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58D40-0FFB-36A9-FE96-8D96CA371E8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E4E8C6-3002-5275-A0A4-0AA919E41D6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BD09C-0EDD-464F-ABBA-2FCF1C99099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51E4F-6339-0F4A-5124-CBBB010F9BB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3944A0-CBBB-9934-B5C0-B3343AFA09D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F1985-0EBD-0A7B-60E0-EDDA62B6CF4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613FC1-B762-0C41-5906-9BBF0AE3099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58260C-D4DF-720D-F370-BF918DD6BCC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A19A26-73B9-34E8-74F6-8C4B2C2898F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5167A1-E76C-8E11-1C1F-B4E8368C2A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5B6722-D350-090D-540E-95DD8C8EDAF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A8BF91-15D9-C0F7-66B9-0A7A64B34AF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D938F8-1316-048E-1BE6-033FD227732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889AD6-DC81-2AA3-C174-27F4E7F8E31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456029-4FC6-C2F4-642D-36957D5380A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D62423-A45E-3589-978D-D926D29308D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FD45E3-C52D-58CF-A1E2-E72054E9A18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873B21-8BCF-E0F5-2714-D218D8A720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D6D00C-974C-59C5-82F0-24B33563224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012A6A-784E-5C52-1DE8-91EEDCFC034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76ED7B-FEA1-13C5-602F-F3C7C1F5231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EC9157-DA8E-E831-3C03-AE9E9129892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495DBD-69EC-6654-9D04-953D1EDBB51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F27BDC-3F44-FC75-44D0-931A08267AA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0D75A3-9D44-BC11-0762-03DB91ED717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E16CA3-3267-94CB-7EA1-7D7F737F132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50912B-05EF-CAD1-6714-5EE1D96CD14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52FF51-2F0D-5867-5970-68A8FA8442A1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CF44F7-4E7F-2AFF-1C44-6ABDE6580B54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819104-71B4-C7F9-F3FC-1C33B179FB46}"/>
              </a:ext>
            </a:extLst>
          </p:cNvPr>
          <p:cNvSpPr txBox="1"/>
          <p:nvPr/>
        </p:nvSpPr>
        <p:spPr>
          <a:xfrm>
            <a:off x="5650090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65AEFE-7AF5-F606-ABB5-42B9F64FC1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0E4F62-E541-DFEB-8626-025A41C2724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F1F41E-1092-5E77-54C5-65DAB6A416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D63BDE-F83A-1F00-B99F-2EA288556F7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92B021-4B80-4FDF-4FEB-F47AEF8C5B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CAA7A6-2E11-EDC0-79F5-96DA0751866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60941-9DF2-BB02-8B32-A852E2A2CC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223718-DE90-6977-2361-30EC3AEACD0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769AC3-E224-4E6A-A384-289B2C20212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0B1A11-517B-27DB-D34A-0ADFBFB514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A966FA-C35F-7305-F54A-9E280A208CC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685FDB-84A5-7E49-C87E-8473AE39875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032A02-7C57-5E81-6893-391500C4E7AD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45A86A-10A5-BAD0-3E95-2DAF7E1BF487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139604-D068-9F49-7F16-E4A0E13B78E4}"/>
              </a:ext>
            </a:extLst>
          </p:cNvPr>
          <p:cNvSpPr txBox="1"/>
          <p:nvPr/>
        </p:nvSpPr>
        <p:spPr>
          <a:xfrm>
            <a:off x="5650090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CAA7FF-6910-9C33-75CD-EB9F112892E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9A2FDA-1422-6057-56C9-EBD92F9645E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45B3F0-4A0D-BC73-B935-768DFAD95D7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87846E-FFF3-DFF9-245C-1A1FC37F14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C4C765-76A5-5658-60BE-B1CB6A9C55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D61BE6-43D3-F320-62D0-1545B9C1E3B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2CA6A57-4C7C-DA6C-6376-AEDC50BC53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5F7A5A7-C1C6-13D4-9F69-0B3C2F72F7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0C53255-1707-4187-7BEA-0C0CCB0FC7A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E5A7B6-68EB-D7B1-B799-58DE63AC398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38A20F-2A56-0CA5-577D-D179FA40300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485A64-EC91-06B3-4418-414F13547EE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4B9D6F4-3C07-4AF2-4617-0D376040CE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A9B46F-EDFE-5672-31B9-7104748900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6830CB-CFE1-4294-E3DD-830C18020C2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4F5C56-75E2-FBF6-7A4D-0BE678E35C4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68ED46E-3323-3968-E32A-729AC847498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0F9A7E-8A36-921B-FFBC-C10A0192AC4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097D61-665D-472B-BE37-6AC17BE7E7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71014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8268B-7022-2628-2CFA-637EF8FA2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6C5391-25FD-313F-7CE3-FC6F4CD812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Reduce,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B75F83-6AC4-53AB-F871-FA07984CF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6554D6-BAAC-592C-1DFD-328C983B47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386556-00C8-DF8C-174E-141A5323E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1FA39A-0BAB-9EA1-ED17-4457AFB7BC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E53C59-9DA1-2951-9854-136F2E520CE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90C596-9DBB-6213-2554-AA5F5374603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46B457-366F-209C-4510-83A24ACF6C5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4FD02E-BAE5-15C8-A89F-5DBD555D187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47C136-D83A-BF0B-1D8F-565C8BA13AC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449BC-081A-FE9E-EA09-75590F7667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87F1BF-784F-F14A-6C45-B4216B3109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ED63D-44BC-B17D-B924-9313E2E1517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DD7361-0ED6-0EE0-3443-EC16E89A743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F62D51-1307-E166-3280-A43F2FBE3CD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C85768-DEB5-21D2-8132-288BBF8F84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AEFF88-F177-D1C0-5F8A-BE3F4AE0EA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FF3B15-9440-FE1E-5860-BE6B3DFF63B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7F9B65-40A3-E63F-6C35-1AB094A998A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A88C53-D88A-2ECE-E100-77F238EED29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A0A260-4C6F-5F44-FAE9-D65B413AAB5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586C6C-E861-D891-6522-0B3ABD74888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589D8D-95F0-7FC1-37DD-2FA1F61407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104AA1-52E1-BCEE-064C-BDE5A2BE3B4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9ECC60-5444-C65D-9671-B1D4ED577C0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3EEDB1-59E8-FA73-DADE-516C4FB319D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AA10AA-9293-D545-C519-B6536F0B336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E09F4C-5FE3-2F3E-ACA7-D5B2F637807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81C1B9-8F2C-A8A6-3EAD-9D9491DB56C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D2AAA1-4B4C-5451-7F65-24D366D9F22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9C5DB0-BE37-BE59-9889-97222F85731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A1F920E-B437-BB4F-A88E-D802F69E363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163050-CFC5-B7AC-0E23-376B19F39C0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0D66FE-DE77-7854-1C5F-2F5859C80CE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6135F1-A97A-6D3E-B443-5C192426F9DE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3A60D3-2AF9-8AF4-9BC7-7302C538D2EC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BC9CC9-A8D5-4EB3-05B6-649B593738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2C89D7-EAF8-23F3-03A8-97B0DE0A920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2050B-01F8-7232-A899-BE010BB0420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0470F2-F366-6800-7897-98AD89D6A5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5C9ECB0-6085-7F01-A2A9-8380F4F716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D565F0-3793-090E-FC07-C860FBED6A7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14CDE8-0F39-12DF-6681-1654D6F970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F68D7C-BC6E-1866-888F-3AD616BDCBF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995228-6F19-72B5-8552-19463118791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365AC6-0F23-26E6-99A7-4A25F8F1690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EC1519-FFA1-AF95-C926-81931253927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4FAE8B-CA01-A826-6C51-F93F4FDAABD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FC18BB-9EA8-1E8F-1FF6-14B3B13962F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98DA0E-91E8-B6BF-0CCF-070DD892BC5C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A61B28-8CB7-B685-0BFE-85958B09BF05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9971C4-5D6A-1EC7-DFB2-2B9141BFAE5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0B2BDA-7830-1E14-5DF8-7A510193510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DD233D-B530-E30B-483D-388B3779142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C1E088-3518-D92F-BE53-C847C0CB15B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8D418A-1ECF-DC26-61E9-9FC4F224875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E2D27-557E-FA31-DE6F-357874C835E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BD605B-4F5C-ABD0-EE38-4BE85C62161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CD6EE8-80CE-A28D-E05E-2B7FFF37A1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E4E0822-ED8A-2E27-9722-4FC0A3C7698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75A757C-2C53-D6CE-1B1E-474FA342136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E7EB6A-EE2E-0772-3988-97B5A29D97E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BDB7196-78B4-3F38-F523-09526AB9DB9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3CBC94-FF34-525A-03DF-E39F5B7AFF7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6DCCA9-E46C-42BD-F365-A20F983B29B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7249CC-F1C9-2065-257D-78B131EB995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50CBDC-486B-150F-97CE-1E9B173F4D7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48EC9E-E022-DFD5-3C12-5B5A6C484D3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26DB708-39C8-45B7-48E1-6D77DDCAFBB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1F438E-862B-B248-44D0-7ABD728592B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ABDF91-2D7E-2CA5-D3BE-294D45D2F65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287342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41E4-081D-A605-F9FE-AFFB7078C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E27C25-A696-7A45-372A-0EF5AC5088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lower right block, 7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DCD9C2-7244-74FC-F787-90957342A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9DD006-EA63-641E-D721-32B1E420C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2D1269-ACA4-44EF-BF5D-A4D930351F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01AA96-3D29-1479-6DAF-E4E5FD4543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A10AFE-F9D3-5793-B29B-735BB60D3BB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300721-099D-6E8B-A022-919A9D4235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AE08BE-2321-9EB1-E783-4732C4B068D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A0E505-B0E6-1A3A-A5DE-BD55831E4E7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287429-EE70-5971-C16F-A28C8DEEC9B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A3F200-BDC0-253B-D52D-D6D17BD2585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B25535-2C23-F35F-CF8B-F99265531C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539DC-7734-4414-BC52-A5A5818E5BD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442C3E-1349-078F-957E-D3D3628B79E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1C42A5-EEA4-0749-0460-7F72029C8A5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DA398F-9DAA-1C9A-FB51-E5D13DE8D30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71CCCC-EDA8-CD50-51B2-7ADB18348C1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DDF1E6-1AD2-D5D8-169D-F4815558B74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B96179-07FF-E401-FE82-D0F27603E0A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5DCFDD-48BD-1AEE-2260-F73C75520D0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442B58-E9E5-29B8-7115-934AF7D1F58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426399-41A9-4297-B1D9-6069BBD358E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3E3AAB-94A6-D3FB-9B6A-231EDDA84A3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D65EAD-B4FC-291E-AEB2-C5E55750B55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B4ACEF-D73C-C9B1-9473-64A82F33830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07D1C2-0F88-2F83-833D-1CA7E279266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C623EA-A1EC-9266-3EA7-68D252E0EA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62CB63-9411-C5F8-C56E-2D728EFB03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7F2A00-537E-D7F0-EE71-63EB87E1BAF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BB5DA6-B492-13DF-AC9A-384D575EFF5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A702D3-DD3F-26C0-DCA8-2C1F69A58A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887582-9535-582B-11BB-E8ADF1F4827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76B430-5470-7656-52FA-9125113943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23C120-B966-00B0-8D5C-3C71ACC7B50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1B33E9-AAC7-1ED4-A484-067F99B36DB0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5A2FB5-AB62-C3D4-30CA-7B02ADCAD2EC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6594C5-7A89-8508-544A-520B8FB7240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B8FADB-5E62-2E3F-A57B-E178EBF66CD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0F4ABE-E478-F57D-5157-039324AA6BD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04E2CC-669C-C422-EA98-1F015BF8E6A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A6A65E-D4E5-95B7-0DB1-AE16B4452E4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1A69AD-ED69-0BBF-B80C-E38B2BF7A2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E7CD45B-973A-A9B2-CEFB-565CD67C8BA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DF1462-8084-3DE5-A34F-86AB91181E5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368218-3BA4-C6DC-109D-6D7A3247D3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7CF36-BD7E-4887-18DA-4472391B2A3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74F3B3-E826-98CE-D502-F915126F813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A8EDD0-349F-8733-5944-9295019DF7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BBC747-2151-C634-7484-D036E7ABB2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A02F80-1FC3-3426-4CE9-566D8DC9E194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14B249-88A8-FD93-54AE-9D763BB482F9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E244AE-7201-0990-D384-1D5D3A3469B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7B1AF3-A86D-E755-01E6-15813F4922F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2C9C97-D33F-6321-80F7-B861BBA1ED7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93F9DD-2AC2-3DF8-A92F-703685EF495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886B95-88AA-C0DD-5700-E263EF5167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620366-18FB-8A34-4D82-2FD7180B03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C0DC84A-8381-0223-CDB4-9DF4571429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76ECFB-9A53-A0DD-C8B2-00194984D71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AFB696-88C4-9228-F923-4467F49C58E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2A11AC-ECA6-7627-0375-4EE60FAC7B2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64B834-6BD3-8017-1C71-A894C70A75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D0CE7B0-62ED-4AFE-47D9-BCC8E5D1A4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C57F2D-B02E-F18E-480D-4D2F4E1E68E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D1EF30-ADD9-B758-0687-91C271A2045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F30A4B-2F65-F1ED-64FE-F1F3BFC3ED1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0C273A-FDBB-306E-7890-299CC0A2607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CD60291-2C74-3448-CB44-CD22E9FD98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A06D4CC-0F2A-29B2-14D7-FD0CFB44B40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BCD402E-1E3E-146D-7C74-9C3668C75C6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C7C782E-D892-8340-4489-E2381619CFB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9355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AA515-0B75-F5E4-6B5D-F1353C86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4E351C-AB6E-88C5-664E-E3E642DA1E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lower right block, 5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6B6394-0F2B-DEC6-223C-36EEA4108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1C7F7E-58AF-5B16-C023-CB0A66DA7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916912-2E64-D209-CEA6-FD06B5FD56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0A5F1D2-A265-F4FE-8E2F-1A871F16C0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80232C-3D65-CD63-2416-9579866010C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DAA543-3E67-3311-7161-F6F1DFE8DCC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34A1E-D536-DF8B-5F45-151DAE5D68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7176B3-60DA-8BC2-4CC7-A4DAB14EC50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605B21-07F8-8747-5402-D65AB13EB4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C73CE-3A7C-81A1-48E5-E19B71DCFE5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CE3384-DADA-14A7-7D74-65923611584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CF880C-4960-69D5-4D0D-09234DCF245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D323CB-5D86-E856-2C85-8FED68883C1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86220-6537-A799-625E-127FCFD842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782E8-C8C7-E20E-9E23-5CE6460DAEF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6781A9-A180-6A3C-78FC-CCA07FD4377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959EB8-F445-2F7D-C84F-53A78A7EE23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0A8FFB-2E4A-39F4-D910-F1306CCC1F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AD8AD0-9224-F5E5-7E12-80FFB80E274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D4CC1C-0F20-EFC9-A4CA-A0531F4E09C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B68A57-1EB0-AF81-3290-5B8863885F4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CAD16C-797E-3137-64F9-CA060BAFE48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25E1A9-E8B5-CF07-1288-1B63BDE204D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F0B96F-D0B4-179F-1566-46CBC6E9A39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875917-F6B6-CA30-2FDA-9470C5D0E4E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59666E-AD67-3CA1-C41D-469996B436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8FE35B-E44C-DE30-A91D-C625CCFB7F9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0657BB-8C0C-1816-5EC1-98ECF732276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FA21A1-25D2-1ECC-7B42-CE1B0C91F0E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B4E0D8-98A4-C09A-60C0-47C5D2402CB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B997A9-5C6C-2CA2-40F6-84C879374A8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D18135E-DBDE-C2E3-9E26-A812DD5D97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633B07-8248-BEE5-D8C9-B2FE8CC8F2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FB5BA0-E8E7-3C21-E1F0-DC561B46B4E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ACB28F-D982-F1BC-30A0-C2DD45173452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BD1528-5A5D-BCE2-BB9C-631DA095D36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297CCB-069B-CFD5-49FD-0E98D0D27F0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078F10-F5BD-F502-BD72-3286D404E2E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396E90-7420-AB42-4D79-8EB2D051044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2DADF3-B4AE-39E9-1D0C-093C0CB91F6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9BC270-4995-E115-FED4-E6635613AA3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98E267-9E7D-2571-1E9B-DBEB6F79EAC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3E309E-4916-A1F3-2A47-CCA0187DB69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5A7F7-50A3-F9C1-803A-E087A29E990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C61551-A871-BB7D-19B5-FB8048CEFF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3130DD-F373-9402-E631-F0374EB449D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AA6025-E522-ED7F-E368-B9D2B52643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029CAA-C1EE-24A8-FF54-E3E435ADEB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75830-2F86-CD4C-8591-619BBF2B3564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C6C73E-C988-594B-E7C5-0B29E0DA1FF8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2D290DB-4821-A333-6C0B-9D13F95E02A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0683D3-7947-DF17-2C72-4BE54B89EF9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6158AB-88C3-10BA-BD4A-1A0D03BBAA3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E8F62D9-4741-DF96-B6A4-40BB049C19B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9A5CE0-158B-8017-70FC-AB8B740016E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AFB0B1-873D-25C4-C905-4D450292786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04A458-7C0F-4BAB-2734-F99D509A28E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F79B9E-D9CB-1D37-20BE-95B84DF9A2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413482-3E1B-2816-7841-F86AB24D5DB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5503FC-2971-18E3-C91B-FDE9DDE0883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6007A7-D2D1-4356-DF97-FC54D13CC87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D087DB-C1F4-4BED-623D-41E8227D80C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0274375-F9E4-1352-6EDD-A55354A196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FCCE8ED-AC94-37F8-3940-98A920C81EC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DFA860A-76B3-9597-A3A8-F8DEA0E22C6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54FE28A-11B2-629A-92CD-1533B2D455B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7F49F4-EE31-7B02-D409-8F55BB95121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75F88D-8174-A0E4-6FB5-19AC5BAB6E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84A713-7D1B-0E2D-9B47-8B286BBFF3B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1B477F0-11B1-6F48-36BD-E790BD3617A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60663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B0849-2BC4-13A5-31FB-114BBAAA1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CFFFBA-0F90-D24A-F95A-47EDDB7C18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C4A10A-63C4-9A6C-A979-CDA461ADB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85566F-2F82-9E46-77B6-07275AF786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871E61-E4F3-61F1-D30C-AB117C1994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D812C5-B54E-BC9C-D0C4-06A30397EF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50B216-6025-FE09-A81E-F20501615E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3852E-294C-62EB-6B36-E3A706E97F0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B038E5-5E16-EF3A-70B9-44F4EBD017D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65305D-380C-33A8-CBE5-39F3214F281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BBBBE4-B604-22DD-1B4E-BAD26900876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BC1E5D-A496-8791-526F-47BCCD90248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01072D-CA23-272A-FA83-9EB850A30B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B034F-5746-C337-CF4B-D4FE6A30005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80EE7A-C8AB-7E8B-257B-1DA5C3D9F6E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8139E-5DDC-7362-645D-6FF7D4D3CFB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713083-DCD9-81D9-2A4E-58B406AEA08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BBED73-26A0-8DA1-A295-AB061473E33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D4F70F-84BF-71FE-565D-CC0C17C033E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58C917-CDDF-18A0-C4B6-F02321ECADD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B9DE90-7126-0175-DD64-F90FC43780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53AF5C-BD9B-CD35-1553-26A5DF9FF51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280FB2-20B8-1C41-0B12-435A5C39E2B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A7C246-A022-18D4-8763-3BBCE149140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F65973-3FAE-223E-740A-2159F9AF03D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B17139-7412-6497-7C67-FD59C076104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8D682C-769B-E7EC-F9EB-1DB163131E0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E1E752-9994-1098-3988-9C2B1E6547F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9E5CC7-A31F-2561-4BD9-D43C90E637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C7723F-5118-660A-91B0-76F818E3AD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DE2738-9786-DABF-B570-1D61E5171A5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913B0D-38B1-6514-A8F6-462198AE78D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F4C2B7-9A30-3999-6747-4D21F182ACE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82C88C-0BA9-9383-BA4C-5F4411AB9E2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FC03FB-4E28-C54B-50FC-89BDFD4E00C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462577-08BC-626B-9B0F-E35D5159701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4FB800-47CD-2339-9BE2-809225B99FAF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87D555-3A63-FDC1-6233-E448B4D6311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0958019-C73C-2562-2075-1D40E561307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E291DA-93D0-13D4-B2C7-272120F83D6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C03D41-C03A-4D15-ECA0-BAEE2B0F3D3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6E5F3B-031B-4D30-C2EC-CF7AD440CA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647F9A-B88D-DDB6-1AE6-660D572C321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6EAA82-79DD-F5B6-2E8E-9D166404F9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A8CA40-3393-1BBF-C3C9-1619B18B372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D67587-A350-D73A-2EA4-188E36CBE90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250806-7BB1-835A-7730-6788013B07B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4A55C0-E8D3-709F-C286-090BEEE8295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BFE449-0C6C-3255-5DBD-88C07F0DD47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9A971B-E671-E129-FBDE-54D17C07D0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187907-9082-0FDC-CE58-D55D7DF63827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6C4B7A-B64C-4096-8041-E92748BAF09E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8912AD-15E4-5787-2E71-A2C0938F1F3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B1F87D-3386-902F-C17A-B8D0CD0D0F3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60DEA-61BB-C47C-B8B1-A053D669078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9173896-2835-67A0-5C4F-C7A2D8D0A0A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72BF07-2E4E-8357-0791-71CDA03ECBA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B430FF-D52B-B90B-325E-0176CCF5917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8F37633-A73E-6F93-DE30-C331780E03C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B13CD48-D390-941C-DC15-D0223FB9AEA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DCDE1F-60C4-545F-17D6-8E08507ADBD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D3E21F-B652-7102-9BB7-25BBC3E2B6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895F83-9D47-5869-3136-A76C882A318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A2B099B-10C6-4990-603C-CADE8B3C141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63CB7E-A8C0-D9CD-839A-2CFCE460196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F9C61A3-53FD-68B4-08C4-0DC7BA17E6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6FCFFB8-3D20-5C83-6FF7-2ED2C467D7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E366A9-C422-B348-F81B-0216420F74E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0BE0410-7626-0B03-92BA-9F2956FD59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78085E-250A-EE8A-185F-010691DF0E3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31C7B9-1C65-FC88-1788-75F6C538ED4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7F01D56-4668-9565-0206-ED1C270EFBB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584064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9D15-1EA9-93BA-4F1C-30EBB9D6A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6681D1-3408-AA16-3ECD-F15D245341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Column 8.</a:t>
            </a:r>
          </a:p>
          <a:p>
            <a:r>
              <a:rPr lang="en-US" dirty="0"/>
              <a:t>Last possible 9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3275DF-551B-71EE-4C18-627646AF9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373369-F97D-C805-CB2C-831799BBE9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B1070B-5C03-280D-3458-C7AECAB527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26C8ED0-E5DD-0C0E-9E9D-88CC2B9F74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FE2AFD-6725-0C18-C83F-482AFC09E1C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DC142-6068-3CFF-3F12-1D583194D45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F22666-19EF-BDDB-DE91-D2095DBD764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9E0914-3480-3DB3-0643-D3ABEEF8A28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D4A568-C579-7970-1661-BF63CCDED48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24DCF2-D866-3146-C2CE-9F2800CD5D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AF8E70-5534-B9EC-F027-61C957C98A0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65760D-E3F4-C10D-E998-FAAA9D16F76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263564-CECE-8637-2050-217DABE783B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7A4D4D-56FE-1EAC-7C34-D56D06569B2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038DEB-1A0C-ABDC-7455-6F7B0B9DA8B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154B09-BD4B-F0A1-92C4-96A146C7C6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1F1349-1D09-8B54-446B-8637B4B822D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C7466B-A678-A3CC-B603-1261986C843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C520A5-C644-C8AD-7D2F-235BF17F205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186F6A-59ED-A4F5-F668-ABE501F28FA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02549E-AF66-9588-CB3E-B6B85B0AEA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0D3C20-E336-0D5D-D9BB-7FCEE835ABC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ED4E6B-B5F7-BAC7-1649-4D9CEE042C9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FB745B-71FC-0415-8674-11234C9862A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6632AB-7278-3DA3-1457-B71C1467603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3B2D59-2B9F-9BCC-9143-6035D1CFBF5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1D1FAD-64FB-74C1-44AD-2EB25F2E63D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974170-7CE6-1FD4-123D-0A997B0BAD1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6AFA2F-494D-29C7-2121-10A4676A8D6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5B9650-2BDA-CD80-715B-76EB5F54B49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8C8E52-1AD0-DB49-3882-4838E946031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BA1F91-BFE3-040E-DA9F-AC0B38A156E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7E64B6-36E8-10E6-CAF8-0FD890EB330D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32843B-2D46-E7CF-E926-92A184AA5A26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35630A-CAD8-1D9F-B17F-D1BC6B3D6CF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84E9F0-3F25-98F9-50E8-F80C3990149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88E92A-FF63-782D-27CA-E82E2AAD479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1F5912-4161-83C4-DB9E-B55AF9EFDC6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82F608-46DC-80C1-3DDC-C7F37B44CA5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BC78AA-2369-94E0-636C-63EEF24B9C3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D0569C-3468-0EE3-6535-EA050B7B917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B1F44FC-E542-41D8-46AE-20853F57BDA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7DD9ED-2876-6AED-9D9E-6C2C391C364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D60F9A-52D8-4E30-7640-9FA7482CE2E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027702-6FB3-2655-6D3F-C9DB52705EF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553CC5-5AE2-2D90-DA48-45E3D95E054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B7078A-1546-5FFC-FBAE-4F96E149B3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B2EC2A-07C4-FFFC-91E6-022ADF3F7BAF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4EECD9-7609-05EF-5512-CE6FE57AB1D6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B77620-6D49-2A8A-3A02-4F9691EC910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846F28-D8F9-265D-07BE-D14CC7FBDE3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44780D-4360-DCF6-4E0B-6AB52059B8A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768A06-700B-D798-CC18-C2D4E9158B7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09CF9F-2206-FAC0-89BF-1515E0BEC6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3687B4-C97E-D2EF-51EC-AE89D15F9D8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5ED12B-99E7-A1BE-1C37-8F4B49E1A59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A60E72-5EF1-EED8-63EA-028B0C7E6D3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476918-051C-7186-9EFC-9CC2DEEB9B9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535332-4100-4977-F2DE-37B545FB1F0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1AA566-F125-0040-ECA5-C6045028C9A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FEFF0A-2BBB-0788-40F9-A69B7296E4D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5BE576-C700-A68F-34DE-7BAAB08EE7A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8088F7-7AFB-9419-FA43-760EF26132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6C63F8-CC2E-6EF8-E179-14146F4F160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3A2714-7B96-44FC-C2C0-905C3D2FB04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096B50B-2795-4B7F-B5C8-68EC6AD6E26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F2CADE-687C-F307-CAFE-8A0B4C09115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2AA24C-34E9-C49B-3D0F-07BC2BD470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4124BF-3CD3-CB24-7FF0-FFECB4E1F6D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2D23857-8AC3-11F1-2711-171B7E2CF4F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474722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EBB32-3F4F-87C3-9D2C-ACB94B6E8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726330-6154-B709-7494-3EDECC4F36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A6962C-4E6D-4632-1CAE-5500D5457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7B86C6-1BF6-F936-21E9-FC87ACE62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404C80-D3E7-E0D6-CE28-57EEAE424A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A8834E-86F5-7B6A-CE57-CC4E2D547A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41229E-C41B-4974-D9F1-DA83ECA708F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A8DAAC-3416-CE5F-62DD-27EDC8EF342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B7D413-8C1B-4A93-37B1-997FD6D14C8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B5DAAB-70CE-E9ED-EEA4-2E2829A0C84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6A8AC7-2632-46FA-87E7-530AD0B026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CE5A53-2F77-444D-1602-B573FCE3C50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B08D31-5F85-287A-E791-DF9FDCB52E9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FF16CF-DB20-5163-D8FE-6F3EDE980E2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F43740-C67F-0ED8-F2F1-49B1A961A2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02F774-78DF-91A7-F49F-B1D152F6E4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4937D3-A184-897C-3B92-D304009A596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821201-A842-7D38-CAAB-76841D9C75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3D7B52-38DA-7269-266A-2CDA39F71E8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114320-F5A1-502B-7919-ACCB2FC122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7A44E9-057E-5B5B-5E8C-DDE711587A7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1A2335-B73A-4D59-F8E7-1BB677B5D8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7E128-0D39-62AA-DC1A-8E91FB288F4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80ABD8-2261-4F42-D210-0DB3A0A77BB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B7C293-9C60-A617-4035-35BE0FEE47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8DD5D-FFF2-631D-BCB9-BD1D890C9FE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4F3A8C-940F-5455-D502-20642B977D3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726755-6D9A-E6B5-EA98-A6B75BA33EC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A49FCD-50E6-102B-F3B2-23BDAA3E43B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34CCE5-3331-AE06-26D4-B85BA62A3B3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129843-AA41-6049-0FA7-DF47A580760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CC20E7-ACC5-0E3E-24EC-D36A7371044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901480-7EF7-43F6-A438-2E048765851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E9FCC9-1337-7DE0-5D3F-240B09C468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EDDED7-7F52-4D4E-8EA3-7132DF3440B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E61AA8-ABA0-481C-2173-301283081566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5F1CCA-5D78-FFCE-B0E5-67B4ECDB369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5C1D7E-EF5E-F332-FFAE-4F0CE11481A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90A52F-A3ED-1E6F-DED2-7B12F845266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2BCBE9-391B-6C24-19A9-348A4B4997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E4711A-4B21-E577-B1E7-EF6F452A672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B2CE7F-FA6D-5F5E-D623-503E435FDD2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F8A5B7-2285-E362-7159-BFADA7BDBAE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5514FE-BF63-1F38-4ACC-5F71D3BB3B6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B809E8-161B-CB88-BA90-46F106676AE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9A44F1-7D93-E5C7-13FF-A3DBA0502E0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D3EA3F-5C61-2DFF-684D-0059477711D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2E38D9-7D76-DD3F-0510-2B8B9EAE774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B086D6-023A-24B5-4F42-2CC2372D38D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9DC8C1-BFC2-C907-02F9-3C97A960BB7F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E3DC12-196C-6AA9-6750-5D8FB9DE1B40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4F81F7F-B473-4577-257B-5003E3C7105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402276-2D56-79EA-2E8D-31D744DD927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35A2C1-4F05-8A9E-C196-2148494D2AE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C68489-ABC5-828C-ADD2-E1444E75E24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15F77D5-4BC8-ECF2-98E8-2AA820A267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4BF339-BF96-2740-5E55-1EE015ADCCD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1B8E6F3-0DC8-F3F7-0780-D46BB98D42E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AF1491-5B7E-F098-A3B0-6F00C4873CC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FB1B265-76CC-63A1-845A-B3504C32BB5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0F9FF7-692F-0808-9AA5-2BCBB3EBD16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727E738-6A56-D850-D49E-AB4FC5E84F5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A96EC7-FEE3-4FC9-4498-4DB907DBE36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64CB1F-BD9E-C858-C426-B8FC109DC1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7BA2CD-172B-8107-F9AC-0B5EFD4879D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56928E-01C7-4A37-901E-3E81B8305B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0FC3ED-7072-9296-7216-13F46CB92B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A8AA6F-84D9-D300-8C94-ED7DC2D5902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13A875-36D4-D51A-9127-121DCA86A3A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C597CE-8A42-9CEF-2900-0D455CD32E1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C17075-6D98-07F5-F3B9-0CA2EB96041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A243D5A-12E3-906D-D532-E6851972F3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931045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FA15-A77B-9676-6DC7-39A393075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61B04-1725-8514-879B-CAD4774654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DF7EC9-9262-B93D-33F9-2945CFDC2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37DCFC-827D-EFFD-C1CB-4E1EC9ACE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9ACC95-7FCA-090E-322D-42DFCB5A7B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D33C76-CE08-C223-AF56-3D9CE1A4A6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06126A-7484-AE98-423F-621300D3B1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4DDF4F-89E2-6D52-E1A3-B211689290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034288-E0C5-4206-715B-9DA35E6CEC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90C105-FE15-DC40-0655-B6725C5809B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9E5097-F215-3FD4-3856-C52E6AC27A1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32CFE7-07C9-AC11-72B9-05BC60051D7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BAD44F-5865-76C7-7283-F3D65D0BFB8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5D1B2A-1A85-1D5C-1893-088A8653C7B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79FC6F-C0F9-6BE2-0D28-55EA2A50CD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078A6E-764C-55C8-95C2-BF374950769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F5895-091A-5A1E-AEDE-BEAD2C55557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D2470A-FC29-BFF2-C956-EAAFA1BD3B3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A6C089-F808-5298-252B-8DB85C96410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307765-A23C-1252-4D94-A2F6023EFEF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57FE0D-8E55-E5BF-91B8-3E02C956737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14FF35-BABF-B509-4D35-C85DC98AD46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6E7BC5-D919-ED79-250C-43355CF3E40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B05AAC-1BA0-A725-582B-C8578203CD6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4483DC-2D83-A273-E0C1-691D3BA182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EE4946-C958-D670-5530-CF0AD0446A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DC06C3-EFB0-32A3-8255-CF8AF0A37F9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5E4C1C-118A-FF4C-18A9-6CBBAD5304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D20F39-4B77-4C4D-E995-7EDC9F8D788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1AC686-D376-4C82-342C-F29656BEF58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5A96A7-F9CB-F57C-D41B-EA46B79550F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335976-42A2-A8DD-A60A-45AABFE3EDF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BA8E19-1F2A-A4CF-7114-CCCEB91185E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B27ADF-FE98-52E7-7CC2-2A94A6954B1D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96B77D-C13B-55F8-DB0B-30BA64D5F45A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F09B9C-B868-55AD-8C6D-0472B3E4EB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D382BE-318F-48D3-ED8E-AB985F66344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95EF8D-F84F-71F4-D37B-D4883B84C86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435A09-0D61-BD4A-15D3-BB9C1B8B2F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8660F6-FEAC-2E7F-2074-ABE50C4CF71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01BEA2-463F-F16D-082F-133C7A9FE2A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08F44F-1746-22AE-2493-6DE7E42D84F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A117CE-1629-5E79-4F8B-5BA0F27F9DB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2599C0-C6AB-4743-7FBD-113B37696C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92C93-33BE-F124-BB0C-2B4E8CBDF1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77BBDD-D728-CB9C-8D90-F7BA0D56C7D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DD5FDC-29DE-EE4F-4FCF-DD902768026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F76D57-DB21-F5E7-3814-23D500EE558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741852-02CE-D190-96C2-DF39852F4EEC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E707B-98C7-CA78-666E-60894DD9C7C9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1E4E94-8A06-B9B4-DD8C-ED8B2819FCC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A329CB-8434-8515-A89B-8525C084212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227F4-21D5-0573-7A44-0B6D0EF5C66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0B4F26-D37C-60C3-6900-7EF3D6C7597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90DA89-0C6B-B8B4-331F-833117B8147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A6566CB-F81F-A2E0-E27B-52B93EB7F51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EF08E6-097E-E02E-6C96-D230531D72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EE6263-D0C9-BE95-5D5A-1C2581B1C0D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2772E8-C67D-B780-A7FD-936EDD4A38B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6F12C0F-B435-184C-1E99-B6C40551573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A11F9D-73A4-7E0D-918A-42181AAF18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658F27-59D3-17E7-B00D-F196AE45DBC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403C76-436F-F2B1-0EA6-4C4C18EA452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582354-D4F3-A379-6702-7BB20843A88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115D94-1675-FE18-D29C-E00917F9B79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599A0E-68B4-9BFD-5413-D1838A9BA6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755500-37A5-35A1-A060-7A934CC9B7A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F204FEB-6050-E5DB-D288-0B07534FEC5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0854529-D0F1-5B29-8E90-019039712B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CAD450-89A4-1689-E3C1-9D92398CD1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A89AC69-E474-7812-7718-EEC68B0D064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1BF401-FAF2-F642-7B8F-15BEEA4DA0C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44538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47AD0-50F3-2347-95C7-F832F3E3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869992-C1EE-5045-D0BB-2141759903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564301-AA3F-83D4-2D2C-38278F193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BEB9F9-197B-54A1-593B-46E086CC1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1CB6AF-DF54-2287-CEE3-9420F64F41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2506CA-711F-7634-5C42-46E6FAE2AD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A2B0D5-4EF7-A8E1-85E0-EF62F5DF12F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AC44CB-2991-3AEF-5703-F37822636D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B1E8B8-0D08-B962-131C-19AE73A315E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022DB5-E588-B517-1F6A-83422508F34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4F034A-9294-64E9-B37C-C0F18C7391C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03AC-0D59-D437-977C-A25825B2F60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95E6B8-06B3-F62D-D9CC-D48A32B5202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57A46B-9186-0D31-4D99-22F4BC59FA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9C9A0-980E-2C0D-86BD-0CCAED7CA17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BEA3F7-625D-7DE9-C661-3DF84266456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83A14F-A80B-194B-AE26-6FBFE4CDB5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5FD4C9-FEDC-DECB-D413-7952DCEF24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71FDBD-F42A-A630-55D0-45C25321F2E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F51C94-CDB6-8E9D-B3CC-EAA29B81B1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C84152-AAEF-6343-A934-2AFBCAA7247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8A5CA8-9204-4FCA-0A61-BEEDE53AFB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B2FA9D-B32D-CD46-FBB6-9BFB8E12396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8343F7-7DB6-AF83-4496-8F1D1275469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61F11E-76B0-90B7-DA64-05BBAED81A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B04F51-DEF8-9385-38B4-8CCE63EF6AC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8138C1-B34A-D64C-A455-A76EDEB7A3E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F38C97-F372-D50A-70BF-5286A331716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C19E38-9837-CF6E-C6A0-1B609A4235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BEADB6-FC57-A85A-7674-DB1BBBF6CF9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47ABD9-B1D2-EEF8-EC23-8177AB23F35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D21335-6B50-FB6D-0519-91EA6027A2F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9EB31D-FE92-A80C-2E8A-3C72016EB75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A27A20-39ED-4B3E-999B-74D08E3FBDE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92AA97-D854-6BA5-227D-4BCC572B6849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93E4AA-FEFD-11FF-0FB6-C2E1AA08F26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58F723-0652-9085-9DFF-475F10AB3DA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43D862-32AE-4FEF-37AD-B656B9FAD20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3F8245-61CE-03A6-D89A-23F1CDD6644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F38EE7-0562-B57E-C1BE-3255331D24D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C2F003-7D4B-A3B4-F4D4-C18CD51B71A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E06AD5-6B23-E3EA-FC40-DAEB4DD1D9F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5ACC1B0-509D-03FA-A97F-95F9D5F915B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C15312-435E-AE63-4A1C-581D0B61BC7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EC93E3-245A-E490-35EB-646F07434F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ADB641-06E6-0734-221B-4ED5656A657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0DFCCB-E3B4-9889-9D63-A60F91633B6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B75729-451A-B0DF-3F19-157AE746A4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06AAE4-564F-4A58-35BC-D61C146373F9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0E8971-E928-250C-BE73-828ED737B114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049E08-0C9F-B4C6-240F-2510C436DDB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142FD0-46A7-4F49-D61A-F0F91FB061E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4C3EF6-EC66-7BB3-D78B-C3C3DE7907A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FDC04A-FF1D-61D1-A416-905F0F5C496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5714B8-D985-E9DF-F003-42983D37C3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FA7E79-2606-EB9C-DBB9-D81F3B3B64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0654E9-57C0-ADF4-4581-56E40E95CF5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0ECD61-4181-108A-8B21-CA63FF75551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BC40232-5821-740D-AF87-8B890325A00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1DF792-FB57-8DD8-5DD2-12E2C12F25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E2F58C-2E8B-B17E-D669-9FD59949CEC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A3EAC5-DF20-04DB-7E47-C7F9B36A744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1D6AE4-07F8-DD71-EFAB-E4A0F98697B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68DEA9D-6908-E255-9F94-E0D88B5EB0D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6151305-86E7-F1D4-A527-CFBF2907631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585FEF-0F12-35A3-7967-E8FA07B308A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186A855-3E7D-1F22-944E-A97AD7977DD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DAB396B-11FF-6582-303D-219C9A3580C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1821D1D-6A85-B781-7505-50A74C34845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181CE7-C959-4F1F-70BB-7B89F38028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D3D6C54-781B-5EA9-33FB-95EF2C4047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D07A8C-FB86-6679-FBED-A0C153CDF17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279991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77AEA-00FB-01B0-A36F-BA382C63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4EE1B8-BDF3-E4EE-ABAC-5CBCCF079B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center block, 9 must be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88A4B3-A73D-3550-66F8-79C3E8152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9E4E6B-423D-6C60-C789-EA0599B2C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754B57-9514-5DC1-ACF7-535F1BA7FB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16FE52-91BF-B279-81D0-E3794761EB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8EABD6-3EDE-D2A9-9570-8A4E85E299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0D604-CAC3-AFA9-598A-C22C5A3DD8E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EF0BA3-6DE7-C078-A698-19D5B546B8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8E8DA9-09D4-97DA-6B8F-55BCB890096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3C7190-52FA-F699-68ED-2F8AE464D23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C461F0-A326-9BD8-C09A-BC2CC262955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19B2DC-5783-9C04-2FAE-1F679D499BE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4D2515-947A-B791-0C8D-507C52AE2A9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773B6A-9929-8A46-F10B-1D2CF8C0AAE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61322D-3944-9E19-4E7B-664519B3CB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DA3956-6E0D-6DD4-30CE-FF8B136724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0D1399-ADC9-9790-19D7-9856910482A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D3EDA6-A495-6126-F325-3D87BBAF997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34C104-26F2-A6E8-7342-C98D57DCEBA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2FDD16-9CA9-41D8-2007-4B76C3FDCAA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D4169F-D313-07C9-44AA-F999526D515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660CF9-4551-867A-A905-DA33B5ADA6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B59EEC-95D2-65B7-CC8C-EE8661A2543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2AFA51-1625-FC17-9DA5-11456F07FF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92264E-CA5B-DC27-5097-F4EE1819B4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62604F-7262-0637-09F5-17B59E02C4E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7CA82C-B50F-83E1-6256-5B16C9AF7F2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C32025-119B-1417-0E6F-453F62A63FC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759DFD-6A09-FB37-E923-F17B84A68F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EA115D-5429-D4FC-0840-63660BA009C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679BC38-5042-6871-EF57-BF8783D36D1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65C911-A7FD-07C6-6FE4-460D2514489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F5CC45-0911-E6BA-22F1-5C7C77348D08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8B8F59-EE62-F577-7787-DD346A310DBB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EFA2B7-F858-8C4C-EC62-8B318AC798A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9E236CB-CD42-B422-9418-CC20D00E465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86FFE2E-9BFE-E13D-3A69-726897F4BB8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D9313D-6178-E339-7BBB-39CB75163CB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919DD5-5014-A973-6172-94B59999ED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2020D6-7737-A8FA-2BC7-4C16E09DF55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900C841-2EFC-A38B-FAAD-44C37F6620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D16A6D-B485-C237-7D61-76EFCE52F8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952E6C-F2D6-8684-4212-25EAC18F000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CC2A7D-EA55-3DA8-5D47-6AE43D54F5A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C9A3AD-FEBA-C1D8-6150-48C481368EA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906D8D-8CAC-0873-038A-5E2DD2AD267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61EFFA-2246-1EB2-782E-AC49DBAD499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2489E0-8F92-F90E-C643-53668739B96D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6D2E3A-4497-F91F-59E3-CAB923A4688E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1915BA0-F013-FE4A-A3AE-29DFD3E84F6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815405-A3F8-73D2-6D4A-30BAAD9AF74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708B8-D73B-2739-87F4-224CD085CF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E8B39A-3B70-6188-2C2E-08F88902881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F7A61D-BB76-57C4-D489-CF8B9CEE9A7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519F89-5884-22B6-EFAF-B869872B26E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B67DDE-F10F-62CA-5BCB-22B03C71E0E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BE76D4-5236-1808-6D25-7BCFB8EA5AB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FA61FE-11E1-270D-A7D3-1F2673254CA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9F34C6C-ACD9-F3A5-E40F-EF8CA3CD604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E6A0B7-AB99-80F1-407F-3FD3257B77F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73CA40-6FD2-FFBB-D35E-6C5A9F72FC4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5E5009C-976C-75AD-82E4-1496F6FB673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5AF9FE1-A260-5C73-EB75-073FF07A28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767FB81-C3D3-F852-D7B4-4C8BD41C853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F1548A-8385-E2D5-E8F0-7074D53267A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3329AB1-238C-0314-5621-687E0A1FFA8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16037E-2781-35A4-D42A-8D11A7A0076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2479F6-6E98-0528-8D37-304A0885C28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FCCFD87-5ED8-27D5-A20B-46CFCCEB128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C45B38-4765-A69B-79ED-025D7F70EC6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BE92E7-07FF-215E-A359-1D638281511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635876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CCBA6-4439-2961-4020-08A9E47D8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43DC44-F328-2B0F-B01B-8E62215E85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64F6BB-46F3-BBCD-20D6-147577476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E9087F-E83D-41B4-E65B-A52A6A79F6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CDE584-A56F-F080-6CA1-A93691AA2F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A00259-59D9-8EE7-00F9-F3A124A012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521358-1435-BD15-F5F6-6DBC6BB658A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C836-BF1E-0DC8-AFE2-AFE1362E7EA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2485A7-D48A-2C6A-4C65-7F06738056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320499-9B82-9562-5236-849FE27FA17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23F583-C550-0A82-AB3B-FA5838E0EB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168BA2-4AA3-C8F1-74D0-A38644FCAEA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5D4726-A230-FB17-B570-CB3BB4FF39D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667C06-8EEF-2CAA-6C03-38921741710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94B507-B744-BE4A-E4F8-9BC6F10624B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3E22CB-160B-F16B-2DBE-4F51503247A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0845DF-827E-FBF0-6676-4CE4D404E53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B090A0-5E8F-5860-486C-BCBAF6542AF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B6BE9-F9B6-8070-1BDD-866530F7008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1B7387-DB06-4A25-6DCC-926458EC292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F6760D-2D8F-3401-8006-7F2457DDFF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6FAEBA-4047-E2AB-003C-C0D0B22518C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8E3C0C-6C4A-C860-33B0-914BC86271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842D43-13B8-38CC-FC25-E4D0AFC60F1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A95F72-0052-A194-6022-1C2AB5F7378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64CAEE-F244-71C8-4D90-EE126846B4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C3334A-3084-033E-BE87-8A562B4FCBA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E7B1263-B7AA-1E9A-6200-F42254BD842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3DEF92-A398-029E-F109-37E7B0F9062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2DF897-4D08-D9FB-82E7-B6DDC88930F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3EA5CA-480C-C407-768D-325573282A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F43BB5-71DC-209C-ECAA-5D776B40929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C5B2E6-4D70-B3ED-C63F-A615E696BC44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30308E-6789-8145-3FA3-036AA7C5E61E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C6A4EB-DF25-5764-96AC-31D6A2300FD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DAB724-EF3C-4D64-1D1D-9609A2F3500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4D4C1C-CBAB-DE52-5F4D-6BBE13726BD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51A848-56BC-FF67-9FD7-0F8991D000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2F75ED-45F1-4DF1-8C64-E77160DC88F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30727D-1F29-0B81-2451-A47532EAF50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1FA1FD-2FBB-B856-776F-FD6FEF48B29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DBEA01-D815-0D84-FCC4-6C6782679F3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EB560-3929-B1E8-AD0C-3BBC0346E31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6C6D74-40C8-218E-C116-400B57829F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605C85-26F7-D261-DA8B-8FD5C54ACFE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1F4F48-C90B-075D-AA24-45CFE7F8F5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4521DC-1C1D-4862-B97F-BBA5616013E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D4CF83-0CAE-7BC4-F86A-60367A70E13B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C92645-C5A2-8FBE-5B05-5C70137F4EAF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1B089F-47F8-B73F-9453-B843CD24ABB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F79DF0-AF7D-536D-469E-BB826B57B4D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A7799B2-6124-B2F8-F4B1-623C4CF8688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D23CF7-5E8E-5C36-0360-CC2D7671AA0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4B1AEF-494F-69FA-ACBB-4DC81F91786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2987F7-9393-3F0E-2355-198AC0815E2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894545-BA82-4711-4367-2C63DF8CD3F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D0247F-D508-5415-0AB4-618AB47792C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2F1DC3-E66A-C7AC-862C-7ADFD626F62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BBEE8F-EF7B-9D54-BD10-7C864CAD30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F61A99-4241-4864-204F-C9A33D4AC6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A0884A-390B-37D5-9B92-AF8FAD267D9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544AB9-1FA2-92E6-708A-E4647A82455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41147D-CF0F-413B-D0E0-045C5A6FE0B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5576A8-297F-3049-DC0A-ECCF2244A5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8E4974F-994A-5EA8-6BF5-07E4992F774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7D3626-D7F6-EAE3-E38B-2A4C4051A3A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EC8AAF0-C5D4-1EF1-5ED1-ED6ECDB31EE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E49387-6D47-0F6D-FB15-50E97B8D3AC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FB14B40-3C8B-D090-DEE6-A0551E9D9D2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109E355-5A5D-10DD-834E-F97159BA1AC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0B06C6-75EF-4045-4020-66BF7D188E9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A5EF1B-68FD-5D23-2E04-FF0A9A91491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818895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93F67-162E-5C40-278A-4ADC57BF1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FFEF2B-612D-A976-C2E2-63E010BAFA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5678/35678/35678/35678/5678 quintet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1885D5A-E087-5F99-E6B2-45D3D81EA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087EC5-2490-63A9-FE03-D8E19C23C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FE3DA8-380B-831B-2181-3E8B20352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A92C9E-CDB8-DA3C-1679-678BB9EA90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7072A3-15D9-FDE9-5D8C-C7C5BCA68D7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A6F4EF-9AA3-BBBC-B50F-6056B87CB2B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473B8-5E28-659F-13E1-084374A5900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4391F1-65CF-CC58-F180-1599381C2CF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45E158-A3AD-7D8A-619E-EF9FD551D94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D2924-7448-F24C-AE62-73267932432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47C3B1-5B31-F549-BAAC-53981183DDD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FFCD9-CC58-BBC9-CBAB-E028C6BF1EA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194C8A-0422-3940-FEDC-1AA89E0200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BFE7BF-7746-0BD7-16BA-7AB8B66B107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1E9889-9E24-2440-C4E8-0ACCC183F80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CB3DC2-7C27-982B-1D1A-BFBBDA72ABC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41A1A5-1840-4ED5-AD30-03DC7FAA0A3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9E1BE2-9E8D-BC18-2DAB-45DA0E873B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8FB359-DDAE-E71C-2ABE-390B3C601D4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9D213C-1FCA-37BF-0E91-9566BA480DB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74CA33-914F-1BB6-07E5-CD7CBB7E578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A5964C-0C72-D1D0-90F7-0A878FC505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85C64B-214B-CF7A-3ED0-54B4C780553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296253-2B60-FA8E-5324-070CA7FBAB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DC1637-4F3C-5468-7FE0-D8863359A50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B42A3C-6CDB-B4EC-0D38-AA3CE087DE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64DCE1-08B4-81C9-44CA-5F3E146C172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19F177-00A0-3628-1B18-0B338C87917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B81EE9-82F1-58F8-643A-92E73873D96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A7C49A-211E-AA72-07A6-1A46910754B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3AE91B-E8EF-0C75-0EFB-0AC9C5C55D52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658955-BB3C-372C-3942-0F6D30E868BF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59C907-500D-19BE-CBFF-E929EEE3398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C2BF96-B36D-BA84-751B-817F99EE647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0214F4-92D8-DEA9-A89D-F461942EC09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31945D-5277-59B4-6C2D-451FA9A36BA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03BCAE3-36AA-3F4B-F0A2-8B45915FEAB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3479745-7397-ED51-2224-344BACBB77A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9B31CC-5288-0F08-F268-09656A4676D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6FCD3E1-DF6A-E737-4E02-5BC1E1E1FC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A7061B-7079-D744-A442-A901AA2439A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E3A044-EF1B-E928-B725-5ABED57FAEC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B44C7D-BC4D-F372-17E2-05E5235C44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9A2589-C52E-032A-0424-C16BF224FA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9DCFB8-2631-3AC3-1938-AA4B259448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2B0C90-5DAF-8A46-3925-7B0647F3C0A7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485B6D-43C0-3F03-8553-D7B41DC71B2F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C4014B-B25D-B09C-7EFE-CFB4E53D37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4B9198-1B02-2990-118C-53E4F3F7FD5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CBBCACC-7596-183E-91B3-D64447E94CC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8D3A8B-E5C5-FB2E-DD77-9D542A901CF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662132-F512-CB2E-7A69-2DFDCF36A47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1EF36B-CA66-88CB-7355-D018F650295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EFE756-803C-CD4B-8D64-409A24BFA6B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3ADA1B-9F8C-9F1B-61B7-0EB186B055C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0ED4798-8B7F-254C-A919-06BD9ADA840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C37A273-8A3D-0313-0739-D6F74FD6780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767E34-EC7C-945A-B65C-3D18B2748A1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829C1C-B5B7-8409-9552-571E2910202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E1E75F-1D57-AFB6-BF96-158FC1E4950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3073C1-C2B6-61B7-A6D5-8AC98BF072D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96094A-445A-B4D6-04E0-14660FE1D11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A8B808-EC91-659F-B6F8-EE6F45BC5C6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DFE202A-9465-D215-B1E0-FD6E55B544F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7C678E-F200-4262-5D53-3793592736D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7D50962-0F71-4467-D5A2-615B6A628E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404760-109B-F893-2A96-CF00EA6A365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9F400DA-8649-5D41-971C-C438E87573A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AE944-3EB5-DAE4-3618-1F41F2962D5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E8FFF-33C2-3BCA-5C00-5A4D35DA974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DB28A1D-7699-5567-9C3A-8CC2320519A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C5DA5C7-6A5F-38C6-C7D0-A58C62B0B30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184485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CE579-14CD-F101-FAC0-3C3154B0B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A1E634-EC98-D971-9FA1-10AC672828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left center block, 3 is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0F723B-6D2E-1C36-9383-725C603BC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27EFAC-C509-CAEB-471B-0C8DB0DD1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8F5644-8E54-6352-3857-AC5C51A6CD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C4D22A-5458-34A5-48A0-FD2D7D35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E70803-F3ED-B6DA-A89D-C4D941E7C34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7831BD-A45A-86D6-EADC-6FE8CBC23C6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05A043-0A65-BCA6-5BDE-BECEB62BE5C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D7B7DD-8A8B-43CF-3A57-4EAA116B7C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14A7D4-D507-59DB-B139-FA5C7288E09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14ADEC-858D-0CB6-5454-E0F10666021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3736E-FC37-0D5C-1949-52F3AF88FAF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D58067-1150-D27D-18E7-B6B45E4F1F4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BCFB7C-6F56-DDF8-8E28-169622C2D4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732EBD-4C16-42C7-46F2-241AD209A3A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3CE727-4FAC-C8F4-2CC5-69AB4F9BA1B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1F9E97-D64A-C2C1-8D23-648C969DEF4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6009C7-EF60-B156-55BA-80F700A11A0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75A1BD-0028-3FD1-A8BE-ED002576CF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E612BA-B8E5-3A18-9365-F67C929B9B6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774CD8-39F1-517F-9478-2AAC50BCBBA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7DAC9F-7929-D130-78E9-2CC8B9CBDC2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475E19-4F4E-E309-AD8B-4CD7CC5E4DC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7E554C-1929-A1F7-6991-11A8BF048DC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DE716B-9C90-572A-31CA-CDB3F0C20B2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49EA29-DB3C-72A3-C90C-241FF074DC5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45D384-04BC-CFBC-A610-F096804AF67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1C2501-5425-9158-C63A-A823D22610B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A6F8D5-39EF-3C8C-CD08-41D3D9457B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34FE06-8B68-CCFB-1906-B96E019D2DA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F951A9-1A96-7E5B-E8E0-CACAD0BADB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4B4553-D5BE-D04B-7F0B-B12CDD671814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439E72-0FAD-A5A3-698E-CFF539F8F7FB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B676F3C-20D1-0F6A-E9D9-A25E88A1A91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5218B1-20D9-2729-7080-2630EF96565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DB14CB-B4B2-1C22-6A61-898E4A3D3BA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01FC6B-ABBA-5D29-FBFA-8B376B7D68B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C36029-0CAB-4FFB-C5A0-4C9B06BA0B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CB2621-D283-ECCA-C80A-A92F74F6527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DBC008-7D95-2DD0-63E7-DFB22C75F91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7117CC-6058-4700-E0DB-88A83D712AA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01709E-AA21-AD52-CEA0-011733E1F99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00049D-2CAB-F9A4-7BE2-525372DB058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C6AC2A-3C0E-D925-4974-D01C20613C4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2885DB-9143-78CA-4578-ABDAA81598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1AC139-5386-1A23-F6F9-256862C1F9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613D1E-A04E-AE9A-2A38-795690C96497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CD64DE-B3F2-BB11-01B2-92EAD8B47DEF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B7C3EB-8BC6-DDD3-879C-83084AE8E33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322853-F230-5A56-39AB-EC3BF9B3BBE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ADE76F6-2B0B-A235-64AF-29444EE57F1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5E4536-EF9E-5EC5-AD36-E79797C6C8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B2B4E62-7A2F-D015-BF6E-A717226C7CF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7B192E-14AB-9342-563E-486507A358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AEFD91-CF54-42F1-4CBD-0EBA415B509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40E6EA-7F99-D5B8-6C89-F9767EF6A9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D82518-377B-49DE-C536-48A25673D49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8CF974-80F1-517E-11B6-6048FA4894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C80BE-3EE6-81C1-A807-8721F64B0AA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892F502-E53A-7036-CEF1-7AACC74120B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620FCF-D110-7FB4-7AD1-07FF1239829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A5E466-ABEE-6219-A237-93A81708685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EE4F45E-266F-F362-EF42-CD0844F35BB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B582FF-2DF5-4742-43E2-46ADBF1B9F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A16D01-047C-6A78-579A-F6FFFAA0ABD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71204B-4186-3B56-90C5-FD3001B1529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9E8D23E-2195-E638-80AB-78480137A11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2E58D8-1446-031A-124F-8327A3BDC6C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899C23-DAEA-56D8-C607-91648226090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0158BB-EBAD-9188-526F-3D183A942C8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91E21-3E87-5AB5-37D5-99731801532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6B95A8-AC40-3EE4-1878-6679C334493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41FE8A8-8EA5-88E4-839D-22762DFCCB4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514715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D58A9-F5A8-94A4-97FF-3F58E6313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AD87B1-A876-FBDC-65E9-2F274FE68F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[20 in 3] must contain 9 and two that sum to 11. 569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30CA2F-001B-F7EE-F611-91FF55709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374B31-94C6-C7C8-0C39-00F1327BCE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4BFC0E-73BB-8ACA-B7F6-A21775EBD2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FA4F187-CE9F-9411-9815-F74D8D78DA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886BD3-86BB-553C-957D-9EAC75D6CF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7FC83-504C-6B79-1B7E-860B21B3255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32DBA6-115C-AC32-B41B-DBDA37F74D9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C17C4C-4243-F589-403B-2ACC5A30E30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2AB4-6987-B6BF-D6D0-9AFDA933EB7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2BF285-2BA7-F058-94DD-B99835A4262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8FD61E-7B65-1F5D-659A-BB04CA3A480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7F4AA9-31D0-3DD0-FEB8-3DCB1FCCE07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387BDF-3FCD-1E94-EC6F-A189ED9B0AA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F130B1-EF03-634B-28AC-4523487D42A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7CBDB7-90D7-EB86-4E64-DABA8DA7DD4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66B1B1-23EA-5039-7AC8-E0FD6CAAA5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934E7-E00E-91B0-1E27-67250A46121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2934E2-54EC-E203-9C46-4EB53F1831D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CE8CF7-8EF4-7EEF-806B-09A17F9983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316532-1E4C-28BA-C882-A2046DFBDD9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15C68B-7BFD-F214-8A34-A26F13AB4E2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B44514-93CA-5BAD-AC2D-40F95B1246C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930E30-F192-758A-A1EC-99F6C65B98A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BED43B-208B-E5CB-873A-AA1999F039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62C458-884B-E1EC-B59D-30F528D66AA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C9BD7D-1D2A-90E4-DA5C-D0B33FC923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E92B8F-9577-F891-D3A6-042B91152B3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CDCABE-7FEB-5DC8-25DA-901012C1D4C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846125-FA30-7088-61A5-A56A5BA4A7B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D9B07E-5DFE-880F-BDAB-BA931569D56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6CEE08-0807-FA5D-C97F-CDA1927607EF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DD9889-BD72-D835-C58B-6028BB6D7763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CEDC43-4E97-6861-42E5-D2F4155830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4F9A5B-0DA3-BC1D-2608-E9B7098BBFD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30697C-CAE7-C885-B5B0-50AFAA04479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0B5ACD-259B-4079-275C-0BEF7AD478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B785ED-72F8-0E4C-D8E3-22B4074C29C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51F5191-82BB-3090-519F-3FE7FBAC60B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C926E7-B85A-61F6-B316-68221B779B0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DD9D85-CB8B-A92A-2E07-2EEDFEE5486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21C4DE-A628-0B65-A61A-D43162124B7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A55E1-6B96-433D-346B-4940676105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4805AD-203D-12AE-C8E4-E3BD1C44BE6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824E8F-1606-1AB4-B4D3-631DCB1ED65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20331-1BC6-D2AD-F2D3-F2128D612FF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C4F30E8-B6C3-B739-E422-3D6E6EE2F075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EA2208-5DEA-F8B1-D812-26F56E2384CD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3754DE-DB2E-A3D8-2854-5A35FA809C1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1A74F8-C17C-7DB0-E639-EF7EBE89A40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A74EC4-558C-3198-EB6D-75847B808EC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777F5B-05B6-C7F1-37B4-8DC5B07F443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1DB391-5BD0-A331-F078-8CA81B97C68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32E29A-72EA-456B-233B-E7766D6881D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007DB0-FCBE-E728-8E1A-CEFF08F3F39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73ACE8-08AD-E792-E42C-8D1EE177C8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4C3A72-2B60-E556-74CA-B2EEB24D7D9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670AE96-8C91-750B-25FB-4EE07EA2E63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970AAE-4260-9F94-B9E5-DF5B4CBBC8C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E9C6EE-5EF3-A902-3F69-D5AB866AF4F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52B66EE-2D13-D2ED-9630-16C8CCEBAC0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52F5AD-E4C0-ADC5-7EF8-D71FD1CA3BB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BB174C-51B1-CEFA-E0BA-B42C162F1D4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08A7B0E-7653-D455-4CC0-A24BDFCF81B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3314DC-66B3-C17C-BD8C-3E74F605791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356AB1-BB5C-944C-C828-41C2C16E627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45C10B-5FA6-2348-920B-EDD36D7AC3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4DF0C7-CE05-832D-D652-60DAF994EBE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172F44-7BDE-4E6E-DBCE-C9DF90D9258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C732FD-D0BB-6E0C-6AC2-6950046746C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6581DE-288E-36BA-8FBD-9E58E408572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13BBFE-A623-EE4F-7A55-79848E1A0B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05B3033-52DE-056E-50C2-A4CB3DD930E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615478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7272C-FA03-856D-881B-E9DD11EB2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42C04-E3C2-A116-893D-2072137ACA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EA69EB-A33E-1E50-217D-3E50E3074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9F631B-39DE-8449-D339-06BF54032C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5BF8FD-21E7-3311-7215-FCC25306DD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794D0A-4BBD-4930-D573-BC2F2941F8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FEAF3A-DF27-0BD9-4352-C5C1CF59AE7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7F0C2-7B62-3BB0-9B52-B03E3C1956F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E60E03-DAF2-A199-3EE0-F2F30D9B04C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37327-6ACA-CBBE-E857-5A458BCC7C3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193B68-80FC-FA29-1F5B-205264E91B7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B1B942-6BF0-39DF-CB14-3B9773C5444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3E31E-38A3-6522-2198-F8FBFF11B54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D4EDB1-CDA7-F900-C1AF-A82DEA3529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A78CA4-B70D-14D2-0442-5200010FBE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9AC6D0-8595-2BE2-5310-17E294B347E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108A20-26F2-694B-CEC2-BF610A06B7B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ECDBD2-8786-C118-9544-3D62701050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C40295-8FD0-9057-740E-17103359EB1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448C03-EC4C-7DC6-5E6F-C72D01CCE60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CA74C2-2EBA-FA92-B070-13A06442241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30A5BE-7575-B4F5-09A6-A3BB8E3D3E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46B0D1-7732-1A6B-2C94-751FF9AA106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17F1FF-F48D-CF98-6EB3-9958F3386BF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E5C376-5767-7D10-90F2-55D087B8852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B32C92-519E-DFD5-EDEB-C23E3A6FECE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8566B6-9714-5780-1B2C-2F515DAB48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19A951-ACD7-6BA4-A5F1-FBC5259C4D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859CA24-C1F5-80B2-B425-538EA3248D7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530A2E-3CF9-5F07-3422-F0E798E9FC1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9FA126-BE03-371E-3DC7-E7FB992C6F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DEF68A-3012-DD2A-340E-80F497B9ACC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89886B-CFA4-DAE0-F68D-9E202AE33B6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0932D7-B995-5006-D6F1-888E317E7750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D89CDB-32DF-A51B-0216-5BE4FAF2963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7D3927-30C1-4354-DE84-6AEB68B33E0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48E579E-2434-F1B5-2209-7EAEEFD2E8C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FE58BC-0397-0C57-2851-C30F011A3EB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2A7844-B787-5B68-5BE5-6AB52577ACC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3BE474-6B93-8A2A-1912-EA5209E013D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E30D29-2CDE-25D1-D6E9-70B84FA80E5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F66DD1-1FA7-C508-B653-3410E1D860C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24E0C8-4D9A-A994-9464-53E97F620A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E12DC7-E925-18E1-F10A-A23CFE96C77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A6C143-4560-8C87-E06B-F4191703F80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EB8521-9BC5-897D-7993-E0989CBBFC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0D3638-DDA2-72EC-3B0B-CA26686EB6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1ECFF0-FC07-E127-2D9C-CCF33AB8F6F4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04AD89-0997-60E7-D69C-1A9A55E492E2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8D80C0-D4B3-9C89-E9E4-BBA0CA0CB37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CD4696-C24F-8D94-8AE8-753B3D304F9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123B112-72A7-B8B0-3130-7579F60D6CD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C6720D-55B1-D987-3F51-178BBA56ADF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ED744D-1840-0915-4CB8-E17367D451C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03E6E2-507E-FD0C-35E1-94A9B7C062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74478E-F010-BE67-9819-3E3FC2060D7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0CCBC5B-6977-9B81-BC18-5D4E76B07BB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567759-FCF8-3B72-6E5C-347643AE4E6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14DFC88-96B0-6EE1-8DE8-62DE91FCB06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D3CE78-D879-6DF8-DA94-DB167420DB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BC529E-FA4D-7B9B-EB4E-187BB6270CB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77D36D-4F8E-9853-0655-CCC55C4B5AA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9FA867-35F1-C12F-3065-A1481E5BE28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FE9846-F8AA-1D68-D6EA-8FADDB8B49D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3D8AA90-5E7C-338A-4F0E-393DDC1CA9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111A275-7329-0679-4F6A-F73B146040D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A428D2C-CB25-ECA2-028C-AFB781E3DF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2FA1EF-3853-8DFE-3CE2-D500EB359A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1CFF40-C786-44D8-2381-69E16BC508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EA1108-6D0B-C129-F0D9-5491D6FA849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A67535-2D7F-A10E-EB4D-4909A060AFE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81364D-DA6E-4899-79B0-0DE1CDC2253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02DD02A-24BD-62A5-CC8A-4CC66FB4B10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627210E-D833-A8EA-B6C7-1BAFF3AB735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042507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B667C-33FF-3168-3099-F68CEE74F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C8CFB2-A7EF-AAA0-0542-7486E003C0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72E79B-93CC-A29A-DE66-37B8E04E8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0A70B8-D905-CC6E-E527-2A3C2F4A4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500422-9119-1DE9-15B0-29E5B8F986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918137-F90C-15BF-21A9-3025A998FA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A4CC0-BF0F-1B74-B0AC-996DC7E9D9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198451-32C0-643D-EBA7-563E112FAE8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0F6650-7C36-6478-C75A-BDB9A485C58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FC7C8-F4E5-52F6-AABE-961666887F6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43AC58-D91B-1196-7CE9-EABDF3BA717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D70159-4688-639D-A932-2C63F5EABD4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6C1475-4F6C-6DE5-299D-843DADC8A2A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7BD87E-D61B-7487-0D48-C343EA9C3E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387A22-022B-11E5-E904-AC05803348E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903707-7378-09EC-EBAB-964A8834F4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AE104-904F-2A19-BD8D-B97618CA19C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2089ED-284C-C14E-B54D-C76EC7E5578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90E3FB-0839-DB08-D884-0303911B13F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24A506-9580-4D4F-A108-06B0FFA4973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2D773D-3C48-F4C5-1B4B-75BCDA183BA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BD5B34-39E0-6844-6F27-F2FD72DB019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F3AA2-D2D6-D849-EBED-12BC799F732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8BE736-799B-BC19-9539-599117D1E6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56127D-1226-919F-40BC-69810CE626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F45266-AB07-0CDD-3305-9371BBE2D2C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6A007-61DC-0D90-4C45-4C84BEB6889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AAB1E5-C539-6DAB-CB61-C4DCD81992E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A28EA2-235E-E7D9-5B3B-327E383B6D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21702B-7D87-832C-B775-2268DA39F0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7F0C40-6717-2321-03CA-A54A0F3511F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C3DEEA-1F39-07E1-6D2E-738542D7E1E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2828B7-08C3-8532-7C80-50BA1DBC59B3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225414-21E1-D6FD-09F1-AE18694B777C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223AE3-FBBF-A5F4-19C2-B32837B9AE3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8C0762-BAA0-61BD-CE7B-6BD46F252C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AFEE1F-2FBB-4B3A-8461-E42DDDDBD17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C7F0D4-6D6B-E2C1-6C2E-694AF9543A4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777BB6-9C9B-8BD9-D1C9-E7B216D9AC1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650670-1439-C3A9-0A5C-E26491C6F9B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3374F8-C181-D50D-3D25-02172DE4D6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7D0DAD-84B3-C805-4025-59550721C67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3CAC9-3D08-8AA9-2B79-163CBF644E8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D639F1-3A7A-35E0-FD6E-17888B07CA9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8F7EC6-2486-A40E-124E-A85B5BE0C21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EEE097-0786-48A3-3FAC-3A7624ADACB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BBBFE4-B919-AB1B-ADEA-6F9D9D9880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F127D2-647A-C320-F18F-80B7AED57EB5}"/>
              </a:ext>
            </a:extLst>
          </p:cNvPr>
          <p:cNvSpPr txBox="1"/>
          <p:nvPr/>
        </p:nvSpPr>
        <p:spPr>
          <a:xfrm>
            <a:off x="4645378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A82898-62B8-632C-4F5B-826500B03EBC}"/>
              </a:ext>
            </a:extLst>
          </p:cNvPr>
          <p:cNvSpPr txBox="1"/>
          <p:nvPr/>
        </p:nvSpPr>
        <p:spPr>
          <a:xfrm>
            <a:off x="5147734" y="340665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B54B3D-81FD-AFC0-EDC0-3965C1EE841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2FA013-7BD7-565A-85D2-206E9ADC2FC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DADDCE-0E3D-1E33-72B4-13A328D9313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95DC43-BD83-DD30-7898-66099EB4373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28698E-99A0-0CD7-BCAF-86E9E7556B3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BCB9FDA-7E6F-CD74-95E9-92AA9029AF1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258444-CD00-26F6-4BD9-158F7D54526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9172D5-B4C7-04C6-66B4-80D74119DFD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098F8E-97A2-ADF1-66BF-3F488D303F2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D719DCB-6B64-2A6A-030E-D660AD597F1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9DA944-7524-0C06-914B-5EEF6E18544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714746-9896-20BD-0152-4AE9F0D9661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917574-678B-4E9B-E552-78F3AB2739C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7992BD-4364-2750-DC77-B1625000D27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406A3A9-412C-CCC3-5D6D-5C376F24EE0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ED5089-33E0-4F1B-F26F-D94370F06D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0FEAF25-64D3-C370-526C-E3A782CB150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B9FE1A3-6516-4FC6-5569-4FC1E3A4D51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7720FD-45A8-3990-8880-D606BFD6C3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03D0EA-D60B-53C3-C9CE-65FCB052939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02B397-44F0-897D-349C-D53DEF0D45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FF5F51-8A70-560D-A668-CD8B8E8EC58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B4DCC1-DCE5-7E5A-489D-443EB03EA6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2A7BE7-74CF-113B-A520-5A09116C1E9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E57F62-C910-C137-73B2-529A97CE2B9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8977890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C5A9-68ED-8389-20A9-93F81ABD0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B4C0CD-942A-3B82-C4E9-B92BFAD976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[20 in 3] must be 9 and two that sum to 11. They cannot be 56 because that would leave no options for the 65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249E67-4F88-6D3B-52BA-D335F6D723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6AE85B-2094-827D-24B5-0AC0DE1EF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089F73-0CC8-2B3B-30AA-4042EB2BF3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C4CC36-7AF3-DBF6-15B6-249D58B80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CD15CA-0433-F7A1-BD5F-48E88D31E74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A427F0-E97D-F698-4A3C-CE8A2E854D2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2BB0F-D8DE-39C3-CB80-D491C928332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673B9-D9FE-66D5-B6BF-62D78DAB5BC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620BB7-6ED5-6A72-94A4-8DEAF3500B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A949E1-0802-CB42-8CBD-43A4ED66729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621BAB-5B2F-A782-CF60-8A919DBE592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285E3-FF52-B4CF-7DBB-7E97BC4B335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163601-08D6-6B45-1DF3-B8A17E44FFD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2715AF-1A2E-2A20-B2DB-7C1D1E13575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B79898-983C-CAF1-3FCF-DB98A9378DC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FBADDB-10B1-66B8-0354-9D612C5AFCD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8C41A6-1D7E-7829-F0E0-62090C335E3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869A92-B0F5-A1EB-22B1-A81C0852E2A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6CD64C-0D27-93C5-F84F-FD2A4B5EB01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EEAC65-DF75-2309-DF6C-0DF345E664D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816D2B-B2BE-8C10-BEBF-CA4A7591FCE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8B4E36-801C-AA53-6FBA-145835F3656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7CA5D7-84AC-D155-C2F9-C23FC38AD01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FC7C72-AD71-B87B-365C-D5FC7B06B82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B092A3-506D-CA69-11B8-BB33D70EA1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4F3706-A0D8-4182-A3EB-429D15054FB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9EC9FE-DA02-9AEC-43CD-7818719D34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DEFB2A-74C2-E86E-0DFC-71FDFE466BE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B34CA8-2E40-06D1-6C08-A5FBA0860B9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EADA21-2297-2C4B-280F-59FE14644B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C8F457-1F21-117A-7C67-43E47DE80F2E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275492-8E8E-360C-15E9-74CD9D3E5A66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78DD16-B628-DAF9-851E-98366DD9738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3F98DA-279F-F1FA-A81D-2CEE339283F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562325-7267-D58A-9E11-268363801D7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217975-EEFF-BAC6-8AA5-F9BAF90CD89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8898BC-13FA-78FA-F361-601B66B7841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D93951-0CAE-4662-600A-0E67E28AE6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C476961-933F-CFD3-68A7-4E83C9F89F7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C01354-8E69-441A-B6C1-AD8AC3FF0B1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674DA-9A58-AFA6-9124-021310A62EE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FD7F4C-DBEB-86F3-AB29-7613EFFFADA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345263-EA08-EC3E-2147-810FEF2BAA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F8F59D-8700-4D2F-23CC-5A75EA94BC9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046CC6-ECF8-1D9C-335F-E67E9654DE4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0D6EB2-3BB9-0EAC-E03C-1F59FE39CF0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A0CBC5-A8AD-105C-7C55-51A9BA974F7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E1FDD82-2B6E-4A26-EA79-46B86FE3576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564DAB-3B88-34E1-5844-495B97F569F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48F02C-39D6-49E2-C623-14D66030C94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F7804AB-EEA2-32DC-6920-736A9FDE86F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DDAA50-42CC-1D27-0528-5434233A094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23941B-53E8-EB07-C24C-36AD4915844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D8313A-2BDD-83B3-ECC0-522B0A1AC34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15034D-4DA3-40C7-14BB-AB3DC565A7E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8FDFD92-D92E-E5A5-2084-7FC578D876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C8D4E8-A9AC-BE33-0A36-6DBBC74B93D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F2EB24-C54C-E125-1867-6F298E663A6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DCEC10-1B93-20D9-1F06-39051BF81C6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C03CF0F-E68F-B5A1-4BDB-2AD3EA348CB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BE7F3C-10AA-825B-2212-21E4B71F342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0AD3AC-B0C4-C36B-075C-AEDEECD1A3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BE12CF-51BA-4E81-DEC3-8002EF69975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5A4C907-6F16-D13D-1743-376DF5C4EA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DF5525-F24E-E811-793C-E2ECE14F4F1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1DDBA76-B1A0-661E-9C16-1675685888B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0750901-703D-888E-B15C-10D0A42CD55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8268F0C-8EC7-02A7-0A25-4E891BCF14A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942B66-61D5-3256-9DA0-8BE08E4B73A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917175-F293-85AA-896A-7E6F936389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925274-2AE4-82DC-35D4-C0745C17A25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1401743-2BF9-DD64-FAAF-3A9D1F0819B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845759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70C06-C854-489E-284D-995C2033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36B6ED-16FF-EED8-A984-0A717EE717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A72A2C-D8CD-D5E8-B413-E44CAA3BA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A03476-579E-8B0D-4A78-2159619C7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D2BAF0-17E0-0605-B324-8FCD99F0BB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9A7983-3756-93B3-18B3-C3A388117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714701-2790-C671-54CA-00A99BE2279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F50AF9-A091-3690-0641-824CC4EBC4B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0664B7-7B4F-10DC-141F-751E5EFBB05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3D2DCE-90AA-7B5D-8662-065653B6E0E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E4137F-94DD-7504-8380-C7EBCA012C5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1EE70-B515-64EE-6E4A-6CCA0241220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B15BFB-C430-E94D-9B3C-CB1D1EAD5FA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68F108-3922-D296-E136-981F2D3E42F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5BA521-9050-92DB-9E50-8600BC4A91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CAA409-3813-7CC7-16AB-4BB40FC6699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728417-409A-D920-3C4C-6FEDBA4F78C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D4AA37-6D14-2C00-83D2-92B74EF857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9D6DDE-A4B9-5D24-AE19-2CF00653E4E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BC8580-5E14-9B44-5AE6-6DA4EDE0C4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F27DDF-7963-E163-A974-841D142D6D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27C495-46C4-A7C2-4B49-E6ACF2B9D73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47B448-BAF1-A774-5F0D-740C2C775E3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B88762-C602-9BC9-8935-521EABBAE10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3A2BD2-BD15-D29F-4B91-B583E8E73B1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909959-2E37-FAB7-FD4F-5B03BC3402C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E69B0E-4C64-B3ED-6545-2D1A6C1B2A1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1CD1E0-FF08-A4A2-3CAC-A1365D5DE9C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8F5BFC-B402-5DF4-2F98-7DDD4ACFF14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FE2FFF-A3DA-2A96-99C1-A694BB054E6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2D571A-7C06-9990-0199-DA6664C5B7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73636A-D6D9-B9C6-C24E-80ADC28835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B44BCA-6E0A-29EA-2A93-6DF3B552A3ED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B02827-8D45-D910-8A55-EC928C1F9C83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5C48B1-A1D4-22F3-54D9-FEAD460C5CE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D3425-9F5E-BD79-15AD-922C56B5183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8024C3-BF1F-B784-E6AA-547DB19E452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4AC119-0DC3-2F59-7132-1EFF0B0DEC7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24FB15-52DB-9BAD-2DAA-E50A1A1D66E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3D0DD2-59EB-C8F7-C5E0-D17F9795610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633151-A350-BB68-D6E6-112A1A745E7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6D60D8-1137-4B62-B648-E84FC259195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E1652-B529-8BBD-10FC-8419648D6AC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D1EC95-7F98-9C8D-9871-31D351C5842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7ED011-FB42-CA06-88FE-A74ED502FDE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902893-AF0B-8525-DFE4-4ADAF33D387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00CEE0-CC3B-CF8A-AD89-6AA442AD91E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796F5A-7028-708F-6B14-195034F073F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C5954C-44C4-B4BA-2097-3F9A7A756B9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ADA53A-FEA7-9068-6A4E-7540DE0F025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D8CB6A-DCA4-7A16-5B97-FBC3C7FBC40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BA30F9-B0F5-9012-8AF7-E3E649CD39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5B7B43-187D-3AA3-0591-7F04AA80B84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A58A95-6346-0F55-14D3-7350F3F084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FA3743-FFB1-603D-A211-B06E3657E90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2AA2C2-D91B-6DC5-2207-435F4A2AF04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9FA37DD-FFA0-1B5B-D196-D097DA0CDF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2EBD03-85A1-DD36-019E-F30DF7609D1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08962A-1819-16B5-900A-CE995609A53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7997ED-E797-2CF8-470F-01EF76F45F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306E06-87C3-75F4-7287-D427000FFB4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04A970A-CBDB-E0EB-03A1-95DA28A9317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24D4B16-652C-2BC5-1C86-94155F081ED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2158103-2095-1729-4954-BF4C88E0AE0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4514D-780C-E135-0A32-27BBE8A3F2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D116D5-377F-11C1-3634-3A262243CEA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CFC760C-60E3-0384-30EA-4BC35E50EB5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0B2400-D10F-82F7-77D3-550338BCFB6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E7EC964-BA56-7736-6D08-FD7D394E732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473CA61-DBB0-4352-1CA2-8E6C9BEF00D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E5F9FC-428F-CDDB-0A2D-C823DEA683C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13CB16-3213-DA22-4877-C1F5AEF46D1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E9C950F-E1EA-38FC-ACB6-94B35ACA729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DB1CBE-6FBA-E9CF-23E5-B7681294838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C0234B4-628D-BAA0-D2B5-224AE94AE8C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94134F-A8E0-6266-2E94-60D1019E25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1674631-BCA1-AA3C-13A6-A17D6FFC8E0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67600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3C0A-AEF2-CF32-74A4-9D376A9C9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D2A821-399B-DA80-6A04-84812298F1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[20 in 4] consists of four of 123478, which sums to 25. We must drop two that drop to 5, which could be 14 or 23. 7 and 8 must stay, and only two cells contain 7 or 8. So, this is the only possible fill.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18F9F3-782F-DC6D-0112-1A5101C02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BD884E-982B-5D38-1CC7-F2BDC4D6E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F5BAEF-EDB6-06DD-AFF3-E6D7DFB318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285FA2-AA71-78EE-7515-10963A8808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D38089-6E35-5673-A3F0-8589CD0AFA8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15802-56C6-5500-5D26-F3FC3960985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1D012B-DF2D-CF63-81E1-97E25EC98ED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D4B7F7-E5BE-3F77-D216-C681F27DB6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3D6950-9904-491C-6C7A-3572B13DCAB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88A4A-6915-425C-F615-EC9C6D436AA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B2C157-BDAA-9F1A-913A-ED838285862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B0F908-2659-9F08-4B1E-11EF6FC647F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75376A-8370-2CE3-6D3B-EC8ABB7E3E4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DA7D23-D407-5558-E776-8787A3DB3BD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525660-C33A-1E9A-2A86-EF39367F2EC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6994B7-7375-ED27-D232-8640C850F3E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FCB275-1C3E-AAE7-F0AD-E95E9E1D973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F33BE0-A77C-7EC1-1DBB-3E1206B46C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7140C2-5A8E-162E-C61A-3501F0B4192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7D9B35-F7D7-4F63-022D-02145B1E0D8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2512DA-9EDC-D9D1-E6A0-F54A3046AB8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13A365-219E-B42C-CAC3-7A1A666BFE8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CBA9C0-A905-BBBD-531A-3851F9A8345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064587-E691-8197-57EC-011E4A46FE3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483EE8-59CD-2C34-F3AA-D52E4024A0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E7AC4B-9FA3-0D08-BB31-B7F1C287317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C57B9C-2EBB-BECC-891F-F43D5DF526D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761226-9408-C9C7-2E06-A56396693CF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EF494E-2603-89D3-E498-B7C7A3EC598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68B7D8-14C6-0997-8455-EFC10D2492D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6191BC-6406-2427-4450-2071396395CC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BA7A8D1-C5C2-7ADC-6162-C7A3020A021F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A47A05-2CB9-10B9-D2E7-0A380CDD7B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75A7B8-69CE-2896-232C-13328999AF9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E92D25-70BF-D339-7499-C6F90F0FF2E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175E99-DCD0-57DA-E370-7C040E413D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CB4443-1336-0002-7E62-E8BB906A1FE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A1950A-0DE1-2162-B343-F72E7A26826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2CEDAB-8D54-91C8-794F-DF9F6924E8C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CDDE69-366B-BFA2-55EA-682C7755C35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718DAF-71E4-616B-1027-F55AAE0D8D0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1664BF-A7A8-8157-ED30-F93909DCBBB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287200-D87C-7384-6FCD-D52FE6D38AB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E2D77C-BB9E-0B54-6598-F36B5593DDE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106EB5-158C-0114-6AB6-CE6EAECD773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195D0F-003D-B2F4-7B8E-402ECADF242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2F57093-5174-1849-CF4B-E0DF84C8193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F2F8A3-024D-BB03-0B53-56E4277D840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3CF1EB-8257-1B43-0E9C-7A88BBAFCDC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95A967-2093-11E3-D1E6-3D5071F045C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857CB9-B578-B047-0D41-6AE12E58E3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F63544-FF03-7B44-07AF-7BAA32455D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7D5DCD-3650-C3AE-83A0-2A8CB7CB685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F0A310-701B-D17E-6E95-A843A80BD55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85D4DA-63BF-55F8-2554-D0434D2198B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C3390F-4C34-7FAB-D156-16AF455B4D4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40426F0-6509-C86B-1008-3D4FFD2B3D0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837C375-C2F3-5008-9788-E79DE0F3D74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E42434-7A91-87BB-750E-B296CD7244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BD38B1D-4419-5951-394C-0EA644B7FF5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CB55911-87D1-F5C4-F811-24784E3E9D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8A24C64-ECC8-60DA-6028-DE9488B19CC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94E168-92A3-D35D-686B-B87F1AB59A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CC50E0-A98B-AEF7-47F7-24C274904F1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0F66583-B99D-B7AA-FF1D-79D123F1BE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7D2045-A5DC-217D-1B89-68A700BA090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11D519-1DA6-4D28-E181-71A10CCBECF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24A5F30-FF07-DE9E-A59E-72E5EC09EB2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EB6C33-EEE3-C145-3896-6332413D957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D70405-A0A4-0630-7685-07CE382862F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781CACB-8D87-3BE9-73A2-ECC08C048DE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F419D9-274A-B631-5B5F-B9C6407C93D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879E09F-8596-B291-C391-32E30C564EB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B3582C-8637-1D79-5EE2-BCD0C8B613C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82CC96-F444-E749-6238-616B2DECB9A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64130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F3CA-696B-4B57-4113-63093C384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8B6DA0-7CF9-3276-88E3-15A02439F6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636311-47CB-E0CD-3588-DDD2B063B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D91356-DB11-B3F5-F067-78C131A6D7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7DC922-02FA-2A2D-F56D-755A68E355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8ED0F0-5529-BAD6-50F7-708AA4ED35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42B03C-1CA0-07AB-56F7-6B296B72B99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FD266B-5D2B-7381-42D1-A4D156EEC9E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5DAC2D-DDC3-1E6D-064D-C100BE241E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8258C-DF5D-31B9-505B-C8F07D473E0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424182-28FA-9893-6B9B-42E160AF19C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81C971-C63D-EC2A-82AB-3E921426495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1559EF-8408-D47D-964C-2D6162E59B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092461-AB2C-6D34-8A62-7EE014467E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7678D6-28FC-5782-509F-CD01D7AFCFA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D7A238-B860-A7A2-3DA3-48CD4F0D803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B90D27-FC78-D783-0381-29EF54CA83A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70D51C-779D-BBAC-638A-DBAA2F9275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7E17A8-A20B-3AC1-92D7-01BD104681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32ABE0-5E74-1FDF-2F60-C4ECA92561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4E3E64-0C54-B0F0-E43B-97E5F7E6305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3B2D42-509B-990B-B912-142C066C87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7E1800-1A61-32BB-5DDA-8BEDCCF6E4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379361-B928-732C-377F-26CF5E68CB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31F4DB-716B-29DB-413B-4FC996220DA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E7E11A-BA66-4685-4BEB-1FE1C29C0D8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B67E6-8D8A-B612-2701-2B539999436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E02ABF-5499-23B5-F758-40891F51C62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876980-54E1-106C-39D1-674590B60B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6FE3EF-0E7F-798B-0390-845799E5E79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91323B-31EC-BB62-A7D7-22A06472271E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54B404-72CC-1A4F-1FFF-6C3353D3039C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C6CA68-650B-DA3A-C674-C90FFC6527B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62E392-727B-E093-56F9-D895B14843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6B5B6-42B5-CCE3-EE05-C9BA17CE406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7B3F08-5360-8D53-8257-E7EDADAF790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BCA18F-11A7-3310-FDF6-EFB4A433D3E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57894D-483C-6449-986A-4CA977D523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0E7136-C980-B31E-9C2F-A5BFA23E0EB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153DCD8-9352-51E7-A631-D45F48BD897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FBE438-6629-BB69-53C9-4A8AB34306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D66C5E-4A6E-E4C8-586C-CD94936C1A9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232BD0-27EF-D4EC-D765-C76E5249A5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91D11E-5255-58B8-DE6B-5357DAD05BC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F90A67-A24C-D183-0F5D-2ABF5B71B7A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FA5F28-1BFE-5E19-3A87-A117E6EAD3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A9953A-C28D-7CA7-863B-1EA2F00BEC9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3E842B-6067-9694-682B-2EA0DE4899A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16040D-ED5B-38C7-0D1F-6D5DE56BF10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032A40-2C3E-51DC-9F26-8E17B240BD3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DB04D3-525F-C3DB-241F-B990E2DA741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51A9F6-B756-E982-8C1A-4ECE5812850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F0D983-D05E-47FA-55C9-B1B151F07C4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CFF99B-9DBB-BF5F-E6D4-C8D52855CB1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CA757D-78E0-9A89-78AA-8C0287B4A4F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CE3420E-3653-71C1-54B9-2CD9BE11B4D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AD3BD9A-DD7C-EF1C-AD6D-E2D6D89383E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23F67F-0813-BB22-4917-2027C7E740B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FAA27F-C53A-0C90-0DDD-A5797E4B3A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59395C7-9A99-E5CB-E2C5-193F74E73F2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D3FDED-0206-89D6-118E-DB197F07757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0D4F8A-CEEA-579D-379E-BBE03E4C2A6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53C8454-1CB0-9A01-002D-515FF4124F8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04D1A6-8BDD-21AE-19A0-C48F97AF206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237177B-A441-3A9B-E968-FFA74B19CE4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75FD8A8-3AC6-F0DE-AD5C-3E450B9DB0B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15E395-7AEB-15C1-A713-F7490A1677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28C48C9-0C3D-98B8-5E24-27730EB9A9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DB9838-B8CD-1FB5-75B7-12BE413B820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E62FDE-5C4F-16C3-1449-6EFC9A0EA95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EA64A2-0D40-B927-CCBD-A399CAB22B1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CC455F5-9E1D-479D-5E69-4E84EE4C66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6118D3-60A9-E2EE-BA75-049252466EB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D4BF49-B510-81EE-0B27-D6CEBBF3C8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59F28B7-802B-2B86-087C-8C29AAAE65E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1248BBB-C94B-CE47-EBF6-AAC9A2FE547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C211C9-7BB2-2D41-1885-BDF1FFA5DB7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344813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0166-54E4-61A8-9D5B-F8D132D61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DEB0D3-8635-3B66-B9C0-15B74DC368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[21 in 3], the 56 cell precludes 489. It must be 579 or 678, in either case including a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2EAC8CF-90CB-3A5B-85B7-09809B76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35C0FB-7118-3351-15D3-813B12BC5F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F01BBA-F240-3796-B62A-05A93A54D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07EB07-30DD-536D-8C62-BF93EB999D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764CF5-8CC3-124E-FD37-08BDBDA8160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573BC0-9E86-E039-DF0E-85D95613C50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83DF9E-DA87-0239-59CE-3882216434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62759-54B3-3868-9DB6-6D31A10F3B5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31477A-69BC-8641-C3AD-24E74F49E46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3E2259-A559-19B0-00E8-1AFF1C56EDA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DEF40-9E16-EF52-24F8-9A3C4EAC32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1A8115-C125-1E3F-9B67-01A052F4DE8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1A4DD8-FAE9-E835-9EC8-3AC42595536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45DD98-681E-EA32-62E2-ADF1F1F3CCC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C8A84E-BE12-947C-72BF-86453966D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D70573-2368-3976-362B-F78B1ADFDE5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5F6E58-ECC2-B050-295B-488238FB5FD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BC0B6C-CEAB-6621-CF6C-E11E70A9042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B9BAD0A-7F74-2A74-7147-D293AF62FB1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A57199-54F1-9378-6E98-2F5437EC626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67EF86-463F-84D6-A4CF-49999876812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3B3218-8164-F781-170B-9F4DE0BAB12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770ED-98A9-13DB-D6DB-CA753F31DF3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21F433-6FE6-92AE-A42C-7FF8A52C0BD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FD11A5-125A-285E-819D-9A03A44D8B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C7B7B6-DFD2-BF35-7074-2D4CD0BD50E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85CB9D-DC77-9794-A78E-195AABA90D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8AD4D5-6F61-11FA-ED63-203CDFA6BDF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48242D-D365-7116-27AF-FA60470EB8CB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94EAF0-6815-040E-323F-23A3CCE8DF39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509BD8-DEA4-35DE-F593-B3D50B61DBA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BA1957-9406-93CB-8000-6729F4F612B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9E44BC-F084-06A3-6438-907BF12A9F0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E4EB39-6998-47E8-9F72-9D134CCE728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4386E6-A882-39C6-8FD2-674399328F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658B4F-3D1C-9E41-BE08-225E564C304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84902E-2191-6842-059E-6DB8D8BFBF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21D555-828A-B896-4579-3F0B02D2BE6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AA9E75-0C98-1413-EC83-65D99F6358B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66022D-F51F-3FE6-6BC4-30452BB13F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A207BE-11B5-DF62-FA16-AD4B44EA9E8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0EA5AF-AB65-F5C7-783D-76D318B333D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D3D942-9982-EECC-BE4F-C56D1F2ED0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7AC0FE-6411-1E1F-F7FF-3075A1EE024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8F7796-2325-D6CF-6E8A-BBBEEBAB001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43A1A09-425B-062D-B5CF-E0436A8292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CC9B59-9DAB-8FB9-9A06-CA5DAF5779F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6086FE-A163-CF54-6A11-B3F157C64FE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81C7A7-E6DD-F5D4-5165-FF61A6AD61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DE251A-4EB7-6D63-2351-F639D08B6E6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1C8576-B754-3D76-69B2-B9D3E3D286E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ECBBA7-0EFB-98D9-E62D-7B07381C7FD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6ED88A-8505-932F-FBE9-CD13445D79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F86CB9-0A5A-C442-901B-544A5C7F0E0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DC0977F-775B-4812-7B2A-82BCA2950D7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7B17F8-EF97-899C-04D2-20BEAF6DD6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BF7B0A-F3F0-0596-5822-9EE29858573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DC9E5C-7AD7-51CD-AAB9-801B3FF6DBA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909E26-04A9-FC78-DE82-35AE01B3FD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86660B0-9068-9518-9E88-2165F8D311E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BA138A-E31C-AA02-0627-F89D987FC5E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685A1D3-BDF5-96C4-08BE-D53C3E465AD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5DCAAF6-9598-B8D5-28B7-1863D31F6E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668266-CAB0-50B9-6D77-8C5772B9969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E888C8B-4E12-0A94-636C-02107F828C5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81E2BA7-EF46-C74F-9B2E-45E57BB8711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528C3D-A551-B9F4-66EB-31C00871FD2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39A0F-B5AA-9A07-A8F7-E9C6A4DE2A9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90BFC5-12AF-8882-8BD1-1C00352C913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C9FB31-FB95-402E-23FD-AE7C7F9AD0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A72357-F6BA-34DD-9136-687D8FB5E62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E14297-BF2A-8E56-2039-AE899C1A173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AD3A1E7-FF0C-8D3C-E8E8-3FF9272B611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C6CFBB-CB49-0E88-CDDF-A692F95CC6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FCAEF-F5F2-79C8-FAEB-B34C50C7149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24993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89F61-802C-0931-8EB4-6B193C0C2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B6797F-612F-6996-4D13-04202EE78B1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6ABAFE-7457-F4C7-E681-12EC5295CB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C546F0E-114A-170A-BE60-821B80DF13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092764-7CF5-F5EC-7D67-1D16960208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CA5494-9F64-57F1-8387-2E35F8E47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E865DB-E29B-E21A-43D7-769D26406D6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6D714F-0130-5222-7D23-51FB013920D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428CF-6E4B-CCBD-2ECA-EE20A8E4505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FB656-29B2-6E33-B390-4CD57E0E3AF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A51CA2-85BE-E067-BE8E-BF48764DCB3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1C252A-6675-D8CC-E517-D6F552630B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B9A58F-68B8-0150-F21B-118BB93D56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10D3A6-AFFA-E1A1-7A3D-3578233ED6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5F51F8-8C29-F453-80DE-C887737FE1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D4E67A-B65A-E0DC-5AAD-7A736D36808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CB480C-47DC-034F-44A7-26128F265FB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925CD8-8B39-FBD7-D7C8-857B9D79F4C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520FA5-A91A-A672-3E07-DB837AD88C3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12B9B4-1FA9-82DE-50D4-3FA0990BD03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5C83BC-5EFE-CDCD-B6C9-E613E525A8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83192F-D6DA-6CF7-30D9-2CE5342B88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4F7039-7F90-B5EE-E7BE-CA68ECAB2E0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C7ED13-E24A-9D94-528C-44C7343DDB4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781E90-3CD7-99E5-A701-B68B3E722D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18E9CC-C549-6005-7D0B-3627DFCDD0B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381CAF-619E-587C-3378-0F8FC06DDF8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E70086-5879-EAC7-9F5A-51674468186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82DACC-BEA7-26AD-1E85-29FCAA35A0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667E01-86C0-22B5-8CAA-746DCFBE56E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F7811C-B198-82AF-3724-38FEB33F0399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3F0EB5E-55F3-5747-EC69-C0F32ED6DB43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F461E41-84AC-D3C6-912A-344D9059A35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65A88B-AA5F-B90D-362E-1BD990496DF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4B1BEB-BCD7-77A7-0707-FF56A25D7E7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AF5F41-AA73-D147-FEB8-EDE321B3433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4FF898-5758-1B9C-601C-4FA8150E14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6E8D5A8-7D9C-69F7-BCCD-72D61AFFA58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49E88B-B337-A287-18FD-ADADD381150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FE73309-BB26-31DE-AF6E-6E2A038C9F3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868CB8-5F02-34C9-FBE7-693461A5B47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64123E-9895-139A-A1C3-0748CF6070B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0DAFD6-4936-B5DB-381F-92AF912546F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045869-9DF2-5D8A-E1CA-CD99DA59A7A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76DFF3-697A-10EC-9D9D-D7EFD1344A3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4C6264-06F5-0421-6684-AE288831A88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99DDC5-5D3B-EFE6-1160-059D1260D29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B7DB2A-1F3C-14D5-A1B3-07DFE62DB2A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D9BCD4-DE3D-6FD1-D661-91E77E4BC19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AE11260-82C6-2843-532A-5B8EFB630F2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C167C1-23EA-0356-0BBB-C05421A55B6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659E87E-CD4F-187A-4510-94A44A353CD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5C7DD3-F888-CC78-8EA5-F650F17C141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99B18CA-2561-DE00-0FC6-F2EE8CD042C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9EF631F-C1C9-A141-12B2-837425A5087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87880A-C8A0-18C3-184B-164B44113B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2A2AD0-DA13-71BB-E2E9-6CE1056F408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4A5F68-4723-F350-BC58-74D954311E9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2268B8-8D0A-2994-4FB3-2F272348A4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0BD68C-14A5-8735-E13E-C659B0EA2B7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CC39AC2-1A11-742E-D88A-525CBF3C7E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186E2B-4202-B9BC-9E53-2141BCB3BAD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E138BF-7EF9-65F1-EA53-BD6870E5CC8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8016455-7797-06F4-F0C9-7B163ED6498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DA53566-6F67-85E3-2482-0A458168231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CC4DAA2-CE8F-FB1B-6E69-FB64D5717F2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4C6FD7-E824-EE05-0167-6D3796904E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B50FA17-7444-534C-5F9A-CC491468041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A5A5D4-3A43-D702-AB1F-F6CA905F484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4FB399-1CC2-AA23-F364-359342C4FE7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163899-4638-19A0-BA31-AF14219172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538773-BD33-E19E-B49E-385BDF47234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78A5513-317C-911A-D7F3-D400F74FB51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B5183E-03FA-C439-CA69-FE8BF3EBC2B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1E3533-F6C7-1950-860A-7B4A9C0FD2E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F5F5CA4-C253-136E-E32E-75AA1587D17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14FED9-9570-3F79-DE80-C72DD63209A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EAA125-1955-899D-7605-6F6B8C10A1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769D256-F9A9-AA99-976B-095CCC4D8B9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8D1D924-B95C-4031-081A-99E70B21B5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B7D303-87B7-A712-7832-7497555205D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23BCF00-4651-639C-C5A3-2A94FD6CD04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112559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1D06D-AD97-B359-1180-555037EF5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6BB380-B9BC-4C5C-0BC2-047F6A02A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lower center block, 2 is in Column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B9EC45-5EAC-A5A1-00E9-FE0BEE7A0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79CD96-001C-3C12-DDAA-974BDD44C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AD3EA5-D816-B283-153A-C782993387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F73DC5-611A-7496-97E2-13B8D62ED9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35675D-010E-B12E-73B2-D0598505622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5FB3A8-17A3-0795-FB38-B0B61D88A88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8871B-1B7C-AC0F-3DCD-F7CB82F9BFB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FC8B9B-D1E3-ABB1-99FF-FC915F17B2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022663-443C-CFCE-19D4-E11BCFEC3E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DB1630-F7C3-5F51-6723-067C82B46B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90DCEE-8C06-1F5E-19B9-CC7EA7D81E5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9EEEFB-F260-BD95-BD4C-A1338641DD5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BF4667-7BA7-3D11-F68E-522FFDCC15D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27C533-0D3A-DC34-C8A4-F7003937EB8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9DA875-6FB9-A3FB-B151-769BC681BA8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63D895-573F-6B1C-4BE2-439518AE12E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948D05-6CFC-C33F-D34C-5CB66C92819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EB5DC9-9C49-CB4D-8205-652CD8BD9EB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B121CE-C2A4-9316-7F86-8E3C304DFC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F00B36-D606-532D-75B3-3FE567A69E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95FACE-E162-B8CC-C5D8-2B9E8995CFA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32BC0E-DE2A-5F19-147C-2F2E34017B0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F3B53D-6773-1366-F91F-772DD73AC7B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03844D-854F-E575-DA60-CC4F724E4F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67BD70-5DC9-1D32-49D7-4A2B9A80996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B61ED2-614E-E344-6480-87E42A903DF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0878FE-A121-B210-A40D-647817C3641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2D9820-E468-6D86-6967-272132D9365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C107A3-713C-2BBD-2DFC-ADF983ADE451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5C4749-4A44-F44A-2EB1-18BC01DF7A46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5DEE10-E38A-B668-F191-8AF46935815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48D060-FD7C-786C-18CE-D9F8F6B17F0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F41D07-5C3A-AFE8-BCA8-77C08BC6969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6D97659-D757-089C-3AEE-272DEF96824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B79D2A-D331-356C-8803-944CD079E32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BE3F48-483A-F4C0-0B60-D0B80A248CE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2C34CF-74EB-9A6A-3E86-9C9DE19308B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E42764-F507-4DFD-D63D-C427DB2D947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1927CC-E557-E06D-C38C-55D8871B74B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967BF9-CDD5-CED8-52F1-216D72F2DE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B1FB7D-502C-9C34-4043-701EC7C514E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709FA3-85EB-FB90-EF76-09A6C4DD806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8467A48-20C6-049B-1404-6747E3B38E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911FFC-B749-D034-8451-DF05F66D065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65ED3F-23FB-3F2A-A9A4-564A0FFB3C4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97E2B3-5415-9CD2-EB7B-2B834ED8736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8592B2-89F7-C194-B160-C3033A9E144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3147E1-9340-B666-8AD6-15ADDEAF03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FDAA9E-D477-8325-F9E6-EE93A3CAA47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F11CB1-1806-1462-4399-68CBF20A4A4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ED6BC9-D28C-6D41-12AC-775EC13099A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441597E-B197-BB59-51D7-1D5A053224E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6EFE9CD-52FE-AD16-8FD9-9E3E0D5B278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33F825E-301F-43DC-3CDF-BBEEE21690F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353FD4-57F3-7FD4-39D8-C3E09AC4C97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E862ED-D0EC-3712-06F9-ED02625B5EE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445B9D-E746-3208-4BBB-968243AB7B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6C3C7-2B8B-EAB5-B25F-97C70410C5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177B537-21F2-B47B-16B9-5FDB5373B88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4B8E9D-7A2C-B03A-9718-30F661C967C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279BAB-A98D-E457-69DF-605A02D64E8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43568DC-C261-D55B-C416-914A0E38E2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A2A556-6E5D-0233-DAD6-79B80B711E2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C00286-6381-DB16-41CD-8F5D4AD3BA2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8EF7DF0-A219-F0F5-0E87-8FD4978C5F0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1386A2-97E0-2F26-6A10-7AA93837EF4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95D429-BDD3-1C87-CF22-C2F3EE8EAAD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38706E-4FFF-3B51-26AB-F7B83F36963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8AE3A5-8B2E-270A-E52F-F81AD54FBDC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832E4BC-AC76-C973-B891-28AAA342616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B7CE0BB-56D3-E2F2-D703-6D094D36E7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834D18-0CF0-B890-66FB-E437E7A5A9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CBF7313-4F1A-EFEB-7DD1-080C784669E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164B8C-6309-C126-AD46-A32BA7929F6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4E8465-A9B0-C2A7-D998-131F3945F8E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1908B6-0485-81F5-AD5E-95FA0B9ACEA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AF57E0C-5A50-BD78-6E2F-5B415CBFC24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8DCB49-D0C2-B399-AEF9-8E236600771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9C143A-FC5C-F277-E690-30544643264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BECA093-D010-0E8F-A9E4-5C73E77A3D6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724367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F7BD6-5158-0DD2-4184-E1BF8E935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534D3F-CEF4-298D-DAF8-D670D41B39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[24 in 5] must contain 9 and two that sum to 12. 57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07E78D-0FD1-0B9B-AF4B-0C1E3ECED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86F2C8-0250-63E3-D80D-C68C5E04B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3A17015-3AF3-F9D4-6D51-07800748BF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0725B0B-6FC4-F437-C85C-D4F25401D5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C54BCC-E676-9679-A106-FCD0940D8AA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988AC3-9C93-32FC-9068-7A192DA290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FA2DE-EF28-0F0C-9617-01140A3047E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7482C-86E9-E8F0-BE1B-F24EE9A57E6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AF580-E63C-9BBF-5E98-A4F736F9196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C8F8AA-A92F-B3E9-95EC-21855B195C9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752410-43CC-7C37-303C-38339BD54D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4C63B-69FA-CEE3-1866-483203176AA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CD5FD1-D35D-C1E3-2337-F9E445F1AB4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A6BDBB-F3D1-3C3C-92C9-F4EB5D7BD1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A52E9-B5C5-EEF5-BA82-DA022D2ECA0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9DECD8-1912-77FC-5EBD-BCEA18D4DD8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DA8E38-5A4B-0DB9-4C6B-44AD940FA5E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35C0D9-F73D-842A-8D8C-D9CCE8A2090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C9F86C-EEDE-12AE-D92C-A024A3E4469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C7DDA3-6B25-9798-A207-D2F6B8AABC5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8CABD4-161F-895B-6B27-DA89672915A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5EA9C0-1BB9-B9C6-229F-AB2A999A4FE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7A9CD7-B090-0DC1-AB30-8A37C498B56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661216-DA01-999D-0EBB-3C382DF77CD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D6223D-020D-F0B6-9FD9-DA2DE500941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BFD3B99-7D6F-1798-C8C7-462A89BAF55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85F7A8-9816-E311-27EC-4A550E688D5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88EFD9-77E8-9640-A59B-E25111577D8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CC0250-0C86-1D24-D7A1-7F5A89CA307E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E8A9B9-7192-F0E1-9831-0A151CC5FA27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F9DEAB-1825-F32B-678F-897D552A366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EF8F2F-DE0B-8CE3-A855-200102672DE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2A5AEA-FB5F-766D-ED2B-78175A9C361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B8B62B-4EC3-9D81-B57B-28C7EAADAA7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15E4E2-EA53-6108-DEB2-02A074D321D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DE5FC5-7E5A-1392-C1BC-0EE1BCB7E4B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4BD31F-81DA-561C-2860-6C37D3F2EC2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673328-CB1C-1623-2425-91C7BC8555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9A7C34-D9C5-4253-964D-CB4C781D7DD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728B40-82C7-4F3F-FCDC-1E56685AC46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5AF66A-B764-904D-5865-E7BC4F756C0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4B3503-5251-3D87-2018-438D341FCCF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2AFAEFE-CBAB-83F4-98B6-162D48E04B3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712658-E12A-9629-5FBE-EBA3F6EF05F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6617F9-9CFC-B744-EF0C-4FE2C9F5941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0857AD-70F2-48B6-3924-4295A3BA42A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FE44A72-55EF-5BC0-E669-AEADB80CB6B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9D5304F-F30C-50D1-7083-E6BAB672F27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466E07-7EB6-3E3D-8DC3-CB9178F9E4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4E12BA-85D2-D244-C7FB-6B2276F0412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B7176B-7828-474D-6F6D-7ED67590BA1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D40BFF1-2015-653E-C92A-A63E455E6CE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B78805-15FE-2E81-7ED7-EDC68097C80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C519027-FA26-7899-213C-843CBC73AD5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C373E4-DEBB-D8D1-4947-5D034A9DB6E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0A9C2D-3786-3564-1EEE-485617C4A6C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4A3461-310C-124A-5C07-CE981A52B39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CFAB05-7B80-0E5F-7C83-ABC98588EA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A19DDEB-3AB5-A86D-5AAD-E8B19F5E955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11DD5C8-EA71-8F95-FCC4-4DD03E330A3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A3C422-B59B-28ED-5053-BCAC8F2000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E58328-E8D1-E637-DEB7-DBB82904036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35AE6D-1374-F383-BB5F-51E41FB8F84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A0E07B-A3C2-6487-F4B0-71116BD369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B685C9D-A79A-03DC-4432-6F29778CD4E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5724B6B-4E0F-F78A-5E68-546639EDD2A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6ECCBE-4156-E688-ABF2-E832A286099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291E66-9B06-9577-9011-0A543BB590F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86FB5D-262F-C24C-E830-C34A9617899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9337B8C-B030-24C2-DAE9-0E5E9604BE4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9BB6DEF-5E7E-9D56-222A-3F5AC47D003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6F008D-B268-B56D-7770-53D96A800FA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073BA06-E7FF-51E4-D679-8D98071EDFB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749E3EB-D26C-3DA6-C2D4-7E5661409E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0B3911-EF98-D0DF-278B-EE0AF76AE75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7AFA46-983D-CF49-907A-6072D808A68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D415180-536C-9946-C318-6F7917499D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CCC3B55-856B-EECE-DF78-E766F0B5056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129FC0D-93E9-F829-FC81-C8E18EF5104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8DAC2B6-7C65-588E-DEF0-2EF7080C447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243408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458D5-DEC8-77F1-89AC-0CCE2E77B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3E8D19-9C51-6D82-82ED-BA1B09F424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48B4114-A988-2CC1-C89B-256F8E458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B547A1-FB70-D3CA-F3A8-C0F50FD18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49A661-8856-433F-687C-5AB1F9CCFE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1287E0-AF54-A03C-38AC-126189A5D7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317DB2-3275-3093-C120-2E613EA3EBB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76EC79-DD96-4F16-8697-C53866A29CF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15D30E-4DB6-67F4-A1D5-8D4DE403D42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28D42F-C8DE-6CD4-60DC-068333FAE0D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122F44-16C4-AF0A-7994-A934C2C9BBB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A57484-8551-54C0-838A-2EEC3681ECE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B0DA0B-EEAE-4F78-C6FB-A352DA8EDB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D54A5D-BFE9-19BC-1610-2EF802189D8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3931A5-6355-C2B8-FB7D-4CB04414991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4A4B88-1527-8D1A-6A26-768C6756830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183975-CCC5-05CA-5CDA-85ED985AB8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07E691-D088-A6CD-3F85-650F0C5850D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CBB50A-C5AD-29C5-3E78-688838792D9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F87EAA-0945-7D47-BE9E-CB95045C629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FDADC2-4A08-B14F-CB21-8BEF6C5B13A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6533B9-02AF-54A9-8DC0-1B7C3357DC8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92AE29-E092-2010-F5B9-4EDB37C9655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F97001-1E16-D67E-C378-9D236432CAD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5CCBC5-0002-D834-307A-BF72CC2885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5A6CD64-FD32-A1CD-4766-3FB244E534E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E16C97-09AA-5480-AF41-A7237C12C1B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CC45BE-9A6E-4333-1208-7B54401BB8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605377-D2AD-6C00-073B-D2A66D972B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A11E94-DB4B-E59F-ED5E-7173D046A8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E80EAE-7652-0AB4-2A00-67250D6B4E44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50246C-8EBD-CC66-6D7E-DC10CD2BB150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8EFCF2-7D33-735C-B991-1152B2346B0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9E7B46D-9F3E-5699-8D46-580720976BC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C50BA89-18E2-283E-DEAA-EEE55FA10F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B744DB-EFE0-441A-FED6-C442AA34E23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1F39E6-F1C8-CB20-B0BC-39F09EF2E57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33DDDFF-8BCD-24BC-4D51-AFE03BECF86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119748A-0496-F68A-C56F-E9310B2B0F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C0DD47-EEF2-5A07-51C8-32469BB2AA6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310D5C-EB3D-AD2E-5B4E-DEA37419D07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160EB9-43A0-1656-53BD-2F1C3A0329E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40021-D980-15FB-A348-E6049A2A091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CB413B-B293-2A74-D731-846799B514E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3C1354-0DDD-6837-3FD9-9A19759E71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99CEE5-EDC6-676E-5AF2-8AF888B580A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56C67A-709F-B57D-2B2F-F618EF00EC1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9CD005-9BF9-60F7-F8C1-0FD7F10DCCF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2C1A24-181D-921E-1C90-924178BE306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D710F5-7DDC-8FAA-5E18-A74116C5B41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3BF278-33F9-DE67-FE13-E2D1B2D899E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EB264D0-FF4C-9827-F5C5-123E6162C83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A610E4-5600-A82B-D7C9-B7B53E5F5A8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B106B0-9B76-1728-E833-56FCCA22C19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B24FC4-2AF7-378A-0472-3B2319343D9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CF5575-D7F3-C14B-28AF-00F595D231D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78B4D1-50F7-026E-113A-82C8D9DF6DE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A0FB64-C414-FE53-D078-3AFC65F0C55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26B3B4-BFA5-0E4F-FECB-E93AD564764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6EA837-DE90-401A-BF2B-CC18C8862B6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CB096B-9F05-18F3-5F2D-C1BC75D2354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B42C98-A64E-561B-68AF-1630961A6A1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4CEBCE-DFB5-354A-2FCB-5987B1409D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5C6A3FE-28D4-C6BC-5551-4B2E6C9A955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552F51-194C-15E0-8768-CB5132E58AF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64DB35-40B6-1D6B-9910-F9E2C1817FA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32A1E7B-CD69-3ED5-FFF9-19780E12CCF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3983F51-17F2-98CB-C178-22D767C5A17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FF9E3A-E1CC-D187-1990-C4442BAACA7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FD7334-6492-6D26-0B53-FCF76330F75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01785B-680F-14CE-7D72-AA99A347AB8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23A292-3AC4-9515-0614-71AA17A2A2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CC1BF2-9F9B-1D70-2D6F-8583EA36C8C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69EDB9-8E4E-92A1-F2BD-60969EB8BCB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5DC3AC-657F-9CED-2170-B4DFC54F7C4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FB38602-1855-4BE2-4DF2-B98DF6365F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B28129-A894-629F-40A7-3D9D7FF17E5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12D3A9-2D0A-4042-E110-3EC98BC816B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3E293DD-5987-157B-A415-703415D59B1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177A60-4B9C-0438-3865-5ACCCE5B35B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A68B5A3-5FDC-77D8-C2D9-C267CC300D2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3DEF57F-99A8-0406-4FCB-1E671D43094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1652755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88511-D5D3-3390-8404-AB0A36BBE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CC82F1-D443-D2D9-CFC3-E941590AEB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if [10 in 2] were to be 46, it would preclude both remaining possibilities for [7 in 2] (16 and 34). Therefore, [10 in 2] must be 28.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FFE119-08B7-E359-DA15-9B0DED7D1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FEBD1B4-9FB9-E853-CFC6-C680C6178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9BFBF4-6A0B-783C-8E61-7953B1C43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69B317-97B6-5AF2-C2B3-D188486FB6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94D661-6C38-F9E9-1748-99EBDB36D66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45B16B-9963-45BA-135E-510EDA86C1D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22B0FE-F41A-D7A5-7471-9A50C321FC1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130539-437F-361E-8F60-8044558A395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CFDC78-1A21-B0B5-5986-3AE33029973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4979B6-F850-E877-CF0A-5FD18BA9AE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B22D33-6209-457F-2B93-E777DA4DD7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B11A7C-633A-2374-0A01-943405DD10F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74AE1F-03D0-FF4D-ACD3-67EC5DBB008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706E1E-E352-4636-9391-82C73CE0AA9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A5806A-1F5D-8ED0-4015-AB181A102E5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F89320-8879-4E31-C4AF-A516FD5F17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AB2A71-EB39-3F7E-208D-2456947D2E2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74ED89-5FEE-B6C5-4402-61959647550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EA46E0-34E1-3535-E933-C9C5D76DF2B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3317F2-BB73-D1D3-C9F6-93D08965F2B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438458-F120-7B89-0A12-BA75F2C5DEE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10DCE4-A2F4-F242-9DA1-AD047C7C3B3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8543AD-A1C8-4D76-54AD-AA978996CD5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FB778A-42A1-1CBD-803D-979DFDF1CD8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696490-0575-1A77-BFE3-93B76E4D25A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447633-CE4E-C31C-6069-C1C61AFDABC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5AD5F4-BBC9-A33A-4643-D73A44893AD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046422B-4485-B685-B285-846EB81E640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EC2A27-EDA1-6722-D24C-5BE6887B125A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50C299-E0CD-99D8-7E5A-5922F4AA531D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FE806B0-148F-9CFD-C04C-004B355BFC6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A976D7-0694-B05D-F7FB-2A30E2F8630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1FDAFC-3831-FC50-35E6-ACA67FD792E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763A3CF-F5D5-74E7-4681-2C090C9D731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6A8676-415D-E005-10E2-A84ED75719A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40894C-5ECF-6290-8CBA-C52185330C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1047D54-E7A6-18A9-9A41-1143EBE551C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D4574F-E46C-ECB1-D3CD-D1275BB5D16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10EAD4-C6E0-A39D-58C2-3A8132D0BBD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B4606E-FBB4-2502-7DA0-8212C8B345E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67B3A4-0D08-93EF-B1D5-932DDAA9E4D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5987AF-36E2-6995-5392-D4BB8FD1D0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83957F-24B1-A96A-FDC9-8404E401991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8FD0AD-A401-AF13-5033-80C5B0C252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03C011-3CE5-72FF-CF6F-EE8072973E6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C58EF0F-AE1F-3FE1-CF8C-373220FFF0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D73235-AAF2-706C-27FC-E0892DCDCC7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5188D36-5C47-0CC2-1DD2-2AE9C6FFE72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DF5F499-DFA1-D46F-61F4-751A22C2192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153ACE-7C98-B3CA-92BA-A907BB85E67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C24849-4F14-3300-FA7A-11D6C419B09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9FE835-C960-B5C1-3989-4E06C32FC5B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2DD043-6373-4C3C-5BBF-FA7EBBF12CA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4C32AA-65D9-ABA6-C519-0C36DED5D50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6909BB-0BF4-0212-6633-9718E1B7A2D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F8E937-0D43-5823-1546-7952F19DB82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E05B94-43D5-C1F7-3F7E-23FAB747058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D97CA1-4130-63B7-FFDE-072647BCD70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CE354F-F3FE-9BBF-972F-15FDCC9C85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284E572-2BF0-EE0B-65BB-DB32B5E98D6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4A9A19-94B8-1186-7214-63E608CA6AA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BCD22F-C6B7-C932-5EC1-EC9555E96A4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3AE127-D9B2-DD2B-E54D-FA65A03A737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43A419-DED8-395A-B94A-639FDBBA48B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395884-59BF-58A0-C30A-71AC01C9455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0C775D-6F11-C38C-E059-838FC408E8E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C59D9C-E420-F569-893D-F3C9AA46F82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60819B-54ED-AB6D-3A6F-1551C0D6AAA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2B89CF4-167B-03D0-11B6-BB064D9BBAF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E4BF215-DDAE-8D1C-7EF4-D8768E4259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4E0C79A-B1F8-0ED6-C7C4-A3F427515D1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6C75A4-49CA-18A5-4126-EFD52EDE5D4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BD61A6-C9DF-85F7-E4A2-27FEFD7516A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B1E5E1-18EC-2ABE-E164-48C6BEF5B61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651BE4-25C5-67BE-BA87-7C2990754A3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F5240F-EF37-CFE0-FD67-5719C64D70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B05EA7D-65F5-B635-ED5C-C954F34914F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3ADD7C-CE38-24CC-0BD4-31244B7B636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7AB726-AA03-1040-F11A-AD5CDADC755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D85B73F-D3BA-4ED9-F0E7-43F2DE930E0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79464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CDDC1-D6DD-94DE-AFD0-8704F8AD5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F5CCEC-FC16-0E89-F750-4184AA47A0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296187-E6CD-013C-6CEF-E9E38A555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6183D76-B617-F76C-3CF5-8158B195D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04F97-E088-D022-AAEB-580DB12D18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A29928-E73D-8843-5563-03093EAEEF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981E12-BBA8-0661-930B-43A05A3872D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700AF6-62C1-7641-F8E5-4656DBA463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EAD80C-C80D-BFDD-1E44-538B3C22C9A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E9D15-343E-98D4-FB24-9A21E13F039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E428CE-915C-1238-6DB5-A519EC702A4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715F0E-F92B-AF20-AC1C-A4B0738A14B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B6C5-643A-30FF-232A-D743DEE770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F61842-38F7-4AD0-8758-0373844B7B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672D5F-ACCC-DCC6-310F-C7FA8270C1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94CE0-83FC-DA38-F752-A7E55BED110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7951DE-8DEF-802A-6318-F46F1419C29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AB7C61-7E8C-ADEC-B6CB-696A02A976A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955396-EEA2-DC14-EA90-F29E623103E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8B8461-84A3-0873-127A-7BC22FFF80E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D538CF-8F4A-7DC0-E7AA-E738BAB6C6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BC4094-82EE-B7E4-FC76-0F976E05F8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97BFD7-B03F-E2AE-CA42-43528744565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71A67F-7178-744B-7658-8E7838AF89F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E546BA-AECB-34B5-195B-877889138D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409B55-6EF6-2BC2-0125-345168BA737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BB8F25-50EA-34E7-D440-E3060BD9F0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621B82-2A47-4379-0951-86ADFCE6C3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2AA139-B9EB-5713-D2AD-6FA63378F27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50AA05-FF50-A8D8-CDB6-A117052DEEA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EA4532-A9FE-F21F-E5F8-77AA700E8721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7CE9DB-42FF-CBFB-C2FA-AA25D1AD66A2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5486E3-EA5D-E159-2212-761E08FC6AE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398411-39A2-66CB-8C84-C9DE41423BF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CCBE34-7A94-0672-072D-DB84008C2F8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4D1C9E-8E61-69DC-7277-78E7D525756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569AE5-3A8F-1A6D-17F5-92FF5DE02E0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EE13C6-0081-055F-6201-DA68DF27795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88A179-88C0-5591-E252-8ADFCC889A8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C54914-6632-AB8E-F3C1-844C71F7C1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CF71A1-527B-005F-C481-4FF5E16DBD0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B63285-C245-2647-1802-C4F09A8F670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2EE87A-0F81-886E-9F93-A260179509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740016-A3E4-5554-B7D7-52480D45B83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1DE725-CD4F-A7AF-CC27-4D20E03A6B3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1FCEB6-7769-6BE8-42E9-49BDD38AB30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2D8D3C-AB71-7B5F-2C8D-EDEF7623F69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5E32CC-B3C0-F36D-CB34-D960D31390C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F0496B-000C-02FD-CEE5-0FB1924EBBC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8CDB61-18BD-3A6B-56C3-D304507FE41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E90B4B-5307-DDD8-66C7-8BC40863B53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7863413-703F-BDC7-B5D5-6330C6BA1DF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2AA903-11B0-0DDE-005C-0E1ABF68F0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38B5F0-1934-5D06-20E4-B585DDBDC81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9A421A2-0EF3-86F4-AA05-A50A70E8E98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3E6CD0-B8D4-A486-26B8-66E34B7E3FD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0914C80-75EC-E003-8790-A8ACA8B78B5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F7F04F-6B40-ACFD-45B6-6C916D3F786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23B2EA-6517-2995-D34C-6AE9DA87295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AC7CF3-F60A-FA18-6176-73D0D011965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427AB99-B37A-3716-7645-24848667574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ED8787-50D0-67A7-2708-578E513DC82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DBD4E4-1AF1-0254-EA72-8CB09AC5D5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515B94-05A7-A805-2359-2DBEF483240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19DC2D-D417-8734-7723-0C7CBDDFED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A48055B-DDFE-0233-57A2-B60DF448A66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B33496-4E19-6E83-0A7A-BD18BCE7174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83DBAF-1960-49D1-2252-E21B7962554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9D6581-1EEF-6347-91CB-85B645C2DC5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2DAD613-4FAD-3BF6-D75D-412A1DC5D1C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319862B-8E95-3779-C440-746CA0B3BF7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069284F-6E17-88CD-9978-69DF42561B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86F0531-5713-A80F-C811-60F23A4102D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58AFD2-E863-4947-BC97-C8C01546162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03CB4-3147-4466-4415-24D5DD2A999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0E6EBC-1CE3-FCDE-D844-C60BFDBD47B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02B10E-61E9-11E0-932F-789F7E3D3B0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E40C4D-8526-17FE-E391-CCD648D4A79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7FE6EA6-BC56-BEB7-ED0B-761908FF034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3150A29-B54A-569F-BA90-4C2E7753FDF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C9DBE8-E87E-B4B7-1F2D-AF72FA231AC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D1DB5F-4FB3-52A7-C448-8596709E698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057339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89C31-DC80-EDBB-4C6C-D5D45A0DD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81531C-94A4-33E0-BE1A-E726DE3C93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the middle three cells of [19 in 5] will sum to at least 7 (124). Therefore, the outer two cells can sum to no more than 12. Therefore, the left cell must be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15F79A-D051-B649-63D2-49DC6F139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04EE13-FFBF-CDD4-1405-989F6CD42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B4ABC0-1896-F312-F22F-C1E21639E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CCEA70-259D-DB79-2AD0-767635CC6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F16DED-29F8-3341-0A2A-7A590E79A0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D78418-1075-8698-2B1D-EA2BD059B4C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08AEB-C59E-3789-FBC7-11AE2D6A97A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34BBB7-CF99-F4A0-A1D8-14F3D2C0B80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BC4002-DA9B-BEC8-AF6E-CC60635822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7B4859-C9E9-183C-E861-932C57DEA6C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B46980-A4C5-E617-E28B-CE086071ACE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7DAE45-7817-3910-B5B4-EC809CE55D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7A38BF-C720-F868-504C-6CD7F12FB52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12031D-2C5F-47AD-6D63-5C1116221CC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1FF841-1BC5-97BA-45AC-C76BD6E0E73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AE7D54-41C9-8339-349E-89864DB1AAD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D3FC6F-E55D-03B3-E07E-DDF6A2FFA0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074A56-E988-EBC0-F008-DF7F63DEC3E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46444C-D6ED-3087-E712-6E5390AE38B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DACA47-5355-1D34-F543-A9A132EC72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1E4DA5-DFD4-0C51-A781-C3D25187C83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0115CC-FB12-4A76-B94F-755FC48BF2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121DD9-8D12-7588-72F5-A7CC5124DA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E90539-844D-EA1E-0B2F-DAF6D15C870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583B2B-C5BB-B5F5-51EC-F8725853A03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E7382F-C69E-AF8F-6952-F7B6F79A56C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9BCA2E-F11E-0019-6C55-FB71005F60A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266A46-3062-C270-9F27-20B369C6CC71}"/>
              </a:ext>
            </a:extLst>
          </p:cNvPr>
          <p:cNvSpPr txBox="1"/>
          <p:nvPr/>
        </p:nvSpPr>
        <p:spPr>
          <a:xfrm>
            <a:off x="4645378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C2FD1B-7B87-E3A0-AD8A-743052DA3C83}"/>
              </a:ext>
            </a:extLst>
          </p:cNvPr>
          <p:cNvSpPr txBox="1"/>
          <p:nvPr/>
        </p:nvSpPr>
        <p:spPr>
          <a:xfrm>
            <a:off x="5147734" y="2404765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BE38F2-E8A0-7D33-D386-4BFE4F23972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4CD7B4-31D4-ED7E-5C93-74035A232B5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1BDB7C-2253-568D-2C54-E50AABBD8C3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3D7FB8-C0B2-5ACE-780C-356A77BB1C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AD53DF-7416-74AF-FAA7-E5B831D29EB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EB50C1-93F1-3EB9-1C27-2E5F7F4BA81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524555-46A4-8036-47F6-57EC7A72F3E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A5CA-4305-55BB-7FFF-13C9895AA27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4284DA-90D0-D725-F646-D0A6D832555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2BA044-7A17-32D6-F494-8D84EE5C349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645E30-08D2-063B-E64E-50A11AFA8F8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B7F2A5-C5CD-387C-B258-45230A0F74B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58100A-9C74-69F6-4EC5-865FB8B515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1292AA-B2F5-7E70-50CD-DAC8F382BAA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6B2353-43EA-18AD-50DC-BC9E000CBC2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40BA17-9609-E7EA-2E76-990472749DE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66C865-4F2C-227C-BE42-147D59EE8CB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71C2C2-8087-1296-B5F4-3925898860A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B6A641-1811-B4F0-4488-2E1399A57E1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A36DFEC-33FE-5926-33DA-ECDB9B673D0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4E88AE-7095-343C-4707-1177DD01964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3A9C60-81E0-8C2E-6451-53CC5421431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65EFD8-3F15-2929-6EAC-D416922D63B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4D53A5-5838-076C-8538-A17FBF8DAAB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1DC717-EE7E-BFD9-939C-8A8FEA06BEB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96ADDE-8E4C-8B34-FDAD-38D6F62626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7509CA-CF3E-CE9D-A8C8-FE4D36FD93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07DCEFF-1B5B-F9BF-12A0-6446F4F91F0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F9F02B-D346-3272-E2FA-A4FDF3ABB5C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CF890C-FE31-1768-78F2-1456F9FEA8B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487145E-5127-B6F0-87D7-9368272F187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0C03A39-A1DE-6E08-F498-2B44B7EAC00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CBE543-C93A-5E8F-0E89-2A0687C513E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1007ADD-7ED0-FBA3-D4B0-79C9E285A6C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0BD8F-895A-3BDD-B6CA-9F26AF5958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CCCF63-659B-CA12-53D8-ADC636E4DD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C6E85A-7C27-F424-933A-4E2D83A9B87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998ACB9-2242-507A-0A5B-10A5B989C3F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F2E24D5-D938-F0E1-A1F8-595FE75988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FA3CAD1-93A5-BD02-C0DC-BAB880423E3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2896FF-BF79-3291-E26F-758F4ACFDC2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1B3BD9-B845-E805-878B-FF944D7F4D6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065B43-473D-F5F4-D39B-0B4EEA765F1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260946-C7CE-7744-AB9C-FC009A5E053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190A4C-13D0-7606-1221-14FE0460D5B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7D7EEBD-7A75-27A0-5CF9-16A7C5802C2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6B3B84D-431E-C507-5609-5BB7BE286A9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3A102E-59F0-B829-134E-933094EE9C1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5BB637-CBE2-5D92-F247-A7D63B5AFF5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B9FDE40-7B9B-8B69-979B-B692FFCABE1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DDCDA8D-C8F1-1355-ED78-EA26B3F9A69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98922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8CF12-45D4-DECC-DA1F-73F2459D9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1AC3E3-FBD0-489B-E2A9-C0906E8DCA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112ECDF-4A62-223F-BDA9-30555ECD9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18E922-E073-547F-93F1-81FF4981D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A82411-51D5-4BF1-4D93-3286CBB93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B34B10-FDD9-E218-7034-A2A3767283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14B8D2-05E3-13E2-EF30-7262F68451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0FECA5-015F-0B3F-DF6D-E9EFDEB7439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330F9E-A80B-CC82-0FED-C419C6B0A49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67BF7-1CED-51B9-764C-6D9D6F65B91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2662A0-6A64-D997-D21E-E3859D17676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FF11AD-AB3F-824B-3F1F-E8292AABC9F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3675AC-0CF6-25C3-C324-F205E1E12D4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F6BC50-20C6-FD17-6E0F-5D04CA935A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AE83AB-6788-B51A-C12F-B848E277D6F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24098D-8A19-D557-C4A7-FBB4B3A75F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6EF7DF-DC2D-2B5A-07A6-C6B12273163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87F080-5531-A59E-823B-FF20AEBA3B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0D5409-59F1-49FB-DC4E-3E460BB4D98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45756A-3215-D187-DA8D-012C2B45E63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549C48-1AFE-E4E7-8310-32A92F594B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229901-85DF-2ADB-1F7F-E4A9AF1C8B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429C86-DF52-0D77-2468-FFA476762B7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339D80-8957-A2F2-07AB-000979E76A1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75495-4891-DE87-1E03-671292C0E39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693480-790E-AB92-B2AA-D60AA66E1CE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1A5273-E3BF-4847-DACC-8D28554FA5B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FE1F3D-04A6-52A9-9986-70B109A1486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100960-8EEF-C519-27DA-B30025DF56E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5BFCDB-1A98-824D-C663-A912640DF38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0E2BB9-1BD9-8908-8A97-1B5147A5BAE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C03CC9-5E92-A18E-7726-32D071B3245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4592A3-0451-355C-1D06-0C5185E79A6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16B59F-8BA8-D99E-B3D0-46CFA9D8D12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C8DA26-AACE-04C6-21CB-FAE6446804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CE62256-C2D0-6E2D-E9FC-43EB2C3518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99FA99-C59B-2FDA-2D0D-7C5818F2D4A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8C915E7-19D8-F53B-31F1-67C23243275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76D6F2-CE07-3293-104F-DCC6DFF9F7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A7612-8E1D-57DF-2653-3E5819BA77F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0ACF9-B18B-59F9-613A-B9214F80852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21742-C89E-9D6F-5912-555C9BD07DD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86B753-3586-9530-E216-1D2C8FFB99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6E5887C-99B0-DEDA-8F8A-17C754D9DC8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9E3DD7F-14F5-0CFA-6525-C04AF25B549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5F584C-B5D0-F759-9986-76EC6F86BFE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05BF84-3DAA-67FF-573A-51FDD70C443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1E2A329-F03C-0C14-D846-43B28442F67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9D0E5A-A1A3-5367-E923-BC2AF852D0E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9C311B-9D5A-A972-9671-1926A0DADC8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A5F0E74-CB7D-33C3-3723-08004663542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EBAE8F-EBF0-6607-5A91-CE22FF97FB6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77E6366-D4CA-5291-6A78-4080254624E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C5E413D-C723-4F37-DF30-5535081FAE2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0170A4-8468-95D5-C3D6-E97CDF4C1E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68F14D-28C7-29CF-B44D-20315E2D263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92667F-8970-F1BC-3B58-2778E175380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324629-3E52-FE59-FD5B-AF65F4A4CEC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F25BD9-FA53-8D45-862E-CB3F62C9CC3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B513FA9-6B3D-5DD4-5135-861C2945B8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2159863-39D8-8A4F-592B-775DC2E0707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9BAAF8-0E98-0C3F-3677-965E5A1AE20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FB4E16F-9AE0-8DE0-CBD3-E2BB0EFEEA7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B24DBF-2BE7-78F5-58E5-EF9DA281DB9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0A1F118-869F-7171-3B33-7795F0A743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C0F356-6614-99B3-144D-277B3E65CF5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F46037-C2C2-87D0-8254-F495351E5FC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F5C8BE-0F56-1ACA-1211-5CEB59DF98E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BAB613B-5FA1-FE9A-2D7E-48C7A7FD2A0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A9254E-67B2-9C6A-C629-F31CA9B2BEA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BBE8782-D735-F7E4-BACB-0B78B21CD4F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DEEE0A-C82E-2309-1473-D6020BC41D3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28CF090-7BAF-643D-C3F6-6B3A7CEF183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38B04B-D064-8A91-6577-A92208C3AD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4DEA65-2BEB-6239-64BB-A9523CCFC20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EB1F8C-36B2-3343-F171-EF2918A8A2F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8F12E42-287F-6860-1B54-20C90B7ADFD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F513FA9-8F64-01A7-D01A-B015EFC6968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AB6E89-11E3-B950-1B04-AF2459B1FAA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C8DF1C0-EDC1-A8FA-53E8-291B64C1AD0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1A53D31-45F5-0F62-0C67-6B29C23BBBE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1976FE-3C3A-B863-52B4-5B7653ACAB1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237252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946B-4A57-1950-1D4D-A5BDA2882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7F529E-A735-76DE-E2CB-883B45DCB1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the outer two cells of [19 in 5] will sum to at least 9 (36). Therefore, the inner three cells can sum to no more than 10. [10 in 3] cannot contain an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127B9D-01F3-61D5-6315-77D783816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293774-9487-7F83-CA42-1F8A8D33B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E7D4848-F2DD-7B3D-0CAD-6090C09373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820B8B0-77BA-E771-3779-2E947A458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BB2DFE-DA71-087E-4A8B-6CC7693523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B362DA-7A5E-4A12-B3C8-A31718C6862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33F7E-E1D3-4627-4272-38B8993C110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33983B-C500-76C1-E728-B0CF1F3D1ED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D97AFB-1598-424D-1773-81FB48475F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58B18A-B548-C3AC-E8EF-228830A8EDB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9DF458-F2C4-8080-D9D4-BB0722A686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E92EEB-EC1F-155A-0F56-CBFF5795FEB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B5C24D-A28D-2E5B-2137-1C3C3EFD49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3CD890-619D-4B63-57C4-8306EE8D4C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73F482-7D5E-AC11-BBB4-B7481BCC33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916891-CD76-19D7-FE4F-DB1499358D8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9A1D26-C5E4-B806-E89F-57C8F2439ED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EE010-0932-8E39-CF8A-1CB3FBB2D2D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C4B7B9-7CD5-BA2D-02A8-434DBA0970D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86AFD4-3677-5E2D-6EA1-6D3595F75FD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22329C-C490-B1D9-05CC-AA7CF760A5C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BB26EE-4264-D376-94C0-18D820D181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163249-19AD-3209-09C6-93B5B50041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DDB20A-1209-5ADB-945F-72EBABC24D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20B44F-0994-36CB-AC11-75B3A58F0D8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2D5EC7-AA9A-2110-6C71-714CDE95A6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6ABA4B-E3CF-DD52-F7C8-F425523F510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46EEAC-1FCD-F2F0-5FA1-EFE1D73D1BA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5DEAC9-12F5-2DDB-0F70-0D4E8633FB5B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00FEE8-B4C7-C104-BC5A-E359FA8B924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5BFBCB-9947-5B13-DD57-4E7C3391C8F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8FF72D-31DE-D01A-B4C1-1985E3AF72D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B263D8-4971-3DFE-3CC5-809A9898C90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3118E6-230D-2CD9-246C-3CD332088BD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27A284-97EE-74CA-CE71-33F499F78C6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CC386F-F3FD-2CCD-C0A6-A959B142B0D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FA146F-33F3-FBE8-4A18-379CC4A33CC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EA1859-31C8-C31F-E7BC-B47357830DD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233AAA-75E5-C569-8BE5-8557DDAD92C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C222A5-D53D-6DB8-C5D7-23015AF4D33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702BC0-8489-BA67-5CFE-10F5CF8B22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FD2658-7301-DE6E-5602-2FE6D568B38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5844C7-4D0B-CFA5-8336-9057E8B255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0637AC-43E2-8A5E-63E8-9D86EB33580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70034E-4DBD-CD21-1154-95915E9369B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0D1A18-786A-52A1-EF63-807961A6B4F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AD165E-9A2C-80A8-190F-6084A9FF0D0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28887C-DFF6-38A9-B838-2135B75C50B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7B9089-152E-3F8A-526A-3963C2E59C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EEAB519-0DDC-B6BD-38A0-C4DCA84FA4B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893D69-7294-65D0-638B-2B81E9643EA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1082B0-97B7-234A-18BC-8D5B020CBC9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A9F95A-F342-4F9F-63F0-DD5F719707A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C3B77F-4EFB-FDC6-44A9-2C42679C1D3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15936A-CE3C-9CBC-5B37-D4B6646A596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DF253D-2A9C-EDC7-4211-6805569A9FF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B1F146-0E0D-B05E-1910-90675CA17AD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59F4D8-AA62-8F54-91E2-7385AC3A377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404BB7E-B9A6-AE46-3DCD-1821239B73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806C85-60F6-CA29-11CC-C04F7541423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31698A-17A8-3433-5D2A-656B9E3EFAA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FC15E5-94CB-EF13-40B3-96353F251C3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9A7F1A-4189-C451-4F0E-03B5D1759B9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1CF37F-E416-33EB-F5A9-E23B64A74AC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321AE5-8FAC-897A-67B7-A7DDE08D33F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69B969-B523-FE8B-53FD-37AA2F35199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D8D003D-BA16-65CC-E36D-416C7DADDC1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6B8E46-56BB-58D6-0ED8-6457A13FDFA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12D333-7D75-02A0-D096-ED9DD4B0519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D414901-9D4E-C537-8642-47D22CDA9E1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0C43A5-C4E3-F499-450D-25033961D1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B4DA01-BEA7-5C57-84DC-4719B678EBF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A726C7-4FCD-E133-2CF3-FA76B933B6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177C62-2A35-9C5F-0554-0E8BD97C0C9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EACF5D3-2924-0A01-9C1D-D63D60CF472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D8396D-54D9-845B-79DF-98E9D58FD3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5636287-A928-9AA5-2E5B-B087657887F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47C13-7E97-F0FF-844B-455F52160AA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DAA97AF-B0AE-8ABD-AF93-766030B4D08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51ED54-4AF4-497B-652C-B4FC4A28380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470610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957E2-4F3E-A738-B887-63D5DC932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C2DE1F-773B-1DF7-3A7F-FEE6218496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right center block, 8 is in Row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F02CE65-37BF-7EBA-2180-E252184F5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4E743B6-A2C2-4437-8A76-0AB06E087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0A4082-7B45-FC39-068A-7B741268DE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127DF3-DB62-CAEC-F04F-7EDF9D753D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4BC18F-988E-B2EB-D63D-4D20C2D2DEA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535BF6-8F11-B3E9-034B-928D221220C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DEBB0-1333-7A1E-4987-6ED205C6941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D4A53-3646-540F-4776-B351994EACE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BD3D0E-782E-59DC-B1AD-EBEB81845A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89399-3A69-6C60-7968-3E401729F48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637C87-EF81-C2AD-9689-21D76F402E9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2B5BAE-44CA-ED57-1658-87C457D8C00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0CFE84-6098-7DE0-C0EC-937724A6167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95B250-7789-9780-BAFE-28169A40851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EBE0BF-1813-2198-1658-D444683DBA3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D1DEF8-E1BA-0489-AA3B-BFA5E3532B2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5A11C4-5ADD-96E9-9D1F-DB7EA60A7A3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AF5238-7CF0-7142-3F44-BCD31EC080E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B4C5CD5-46FC-B2A5-EC42-23070D5D7D1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130CC0-7B59-30FC-FD88-0275E7DA9C5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688758-584A-74A9-453D-6245BEB270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CCAE18-A39D-9AA3-7592-3EE375D4CB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B5FB80-5295-3E24-0E22-EC53D552922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DAF8A9-F48D-8FBE-8825-3B7C90C6943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05672A-86FB-AFC8-E0EA-4F77964147F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920457-3B05-80A3-D177-E0E632D074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94CC32-47EA-A454-4558-504ABF32F5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F1929D-33C8-5F94-E452-3B5F2BBFF2C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3E58BE-454F-910F-816F-0A12A78AE49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1B709C-D92B-E65D-00B3-F8DAF81A3FF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81BA32-0A53-EFFF-2344-D781809906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754452-BD44-E3D8-CCAD-C82F85225EA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25FE4B-74AF-9F42-163B-50C3E8A3D94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4AE8FD-DA8C-15ED-A8A9-22ABD4B493B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AE3CB4-1F17-1375-FCFB-05AA919027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402E0B-BA8A-CD89-7111-6DBB75DBCA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6D08D4-6D77-570B-3488-34AC83D676A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5E2762-7ADF-D380-F34A-10AD3FB18D9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23F8AA-0EAA-7A63-2F63-C0100B0715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1EACE5-283D-A332-85E0-5C736A47D47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433069-3946-C398-424A-CE186754934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741E93-400F-46C8-BFD7-BE6DF356B3F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18185-E313-64C4-4E5E-10FB6E554FC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D42C18-0B31-7300-C419-46B64A3D44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3B99FD-ED8F-D923-274D-AFFC02532EB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A4D2A1-1029-245C-6E5F-F7FCE984B3D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A0CF39-81C1-EBD5-1FAF-481C7BCB3F8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E8DFAE-EEC2-C5D0-B1C0-F2B8DD6A7EE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0C12EF0-F1D9-F193-E1E8-811FFE9C213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8E73E6-DC78-B884-16C6-375199CB39E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4538A7-C250-55B9-9558-F5F33A808DE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8BF554-8DBD-B162-D0F1-CD015E59B4C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215F57-62BA-64D0-7B8D-8FE2EE42EF2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4BA82B-FFBB-D46B-3F63-19CB91F6E3C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718FFE-950F-2C03-1AED-03CE82F5C4D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D1F00B-91B5-15A9-65D0-8E387FE1AB9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A6AD13-6A9F-446C-A148-7732DD82656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321623E-75A6-9571-856E-521900621DC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8CD9970-022C-E76B-4447-59EECD7280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EE7FFCE-7E4F-91D1-64DB-A95A4378815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A8FEB64-EE63-3B2B-1FF0-9ED0D87E3C6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370CEAF-B58D-1095-88C4-89218A9885E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C7ACF3-E4FE-1FDB-0A35-89CE712A258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9F4BCF-D106-AE0F-7294-FA67049ECB7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4A662D-FFA6-7DF5-F56B-4A148FC35FD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8C0CB7-DA3E-9EFB-DD1C-EEACB9B3F03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CCFEF4-C8A0-0082-BC1D-AD4CAB91AF8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A2A1CD-53FD-DC12-B9BB-6689D664FF4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0C0EB9-B384-9A09-61AD-19F83459981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B44CC8E-FD11-9FE2-C0EF-2F8B180C58A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97E448D-0A23-9425-D79B-6082AAFF779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BCC351-9001-6341-AE5E-368D6ED6C1C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C2E8F9-9A6B-054D-D2CA-3713871618B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885B721-D367-2454-F569-6641899A331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602B475-D0A5-54C8-3DEE-DFAA30EFD04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6FC3EED-6DE5-D0CE-EBF8-3D36D6BB18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1AA3A9-E1AA-5AD5-21AF-D9BF48AF20D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DD38D7-6DAA-8891-E0DA-3812056BA69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15C57CC-1F63-B5ED-BE5A-22154D10176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DC9829-6F2F-D6D7-F3F5-611C5887413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041944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CA5B4-055D-D06A-BB2E-07BC5F7A0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92A631-1B5E-C7BE-1561-BCCEDC0099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4, [19 in 5] must contain a 1. [19 in 5] -&gt; [15 in 3, no 1, 3, 9]. This could be 258 or 267. In either case, there must be a 2, which fits in only one place. Then, the 1 fits in only one place. And 4 can’t be used.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EA5116-0875-3DA8-5FD3-ACF1FE74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CDD8FD-04D4-6BCC-5AD6-7EC4DA9B7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B57601-66E2-6BB6-995B-2439ACD5D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EC0E71-2A55-640B-A589-14F9DB6EC1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FAD058-E798-58F0-94FE-5D6F038C8FE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114BCF-355C-676F-D7E1-AD8F7C525D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E7BF3-C977-9EE0-5AC7-21E7EC99DC8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A5BD25-FB79-EBDC-5874-5D84F416626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57069E-BA93-A1E0-0B90-B7009C81830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DAA0CF-74A5-1CC1-2D23-9634915F07D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AF1079-2D1F-CAB1-57DB-5D1A35B8213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FB0A60-CC6A-CDD3-1211-C4B1B916136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3F6A5B-4DEF-CFDC-9DAA-289F2ED0C30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AC174A-EEAC-03C7-5086-C8AC586C906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F2BB1-AD39-1436-BEA0-977350395B8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F17530-C487-2ACA-B67F-DB06CC6CB60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BFCA62-914F-3AB0-94C6-38805770ECD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6E7C5B-3A81-97C6-D671-E90A19340AE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FC7E7A-7ADD-52E0-443A-CD796BA9952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4F5BC2-6516-32A0-5291-539FF7DEAC5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5677C7-9CA1-8977-4A14-B546A00B063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1D79C-68A1-F475-F328-FF589C640D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624ACA-8FD7-E49B-F44D-D59672EC404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BE8C4-6611-4F54-F8E5-551FF5F25DF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8E57C0-47CD-02C2-2AA8-0488A02F81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7FA447-6575-210A-C63A-B31A7EDB0B0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E716B9-7DBC-CB90-BC40-8089738F4C4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A6C993-C557-136B-75BC-DD5F1D1AD8B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893BDE-9A4E-4E20-E082-B779FCFC03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158B22-2AE7-B8F5-0332-8C845F601F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004536-FA05-A3B6-324A-A80AF767BEB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957D44-C1E2-677B-2112-747BC47F084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8D76FD-D682-0F1C-E1CF-53B97BE43B5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EB8E6D-9512-9E6D-71C6-20604257055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79AF96-7F45-505D-EF91-640DC4981D0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C17E80-3CA3-EF51-9B25-90FC6B290FB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3037DE-A72D-B4D9-A221-4AD1DACCF5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4AFC06-9B80-278F-8C3D-974D180496A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CCB8B8-8FE6-0056-8F11-346C2CFB465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94E80D2-254A-BE93-AB29-87926D3D981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899F1D-5FC3-4161-C8B5-747D6FED631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A2C883-36A6-FD98-B0E5-7AFE4904C86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63237D-8D66-FAE7-27E7-E68B6ED671A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7A3412-B1DA-BE12-0D19-63771F2C268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CEEA4C-EECC-F0AE-EA5D-511E3A98A1D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B19DA75-2F3F-F7B8-24E7-B2BE320BDF0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024C60-33E1-FFF7-7744-0AD044B6871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6303E8-C629-762A-DA58-4E06884864D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B3E331-B4C7-C209-779E-C52BF1778F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4284033-30D0-0C52-A4B2-11765E5983F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DD0BB9-FAC3-8787-491C-1AE3DF33A8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740366-6879-0B6C-CC81-B64FBB5D87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C841BE-E569-1F0D-6CFA-8D30418B149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0B5ED1-54F0-D291-29BC-D78DBB26273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DF3E2F-7AB0-20D4-6AC0-9CE731CC0C6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A6EFDF-713C-8BA9-992F-40CFC19E0BD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816460F-01FA-A5D6-D295-46E3BF5E80F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C5C589-8B71-D60F-2419-95A5F45D099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787B81A-33C5-5C84-9114-8BBC0E29B91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51E35FB-E3BF-3CF2-A579-0E07F401FA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2F1F57-FC76-A9E1-066E-F782BBF2F63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E6C91-6333-4911-501D-B1A34A469FE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96D1AA-2DB2-DAAB-CCF7-BEA999F9D4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351ECC-4AF6-FCCE-6582-923F977DD21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9383949-7F64-0261-EAC4-182B1FE9E4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E35649-DE9E-1753-9D6A-52D50FE37DB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55A1C7-2A38-1F7E-D483-16B83528FF2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8A1842-A249-65C9-FBBA-599D3F92A3B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32203D-A254-32B3-5455-0904CF86568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2D77FA-5AE4-27BA-4360-FAEA9A7CE13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86C428-4A36-69F1-24E5-7A4C52047D3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FD8163-4B53-4D6D-E1A0-DBE165CE9D9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B918E9-3B72-EAD4-C1D7-C5B59FAF0F6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F3B184-FAA6-938C-6231-450083294B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88F973-5260-DC84-302F-086BA248A42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0B3951-F854-0551-DD40-900DB7EA9C6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52C27D-8C1E-47FD-3545-C90644DE3C2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A1AA6B-DF30-0F47-1AB5-86D3F3F277D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B1F65-D96A-2E78-4205-979CC6856C2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EE1978-4663-477E-2D46-0564CAC81D9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124145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11DFD-A4B4-2CA8-4771-5706372F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C4046D-7472-B461-0F1D-870651A49F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0570EE-E70D-A7D8-4D4E-EA6BF05F2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DD4E2BB-49B2-38FD-3355-21B8F0636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036C6D7-5262-5B17-9FB7-EE9DED7848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F5ECF4-30CC-9B8E-1354-B30A1597ED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6ABD4A-B43E-8669-6719-244C84B7A8D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483644-C519-9F61-D09E-BF0C0E9764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4E2A17-8F72-B68D-B2F1-E97CBDCDCC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4F357D-F021-C512-35CA-D86998F2861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C9B248-9460-318A-6266-8061B71736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8A53F8-6CF1-9699-DA21-B661D5B1136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953DA7-2A36-0543-578E-5FB570CF67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448583-ECC0-1970-1900-7FB262F08FE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5B9270-049A-E98A-40C7-CA3DC8C8F35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BD483A-051B-6344-8082-5A19E41D9A3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57F7A4-28F3-982B-AA61-5701A29C2E8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53B286-8CEE-2D43-8E97-7B9DBB9B3D9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4EBECC-1A10-87CB-694E-BCC3E021CD8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298B28-3A4B-7492-D18C-6DFE946073C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F1D639-9F8E-77AA-B485-A415895775B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A21089-DE64-461B-D73F-B6458380472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84D630-4297-6D0B-BF9E-D0072BC1358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DEFA08-06DC-E50A-9322-C86C22FE653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C1E972-76D8-EEC3-9AE4-23C26364AE7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4E2190-8AF8-BDF6-D5ED-3D1EAA586F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56F3C7-8A28-B89F-AF2F-3B08ED5E6BD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15BFFB-035D-F973-485C-EB458E1B7B4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45CEFA-A59B-353C-9CB4-A4B5AAEF8EE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C9D8DB-FFD9-A2A5-8C2D-CE534DF80BB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0D9E084-08B6-B6A2-A03E-A4288ADF868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AE012D-7E3B-CD8F-7A4A-646CE039DF1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109C64-2888-9F92-E3F8-3A6698A824F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848F3A-11B1-F530-6087-E6E8EA5A091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200098-97DF-AE09-6BDB-3BBD0E5F846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AF8DC9-BEE3-CEC1-A7E1-D123F414D2A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98B12-DA3C-0EB2-8645-00C4113A7B6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75A7CB-21EE-828C-F9BA-08D6F438541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14F73E-D8E7-07C9-31B6-E7756546F6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92602B-DD6C-EBB1-5E69-1B2554BF14D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5315CC-22B8-5F2A-3E7C-010976F5392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11881F-6204-9BB9-D6D8-ACD5FB841FF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288E2D-3C06-78A1-BBDE-1CE0E8AA390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A6D5F0-4639-8D14-E733-1D8873EF8EB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754592-93D1-31FF-85CB-0F469355513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FD79AD-A448-C777-5A81-6E820E2B466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FFD7AC-C405-24F1-F576-E52919E14CC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C3C7FB-B770-7557-6DB3-86A481A84AE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1A0B317-C594-7D36-0BA4-5F9E520ADBF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1EF823-6ACB-8E03-1C32-BC74A5C36AC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4FF6166-AD14-277D-0E68-CF3DE70D715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8EE699-7AC8-5F80-70DE-7DE049B074C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43E3B24-8E34-476E-A42D-C117B88B033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2F934D-0602-3483-AF8F-A3A34176C34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5EA6E3D-13D3-9862-C847-DCF7C854A8E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A571D4-82B4-9DA8-9EE3-E213C7C30C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65FA0E-736C-54F3-0613-63119C1A29B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47E44D5-B69C-8A2A-FC16-F8815B3D31C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0FB2E02-A260-2F96-E275-8554739CEA5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95B7B3B-AF3A-8211-D01A-F74FA1D61EB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FA29F6-14AC-E709-6AD1-37519D210A4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27037BF-F873-3297-AF6A-2D1C2B0E515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1ADF98-E45B-F53A-5204-0B6F7A9763C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2DD75A-E4B8-2919-1694-74644F7AC6D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35E795-441E-F9A5-C305-1123D5F4BDB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35AA00A-0B99-A606-E990-C9C1AED41EA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39F3AD4-C20A-20B0-CA77-DE15E22E12A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AA1FFB-6949-E818-0074-4E6839651AD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06FB72-75EE-A7E2-2B10-164CCD923F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EC86C71-68F6-C087-7489-3AB522B44D7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26F9B6-A067-F9AC-DBCB-FDC06D4B590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51C5B4-7278-86D4-FDCE-5EE0C0DFCB2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8E15230-2B7B-9BCA-82B9-F4A966EE3D7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E0D3FD-B7A5-10E0-2DED-2CBFAA3C9A6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7D6FE93-DB36-AB5F-0D81-99724AEA700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3675622-CE53-DD6F-5914-7FA536EE008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1DCC681-6BD1-798F-A891-5A6DC4EFE10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2C1969-C0E3-F33B-8374-D485FC30633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1D5D35-79F1-618D-7E0F-DB5918CF36A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D9917C-20F7-67B4-B7C7-CDE20820535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06D1DF-CA04-9B61-15B6-B07F4F8B083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F8B150-FB46-1F5D-F845-866C97E595B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629494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0AF7D-20F9-67AB-4456-96AD9EE41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6B3C26-D0BD-B735-B2E2-14164ED693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A0B900-3F72-B823-D7DB-FC2780261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08E12E-69FE-F7E7-75ED-A06CA9805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08AD23-5E76-0FEA-B8EF-0A4B6C66F8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406629-EDAE-3C21-CB39-C894D96FA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A332F4-3A38-EDE9-9940-2EE9F6CF38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F35D1-ACEA-992A-9FFA-1D2D4B2C2E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B6AF8E-1A34-47EA-7B1D-F000E5698F3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529EAB-AEE4-1FE9-BE56-E729E7C02E4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FF7A01-1F7B-9479-75A4-9C091CA2A36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15D51D-1A92-80E5-606A-66A4854F2D3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18871F-474F-7576-8161-6D58FDB3AA8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DC32DF-847B-4789-19CF-DC6F438425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459AFF-0CAC-209A-5344-59AF11D2297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1A739F-F49E-7BC5-BDFB-305348BB2C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403F06-42E5-9FDF-25F5-C416D831A72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25531D-E94E-4153-69D4-C0305F0B7D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B6C335-8AC8-63D2-E393-ED3ED388C57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CDE331-F225-E45D-31B4-AA7292DC5A2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A5CE9B-C053-26D9-FD5D-58B0346ACF0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C89E59-59C4-C170-3402-E6AC6340E48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7AE8BE-E9D2-0CA7-E8CC-F21875B67E7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F9E23F-B680-938F-B999-0C2E62383DD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5C5D27-A460-0C7C-92FF-BCB1810B82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B86FAB-228F-7FEA-337C-7FE813DFA67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B25F3F-A435-B57F-DB00-2DB3FBBEC4B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0BA1ED-60C3-C65E-4E53-D7B7C8F77E3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819C92-261D-5598-CA9A-85EB6C982E1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6FB5B15-4E97-F2A4-FF7E-5E7FBD48270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2DE18D-B9DB-53E6-F737-EEA94A109D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56DDD0-E69C-7DC2-42BD-0DC059189A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F6B394A-0EAC-A866-015F-9BFFDBBC050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E52202-8BA5-8DE5-1A49-31C49757826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777B1B-2DAB-FDC3-E4E7-C6B227358D2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37A1F6-7D9B-CB19-0926-41ACBA09E99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52BFE5-9225-69B1-AABE-FFB89093A3E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B3D3E9-9A6B-EAA5-08B0-BA44D724974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9B458-35E9-862C-3666-C61EE568C95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1094A4-ADE3-0526-5A14-5ECDE127318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8D95EB-1830-A7A1-B700-1B4810E0C9A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B7A65A-712E-A633-EE55-87636C19D3C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A310B2-4915-2BEE-48AF-EDBCDBC95E4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E4CF6-1E7A-DA49-6547-32225E407B8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7268C3-7AC2-58A8-BC68-D4258BC8103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AAA21C-56A9-F532-003E-B39F5AD2FE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A0182A-3B24-D50E-9B02-76F99038E87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4DBF32-71FF-7642-56F6-87CD107297D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D874C29-C905-AA75-7379-03BEAC3E42A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56B160-4681-CADD-36E3-6A737AA64A4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A5E3CC-D8D6-12BC-139A-8512E136D0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529AF0-8E16-DBA0-E82D-B552F07694C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C6A17D-8421-9B54-589A-9DFA48738D7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18BA1D-22A7-BDBA-A004-9DDD68BD9A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7730A84-DBC7-4CD9-F117-978A3224F54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28FFE0-270A-F0CF-38EB-3F93ECB34E7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D2250C-07B2-FE35-5F23-C4FFA5C6389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2D584F-5883-32F1-5070-5FBD4DA639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B974904-7BE0-2374-4D18-05B0A523B16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950ABF0-226D-AF97-F4EC-7879950DCA8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865AC77-7612-05E2-3BA4-831D8CB1DE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BF735F-5C85-BFC9-5B8E-BF60E41AA27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795750-BA5D-020C-9F13-D5AA7778063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7628D3-2973-14AA-7835-9C2B26E1E00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B4BD5D-E3DE-AE1D-A577-AB0B2AC6814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8E416D2-8846-5FA8-3425-853A4743251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B9AAB31-0409-A110-0279-89CD1ED7E1A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2D4371E-FDB4-BD3A-28E6-9AD00E2EE3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E031A88-ED25-4E8C-7E8A-219C9CCDCA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E8DB4E-1D90-925D-8FB6-63F9C389355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3C46C4-2E56-3ED3-17D0-1DC1FFBAE10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0D708BD-66E3-F50C-4E89-D051C1BE4F2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90B4E96-262C-4B38-B45E-D80690D55F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2952890-F227-16BD-FE42-5FA233B61F4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25E1DC6-37F4-C5CF-0B56-65C80919FD9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B3D5E7-9A1E-8E26-399F-AAFD775EB4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2F7734A-7E78-F01C-5472-65E7CBFB760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E0E9327-4DF6-64FC-A005-02C6AE30087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C71858-1859-2CBF-6DBF-FBFBA189723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73832F-4702-1806-1CA3-C16F68B37D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7AFD08-D764-9F52-3A2D-2EAD6BA11AC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D3BC28-DCBA-CE14-1A6C-2DA6AD6C186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8781865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8DC4-E52B-4DBD-18D7-EF5EF6697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CC42FF-0EDB-5D84-93EE-DBB085379A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F5E83E-C2CC-D2C3-CE26-59C627D81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85B85C-1CB3-146E-9FE5-2BE1F41D9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665788-D4D2-11D0-2F86-00CD4A447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DC283F-ED66-D5CB-7A83-BD05A20E18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D667BB-6E1A-CD4B-ABAD-8192363662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4180EC-3A89-7AF5-D772-2411E6C1C1F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C4BF4-35B8-0A7B-E656-C738FCC4DF7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AC2BAF-CC1F-D62D-7775-7B51A11A0D9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B645CD-85CF-6C0B-5692-37A2AB414B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D3F465-0FF2-16E4-33EB-8AD87360795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98D4CD-C2D9-FB28-288F-E603D7E3A98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B430C0-6BBE-5D32-BCAE-1A18F3056A2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EF0431-F14A-E372-E50E-3C938A2CB9C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D556BB-F47B-59B6-80F6-C56ADBF9FBD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4BE93A-7BAD-1FA8-93D2-C2845DDF029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53453-0B09-FA7E-3DAA-5DCC7E27A3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D7892E-FD3E-AA49-0F02-2544E1C386A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BE4A64-4E36-B2A4-F0A4-E0797EF4D5F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5EF70C-ADF8-C0BA-E872-A1FC692D5A8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6BE486-06E7-145A-0C67-7D3759D73D7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C66F8A-62B8-526A-97A1-8C47C98A4EA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CA0B3C-4473-3BDC-B3E1-A2C6D2C1F43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0C1AD3-F9E3-729F-9365-811D5CCAA8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254BD1-C2DA-4C88-45EE-A524380B54B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F97DFB-1589-1600-0357-1C5CBDB6A0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4BAB50-4639-C23F-865A-336671DF125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FF320C6-6D6F-DD3B-C2D2-035602BEECD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566B8A-CEBE-9C26-37F2-2C3773F37B3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FE5B61-A1DB-3767-2EC6-03823DACB0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035118-88AB-91E8-63B4-C1130E52C9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706198-84DD-1CE7-D566-041C2A61262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3932F4-87CA-5B1B-D3DB-FA52A9FD647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FAFFD7-A772-D1F3-E002-1BFD4B5C19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60A1E2-8AD8-AB67-EBD0-34165B9670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E2B17-D174-5B40-8B48-988FE77932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F11ECC-E28C-2F72-6B6C-70831B9CF61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AC9107-D011-4664-1F76-076C0DC3063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A80CB5-A82B-7AFE-27D4-3A824EDF342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5371C2-E89B-414B-9BA2-7EF1FE93C1A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AF445A-7573-118F-3C57-26866C5FC18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7580C3-DA3C-DCDA-0E48-30519326FAF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882299-3132-ED9A-1FF2-52BE9AD6591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3C337F-ACD8-EAC1-5522-25002838F2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944C6F6-7A3C-0830-F36E-92C973C3E6F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CE141E-975B-DFD0-577F-FB34CC8E7FC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FDDA9E1-20CD-175B-7B80-04C72F826D1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D09697-878A-D3EF-FFB4-061E65F47F0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670CC2-D7FF-E8EC-7B3E-22302765EE6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EB512E-F93F-BBD1-6BD0-8BCA84159A2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2979E2-06E0-C406-464A-9256E639443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00C3B1-F42B-B8C6-0A1C-717C6903DBC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9F95F5-62EC-CDBD-697B-5A3B747B530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C2C819-D06B-69A8-2A4B-00B94C0CFFC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E7DED82-933B-1D42-53E1-8D935A96AE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0C6CFAA-67D4-86BA-D67C-CDCE34D7BAD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8C3DD6-F6DD-B78B-A34D-1C2AF131B31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A049CA-DD05-0036-4E5B-79EBC911A4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3D18629-A15C-E5D1-C383-2B10EF23310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6AD878-917A-455B-D08D-AA475A8429F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726E20-FD81-A9A5-B8AB-BBC1A044E91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6AE67E-0BE9-3CD1-7BE5-2E080ED3AC6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441320-6057-30DA-D5BC-3D46A8FA7A9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6A91E2-C197-808A-FE8B-294F4D7D067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DB3987-017A-49F3-B873-5D103BF4818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0A3525-471A-F874-7C4D-BA123A108ED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1962EF1-1147-AB5A-2699-D30A23DA267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3A81A11-73BB-1762-AD8A-3976FD8E32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AC0F0C-EDCF-631B-27AC-4C7A751C17E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CC3562-91F7-10D2-36EB-EA33D12D092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AB163B8-6088-7DE8-4DF8-A4917ECDCE1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DD80163-C863-9C07-97B7-A77E282A7D2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7A7AF9B-B62C-77CC-6CE2-9EB4E6FED8B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4165A79-BE37-B237-3940-8362BF2E1C0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6952AD-D733-B25F-878F-CE683DFE5E9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667C16B-AA32-A884-47DF-C5D939019E3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81B53B-DB8F-6053-7903-3ADB2AC585B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ECBB2B-EABE-5276-271C-44A8D24A9A4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EA1213-A80D-ED70-19D8-5BB54F4B60F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47E7ED-9737-8DDB-31D7-E24DC9939B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7D2854-F015-9E31-6B83-9D010658EAF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651988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1D26-62EF-6549-0D30-9C49955C4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931273-13F1-2557-23E3-3548A853CD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236F1B-1E78-63A3-D4AB-C556ECBC0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E5107A-8488-FFC1-F4D7-DBAFC860F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349FC00-991F-28C2-6FCB-F822F3017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3A3F0E-C6A1-341C-6DE8-611F916039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8C6DA2-4DBE-29AA-A7B9-584F3E48B84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3A7CC5-CFB3-7672-F3E4-CCCD380A6B6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D0C125-C235-98CB-645E-19B76942CA1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90745E-BBC2-CB8F-D58D-24564CD816B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DC5BE2-8387-3B14-3F6F-6C239527A9A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4037A-B900-5137-4E36-FE67FF3D027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661D99-E1CE-1B9F-959E-EDB3DBA10E6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6AC7A8-3405-B92D-C16F-43F7ADA73D2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87CC67-9059-B877-5B75-BE4D47CC467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6A1597-2E3A-F2AD-2082-6B1646212D4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EC56D1-C707-3B23-A37E-10225C4F06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EFC8A3-862F-F7A0-65D3-F0BF0598108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2F4EB1-C79B-909E-4681-09901D69787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70D127-D40B-6EBB-0744-C8CF89B036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01FEDE-7170-D0EA-4AE9-B1DCD6E365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C12AB1-ABC3-5BF9-3A27-90E5D40C95F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4CFBC1-4A85-839E-3F05-F89CFD62C7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508260-BD6C-0853-4F0F-2C422FE3CF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0F1F91-D7B9-D1AA-A23B-24E7270E64F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8A269BB-23E2-CDCF-40A1-1CF5A6FA15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57FF3E-41AC-95E3-BA5C-3C8456D51AD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175ADCC-5A04-80C5-8DE4-243582EA67F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F2170E-5D56-E095-4610-ED800C316BD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85F916-7FD4-0071-007E-C8817776B00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E2A65A-65B1-B2A4-7D51-4EB1ED39E25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B16A75-0633-3C01-E609-347FEFE91D2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0240EF-5A85-2321-8EEC-8C81C7E5328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D74A6A-F357-293D-83CA-DB9B105ED54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B88635-EA98-14EB-EB2B-8A48BDD58C0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D8186-4C46-D571-FE2E-9709C73BEC0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490445-23FC-9B21-2F52-0ECF2E44E04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4A29CA-E250-5778-B592-482D1E38D6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B98054-26EA-3F61-63F6-E5A0C00FDD6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7B3888F-7BA9-467E-8E92-1CD2B1471B5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F7C2EC-D9BE-E936-0F17-B3BD0B99D4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532430-BB1B-E8D8-2CB4-EC7BADC3D4C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11D7119-7B92-D886-C80F-E65B9682A3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C4C2B0-7417-4048-0B6D-17F06276FF9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6D77C1-C22D-988C-C201-AFEFFCA86BA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C6203B5-22EB-A93D-8B70-6B12C77F876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2AFD35-C6B5-9240-115F-8616AD6EA70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7F2212-6E77-20CF-332F-AABC4C36DED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2B2998-1D46-06C6-417A-325F133FA7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D190C4-3861-B652-DE05-BD566051277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28E43C-135F-52C1-D618-DDE3C280BD4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2EF425-29DE-2C03-60BD-8B007D3BD14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9FC54ED-AC8A-D19F-5298-36C01DC872B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304B51-F9D8-9878-8E29-00684EE9A39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C7E235-3F74-FB7B-6FCC-F676FBA1041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9F37819-E233-FDFF-D008-A08DBAB6AA8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0CA12B-6FAF-65A4-8756-4D6F7D54EB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03323A-D4CB-C9FB-8040-D8E273A7865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2216BE-1C7C-046F-7DF0-5D9D66F0628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473D8E-7393-6668-B383-9CDACFEA15A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BF7B03-A52E-9FB6-3F8E-194F299BEE0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1FCA5E-5DDB-018F-0AE3-A25E95868F1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4841713-A945-1AFA-F7C7-5F06EA55B3A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50A7CD-43A4-8CDE-D6AD-E1D4083E97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29DF146-4B0D-E0DD-9B87-933F4318EB3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F0DE646-8805-75F6-F16B-5E225EE0E1C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592F89-149B-8AF3-3A81-ED353075A91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0EF72-B463-4B4F-DC13-747D19C7FD9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4866B7-3132-CEA5-ADB3-9DFB27AEBCB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ACEF65-E7A8-4DE0-7692-3F13C93391B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CEF00B4-1F1C-F887-940A-7455121DEE4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D1B5E37-039D-3A60-54FA-639D1FCEEDA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DDE158-5D44-BBBE-DB0E-3C9785AA9EB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92E78A-3843-C7F9-2219-84843ADD4B9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619BC6-DBD9-D489-CC85-09B79C6E14A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C98F8CB-485E-393F-0334-52812B845F3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A52C43-634C-6066-4A73-585B307042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FA821D-5DB1-5C31-822B-A1723847A62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4A76C5-12B1-A456-C7B1-996DE57C412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1E1F2D-5E1D-6FFF-BC50-6E06735DBA2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7A133D-E0FC-6E29-F290-0357A92BB23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C28B27-7BD8-7690-21E8-6D3F0030F5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763945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B9099-105C-3C93-2EDD-969F407F2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0A8EF8-EAED-DBA2-AF1D-0C09F96C79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B16CB74-9FE9-BAFB-4DB5-AC7D59711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3CBF10-517D-5ABF-FA9E-72353220AD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BFF7A9-E418-58AF-DA18-D9BB7324D1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8ADFAF-235C-A0E5-58D4-9476132D07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2E4148-5A37-3B58-D440-378CADE24AD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C8DD3F-A19D-1180-0C4C-ECA22171976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85FE97-073A-A7CC-F055-6E47CD95C56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68A0B6-6E5C-443A-05F4-8F7C3184DA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AC48C5-0790-1F28-D088-000F6FC3BF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4F396E-13BA-8221-7191-5EDF30EB51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B3B570-1738-8FE8-22D0-2658FBC2EF0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76BE0-8AA9-D8EE-7463-7022085A41D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F97936-6D2F-39D8-CE03-5DFE33CBD01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A6D4C1-3091-6CAB-56A5-570B52C1C74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04A396-B6AB-BA66-B9C2-CB5C86E8660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1EB58D-D503-E8E2-15EE-2806C23F55C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33CA63-8C34-4DBB-81A9-9D7772E3891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3FEC78-95E4-8449-ED4B-E8E223C396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D99472-39E4-98A4-FF47-7D37E196EE6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5685F1-3698-76B1-5D03-1A8FEA9AAC3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0DC666-93FF-1B44-506F-4726DDDDA4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981B9F-7FD3-4BA8-9C5E-96171FBC49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350989-C932-6A8D-C382-C7401AA9E2F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1B5E68-2AE4-D5D6-DFD1-97D68F717ED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6F69B0-9DE7-0E0D-6E9B-D2CB7A5DE69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CE383B-BAD4-CBCF-DD95-AF05826EC5A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F76530-58C9-FAC4-D277-B0479A6983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141350-6638-7411-6B52-2483AE996C3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6058EB-22AA-8611-19A5-7AEB085B59D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E2324F-14FA-1F8A-5990-4AFB80109DC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37792C-79AE-84D8-3D5A-3D2C968166E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B1CAB1-A180-73EC-D351-EC40F00A5B9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305A63-76C0-96B8-686D-DAD75424FA5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3105FB-7FBC-35E1-4970-3229301B1B3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0C57E4-5D71-2FC4-C5A6-1626F0FDFD2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7800DA-4D17-6963-617C-43813D98B2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C0AE76-B209-E3B3-4CDD-434F7222729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469B64-B664-A6A9-DBED-67A8E016A02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A72B3D-EA12-5F91-5D8B-81D70846325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2833D0-BAD0-ADA7-2400-16E7174CE0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FBB330-C1AD-7C6D-C868-4B8E957F54B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F86AE0-EDDE-DC4C-100C-9701FEA9C1F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FFF3AC7-B299-C798-0D95-3FC21E7C982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A0AE46-6861-5FD6-E730-1D86142E30A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0A6306-BA7C-A813-B2B6-38CA24314BC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821CAA6-0322-B972-9A74-11490809D86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2B3DFE-121B-AE75-9869-68F6BDB1BD4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B54365C-C5A6-79B5-B070-455DE0E83E9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AC36C02-617C-30E3-D314-B6E6D562E6F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44E2695-1B61-A17D-F6A5-8643652723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38D5A7-6DCD-AB54-826D-C72310B500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7331E0-E5F3-5AAC-D3A1-DDD5744E66D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7898C5-C023-94AD-8AEB-61CC8ECE9A5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79DC37-5F21-DCCB-6C2E-595C240EA0E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C4C15E-3512-3E2B-7503-67FD1B8CA21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5F3E75-7E68-E965-9B4F-E9CAB671708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FAAD9AF-AE48-5726-7F99-035FFF48E1F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F50F273-CDBA-679F-27A2-5594B63AFE4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30F69E-17AD-AEDD-D4F8-CBEF6ECA5CC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ABF9C8-201E-08DB-144E-1ABF1465FC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65C00A2-9280-FA98-979C-F278E6AC74A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D7412AE-7A1F-7687-6251-E254CE719F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D97DDB-F57E-DCD6-C438-A86BC5AA592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799CA8-55AC-972F-9EC3-C425E569A5E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5BAB016-482B-0C62-37EF-4105E9467EC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0E06434-9275-DCA7-CC00-D003CED733C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EC8FBC-3A84-F34E-8672-7F8103E178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389CDA-9C2E-14DD-875A-BDEF512D57D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A0B88C-591B-D9F8-6561-C0729BB03FD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C5C22A7-8498-8DF9-BBAF-7D1C694B7DD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FCDFB2-76A7-FC8C-4A8D-CE5753CE59C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07F09E-F74D-B0DD-3E59-90D77E8CEC1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7C1E60-72FC-03F7-1A17-18A3FC7C69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B843C4C-653D-1AC1-F1F0-DDD271DC987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F7F3FD-914D-5F80-86B4-AE2498B07CF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2063FE-97B8-45C1-F9D0-4B3B741CD2F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92408C-0613-E742-CFBD-ED1B9BAE6AB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6EA032-B8B1-FE74-5531-7C5679EA5F2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7742C2-F04A-CCAF-37D8-29E2BFD9DE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1CFECC-DD27-F8BD-E804-DF01113A07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485605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054BA-D4EF-3D22-6DE3-B7A6886B5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51E728-D0DA-8BDB-4163-856E853824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DD52C4-9E98-4C39-D9E5-1D2DC586C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CC02FED-9F63-1B30-3C21-75651A595F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E4108AB-B3DF-627D-C795-FA6EAF906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528BAEE-B2CE-1F46-C840-861041BDC4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BB559D-A5F2-17E3-CAFB-C428236E4FA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FEC79-BDFC-BF05-B83E-F1AD65A3A45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31A5CA-EFB5-E047-76D4-69CB096894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405063-958D-A401-BA0B-D4DFC44F35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EC30BC-ECEC-171B-67D8-D9D1AE0A721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22E9A3-B971-0AD4-9D1C-CFF5A675344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021DB6-6850-AA9A-A800-854B39EA31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6A7791-AC4D-55FB-5343-419ACF12623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247492-3E1E-E928-CA09-FD8D5E4C1A3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F7A022-0DDD-7140-67FD-608C2B922CA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D46B0C-5BBE-461E-C4EA-CA9BA6C8AB3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DD43D9-FB27-7E37-1175-2FAD8EA001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CDE804-1E61-00A2-7444-46F3265872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1B32DA-24E5-2346-965C-3677BC624BA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3C62A7-C048-20D9-3E9C-F1AA8F1156A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75BE98-3F39-2CC5-1F16-79DA4937262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1105F4-E656-82BD-EDD1-9E0AA5A6FFA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61E637-A93E-5B85-C830-7843D487626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45BFE8-BB3C-C096-75BF-63ECAFC5E06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58D2F8-566C-6827-65F8-6AA39020D49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601083-B2EB-F876-8C98-76F4E08DCEE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F64DF-D343-E1D1-779D-A56D410C4F7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C9A493-8027-43E8-05E0-E31A0BF9789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55A88-DD09-B3FB-94AC-95147ED0FAD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50A30-CB86-3BF7-31E1-BABEC1F450D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E5001F-C42D-F60D-7272-C2328940880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C6BA52-6859-F6C6-D89F-1FE4666FC6A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6DA0F64-A0B0-CC95-9140-0EA56A385BF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2603B5-869A-89D8-3E81-DEAB1B9D604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DD3C4A-433D-0428-374B-5D938FE8509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B2636B0-59D0-3230-66EF-E39F9395CAA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A54E52-489C-98A0-171A-1AF41A607C2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979814-512E-4659-301C-E5C15388AEE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A5FA4E-21C7-5F37-FCA9-E4D0920FD7E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8B6ABC-76DD-4ECE-A320-4152C6F5983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6DFAFB4-05B1-B783-F499-64D0A05DF35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572A20-411F-35A6-8BB6-59D7AA166D3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12C13A6-E879-1E04-11B0-97F03043927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948C5B-1603-1268-7A6A-69DFD76B89E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CA1312-E9CC-50AC-C234-A78EFC051C8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1F5909-F0A9-1B23-BFD1-800CAD52ACB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319680-7034-F7D9-A20C-D156B44B34A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A63E2FE-5EE7-EC00-5C72-4B75F63CE6D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61D4292-BE74-E8AB-E0C8-E610E04DA35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0666D1-6C26-A14F-60D7-A5A8772F936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E92F4E3-339B-22CA-F776-D6816419534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E74D43E-E43B-9B40-3C64-B8D9FD12EB7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E73074-DB92-A4F5-D682-B0C253102BE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42B08-7E23-B2BB-B438-863317883E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F9A498-1520-CE66-E7D6-EFBA26C4BDC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E82A476-DCA3-CD66-8E1B-DADDEB8053D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F5F323-305A-CEE2-E7DE-3CAC0A1F06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0DAEB9-BF9C-F8BD-6CCD-C33133D9599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8B5B69-F666-C065-87C3-EAA9BB64842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D30898-478A-ADD7-7B3E-B0A153E0FAE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17B393-345B-AF17-DA7C-91006D94E9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F4A36A6-DE72-659D-B846-7B3F84E7341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8F9B444-B39B-6B5F-F069-11DE8990AD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F04D6FA-00B9-2280-3FA5-2D17B6DF932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A05D1C8-1C82-6E60-4198-331EB0BFE0C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F59103-C7A0-E4CC-B23F-17B0C2A77E9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F70CE49-2E48-EF9F-0607-4FB46A3E727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F3FDBA-808F-26D7-D315-3C9D28B881D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9BEDF6-FA10-25CD-0A3C-1C3F602B57C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4690DEC-D605-2728-1059-5ABAB7993EF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968A0C-F591-BBF8-FBC8-6614C6648FD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3ECFB9-20B7-03F2-83C9-57D5F683BAE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B813C57-F93A-DC04-672F-B7DC6E4FFC7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D606A3-8793-94D1-232F-A3CE4BC5CF0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5715F3-E5F2-FF6E-30C1-2915AA5B380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B3B1B5-DEFA-1F9F-C951-B15235DE67C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746249C-3C86-E040-2996-2249043DB0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6526B-75BA-A585-D6A7-88A5ECA2FE6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992996-1FFB-49F2-A71D-3A3048EDB55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33408C-0F9A-6051-2E7A-B344CF325C5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A7C56C8-4281-6D46-4423-773910713C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030606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66825-C044-84D0-9264-D2C50779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6D9E37-EC39-1C7A-F338-48EB0C3D5F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([20 in 3] can’t be 479.)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D61739B-4321-95B2-F111-794BB41E9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E30708-D019-631E-04C2-888EDA455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C7E48A-5D11-5606-76D1-595D5983BA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4FBB964-0179-CA9B-7F7C-23B1720225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D2B8DE-B5E4-CD39-EC46-FC3CB3BC843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9FBC7-E429-BCFE-8047-698C798928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CFE303-D882-D96A-2BFB-6AF135C9957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0A5CBD-38AA-BFB4-BB49-1F22189968D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EC6021-9EDC-659F-EB65-CEBB143128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6B5D6-3B27-E20E-868C-1B417BA2978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45B426-815D-253B-A814-10A13BBFBDC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DC953E-D621-1E24-AC0B-715EF48A8A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919735-41EF-9A11-EB29-A79DEC7CF7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6C7D7-1063-7173-A5CB-9EC03F73F5D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107D80-7922-0AD3-6904-86DEB12C290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013353-C3C7-B204-AC42-7451A5FF52C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F72446-5AFA-AD71-6C26-9DDDD38D7D7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25D558-F830-49B3-3997-D9446E35D65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E62EF4-6782-394D-DFA3-9ED901A62BE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30E020-BF3C-2F4A-D0C1-A49F15C3100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7B5B1F-88C3-EE9C-147B-6AA89CFA9DE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7AC2A1-5809-05F9-1021-FFD6626FCE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141862-AA4E-A3A1-3778-73DAA61D7D8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B5A876-1D6D-1CB3-CF2C-FC40E90FB44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D43386-FB48-10F7-4E97-40A18A26C3A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BC24B96-CE81-5F98-8751-11D348EEAAD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A8DC89E-889C-57E5-FF2F-95A1D847446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FE7BB8-421A-479C-F39F-0283B0A6E10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221B9-A85C-D608-2499-4D58B7B7846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0638D7-AC3F-1710-5AF8-78BFF02E7E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B7D964-A576-1CB7-2CC5-8CC407F9C86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7557AC-C633-1895-90D8-845D6BA403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8D2094-F2D6-34AE-D2E0-8525EC49D8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CEE4DBF-49F8-C53C-F4D2-74283B08E42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EC52FD-B154-ABEB-55D4-D8FDC0D15B0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5E6400-355B-D1C3-B5D4-956DEB989FA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0D3BDCC-6B99-C067-FBCB-7C93DED6091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A191403-6131-EA5A-5467-90E97E33645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31600F-699B-9B50-4E23-F740A39C0F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EDE06B4-D0AC-37F2-D5ED-9137938C749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EBBCA7-340C-0B0D-5FB5-0C5563A0330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A89D82A-4828-3607-2BFC-9E2192F0BA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FDFF28-38C9-4D53-906F-4A0B2CF39E9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353AF-4232-906F-F28B-2BBACFFE6A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5E6C1FD-C194-534A-1CDF-CD659C04CC3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E2D5534-C49B-1669-0AD3-632A89698B8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7DBD37F-4608-6444-2BB0-42DBD1CDD2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8A59F7-C4F5-8E70-5881-3FE0A097508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37E84E3-BCA9-4286-7BA1-8854A2790B7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7AFDC-4748-44B7-1E1E-8E26D4B0F8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16108B-DD4E-8B93-9945-D560C1F7F10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01CAB79-48D6-F880-06FE-7908B2DDC6A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6CAE01F-F131-F0FE-A7EA-1F17F27392B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47C6F9-8EA6-E010-FD09-E1B086B4C04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3C5BD4E-DCF5-8E36-4D9C-62EDB9FFF20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BEBEAF-24C9-51EF-E620-B0FEBB8252C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822846-276E-DEDE-F9F1-8D19EB0514A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FDB5A6-A2A7-691F-EA6B-BF5FEB38C8E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33DEAC-CB4F-5701-6E1E-404DB2C8EDA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12D5D8-D0D5-86A0-E30A-14D97EA6BA0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4C4830-6F42-C470-3225-95C13690666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5DA65D-2BA0-A4C0-D3A9-4A6DAD1E143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ED2717-183B-0FC5-5A38-AF17211572C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89A18C-2BDF-9632-24A6-95C073554D4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C0789C-3C13-3175-3B06-BF5497460FA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0267E8-5040-E90A-2110-17A16135746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3FD2E3-1CD5-1EBE-D66C-930EDC1C65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1303DE-ABB3-DDA0-5164-2E19ADC2DFB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0B6AA-4CFD-63DD-ECC5-35B317AEAF0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735DC3-C5F1-2AE2-CFE0-6CDE50A846E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7B7F056-9F5E-84DE-BB45-F31139474DF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A5C66E-A6B6-B837-1B20-DB83E8EAF71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997029-B13A-63A9-437D-5A4D4A54B52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F134DB-9D0C-D40B-1011-90DC1E628BE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E8155B-7423-31F1-6FDE-397BCEAD396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9ABF1F0-6E03-75A4-DC86-0BB46DACBE2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B014E83-57DE-C90A-AF29-82666840D4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BACAB2C-64F2-FCE6-590C-0F9965DEA8A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39DBA5-A481-69D5-20E0-AD375552FF9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0C055D2-04B4-9845-DBB4-221C34A357A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333911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DC21F-4BCE-3680-9B5A-ADDE0579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B5BBDB-9F51-7B5F-455B-AA600803C1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5B6F36-B853-6004-41D8-91CF4C0FC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62D0F3-6148-3AC0-6BFA-A55EA91694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CB0CC7-0DDD-0CC8-04AD-F558C372E6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BF565D-A82B-9FE2-753F-E3FF0EFA47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CB203E-79DE-E235-ECCA-4B9E82D386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083E5E-E132-4336-A31B-439F6DA42FB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3DCA25-19F4-DB23-F8EA-086A8D1021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CBE701-9AD7-9EAA-C461-24735BD321F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08E577-8DE1-3AE9-E7BA-A1743F916B9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A59FB0-839B-1218-2C85-F6425308721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F003C5-103B-02FF-C9FC-906FE11B5EA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80B963-1CDC-4708-6454-1A6C612A767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BD62DB-9D23-7236-12A0-9B7D90C112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219B35-C534-E8F6-A4E7-E783F203C92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FC71F1-816B-E11F-0CC4-64C0303CD8F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2534CF-DA3F-B657-4773-A8B533F14EC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70081-9DFC-9E92-3059-83707D471F1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94A38F-393C-5ACD-251A-74A3256E521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E116F-E694-982F-0BF2-1C8D20DB2A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CD6959-0CD8-E6E1-ADEA-76C2FB7FE76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1A7AF1-7722-2CB0-B947-74D87589FA0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D405EF-567F-2B4D-AD3B-D99D12A9348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AE9115-9FD3-F4BD-89B0-CAEC2A848FB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E1C196B-8540-A3D8-3D8A-D17213AE5E0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C2C9CF-A77B-0907-CBD2-29030CD97E9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59EC52-3B5F-2D2B-4391-4A7503D4847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6FC990-5C01-A2F9-4476-C77944A44B8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4116278-C6E4-5F3D-0FB0-3967B13B4F7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02586F-D2D0-B9BD-B071-5E1D31A916B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1D42B4A-A44B-60BA-28F7-8CA1D7CDB67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8B007A-EBEE-E27F-E04D-DA24BF72189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88F7FC4-12FE-6B75-6001-3BF574DBFDD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A09691-EDA4-11FA-598E-125D4FE39BD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7B182E-6947-3592-62CA-6D98515DA14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77A79C-9607-23C4-6890-2F19D8BD7BD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9C8D6-8EA2-4B33-C478-3FD44D63ACA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4B8AF1-ED6F-C734-5BE3-2D89B51FAD9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52E8E6D-4C5C-BE8A-4B5A-5A78165837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CC63AB-6EF1-4491-712A-0C0843B4F00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6074F23-E57B-826D-2B1A-DDDF72644F3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74910E0-E63A-B59F-1701-7BB4717C21F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8B460-83BB-44A3-5032-968AEE6953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5ABAAB-BC13-CA33-C877-3560D505AC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F2380A7-6673-DF45-5F4B-23B0606347F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F73A6B6-2E5A-8F3D-122C-A97FCE43CE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E3E366A-90F4-A1B1-0FEA-F1F5EEE669C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DD598A4-6F04-46E5-D75A-BC9030F2A5B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00F790-8C0D-4149-702D-B793DCEB213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B2B46-28C9-35B0-DCA8-EE92FB1CC59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EED598-9928-ED36-752E-30A4EF216BB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4C9F57-1ED4-BBB1-B5B0-D0E25F19DF0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30818B-D974-B4F3-9B5A-402C1392D0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C628C2-7EF1-6DB0-29A4-9C12D13C997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896F38-40CA-8189-8D5E-AF2A9BEAA81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1479EF-46F2-364D-1141-F5383B56271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AAB756-5284-20F9-340F-7A4EC8175E7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BE8654-9094-3D8C-6B88-01A01B0679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65DB8E-81A7-3742-0131-493B68D14CB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CDD277-D966-34F3-34C0-B91F840250D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FCD9B-005B-5C6D-015B-BBDC1635BDA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C5AC5A-B5F4-3B9A-F211-62799735A6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ACB8B6-0FA6-72F1-587F-3A477E6AA8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214B922-3FDD-5D04-80C8-B77617C43B9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F6B1CD-55FB-501A-D918-777A4DA8F7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F760AB-6100-5664-CE3C-F30C46FFCA3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AD5822-C840-5360-92B7-A556F5C2563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04ED4B-5AFC-65E0-DE94-97F146CE631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295FEC1-FCFC-132F-C3C5-9474EAE4F33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4A3B822-34C7-CC63-6911-AD70ED7CBDB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27B22C-1C46-1035-24EB-73AF7E7AA2D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50CA89-8665-58C2-142F-A654F534AC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9E4D2-9B22-AF7F-1B65-814452AE10E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C28748-6E9C-6ABE-863B-02C010F476F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9D9795-C56B-A861-096F-F84E938DE6E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B199D3-8B7C-0AF5-1E91-16AAE8AA08B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C83541-3ED6-B38C-017A-68F4ABF166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76344B-1CC3-0BC5-DFC6-F152D2E45D9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05A7C0F-F17D-AF41-BA6A-BE0B294F053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AB40B5-6470-1EB7-458D-8031894F3EB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3022740-5823-3F3B-6C93-71D4BA447B2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7711351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E37B-C9E3-9F1D-00F0-FE736001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1B4628-57B0-9868-AC53-B8251D6385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9B7910-D38B-941D-E83A-E75FC85FF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4F0CA8-4480-3A3F-1692-2786AA6A2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AFE262-3AFA-5B49-3737-2650521FEB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8E9127-4A1E-14CA-52DB-C6445E319D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3E175BA-8A59-A1E9-9E54-4BF8303653F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C4D1A4-DFED-0825-6AB7-E526BAE5D7F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55DF54-29A9-C5FB-2FA5-E654E29AAFC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2E76DD-0C16-5C9E-9F08-470BD624385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527AAD-00DB-EA60-164D-D98EB24623E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9B8193-ABE2-AE78-E2EA-4456CC87FB5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F4F4EC-2DB8-9686-4CF2-48ABF3DAAD6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DD89AE-A035-F994-6C31-58863BC6646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2EA7EA-D7D7-4E70-DBBF-2CBD2CE1F57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4F84F7-985D-E37A-4737-F9402375250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871822-2E1C-3884-9588-6B79C320C6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B20B54-6C21-9223-E4CB-43F649131AB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A9D569-AD63-4B9F-3449-3A74EE5780E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7031DD-EAF1-FE36-68C2-5D2B10B9EA5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E54E6C-3EBD-4046-2BA6-C32248211FC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71950C-C4D4-126A-D8B2-F216A1A7E56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5FD43D-E307-7158-B642-35ACCFA8916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08AFD8-A60D-F22C-4DB4-1F6FF89346E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525CAD-5DEA-88DE-EA0C-891F1DC003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BA0D097-67F7-1C7B-E7E4-00746E43E7A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04CD6-998E-E445-35F0-49637B9B2BA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CEFDC7-BFBD-6A5C-A0CB-DF46D9DD6D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D96A7E3-88D1-C7EB-3697-408F6EA184B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C13E28-97E2-4ABB-7FCF-24E3E658A1D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C40027-2D7A-4F8F-5A1D-A23D3EBB0B3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8E1A2-4893-C164-EC98-50E4615104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310283-3EF2-A60E-6043-24DE400D720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B3B3DF-FBCD-9AB3-3C4C-246331C8C09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2A5B86-1B39-2AE5-1E50-3D0812369D0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99F44E1-435D-6B7A-C8F6-4A08241BF3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F81E21-E9AF-65A0-9C72-28BBCB7881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17C6A8B-9653-4444-412A-9A76F3ACE35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3D3F43-970A-5FC1-7910-611814AC66B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0479A4-AA45-ABD9-EE82-5706C8680EF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770D37-FD6B-64B3-D3C2-FEE43D0F1CD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4D3CDC-4E3A-7FB2-916B-3D5EDC4C70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1B8F61-EC22-B54B-FC4A-B0F55224A28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273FB19-38C3-9EC3-0D6D-CDA5543B02A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6C4EFD-ABF9-04FD-F17A-BD57DE37805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D62737B-F27F-3594-8BBB-19F862EE6EC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17EBA3-F3C2-8A32-AD70-6E99CEACB19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FE4633-7103-6449-3100-15104457371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2C5058A-E979-3ACF-CF3B-9C24995C140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EE02F0-33BF-2FFE-12DA-D9507DB3E11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FD8815-BC67-A443-2218-93A0A4A6007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403A487-F96D-B4CA-09DA-E96EFBFB28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7C3BC3-6531-650D-B8AC-69DA1D04011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437038-8B66-1B48-D04F-082A2AD4553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2087D9-A552-E039-6E64-4009BEFE934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06308E2-693C-27D7-2C7F-4EE618D6F3E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D0AD31-BE0B-546A-B405-2A252050F53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1EA767-9145-2A39-ED74-253F100E02F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0E47FB-2194-99E1-7618-45E961ECF9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93AC2B-7F2B-11A9-6DDE-7752EC9849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F081A5-516B-5780-FA4A-4BA5683AE5D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2CAD57-5864-F58A-1F4E-909E8E6CC0E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1CA18F-D37C-B583-B1DE-48D9A86365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823C181-4028-04E5-E680-E0DF58FEB0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822BB6-CF99-6078-6F3E-66AB729462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AA121E7-C4EA-EB0F-38A9-45E7EFA28E6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373F801-624A-EEBE-997E-3490ACD6ADF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BEA63-765F-18A5-8BD4-5AC88FCA811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61B55C-E9A6-DF5F-2F1E-53F5FB3538E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20DBC9-1811-3F1E-373F-0F6ED117C01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697DE3-9979-050B-CEE0-9EAD749759E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2A3B51-45ED-D72D-6413-145FA5B3A54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B6E33A-589D-D645-F9B7-B61C6610B33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79256A-715C-3FCF-FF25-BC003D24304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A96A35-A349-BA61-0447-C64EDFBF98A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384301-7A8D-B7D7-7382-C07A930375B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FABD33-15D1-AE54-F3B7-D69427C0B0B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87A53-5640-F252-0E67-CFD9C0F1E8D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DFD860-4232-3D7A-5067-DC5EFEA729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BC4BC95-6338-D8AA-EDAD-5D28B77C374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8958F74-DE83-8024-0DB5-53FBA807FB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DC344FC-071C-0B34-D92A-C73D183A7A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068798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BEB25-79DE-563F-8C61-58F492EB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ECAFA5-0AAE-D2E1-1D12-F4D3367189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0D573A-862C-D77B-3D3F-0D81FE2CE7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012E4A-1BAA-4DC0-AC5E-50C483E0A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8D9CD3-AEA3-865C-1C89-6974CAA48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DE0DCD9-84EA-B7F7-C2CD-A980C9445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603C46C-FA0D-5C1D-B42C-F25039CEA17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7AD5BD4-03F8-22A0-F242-CA5A0659B2D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0DD1B8-C26E-5461-827E-C714D5D1FB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6077A0-0832-0773-6F39-C70904CDFF8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4076DE-13A4-60D7-93FE-561AB0389AB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D76CE1-3D7F-554A-5214-178E08E59B4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433583-2E98-1A77-9EE6-3A7B7AE9338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EEC11D-3DBE-0441-84F9-45B8AFE08C8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EED5C94-A000-65FF-1D41-97BC417991F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24DF099-4565-9BB1-E911-379BA21A2E3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6837B5-C1D1-84C3-2B21-BF19D36B494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2AD613-255D-AC62-859C-C9FFFD60578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79227F6-86F9-C279-B287-D62B3C2FD99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63CA9F-D5C8-43CA-646E-C5CAB069743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5CC868-A0C1-1EFB-5911-97F62498FC1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ECFF8DB-FC01-9D68-FD5C-FDE0D61100F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6907C1F-A64E-365F-BC1C-F678D0B1D6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E398FB4-B0C8-B67E-D6C5-ACDA86E4F9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4AB472-AF7F-0D6D-0DB7-3B6C47E3DE0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C0D3BA-3D86-D58F-F696-BAC1C9811EB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38C5A3B-53C3-41BC-7348-86086EE4109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FAB61-90EA-5053-4192-A7EFCAB138B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50BFD2-1AAE-5ADC-2A8A-0FF3E89F0E6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04DA71-2596-069E-6511-492B016B320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98286F-9FF5-A223-2E3D-E4977EFEAC3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6B6B66-2722-E42D-B46D-FC96DB2486A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56F5C92-A0BB-1962-DE8C-20B4C94968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100F91-DA7C-475A-45F5-F69BE8FCC1E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3A5FFD-475D-1B38-2945-3214D5CA2B7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D25677-4B84-AF60-58EC-D57FA12FD0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7D0A861-06D1-FD08-950E-D0A726EDEAB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33E58E2-0EA5-7A9A-10EF-FAE11A11F27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F89342-0760-12BB-F6DF-F19617938A8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33FF73-FC55-102D-3C3A-FBAF6E030D2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1DC9C1-65A7-9CC7-C3BD-E8827DFD732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6BB4F22-2443-1551-C00D-1197238EB87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D557EF-4245-0F58-52B1-B055C4B7FB7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4F4F4C-42CF-048F-AC01-85CCF7119E2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AE616F-8E12-19C5-6171-42AE5906F26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64C221-4D43-76E4-24D6-479A5755F97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34725E-B1A1-E92B-5AFF-59DECC81AB2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89E11B-48BC-D773-DE94-CB90AD75111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438D12-5E1E-EF23-6549-6D16BA333E9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1BF402-814B-28A1-A8D2-43618F6719E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117CA8-C2F0-F5FA-B193-39A8BB8D843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319033B-C676-744F-8BBD-F9C331D0551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F9FF5-98FA-00A3-CA02-CFA45356C7E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0BE3C1-C283-B73E-17B4-F6027436737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3D96C7-45FE-E45A-C384-4B9CBE8EA80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0B9F0AE-E224-DFF8-5D5D-3A01B965B9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2872B6-BD64-5005-6EAB-3B351B09A38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748E30-1376-FD50-47D6-F61E370202D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E50260-0B7C-182A-1942-B4241099F0E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AC9C42C-FCEF-2FC8-4C0E-D8E08CE7DC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DE829A3-4B32-CF23-31DC-00CE61B9C9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010869B-233D-419E-4755-82BDA66BBFC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57D5D0-153E-0361-11E8-2EC3B6AF9D9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12A28D-6EB4-F95D-E505-205778C6C55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F482F1-7A7C-264A-C43C-8C13375A14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D24B86-A930-211B-B69A-586D6AED8EC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2A25AE-270F-06EF-54D5-3FA7A430CF1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5CA322-B342-DE0B-0AAC-3456CFAFBC4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8B36F7-FE0C-F454-619A-6015DB6F91B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BFFB23-B5FD-10EF-86C9-6A34F2C4059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B16E74-4766-57AD-6CA4-B472CD3877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4DA340-F748-1FE7-7B75-057185D4ADE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A3B89-1400-1AEA-707D-9C1D81CEE0B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06D1F9-1315-E4F7-6E4B-2EE58B6B85E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4EB1F1-BA71-6D00-30F2-860590D0D74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2EA044-7DB2-DBED-513C-1BCEB5E70DA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E87B96-8080-48AB-5387-9C137EDDF7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A9B738-F610-A12E-1C62-091BE08C1A6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FC2C23F-9B0D-D872-5398-90F461BE915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2919D23-5D98-FD31-CF98-0F2709E9800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725D796-037F-8638-378B-C36869DED4C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236E5B-88E7-9F31-BBCC-3159A23B3CA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23731919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9755-6A3A-BC1D-F117-033153D04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858D73-5461-926E-CF69-BA25CF4A1B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FC50977-5E41-5153-2671-32A05A25B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C23B12-4438-EFDF-12A4-9AAA2E895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C21CA4-BBC1-0E4C-9192-915B5ADD2E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AB39DD-249A-3771-E8C6-D2590C6783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FC9F662-E265-41C4-0C27-B88BDDEDEE8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31D9EA-F326-2678-C812-2938BDB6671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3814EC-A623-9DC3-7586-0D8CF04812E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3B5F35-16AC-D98F-3E30-692E0AD3686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8B24AC-F0D7-E0CB-83E9-9C0A61DF2F9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8EE6E98-BBA5-30A8-9360-FE0B5333AFD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94B353-5C12-72C2-7F76-B03E98F6489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072F05-6736-529A-5BAB-D1D0D83DE3D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D3571A-3463-E4A6-67FB-D336CC410C5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225840-7FAD-8ED9-DC02-86435590E99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BC7C85-1A2C-6379-F7A1-1F6230F2557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6B19B0A-2DE7-D1CA-7ED3-CCBB7B6E6C0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1B7958-607A-F0CB-E3EB-99E1B84AF6C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CBE7AD-0A91-F459-A763-3B294273353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9D7C3C-3121-C048-A719-19F8AF2D6FA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8AD493-1891-79AD-9417-FF3F954D74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150C116-D0E1-B090-7B3A-EAFD2E375B8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F55327-EF31-9E51-CA1F-5E4446564F2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F6910C-CB36-8D88-E91B-C7F7EC9F95B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BBEEE-ECDB-9253-C8DC-7305F54A792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1911BE-D5A4-08F2-7790-9DB3CD38D31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26A7FF-7F43-1C42-BA5B-23AD9A5865B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E5908-8C0D-A53A-93DF-D8EB518D412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34EF16F-3AD9-EFC9-75B6-EEB463ED56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15AFA81-147B-653C-210C-97D3F19B8C5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475AEC7-03E5-7224-7F28-1770C92324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28AF42-9453-FA3D-7685-6AFA98CEFC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5D0819-488C-11F2-EA8D-CDEF4D02FF8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3EB1E0-77AC-B8B0-5042-330E483C247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601EE89-60A0-D495-0300-583B68521E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8222AD8-7FA5-8743-C3B6-8831707651A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C00FAD8-F050-17BD-4D07-7E8977A930C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FE3677-E2B7-AABE-71AD-D844A28AB89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2FA9DCE-2931-2ECE-A56D-9E731AB3D8F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92B543-2A89-00F3-F73C-895085BDFB1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3D3E62-22DA-E12F-5C24-729E5E7451C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2F2287-3371-E0C3-905A-EE8A7655078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13992E-E5F9-4D55-81FA-3D1221612BC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D8D2C9-8D8A-F40D-D929-C7222658C38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E75A4F-6F58-C36A-B7E1-98D49F631AD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28F117-2867-A868-8486-9D4A97ADF23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63477-A2D0-52D9-E859-B33608A9940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1CA91F-E0D8-AA1E-DD2A-0443D4484EE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D6D977C-90A4-2FA2-8DF2-9946C6C1B9F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CC6367-6F30-6F60-15DB-D27014B988C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779267-6836-BD53-AC98-CF4E2950A0F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643DBF-DB83-B39E-9C09-7785A9AA0D0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A42D793-C259-A289-2A35-0EAE86C01B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688E1-6798-5145-87DB-C06CE49980E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A76BDE5-EC42-F8B1-B2E3-2678D0815C2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193677-6F03-9785-70AE-2E7E9DB8C6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ADBF420-7FA2-9A57-632D-65ED725A06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583744C-7E07-EAA1-3F36-D0D1936D624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43AF43A-7418-7554-4C69-95717BD2613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717843-D592-C914-9C90-E13699A1C0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73274D-6474-844D-2ACB-7B14AC0A80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2498-9AE6-5147-AF5B-984E0BF4736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E80448-0D3E-8187-09F3-27CB2E9A1B8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75AA0-A38F-6A24-3F6D-AD80E1F64FB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7B61A4-F5EA-A402-F399-9C17BEFA61A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B1194F-CE2F-C9A4-916B-23095C105F1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F2D51B-0127-0EA2-1552-2BAB8A3043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CF28DD-52D3-3E5E-B9DA-94A3659171B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E5A4D4-32B9-2DF1-AECA-C89C177B2B8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86E130-7720-F39F-AA1F-7A26CD8F7A3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9E2DE8-EB96-0AE8-20DD-46E6E5B7B7D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21B0CF-454E-B689-3289-2C58B0C2B75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DDA100-44FB-119F-13DF-63934AFE7D1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FC622D-65DF-D69B-39B6-34C1B20E2DF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66EEE4-0783-DB38-92A1-8ACDA26E12E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E5A151-5B9E-97F5-A2B4-92F26A58318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F3D0C90-9B70-8435-8AD6-229792F74E5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635A63-93DC-6E35-3879-8D7A180BB93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8CB8387-AF58-5992-0565-888EAAB0EDF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1A7944-B39E-DBA9-DFCF-A4B259AFB9B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082A5D-7B29-68F7-0B20-3E5E944E281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982369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B3F74-C337-9863-734F-606499E7A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5A5517-BC8A-C1D5-75B9-9ED0FB8BDF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AA43B6-8301-2488-2666-CDC7ACA8C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EE3357-4B53-1198-5A33-D6017588DB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7B8321-144C-1205-03BF-2E6E2F1362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4295CE-B610-2E4D-8B89-169BC679DE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2B80D4A-5650-9401-006B-3E59495C98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504B8E8-869D-EFE2-A860-540FB94C048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0D84E-55F2-A88D-7173-A284F46F4E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658A06-B5A5-3872-5744-FF282DAC17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045E2E-B2F8-0DE4-35EA-139EC769948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15F72-A530-34C7-2BD5-9D08B359326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B1E752-A194-A2E3-C5DB-E10DA174BCA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7E357-9A12-DEF1-97C7-00A1CD10575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662A3F-5DD0-5F19-BAEF-0A20D3C63DC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DF35F2-7007-5A64-C391-2214A0A6A3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78DB40-A51E-DD0C-28B0-15D0501DE07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E724D8-9678-0430-AFB1-A04C53FF81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D642E96-E811-B1B3-F412-4A7E86F9FD3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A15E89-C8BB-B121-C9FA-DF42C1BFF77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D279548-95E4-69E2-3277-FAFA338E065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F3F258-5CF3-F512-519E-0B7C3BCA33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12D857-97A5-2784-56B5-3736819B271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0CA626-9048-4717-0AA1-1427087263B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84AEA2-6D4B-FE53-043A-9F0FCE0BC7C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B2E2E1-6990-EABF-C436-D5D17F849BC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049B9C-21EA-9E75-6C80-41B936D715C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42C949-64A2-243B-E213-6CC8A27FC06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0127A2B-0586-347F-58B9-B3741FD017D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9BEE8D-8C49-01D7-10D2-A8EFAB93F2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789F92-14A9-BED8-599B-974934DAEC9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EF5E2EF-B01D-91E6-80C2-0820FF75D98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F73E09A-F389-C435-7BB0-016EAC8B6BB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94C2AD-C280-8106-4577-7C646C9A996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CE9EF9E-85D9-2DEF-01BC-479530BD699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E3CF65-DF51-E330-1354-4B51DF0318D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634F2A8-9220-9BB4-800E-EC43249CE9B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2FD807-68DB-3284-469B-8C4436CDC39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DFBE1B-E818-DEB2-1315-270518D972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0FB87A2-3AA9-2488-40FB-12A7ADD3D8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856F3D-FB90-02E0-3E38-B18FD282E32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C30614-12BB-F1AB-9EE2-F720514626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20099B-7B12-5780-FFDF-8EB55F27B4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4BA1CF-C7D7-0CD6-A5FC-C8C7836C909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DBFC1-BE36-4C96-6E3B-7EF0F8F81AD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E6D27-20B1-3040-AC68-92F5F0317F3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4E2B87-DD0A-2067-5D1A-193D5D292F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2CE37E-B74A-6B62-A048-0BE40AB997A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043AA3-89EA-482D-AA87-8E7DE352E3F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34E5A6-C0A8-D83A-2419-AD5CD9432E9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79354EE-0302-CFA8-9327-200A4C40450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906A4B-6C30-E46A-14D3-EFA0B69DC7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6B9F9D-DB8E-E22B-2C83-39BD742589B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21DA2F-A80E-A2F0-83E2-4488275ABC9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00E836-D96A-582A-99D7-15701D4C61E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5C04AE-5399-CA50-F5F2-1C34CE941BA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10CE576-A5A4-F78D-8342-82237662560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863EEF5-7305-079F-247E-68CC5DE2BA4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17BBC8-235A-1920-E5B7-E0FB265BF52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5E9D88-BCFA-C174-1A36-535A513A56B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39EE05-FF48-39BD-17F8-B667E9DD8AA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28A77F-2B18-0F16-3C5A-A4726BBDE1E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F5959-810E-3D2D-8C0D-2907FC491A9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56916C-4F4C-8D55-5A88-7DF64F63B7C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0355C3C-5ACD-03E3-4862-9CD1FD41B20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889914E-04AC-AEEF-2139-5B1D7BD4D2E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C52256-9CE2-1471-6B12-4605F0C3586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70944B-B548-16B2-3A0F-4379E791DFD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E2F413-555D-ADA0-F25C-79D1EA38893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AB08D2-1DC7-CEE7-D2D0-43E72FEF336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E222CC-853D-24A3-E707-629EC7E7ED7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A3CAF8-E62C-065A-4AAE-3AF87EDC396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809CE9-FAC1-8FE1-E00A-B5A57FC4E81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E2D4B15-18CC-DB28-FE03-83D08C1FCDF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AF76FBE-1EC6-735F-CD10-E4A99E7B233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8234DB5-4CEB-FAB2-B62A-CBE866D18B7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557E945-405E-33A9-5396-ED90B5D3460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F674C3-9056-3C2C-5223-BF2C0B93EF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9CD9B8-1672-7207-CCE2-4BF99F2A1E7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0235CA-2602-7788-32A7-D8EEFB7DC8E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0C677D-E837-75D6-9C64-CA422A708A8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1FEB52-67EE-C3B4-ABDC-266D3C20754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856622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85712-430C-3D0C-B9F3-D9DDC82B4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080C51-4570-3AE7-2E4C-9F766EAD3E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C81BA4-16E5-EF8C-2B5D-2B75466E6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7E4E27-31E1-CED3-1A96-A0810C345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33B14DF-20B7-043E-4D9F-A3DD35135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2A1496-E4A0-745D-0198-D5E84730C5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C63C4B66-3142-8F75-03D1-BAFF2CB85B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54AADB-9DCD-F2A9-F9EA-0902E48F6A6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40F8AF-70FC-6862-08B4-000ACF5C3BA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92DEA5-BCCD-86AA-7155-1CF31683A72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7F6F80-5B67-65D1-DBA0-070702FBC66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1666BC-E194-395A-A766-1AE8B7993AF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8D2A20-EC92-3723-CF30-D6FF88D388D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FC5D0A-39CF-0988-BAA3-AFD4ED3E008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664B52-7001-36B1-81B7-4B24243EA1B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645F279-80A6-EF97-9D9B-23DCA30DD2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695FC4-FBA0-EF77-8AC4-13ABB2575DC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8452F8-5359-5A09-9C2B-3744254A54E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0EBC3B-8AA2-C634-2AA2-803D6C92E49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3092AA9-CEBC-D2F7-CE12-FF407DB9617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261188A-61E8-CDC2-7008-D6E50EF732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57846-16F2-3C98-384E-48CA99E16B8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8A767A3-36B9-9184-BDDE-60AD8AB3E90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C815357-8DB4-2193-D7F0-4814CD1EEFC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F2E12-BA89-8E76-A00E-F7242BBE632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E1B539-718D-10B6-5C91-E7E9C2619FE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921ABB-DAEB-0A6E-AD5C-87ED8A89DD1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E0D1EEC-21E6-DC6A-4D30-1C61C791BD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270A8E1-FC1E-BE12-261E-828038C88AE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4E7DC1D-41D7-7041-4209-A528416B92A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12A84A2-3D03-0E2D-4ADD-B130438348B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F71A435-7A9F-38B6-F6A9-FC07FA3AAFA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04D011-2127-7AC6-A2EE-8819D9721DB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A77ACD-E436-521A-72A6-DCC092AE72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88D763-5B1A-2E12-9542-12EEBF0C76E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4D82A5-496C-08A4-78C3-6F2FF67E047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D2CEAD-22CE-DB73-A3E2-51D4709DED8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01E3D0-4640-ECEC-9846-0B2BC101CF4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1517BA3-2ABA-3B1C-0F71-CD859CEA2A1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B7BF02-3FF8-8F8C-D2C1-50D6EF602B5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A3C84C3-53BF-2752-060C-78D247069C5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8E1F9F2-05F7-C54C-5C43-4ED7A254D10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5D63E2-1D27-8960-4F09-5E254247BF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28BB6E-BB97-3F6B-DC09-AAD52F07FA4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67C6B6-B338-EB56-3AB4-65B2DB254C8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872CBFD-3E53-13C2-89FC-7E00BAB7A6A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323CF5-5870-597E-E4DC-B58045B558E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C0B41C-AED2-6BE7-7412-D26EB0F0571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991286-F34E-6B58-444E-81FC9D87DF2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2AA16DB-D865-C58D-C59A-5D5F053B14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A8BE339-3A0E-5F09-3521-5F4D83FDA26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1E99EDC-2F22-9245-9657-2F3D50F2AD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DC754D-D524-4E88-E1B8-4CEAAC9DCC8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6DE71F-7D91-D921-BF37-4229ED5351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6A2471-7183-249F-19AD-CC3BABA67C9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08E622-0397-B0AB-69E1-713357B318E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3A758D-4562-76CB-A1B4-6815B009854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62A71A-3BAC-5216-B297-A3B4541E689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1DA36C-77F6-AEEB-F91F-6DAEC0789F3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71F09B-0971-56C3-A2B5-0CCD6AB6D09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7DFBDA-0A3F-F415-BF39-94D5393A853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6FD075-BCB4-8834-BCED-64AAA2152BC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F56B83-509B-3A0F-49B5-E7EE34C2B9E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AD8489-D451-9483-92BC-0ED1751BD38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EA6857-A741-D776-DF0E-D010982AD09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0D250AC-43EF-1804-45CF-B21C1A99541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66FC78-949D-F207-3007-8134150F5D1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5060BD-33B6-5786-8A37-D5A2403AFD2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295BB79-A1F5-3D08-18C8-9861399CA69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3159347-7953-7E2F-21AF-116FE2156C7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005DA45-E1BE-7055-ABBB-3D7D0502B2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1D61A04-D04B-7D7B-C68D-1B3206DCD30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371BF4-D3BE-49A0-C199-02D7A44A09C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014C58-2733-3E9D-35FF-08C9FFFF38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3AEA98-7278-9307-E578-A3DF929950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39813A-0925-1C94-4DDC-FC305453B5D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9C363B-4859-829D-880C-125BDC20050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7A0798-8BB2-C3B2-AC17-D7A77E2367A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74FF4A-12DD-27B9-3EE6-ABB4F6D6111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9107BB-96C7-AACB-8A91-AE9ACE3F329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1AD5E93-7B39-9D90-58CB-21218029718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B0373A-ABDF-53B6-A57C-29E1C4D0FA8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303422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A399B-0FAD-4CB5-BE03-25EF595CA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275FC4-0DAD-D47F-3CAE-A9A2F25FFBB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00285C-4A3B-7806-8BC4-E4096A4DA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0E9A6E-5F1A-C65B-F08B-A19B5559C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EBA250-AC1D-5045-DA24-52E95327D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495DFB-D696-3481-9A99-9AC39245A3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2127261-BAF2-309C-86C4-BED54F02EBF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1FCC17-934D-89E9-A9B5-65083D73E0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07076-DB3D-23CD-19D9-77B475E8B9B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314417-9F2A-0677-4F19-205EB695E3C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6726FB-6E2F-5EC7-250D-3042B576D2B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0F826B-1364-AA98-EC32-BC2692DD4D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7FACFF-507A-C6E8-14B5-049BFCA8434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D8173B-9758-E20A-A924-23D6BECA96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780F77-FBBF-85ED-CF90-EE7246AD765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2778C9-09F3-D50D-63E5-3431385772A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0BC31C9-C251-4B7D-98C7-5AE1C15DFE7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97E33B-56C8-6DA6-BFE6-04C353DC487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3B9D4E3-213A-9473-7E5A-3719930400E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D77CA4-9BE9-A1A4-602B-31A5095CF03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E25A06-5E71-F799-83B6-8087B10252A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46470B4-F366-3084-944F-77163E7B039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87E335-C354-BABC-25C0-7A41FD9E81B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CAE47C-120E-C5B4-624B-ABBFB54287D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93DCC28-D66D-99FA-992D-9C09215D2F5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A6AA47B-126E-314B-D4E1-5EF9169F299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DAE1BD-BECD-CD73-69A4-0BDB24DD269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9B01D7-2992-C331-4669-CB573F476CC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234A8F7-A1AD-C64F-D4ED-0F81F91690E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28A419-8756-62D6-E4DB-460D902B3C0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C7B818-0381-A87E-C635-90E5C145CEF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4A7434-408F-05FC-5C1B-7A5E7FA88EF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2136F7-8AC9-B8BC-FA52-4183FC7C277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A9A558-0432-116D-9122-09A95622EF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558CDC-FD9F-99E0-5E28-6A3ED9FD72A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565386-7CB1-E4AE-949D-2B881375C68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574B50-472D-1305-5D75-8948DEB33B0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6A9194-EC6E-0AE7-A205-7F253472B2E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8BAC4C-6BAB-51A6-9F38-EFAF647C924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6D6A8-42D0-829C-9396-FDD67CD0728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637C21-BF59-C150-A495-A9759F4C45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1FA980-87EC-05A3-FE9A-B1D6B23546D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0EE5EAD-9F41-784D-0587-8611FB3FA2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279D9A-4916-1E45-DF66-BC7331F890E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11B4B5-BD5C-15AF-3E10-5B608D7E13D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246F0C-F5DB-9FC9-AC65-04F210F9913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6AB175-0F62-83D7-70C3-4E25B4451D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DD1DB34-B000-6800-DF16-8B671C2FF47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A10D592-B5B3-7B2C-2573-6BD7998518B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A600CEC-0738-7FDF-825D-C6CE75DD63F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74D4EA-E05F-E9EA-FB57-3C3E10645DB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39EDD8-FD91-E7C1-3C50-2D526524E64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680E7A-26E2-D8D6-6468-E7A327644E0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E5CD6C-1A8B-9FE2-E998-5F577FBD79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0E2DF7-C3F3-B1F6-E8C2-16A05F9B480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A00611-8CEB-A1B4-C39A-A20D63E9E9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2D98A9-3864-BEF2-7B44-C2F00051BEB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6D09D0-4C72-5F5E-DE15-CDB3959CA9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67BB6B-4DE5-5BA1-8936-1FC9BBD4959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3E4AA5-105B-5D9C-A136-A4E5DC82FD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EEEDB3-817B-2CD6-8743-65590584F61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F8AA37-863F-B3DE-8291-7E69A121EBC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580798-FC92-2AC3-B33D-34E46770C8D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DFDC8A-EF19-3932-D519-4C51E20303D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FAD869-1E76-4AC1-005A-9BD501E9CEF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9011DDF-2DDF-FD03-756F-3A0F2FF7963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902573-EB34-29BB-E34A-CA56312991E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2F8BC1D-D436-7A96-96E4-D33FD3498F0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7347057-D1D7-2E88-6A02-46FCA596FEF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829C48-CA5C-BA75-AC44-881E33DFF69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2D15FB-2B7E-2E61-F767-DD2F0AA0A46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0497A2-9CC1-9603-C865-AD9EF928CF7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75B11E-5684-8AA6-DDFF-E9596BC1F26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C98112-2135-7E3E-35E8-42F50044FEB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382E77-CDA5-7222-0C18-78E9BDFBBCD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6702E4-04DC-45CA-7C6F-BFE79D5919C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EAACBD-E83F-83DE-6D3A-1ACA77062B8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7A0C2B-92F2-D1D8-B858-8DE6DF2D55C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D47672-3E9C-A823-39CC-C359B837763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40DF95-8A20-4095-D958-A985EF3E682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0A853A7-1C2C-1CD9-3211-E358AC538F9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680FCBE-C621-2895-712B-61300C37406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37548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9CB1-C2E1-1687-CAF2-DABF65E65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A03285-E938-B76E-6E2B-B02D870978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1C682A-9DE0-676D-FB4F-F216C2C13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A64486-4BA5-2609-F7B4-6B1F845E1C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3F4BA9B-E776-F14F-BF7A-5B28581491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F080B2-845C-AC79-A714-236F8602A2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5D443237-370F-4E43-E235-64F90B1D70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A96BEE-5B3F-9700-AB56-B7814AE2DB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5AEEFB-6059-3F08-17D0-6B1D93DC7E4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6F3124-69EA-C1FC-E8D2-724837FAF36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0708EC-0E95-3EBC-AD0B-F8EA9E67C87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C00D30-5EDB-F75C-848C-A3E8A04218B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797B1F-F2A9-FEBD-D2A7-50578809766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A7216F-AE4F-631D-77AE-A8311A68CB0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DD0609C-8556-D43C-B89A-29F38BC402C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DEC953-CD56-EEE1-5297-A58D340305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39ACF0B-2ADB-8504-EEC3-82B58C8A94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79CE9C-B10A-4CF7-C52C-5FBB8B4AAE0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1BEB52-2898-9671-D1E2-F03271CD7FE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685B42-AC74-CEB8-3051-16CBD891771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AD96A2-E77F-D1E4-46F7-A5C3E5935E9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BA4358-A5BD-F4DF-B3C8-C7F0459EBF5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E9AF47-5B84-DE7B-DE23-F202FA1A875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6733E59-02E2-EBAE-4E9E-8D4E269BB41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BE56F8-3EFF-BBA9-E833-6D31D318041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38DD49-AEC0-6143-06DE-440ADA382AD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4BC4DB6-7D3A-23B5-414D-645460B81D7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1999D16-E834-1DB4-AF92-4EF26F9CE86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7474B6-0B9F-67C8-B810-28DB7B6B98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0396EA-A6F4-BA33-297C-AE280797303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3F4CB7-8C6D-FE18-5F61-6340DBF6072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6F4D5C-0804-D052-9B46-68D40C68C45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33FE3D-ED73-4819-BB52-54DC2A9BEC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DC754A-6381-C596-A943-CAA389328D7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CF5D27-6A13-5044-107E-9119EBC10C0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896948-4B48-6206-B7F6-4230F7B2E2A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AB1830-6E42-2A20-8C2A-AA50FDC6961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E3125-E78F-ADEB-2D76-775C5F12BCA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F2E2CD-A37E-9EA7-6161-B223B480006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5EEE5F-A7D0-FCEE-5A09-417A3D9EEDE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CF541EC-82D0-34C6-D3B4-09128D61690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13DE9-46B0-0B69-19BB-9AA06AD8C70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D2F8C9-61CF-79FF-EB7A-B1403412FA9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152CE3-1070-7E08-B808-1A60C34658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2D95DCD-B300-BC8A-0E79-47ED3F38FC2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D8D4A88-84DF-A817-8A26-A9605677EC4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24950F6-9706-05CD-562C-21700F9C312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3964511-AAE4-6B6D-926E-DD4488B4D41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1A6665-9CD6-BD8F-05ED-5D69B634E34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2572CB-AEAF-814F-F78B-6A9472A87AE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A0D3EA-A275-8D75-2430-BCB576D21BC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A85E4-6744-2164-FFA2-1BBB5880FC2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139A42-5EF7-51C9-209E-6615C7D1FA1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04984F-1F18-E37C-E42C-2C99E3C6EAC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28F3F1-7244-E87A-47D7-1D04B12E50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BC2B37-AE99-D9ED-1DB3-E38FE3ECDFA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A042D2-2076-F97F-90E1-AD80ACE5E0F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48744F-D192-693D-1078-E5A400BDF0F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930099-6D5E-A1E4-7E89-B2FC2A678A6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E82913-245A-2BB3-0AFE-A50F24270DA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EB09C5-3D15-F7D8-9813-862D50FED8C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5C0220-499F-6802-4CA5-7A6F2CEAEB9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65F877-67F1-0885-AFB0-8E2E19546CB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0DEBDD4-B82B-BC73-6ED7-05FFB2EA1E0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915E9CF-B6E1-E043-80AA-AE974AE9BF8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5B6737-AB15-DB34-A57A-87F1A9231A9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44E2E59-1577-5A47-044B-468A856D06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4EB964-C077-474F-914F-7C74FA5A044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19D04A-0949-832D-342C-3E79040A188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31381B-4D9C-F4A4-A842-E5D3E989A34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25F2F0-980B-6C36-6399-FFDB0D78668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D362CD-4A9F-8DDE-BEAC-748A76CF2F7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D78438-1202-A574-7D46-CBAC7CCDCF6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98C8B4-E209-AD73-CB11-7B4403E53BB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6170E5-0809-9375-DECC-3A347EC430C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EDFB64-7783-C994-94F0-C09180CD4EB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C56798-E55D-B146-C8B2-A04A367A8A0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F7DDEC-3F2F-EC7E-DCAC-B9DF81AB63A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767EEC-78CB-7D00-B53B-E7834EB70D6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EC49C1-AE0B-E59E-1F3B-3EB08C9F76B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3C3FB9-71B7-90E0-569D-88348F45F28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3371ED-384C-0405-764E-5F2A6344FEA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0388714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9949A-823A-66A7-2172-2B3690D0B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4353D7-FE4F-2CC1-B8CB-912E55DF40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Compete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AF5249-50A0-1066-8D39-FA51BFC4F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770EF08-4345-ED31-CFAE-E33C1C9806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492FBA-6FC2-E646-649B-764922F97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8C8491-9957-AD41-F103-D65EB64E96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2C3D59FF-D38A-E86A-3D0A-866C3D39360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EE3482-F3F4-1031-D3CF-97971C53BC3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3EF5D9-7666-7194-34E6-7F65D51A21A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F2183F-4247-1C88-DB01-FD29F6F78BC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7F286C-02E0-0F58-3ACC-8C04C8008D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BEF717-4F00-61B1-984B-6A6EB462FD7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E9DA6F7-1D75-EF3C-3F06-CC41A1DD8AC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EC5F793-229B-69E8-7E8E-7CC6FFA6D3B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E30BA-1E9F-7031-7BD7-28B39DD5C2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2E9A-F1D4-C0E5-F5EB-4CCA05DF633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999E9-BF68-9375-2823-258FB643D4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215E86-C4EA-5AB0-9508-355FFD144CB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4563B47-6FB9-8E30-2716-C08D225E66B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D76377B-2B73-B896-5B20-46CFA2372F3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7DF9DC-40CF-087D-5254-353160AB0D9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7E2475-4E9F-034C-D620-6D8A1DEACE9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175EBA9-F5FE-B9D0-D619-405A537C22D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FA6B60-BA7A-164F-84CE-E5DC04A17C5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382C7CD-BFF7-7FD3-CFA6-A9F984A4744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3A04BD-581B-A2B3-F901-DAAC887262A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52F29F-7C3C-D300-6A72-42AACD76EB3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54E5C1-75C2-B48A-C2C6-AC5E1CED0FC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01B395-E1D9-4005-C734-5CCF02B244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975DB2-3069-88B0-C40D-C268FA2F22F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D5EB7A-33D2-1CE3-E907-DF30AB491DB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0597D4-62C8-EE8B-5BC9-42216AF9399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83144B-A6C0-39B1-0A01-0B4D14EF6C5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0665019-A050-9FF0-6E5D-1B3D8E04D21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CED47E-5154-92DC-A96B-FBFCFBD6A03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640CA4-48D4-DE55-C11A-7FE9F066B48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42BADF5-2055-1E30-2217-B7FD7698ADD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C6D80-F4B6-081D-9412-598A6159B1D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94A6EB-C94B-3F45-1A13-0A66EBBC227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6197C2-A02C-AEA2-2D7D-6F2D972E40F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CE79A9F-CE86-8778-2B8A-308797AD5BA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1A246C-04D3-4B0F-AF33-FA247FD72D5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082707-5E5A-4DF5-956D-DB93A632993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3A12D7-68CC-97DB-2235-43AAEB89212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60482D-B777-F8EA-1D3A-15C2148E924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AA68B1-BABD-6223-B6C2-656A2A535D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FC6DAD8-C42B-F28F-A66D-7914B73EF42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C9B7357-0489-F85F-754F-0451A110496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E998E8-7166-0E1B-6A0F-2CFFD1CD68F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FC7484-D89A-D3D9-F1E1-890792BA6CE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7D96F8-55BD-4D76-3123-D99891BFCF9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925E01-4623-B5A8-103D-D5CA4C2B48E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D95745-46BA-D09A-4EC0-0D9828C1D2D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BA0E34-F51C-6B10-A150-33086486EEC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FC64ED-C0B2-50DC-A5B2-00924D10A2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9C7F65-C912-947C-B18A-66D44C06D84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0FB987-42F9-F624-41E1-E8B83CF07DE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623FB3-78F6-3D6F-B84C-C5DFEB7DA40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B45CA4-D312-185C-5488-A96EF95B244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834DE0-1585-D0FA-0360-00A2C127C66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94D1AF4-654D-CC5F-E7B7-CE137B9BD8A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6CC1FF-0D43-8697-C6EE-E2BEEC4CBE1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F6D95F-5B14-4CE7-2AE8-E55BE4A17FB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8883E64-7B18-F431-37BD-BCA49960790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2C603F-9B54-D57B-6916-E5A8A467A6C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DB67EA9-74BC-05B9-5A68-6EA4FB1B143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CE01ADF-B94D-865E-35A3-72DC7AA526C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BE0753-B541-B84A-8687-90C6978B87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7C3B3D-A13B-3DAB-72EB-D3B5FD30CCD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680708-B3BE-FE38-4B9C-A0366DCB9C0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36E44E-3E00-05AC-0C23-AE955F8EAC4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3C4A9C-E1D2-AC91-9559-B1574EEBDA6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4F589A-C6B2-DFC5-07FC-FDDCA7B8CA7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82004A-F0C8-694E-C0CD-2EEE97910AC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1BA9BC-D9F2-D518-7654-8912E3D39B0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E31D49D-5DFF-4E4A-8B46-96701930B4D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BB6DAC-927C-3929-F0BE-B51E37BC9EA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DBD4A2-B056-D240-8236-63FD2B6BF3F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821DBF-05D1-018E-6B55-145042A12CD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F6850F-90B5-A575-0135-DAD591FD302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2539DE-DEF2-74F9-238F-8EDA6E8B57E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BEC72C1-1226-3727-87FC-081DA619D9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9EA5D1-BEA5-7DE9-7D03-898CA0716B0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91E122-864E-F9ED-B9A3-C4A2D80FAB8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8665871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868A1-F8D4-F3D4-2C47-43AC0601A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5384BC-6C0B-944E-0D90-85DE78EF14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CC60AB-7E57-48D7-B3A5-1B7E9CDA0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A52833-2B1B-D6B9-0D3B-3EE00B1986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FAB81F-7A07-4F9F-05F7-A0717B4186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9281CF-62E5-8E89-4B76-99DB56C021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2ADAB8E2-6660-202E-8A62-C6B040D89B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00068A-D0F7-13CC-BE04-A622B8E4DEE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535750-3FCF-E848-9520-5888CB1E4D6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D27954-5EF0-1799-A602-4A55E91FA30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A2DC5B-B87C-A9E5-46BF-6CDDDF0F8C1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0B5770A-8A5A-F7B6-A84F-8F89D6F50D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2A6F96A-5B9D-9002-6EC1-DC577F5B7A8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4E2732-2DA7-2352-89F5-1088736EA0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90B3539-999D-AB52-594C-322B537A81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8FBE8E-BC8A-1FA6-3FE8-DF6258E28EC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CA37936-EEDF-41B4-CBA0-3A16CBD61A9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5BF9A84-E5C6-2528-F3DA-BA1A7CA89A6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12F64E-0109-1EB1-4755-CF55BBC344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64E08B-FAC5-233B-017A-8FFD174659B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3B13499-4234-F0EA-D3B8-8B458F21D9C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C72605A-BCF3-5347-657F-80F2662DE7C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1F2038F-3011-43D2-F64B-F2A2490A679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764E4B-E293-95D2-94EF-489C04A17AA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31D4C58-CEB0-A875-E5F1-BDA5E38B1CA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8F15B70-95DF-770A-6A7A-A1533392569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C46312-05C5-0588-350C-AF77B09432D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E4AFEF-53A7-175D-8363-F82A2CE797D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3077BE-7980-C083-630B-C00B767115D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870AA5-E57F-5F14-08A5-B5483CC159E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1FB9A00-19F6-5480-3FCF-BA7D9EC6B9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8DFB252-735A-16B4-C136-73F8266D2D0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8DFCC0-EBCD-FB98-2826-91FB5CE0B2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A000FE-9150-6882-C091-06A1840FBB6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0E65B7-C472-94AA-B210-131337546A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3B81C-898F-FB42-A0BD-DE0B8C7A9A3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CF797-C412-09E9-A43D-C2EE382AF49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7779B2-1311-8579-0A2F-82E0D19CAFE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896FEA6-DD16-BA21-6612-48F8BA494ED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44ED2-A9BB-66D1-CFDF-23BB42196D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782CAD-207D-15DB-51C3-5C8D3966D42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CEC386-544C-0A06-6DE8-C83AD2804E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0D5C1A-095F-AC51-240D-1D225F55D1D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31EBF36-4C93-CE1D-9432-709161B7222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5279325-14AB-106B-BC11-299C44C22D6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887D43B-51EE-49F7-EC40-66862B8FCDB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A30BB-3371-0230-6845-94760BFD299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880BDC-C813-5AFC-89C7-E9CC058B99C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F74F93-A63F-9DCA-3237-1F6CB91206D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F92669-7777-2A2E-116D-09FD386E1D2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6FABCC-23BC-4258-F7E6-5BAAB66A072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662BF4-9150-5FF2-501F-032746413B5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7BA0B2A-6F5B-3D5E-7E61-964465C8C5D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5C3062-384D-F972-3679-423B455EFA9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2ACB9-7EE7-EE39-EBC7-66C2CB6C7B9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772F68-C4AB-5FBC-B3CE-81E2A23882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7C1C6C-3B66-F7C4-B5F6-2E11C58DC2A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67D9C1-224E-BFAD-D027-D7242B4CBC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E893D1-33DB-1983-658D-73A5BD006C6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60E1C38-F8EC-0715-A1B6-4C2E856537E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DDDC11-841A-3105-E20C-0FC3909BB1B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2635211-EFA3-A47E-FFE4-76AA65D38F4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BCF80B-EDE3-13F6-275D-0A83953E88E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39B6FEA-74A4-2657-826C-1A122D3A19F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6A95CAE-5D2A-4BB1-F687-604263963C3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95378E-077D-09F6-60F0-ABE6B4A2ABB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1F1E8E-EC6C-4CEA-D007-3B3CF2307C4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627A24-3EE7-E694-4073-9289EC93B50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F167A0-3D78-1D04-A302-2ABAA759FC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8603A2-5755-1BD0-B69F-9F75755514F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9C0240-DE12-226A-DE31-7027E9D1653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A3ECC4-1007-13D7-BEC8-0A40ADBC44E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BFBFC3-9E8E-7369-7AFA-DA9D832BFB6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B3C0E69-18CC-9E9B-C7C1-5438AD7F7E3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7D94C7-784F-3DE5-6043-1B207FF0BF4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C017D1-823A-34D6-2A83-90121E325F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1AA8A0A-A391-341B-DB01-E37B712FFF8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BBE96F-4866-224D-04FB-D593F78F63C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B5F54F-789F-6BEB-A5D8-D999E8521D2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5DE5840-62D6-51BE-90AB-80C5729A5B6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E3B52B-8191-A62B-500C-142C8003933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1ABE1D-67F1-CC0C-743A-797BC8472C9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5644B3-FB91-A666-9563-EDE5884A42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E1448DD-D7F4-8CB6-59FE-4CEBA70539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3046101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D73C5-C79A-44B3-CCCC-A1925FAF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80DE86-ADF8-24B5-A48B-33F0157919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77E6FEB-E074-BF84-4465-58A6BF9AD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6415F4-1292-C9BB-ABC9-FF12AB375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6171C0-3BFC-403C-3BC8-9D9C191E29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E502BA-BC84-1776-679F-288552197B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DD334AE-F7F4-91F4-DC87-C346F9D06EE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DCA557-B21D-FB70-0D5B-E7B79B3E57A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0BF7FC-2574-21B1-38F3-B219B3B9898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A86948-509B-9E68-D038-687AC97043B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7A39E4-255F-5CC6-6C45-01D2069720D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0329745-2891-B894-56D5-D3A8B8C93DE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89FDE8-53C6-03C5-62F0-39BB0E51E7C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786A1-F256-C25D-889D-74C45FA95A0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D32A53E-3E73-07AA-29CA-7CA21B5F370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D49EBFB-990E-3ADD-A9C3-3D1ABBE733F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AB8479-3420-29F7-2053-DC004A4E86A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5F5A80-7227-DE2D-B9D0-D834B189310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3ED40-A880-6B7B-D602-152653CB240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4D1473-3DE2-3F34-F091-732378C83BE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AAFA84-B6DD-A990-1CFD-685F89D4B33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A68710F-9A2C-00E2-CAB1-07FB842E659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8F4E908-00FF-C65A-4A07-B3C872766E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8566DB-4424-0286-259F-A8633FBCF1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2F3147-0431-3FEC-80A8-A5CE5364739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0EF621-69A8-54DA-AD43-6039755FDE1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47D9CF-B14B-6D11-0BB9-11A9575B0B7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2A2DF4-0A54-A61D-B1BC-7990FE79EAB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8BDCE9-3FC2-A43D-32EF-1BB8E1C8CE7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E4C690-1E58-76D9-83DD-A768FE8BCE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F13DFE-9B7F-5453-25E2-93D61E67929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F470BF-AE58-D3FA-D653-695C3784483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94B9D-63C6-5CDE-5B12-3AFE8EB5EDD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BC382C-BCF8-60BE-C355-039A6535370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A434AF-D941-CADD-36B9-9E14ADECE36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CB1433-FD08-3968-6A0F-C554AE58EB9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6EB1B-1186-F66E-2A19-F79C926A6B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AF5691-101A-E130-1FBE-6F311263714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7947EC-DBCA-9663-19E3-D422CB947A3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4D7F075-2DD5-D83F-027D-81516E595B0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AC5AAC-B8B4-CCDA-3831-9BE2472E6C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115497-D51B-7DD8-B346-BEC31B052E5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B39C2E-5E2A-28C2-6C38-71863642FD8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BFAE24-6EFD-7922-A6F9-9273EF1ABDF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54E4C3-C6CD-F679-8860-F64D4088D4F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0A165-7E07-6A0E-1A32-4F135E5EEAE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F5FD6E-86AB-95C3-A4D1-DF8775186E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A8C92E-0C87-39AA-DC14-4512D74A74F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EF842A-E7AE-E953-A98F-FA5D8D4E9F8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8D019-D618-6129-9FCF-7F0C0723EE3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5187A4-18B3-9F85-617C-5FF02EE901D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6C0BF6-E7E3-0895-6FAD-9F184DC7B47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4CA3B1-B84D-36A5-A174-37BD1AE2478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49D0CB-E284-E975-DD9F-15E111E24B8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AD763E-6341-D66E-FBF6-AAAA0B6747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8F4CB4-C377-C88A-3443-B8C4F144FAF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BE759D-810B-4BD1-C7D5-F22637858F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DDB388C-C4EB-34BB-FA8D-80454AB1DAE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50A9708-3E5F-F72E-D6FB-59E24949F64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EC07DB8-A3BF-8F1C-39F2-AF4A9F79049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23525C-D49C-170E-363F-73105E1F59A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762C89-CB46-129C-63DC-E33356AE747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CB4F8A-4B83-445A-0364-1ABAAEF17A3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37CEE2-0481-12EC-1E1C-901A040B5A8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982597-8D80-3036-EB55-46BD920C0F5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FFAC0B-B82A-DEE4-8821-A9C4FDCB72D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E2B809-8324-B649-0F15-3D86D7C2D5F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4DFAF3-CB53-DB3E-FB96-FBE4EBC91A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966131-972D-28EB-5B23-A4E0A1E321E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B20D11-7260-89BD-13FD-ED436274912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42CD6B-7D8F-4E23-6179-4632152CC1F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E6FAA7-BBF9-F827-C933-74424DE8A62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7550D0-F066-FAC7-7C98-AF71A9640F2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9799BB-CE0F-9221-4D9F-0F84EC7DF29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002AEF-7958-8386-B936-52852176499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335D9C-BEF9-7FB0-A48D-71600DFF651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E26029F-0EA3-3B66-42FA-0FF76D6AA82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308632-67AA-1DD0-FE03-BB3743EBE23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69D7E1-2A63-49E4-6E20-546BD26957C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634F71-4100-F3ED-1C98-E38A145F41E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CA0B46-B300-1F16-D493-10587E1955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68CB5-1902-2BE1-7DB9-8806003473A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7BAF51-2489-AC83-3D89-81CE8C17C61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3C964A-040A-77D6-A62A-D7EA441FF1C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7201465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650FD-BB71-3B09-8AC5-BA702F3A0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56D6F1-48A1-9AE4-E19B-C1A857F449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D40238-645D-CBF2-25EB-4554D5646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08BCC1-9E16-5C21-6B29-71CA6AE7F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F49854-76E4-AEFA-299B-61658E4EE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EC6FC9-55B7-BCF5-1480-144A658BB2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E1A8E2AB-3236-1681-CBAE-0408E797DF3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13208C-F28F-9A62-3F56-16C5D8AA0C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F1816A-1E74-509B-41DD-05A04B39820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D3CCC5-05AE-0857-BE5A-C70747E3F91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AD14A7-CBD9-218F-BA77-ED21F64BC62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346995-8565-D2E1-7A21-C50ED31DC3C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10A09F-BDD9-4DEF-3ABF-E1899862BF8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C8C51-5B30-7FE8-7F4A-7E2614149B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D07824F-FF02-8A55-9A51-D20F97BADB1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2CDA64-D3FB-A93F-3563-F34382F374B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1B9AD25-DEDE-A8D8-833C-11D61E7E8D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79A5A8-5A4D-CBD9-E2F9-E7AD627B7DD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A5DE069-27C3-6F3D-2518-F92B32C5F8C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03D51B-9CD5-A415-4355-6A1380BD1D0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907395-DB67-3159-4E38-99A4EF416F0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B26FCD-C171-C928-7319-3D3E179116E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65C4E4-5A58-01E6-6CC4-3CBC9AECBAE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6D71D3-45EB-9C66-92BD-235847A33CA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3E726-3DD1-ABEF-2783-5C5B0BA8732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71F200-BF4C-0D49-C743-0944DAED90E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542B7D-2563-6650-2C23-CA7E6955D5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410124-EB11-B942-4CAA-51265A552D3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5391F09-13AF-9048-A183-360817987D9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43B2D8-4E4D-51A8-3A5A-5E0DEB06D23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8B9FEA-612C-E781-4170-53B97EB387A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50F983-0739-F74D-1694-82629564E10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AF6B9C-83DD-E7E6-BEC8-B688942B3DC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ADD807-318F-958F-D0D3-7C9531B06EA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D36A8B-8981-CFBB-E39A-53FC479B78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8C87C8-2C44-C2DE-0B44-45DBCBA8650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5FBC7B2-2F4C-6ECF-4E2E-41848A98117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32BF2E4-561E-5C53-BAF6-E097F53C3AB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77E40E0-2DCA-7A72-9EE5-384CCD1D915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16BA51-9672-8002-29B5-965031861E9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5E6A6F-AC77-B1EF-42F5-FC74108B45A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B605BD-F6F6-0DF6-6FD4-D722B384D68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94A41B-7EC5-2330-C81D-61127D03664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3D21BB-A4B3-3280-E624-84F582F4F75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AD724C7-3400-FA20-DBEA-A013E97CC6F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0E2CE5-A126-6131-C061-EDCB53BFF15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C0AD63-8A6B-1B9C-F81C-1CAD30DCE2E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1378B06-343C-30D6-1BC2-A885F5B3A9B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358D0B-69CF-BD07-E9A2-92A1A3FD84A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34998C-DA9C-1922-BB96-7E14F3EB2F4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1CB441-F323-CF4D-F9EF-5971F5CBE50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3BE870-350C-A4FD-7A09-DD6BC515B74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A00CFD-863F-0FFB-6BDA-CDB9013B556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E5D5630-4CCE-CC51-DBD3-48C6122B930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BEED3D-3401-9D7C-9DA1-A002AE533D6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BE35FC-67AC-BE60-C1E9-F3285506210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3448D4F-A6A1-DA53-50A8-ED699BAB12E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FEB47F2-5D84-C3DF-31B9-7627D5A949C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F75CBD9-F384-C0CD-571C-94B61CAF033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3DB731-CCA8-0CA5-D839-6C404FA03F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C711AD-BC47-FFDF-3ADA-D8F2B390DD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CE951F-7E08-F988-C9E6-00BE9E89625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65433E-5583-B5F7-0438-54107EA7AC9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500A9A-2A4C-10C1-7CCA-406E9F04F7C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9C6A39-EC7D-339B-7EF7-EB788FDF112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794A78-7CE0-639B-0C05-D0454B7469C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59BC33-7F49-8868-9073-B63C8606D82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FB5CAF-8393-96C8-69B0-FA2E63FD9E7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CDDC1D-CBC0-4A6F-09A2-6E7B41AA5FF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E1D89-BA7D-B1CA-1725-C85D24CF533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ED1C7A-E77D-9A4A-7726-4EF351E9E6E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0F4BA3-1118-3EC0-2CBA-9151B8B1199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BA7188-18C8-DB96-9F85-4B509D83610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CDAF64-6679-43E8-57FA-66D0392244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0299D2-8B19-FBEA-5031-73DC6D41BA1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F51C31-8138-6DF6-231F-E38FF5F0DA3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D74BE1-16B0-F245-FD1C-B4920CF1C0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A422C6-7F74-BBE3-5ED2-8BFE7B55533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918D362-E45B-57E7-156A-ABC73B9A27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7B634C-E8EC-2238-AE38-DF334D72C5B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A43ABD-7F15-84BB-7AE1-7BCE0533EEF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6550D3-8DE0-0476-D946-E2EB66ADDA7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0A7BFE-9C0B-ED38-D876-E63B378ED3D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283DAB-2EAD-FDF4-066C-92DFF1C079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756120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94C98-C28C-8555-B52B-5EC4D454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34A73C-3566-AD2F-0B8E-293C2E943B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4–6.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5F3A7E-9611-17D3-4029-83603A555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63849C7-713D-D280-F297-DB99D9CC1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14078D-2546-479E-3D53-73BD094E8D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D22C248-CFF9-C5A7-4FE5-39C55E107A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1B693F-350D-F694-9223-3F4A202A61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4E8224-6F85-555F-C1B9-16F05EAB929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4D91C5-CC22-95DA-C00B-9AD7020E9BC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5E1C6-5A9A-4EA1-5F96-729EFF1719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50F0C3-8A05-A96F-FB33-7C6189CB881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B17180-22EB-A277-8951-7A078C9B9B9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D06C5DB-FF5E-9DA6-FD73-6B7D04595BC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D92A31-1051-61D3-5554-A0D250802A8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82FC7E7-2178-66F4-DF14-336F5CAA4D1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AA4388-7159-0367-1E68-44CB1278CCB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68D899-C25C-2C6B-0F75-1F978EAD79D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82295-E01F-B63F-D358-33CEE180F1D2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10AF2B5-1434-E74A-A9E2-DE942672D4B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1A3DE5A-43FE-73A7-8599-A404059BC89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013F9E-A7A1-BCBE-1AD4-C923C8A7B34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596C96-31D0-3509-B51B-C8CD936BA35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5219AD-ABC9-126E-E4E5-ACD25A689B9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E9470-B8F0-2B0C-4A17-500211EDBD2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7C03F7-93D4-2125-3BC5-B14E967AB80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FCAEA0-F588-52C5-1DBA-6FA4CA6C234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76167-81DB-3601-6766-97D046B3EA6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E08085-0D71-257B-DE85-07151618D7C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773C1B1-D0C7-FF44-560E-E62A7B71898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11F42-2A85-CD2F-38D7-A4CD9910F5A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EB4E2-55D6-0B7F-CE35-04A27031A2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391FB8-1B12-A6FA-E3E2-7D095FB2079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D63D80B-6BC0-99DF-6DC2-56A366613B7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BA849E-611E-AD71-DF01-AB9D820574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B19184-119F-BCCB-82E7-95F78E3D679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F80ACD-6B53-3ADA-4307-215E6A5AE36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397AB6-EE1F-5F02-A930-C78DAEE1614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67F14EC-302F-4A56-7654-A695B47A64C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47860B-B7AD-9AD0-5A44-91AD365A7CF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46CFE7-AC4C-DAD9-42C7-3F9FA420875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EBA91C-D1F2-3E32-8E07-10674276409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71569F-3A44-EFB1-65D1-B338F11998F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008F7B-B092-D293-FF3D-8E81AC941E0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0DD04-62B9-FBDC-C177-FBD785BED57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37C62F-B57C-F192-4DDD-287E25A8C66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AC00A2-454F-93CE-E0D8-6B0EDCDBE58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77E433-DA02-A7A9-7807-17309CD6B47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E40D93-FE57-13B2-7E7F-ED594402CA9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7539E-3114-496B-1C01-C1685D9FBF1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72BA26-6101-7E16-2157-5646F8C5165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0B719D-FE10-4021-357A-35DFDCA2D84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1F4C9C-0719-3BAC-0AA2-09B8C79E741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A2F4E5-6BB1-D02A-BF6A-682E6D3E238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1DC442-BEB3-6A56-1EDE-BFBDE7899D1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13A178-697F-F18E-149A-894D083C870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64DA2D0-B8D2-9CEE-64E0-DC3349B5E58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75ECA1F-FC86-53CB-BD69-B7AB6BF4E41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724D024-1AF3-A7C7-18D3-F3E8773F555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8B2F9D-A0FE-5D60-8044-2FBCBFF98A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BABE06-BD3E-99B8-C16A-24FC18C4BF0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62EFAC-F331-0BFF-2AC8-F2605A07F4C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4EC1FC-F1AE-574A-D4FA-AECE59C0EF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B21B5B-A95F-D8F1-4CCB-A406241B21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47BE9F-211E-A569-C2C2-7FE6E7C908F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748928-D6D8-D347-CA0E-CADFBFBB3A2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B856B2-E175-A42C-32DB-E4697B85D9D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94342E-9780-F117-75E6-4AA776ED0DA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7267CF-AE61-C08C-F961-D6B56829C90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7C7F31-0474-3DB7-53E8-96EDC14FFF3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4FC65F-C4D4-5972-BC11-119D66A5917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86126E-00AB-9318-EC6D-B3871A431D2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FED10D-854B-4BBC-A9DF-0C50E2E18DA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23AE68-60A1-45B8-9FE3-63D0F902889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B1033B-1067-80B3-CDDC-3A4A288479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057643-72A0-3149-8EE2-5FC1FB41432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06C789-EBEB-A82F-2FC7-75DC3E8E8F2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5A7CEF8-4E7A-8665-8C2C-FB588CA7459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4A53BA-4FBD-3BAB-6496-80D8F3E7067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3F382CD-1DAF-2278-1FD7-3A367254B83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3425301-F543-63F7-03A7-FFBB4A08F83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9D90C91-2262-8373-66F9-5B87476BF4F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3FA8C-FF3C-0865-196D-D0C85519CC7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E6CC00-E5C5-B66F-60B6-7BDA2869884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E89091-E37C-23BC-6AEA-98DF4A1B314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03CA0D-DA91-0919-86A3-741483DB4D8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1305AC-4422-A22C-AFB4-DE501EC18F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B8ADD9-C2D2-5BA4-FE07-5294418107D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5894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11007</TotalTime>
  <Words>6009</Words>
  <Application>Microsoft Macintosh PowerPoint</Application>
  <PresentationFormat>Widescreen</PresentationFormat>
  <Paragraphs>5100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414</cp:revision>
  <cp:lastPrinted>2026-09-04T05:15:04Z</cp:lastPrinted>
  <dcterms:created xsi:type="dcterms:W3CDTF">2024-03-19T02:13:08Z</dcterms:created>
  <dcterms:modified xsi:type="dcterms:W3CDTF">2026-09-04T16:27:07Z</dcterms:modified>
</cp:coreProperties>
</file>