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457" r:id="rId2"/>
    <p:sldId id="531" r:id="rId3"/>
    <p:sldId id="532" r:id="rId4"/>
    <p:sldId id="546" r:id="rId5"/>
    <p:sldId id="624" r:id="rId6"/>
    <p:sldId id="626" r:id="rId7"/>
    <p:sldId id="627" r:id="rId8"/>
    <p:sldId id="628" r:id="rId9"/>
    <p:sldId id="629" r:id="rId10"/>
    <p:sldId id="630" r:id="rId11"/>
    <p:sldId id="631" r:id="rId12"/>
    <p:sldId id="634" r:id="rId13"/>
    <p:sldId id="635" r:id="rId14"/>
    <p:sldId id="636" r:id="rId15"/>
    <p:sldId id="637" r:id="rId16"/>
    <p:sldId id="632" r:id="rId17"/>
    <p:sldId id="633" r:id="rId18"/>
    <p:sldId id="638" r:id="rId19"/>
    <p:sldId id="639" r:id="rId20"/>
    <p:sldId id="640" r:id="rId21"/>
    <p:sldId id="641" r:id="rId22"/>
    <p:sldId id="642" r:id="rId23"/>
    <p:sldId id="644" r:id="rId24"/>
    <p:sldId id="645" r:id="rId25"/>
    <p:sldId id="643" r:id="rId26"/>
    <p:sldId id="646" r:id="rId27"/>
    <p:sldId id="647" r:id="rId28"/>
    <p:sldId id="648" r:id="rId29"/>
    <p:sldId id="651" r:id="rId30"/>
    <p:sldId id="649" r:id="rId31"/>
    <p:sldId id="650" r:id="rId32"/>
    <p:sldId id="652" r:id="rId33"/>
    <p:sldId id="653" r:id="rId34"/>
    <p:sldId id="654" r:id="rId35"/>
    <p:sldId id="656" r:id="rId36"/>
    <p:sldId id="655" r:id="rId37"/>
    <p:sldId id="657" r:id="rId38"/>
    <p:sldId id="658" r:id="rId39"/>
    <p:sldId id="659" r:id="rId40"/>
    <p:sldId id="660" r:id="rId41"/>
    <p:sldId id="661" r:id="rId42"/>
    <p:sldId id="662" r:id="rId43"/>
    <p:sldId id="663" r:id="rId44"/>
    <p:sldId id="664" r:id="rId45"/>
    <p:sldId id="665" r:id="rId46"/>
    <p:sldId id="666" r:id="rId47"/>
    <p:sldId id="667" r:id="rId48"/>
    <p:sldId id="668" r:id="rId49"/>
    <p:sldId id="669" r:id="rId50"/>
    <p:sldId id="670" r:id="rId51"/>
    <p:sldId id="671" r:id="rId52"/>
    <p:sldId id="672" r:id="rId53"/>
    <p:sldId id="673" r:id="rId54"/>
    <p:sldId id="674" r:id="rId55"/>
    <p:sldId id="675" r:id="rId56"/>
    <p:sldId id="676" r:id="rId57"/>
    <p:sldId id="677" r:id="rId58"/>
    <p:sldId id="678" r:id="rId59"/>
    <p:sldId id="679" r:id="rId60"/>
    <p:sldId id="680" r:id="rId61"/>
    <p:sldId id="68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3"/>
    <p:restoredTop sz="94670"/>
  </p:normalViewPr>
  <p:slideViewPr>
    <p:cSldViewPr snapToGrid="0">
      <p:cViewPr varScale="1">
        <p:scale>
          <a:sx n="113" d="100"/>
          <a:sy n="113" d="100"/>
        </p:scale>
        <p:origin x="1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9/5/26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B2D1-5D00-916A-AE1B-2BB30FB50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98ABD-DDCC-79B1-5A10-CA6C6A043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735BF-9CC2-500A-634C-A9AB78BBE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CE0FFF-EEE9-F749-B734-90E314E24745}"/>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127938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CFF7-1264-F174-99B4-98E19B8EA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67ACC-F00A-5584-E1C5-8DC6C0B990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4F479-DDA1-B375-071C-11ECBB17F9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2F87B0-C4E1-59B6-D17B-776C92EDA36F}"/>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648158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DB06-99F0-2758-C585-DB29E4FD5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A7BF9-0430-FB49-0B9D-CCC53C3BE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8EB1B-70DF-BBD7-01B0-A0D15F578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96A7E6-FE39-4321-5057-575D9DAABAE6}"/>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38327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EBCE-1250-6E5B-92ED-D2FE2E07C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018D9-6FD7-134D-8F18-FC65666FF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8EDF8-534C-FE25-0396-79BDB0D3E6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6761AF-0B41-0109-16DC-51E7AED25453}"/>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55752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DFE9D-23B3-1AD6-282E-2DB7AB5FE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5D5EF-B3C7-2A02-33CB-78CECF2B3E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717C6-4D17-BD3A-3184-850E82EE4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E00F25-A787-BC62-FB68-029D2ED3E373}"/>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4102626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F4543-325C-C25B-DCF8-EE259AA97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14122-D8B6-F16C-F88E-69CB2C59B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98682-983A-2753-6D2D-31B75A127F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FB3D4-6CE6-E0F4-B0E5-372A9BD73134}"/>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1714914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FA3BD-D2C0-4784-9CF6-84CB869C0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37995-BE47-6676-43A4-A470E2560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109AE-FD00-4595-0114-7A53EBAE9E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C69BF-765A-C143-BD9C-D531A6AC3F4F}"/>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1011739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D24E-C2ED-FC73-C44C-BDEF0BD15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1862-F766-DF78-5629-A3B962543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391AB-BFA9-F494-2490-CF223DC4F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5539E4-1FE1-33D1-A6DF-5B66BB320B20}"/>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2410744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92C6-1C9F-CEAA-40B9-3B6585F14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8BDA7-1FF8-54E1-A986-A874B09C5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71DBC-DDBF-C52C-D494-EC508811CF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88FB6-0E4A-A67D-8AAA-3BB15E880BDC}"/>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1784264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B66E9-7E4F-F45E-40A8-29C82A287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80EFD-18F1-1F37-6C02-CD183C9DA5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62BE9-5086-2DC1-53ED-01B55DF9F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D91DB6-67EE-AC01-5A0C-DBC6A956F287}"/>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715164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504A-ADD2-31CA-B315-6DAE9B9BF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5BF2D-CCBF-450F-8927-1F6D34A64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21B9DF-093A-3B65-51B6-8E32DBB15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68FA9-28D0-0564-07AC-ACC60353AA71}"/>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786809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0BBB-6B5D-C79D-4DA8-19A479CF1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FBF25-3F78-D81B-3787-5C728A828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64B8D-941E-9E3D-EFC8-498223F795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E46504-BE91-779E-628B-7F779A37EE41}"/>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396218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3C7E0-2A57-6770-9685-2DC1A953D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79AD3-25A4-ED47-2DE6-3C7399B1E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BFE11-0187-1CDA-82DF-BA5C04D21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435D7-B1D6-1037-07C3-673FAF888DA2}"/>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1216979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24DF5-FDB2-7751-F109-FB2AF4BF2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4B957-DDC0-031A-8D37-246F53359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B796E-E898-CF20-93FD-C043E50531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13AC4-05AA-7D07-63E1-F2B4CCF2DD48}"/>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3830946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EA55-9A5A-BA1F-E198-0AFA84A26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E11D1-0F42-68D6-CA2C-C38EE4ACC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E64AD-1E56-1013-8428-16DCBC53E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A058B-672B-39EE-AD11-703051BB6B30}"/>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752371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C963-4302-46B6-8AED-9C5C4C7BA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D3B3B-62B9-2B98-737D-967CA773C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2E28E-8AB9-D731-3C1A-05112D4492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8F9825-03DA-FF3E-F2DB-ABA9E9E287F5}"/>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452708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E2422-3D2B-F85E-7ADC-4349F6DD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353E1-93E5-83D5-3D06-884B3027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A7834-B270-10AB-8B5C-F0B37760C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345BDE-ADC7-4966-F83C-41016CB189FC}"/>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669945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4B7EF-84B9-5DF2-6E67-50926D6C5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1A2C9-FE11-1DB2-EF64-3E7D65AB7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B9736-BD1A-7C2D-B5D7-A3F6CD34C1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DA4297-712E-D4BC-744B-685A0DDCD626}"/>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3017245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E3382-5910-E569-7BC9-9CEA8F8BE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AE7AB-32B1-BD2E-2CF4-ECFED9A2F4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49967-6C1D-F7C3-ADEF-32EFAD47E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29CCD8-192B-C57B-AAD8-C014B7C98F3C}"/>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133367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654E2-A3E9-0937-A46A-6DC92D8AF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65997-BC28-6634-AA09-635CB86B7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79DB2-D55B-A003-8D4D-1B2A17621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C77C4A-1C88-6CFC-5139-8A54D90F115A}"/>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522004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A5651-8FBF-6892-C6E1-104770274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C3295-180E-1EAD-6E59-55D599C1A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ED11A-A4E3-16AB-EC79-575A600E37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707A54-2FCE-5BCB-F525-869CB066263D}"/>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286579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47E8-FE4E-42AE-4814-ECE43ADCE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70CE6-B049-B9B4-D96A-1AC44767B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D3C1A-4E54-4416-2AC9-926D7B6520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4777CE-BF27-B8A6-888C-660D73F40D03}"/>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554751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F1584-A26C-D406-D5E8-D3958F8C1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90ABA-B570-3A7C-FFAA-A3C118D2F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067B1-9329-CB9F-3328-798F8D9709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75A93A-4D56-E573-234A-4F7DC62BBEC9}"/>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613165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4FD1B-BCF2-3016-3F02-74E4CD69A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6AFDF-6064-ED9D-40AF-A68FA9032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327A1-37B9-F28F-6021-2EB2F308C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B50CB-7A4B-CB77-1BC2-20E068FCC5E9}"/>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840635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3F380-6FB7-742E-3A75-E6F65A171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7C72F-0704-52A4-D650-FDDC24DE9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0B45B-CA5C-DA2F-7FEF-1D5C585CCD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54B948-E8E0-5CD9-0A78-7446CC6BB1AB}"/>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3402601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D5CAC-3D89-FDD6-0B0C-17C97CF5E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DB5DD-9E76-B1B7-D1C0-A4F490A8D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A5FF8-2A3F-7F1E-B723-2114196EE2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851B53-0AFD-ADDE-3E9A-4D12C07FE77F}"/>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402106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551DC-6576-59C4-29F2-2552E46BC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BF40B-C464-A623-79E6-7D6BC6AF5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7F46B-001F-792A-C514-BF4F101C79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7DB44-9008-1517-559D-D44F710FC419}"/>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4129791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48CD2-93B5-F622-279B-6C8F98B60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56D2F-0617-9C3E-B77C-5B9ABB5D5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0BA12-C00C-5E30-AB51-CDD0E92038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8ABCF-3D32-868E-6625-D5C2E54A3913}"/>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9181936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9B506-E6A8-8EA8-E263-921151015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AE7B1-FE84-3018-9AAC-E9671BEA6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57E07-CE2B-9A4E-DF76-ABD9EFB244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A69D57-BBEC-C5FD-CD8D-D899530AB996}"/>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4626859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C267E-AD05-E21E-DC7E-264CE1B0C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30A0E-C5CD-2D52-D83F-2F3A8E841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93B0C-35C1-E1AC-B66A-F90E55F99D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22EE0-9A6D-5FAD-70F3-CFEABD119744}"/>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1646759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9A7C2-1E5B-AAD1-C1F2-470A5C79C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8AB09-2989-75E5-611F-C3971142F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51D62-C999-919A-95A2-F143939D42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DE541-B678-10E0-9E4B-D11959556BB5}"/>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030961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A47AB-387E-60B0-0852-A8555CB07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BA617-B45B-8EA0-2065-1EE1C6D04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FCDA8-0619-AD45-E4D1-C11018699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4CD861-BFC1-E761-E0F7-FEF48F970C5E}"/>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513451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CE933-F1C4-4D70-1A6C-E3F107B4F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88383-B3B9-86A2-40BD-DAEB5905D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9BFA6-D2F1-AB59-8B92-409F1E0A10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5FC2F7-FDDB-19CE-907D-2C7E3ECB26C0}"/>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729874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26F35-CD87-A871-8EFD-38101250C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2A60C-23C3-6C1C-8D83-A3FA978A2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58CC8-7653-A6BE-39D3-F60D66C5EC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83C9A8-866B-B303-0523-7B82D47AD693}"/>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6203626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F397E-EF9C-588E-1EDF-FE07805AD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D2CF7-C042-51F4-61CC-7EA6579747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DA5E9-46AF-A8D9-841D-3D52535785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49B76-C0F9-8DBA-829C-F2315FDD2424}"/>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6419029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1274F-62EA-67A2-FD9E-42E1B9505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1E718-06F1-607C-CA8B-429DC01BE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62A2D-26EB-FE8D-44FB-03A808CBF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5E9544-BAB1-90ED-5921-D346534BC6C6}"/>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8536812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3D7DA-43E8-2615-161C-159346620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740FD1-ECA8-639B-02F6-EEC8417F0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4E4AF-F364-F60C-2107-EE3AB11665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0DA846-6D66-1BDB-1594-413A3138ECBE}"/>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2208899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8CADD-0920-3D4F-9E24-6488611DA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A0467-8CFA-B614-2ADC-73874666E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01E37-2522-1D26-6C71-AE4FD78EF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7BA87-8E22-A47A-4210-E3914AA2CE01}"/>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36991035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6202-599B-989E-10BF-14DA63604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69DEC-44C9-DC41-B0AC-A30D991B8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951BB-4C78-B1B6-B29A-2D56E11E6B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A2D25-E99B-8C4C-120A-C15F7BEE4DDF}"/>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8265032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6D60-7E7F-6971-315D-15B01E297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0A0D1-24A7-0403-E790-D0C38519C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40042-26E3-0453-DB51-C12C702AC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D1B789-E1F3-777A-4C8D-F952AE3470D4}"/>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36566143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8CA32-5F03-5C0D-DFBF-20F6460D7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0A268-9BFA-6D76-463F-5EFD70146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E1B6A-7227-CF6B-2A70-F052963472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F65619-37C4-03BE-E1C5-0E0F4648A74D}"/>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40495472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4E028-FEAB-5328-BC13-D6D9D0A48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BB109-4D5D-055A-986C-B86C57730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2AD80-C4B2-E142-D81D-1BD2423039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1993FB-C46C-99D8-BA81-6A6FD6EA80BB}"/>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9729452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513C4-46C6-8B33-05E4-038CA90E1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3E8C0-3617-2C1A-8F14-47E31987A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DF8CB-B790-0F26-5147-801E14C73D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14B709-2D40-4DF7-5401-0F4FB837755D}"/>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2570918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0EFD1-1E62-2C82-3D49-E55D7249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162C4-A8CB-5101-46DB-4AF4F5DC2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A03FB-BBB1-A16E-911A-172930CC7A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6CC91E-F401-E216-B0A5-C790414E76F5}"/>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8457948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D9D2F-78F8-550A-7FCF-429C0D50E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675C2-72C4-2A6E-6377-30347A5E0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7C98B-A0A3-3544-A9D1-4DE92585BC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C9A7D-D119-DAB6-8179-0A2A20D89AA6}"/>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13350759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8628-8520-B9E8-7974-2FEC7A777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7D3F6-B1EB-1780-8F47-180200D53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7732D-A9A0-373C-0CCE-14BAC0292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6FCE34-E758-46A3-5592-94A403557199}"/>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33683383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E584-4B8F-5C52-9AE0-C92563E59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9D76D-0529-D109-C497-CD525103C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B5F5A-9D71-C33D-46C2-D920E1600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89E154-83AF-901A-853D-7F073345ECA0}"/>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9035246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CD6D-81E7-9EF0-6E2D-4D5AA76BF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35330-ABF9-2E70-59C7-E1E780F7B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CD9DF-70E1-C7DC-456F-9F2FB31FA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8EAF26-1607-4E4B-EB0A-F9061359BC81}"/>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32794727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220E-388D-2B37-8B91-051FB895B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6EE20C-0DA8-B1B8-8703-ECDF8C357A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6A2FB-5DAE-4177-021E-09100872E9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267ACD-B2D0-EFB3-2062-04404898B144}"/>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12824290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2A48-CE9E-95B6-E001-3F0A3B136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A1FDE-43C6-3B92-F58E-F8C607A23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75FA5-359A-4FF4-8EC8-9B8CB13BA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6D202-DC46-80D0-A088-A2409A8A26BC}"/>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34101565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46B8B-3447-DCCD-071A-9BD62F793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354D0-A28B-6779-D2AA-B6EEEA072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55F78-6058-4FF1-6A70-D78E2B5B4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5DE5F-C1CC-9E24-0779-CC9B76C0EBF9}"/>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11532547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86E3-5ACE-71F3-E9BA-876674EF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E15D6-0608-4E8C-D372-DD9F6CCD1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1857E-4EB6-19C4-89B6-C73B49EEE1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55C0F-520F-7593-7929-71F5BEB9195D}"/>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4289710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B2835-30AB-99ED-A107-8E4BACE33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7DE48-4655-BBAB-0F67-578322622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EAC49-48EC-8E8D-A8A3-54F370B7B6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6E40B-04E4-14C0-0AD7-C49348AA6809}"/>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4683529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3A5B2-C536-EA70-EF72-45BCAC5D9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AA1FF-35EE-6E7C-387C-CA8840CDE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A7AA5-D78A-B4F3-7061-74EE458768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C1E652-68A1-0674-BAC1-17CD622444B3}"/>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33023423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0399-660F-2429-F682-223AE81BA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03FFC-0114-5134-46D7-5818BCB3D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DA1BA-69A4-4EC3-1B9F-0FF29733A1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DB8B54-0832-6924-2D45-C0641D6AAA58}"/>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7363480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B4FB0-AB20-B942-EF0C-4CA874334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2898B-C971-B925-3CCD-BF2892F38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ADC87-841D-B9C4-7B06-CF78E80272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B4A1AF-771D-EFE7-F6B4-A096CA2BF105}"/>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25862395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CC55-0E13-10CA-A98F-71EDC4EA8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2AB3A-422E-5BB4-083C-F7B7F0595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F88E0-C509-DE71-D3FC-46D2120890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2AA95E-C8C7-4734-5EEB-1EE04A41E396}"/>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9847968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A51C1-9779-3D86-B2FF-24368B4D5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772AA-36A7-0380-584F-EC3380950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65B6E9-34C8-9D5B-81DD-90A5FB408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8314F-3422-D8BC-5273-76DB7F673806}"/>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23966593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35284-8EEF-EFC9-7F50-A7799B8D0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4EADB-A0AD-3578-C8F4-1BECE266D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2E188-585B-B289-7383-A7AC3D93D1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A58F1F-57A8-19F8-151F-327F5883723F}"/>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9198941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B28BE-1A68-59AF-C90C-3B07B4435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E33CD-C5D1-8BA5-5457-8DD882F21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E82BE-3704-40C7-5E18-10E3EA95F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9CDD1A-7320-B343-7DCE-1E3DFC71E01E}"/>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21162415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3" name="Picture 2">
            <a:extLst>
              <a:ext uri="{FF2B5EF4-FFF2-40B4-BE49-F238E27FC236}">
                <a16:creationId xmlns:a16="http://schemas.microsoft.com/office/drawing/2014/main" id="{07818387-A7C6-627B-8955-706F80D33B3D}"/>
              </a:ext>
            </a:extLst>
          </p:cNvPr>
          <p:cNvPicPr>
            <a:picLocks noChangeAspect="1"/>
          </p:cNvPicPr>
          <p:nvPr userDrawn="1"/>
        </p:nvPicPr>
        <p:blipFill>
          <a:blip r:embed="rId2"/>
          <a:stretch>
            <a:fillRect/>
          </a:stretch>
        </p:blipFill>
        <p:spPr>
          <a:xfrm>
            <a:off x="3164561" y="145735"/>
            <a:ext cx="4690872" cy="5152269"/>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9/5/26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D263F-679A-04EE-F642-2F21606A41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81EB62-00E0-3E00-5A9F-7889C957821D}"/>
              </a:ext>
            </a:extLst>
          </p:cNvPr>
          <p:cNvSpPr>
            <a:spLocks noGrp="1"/>
          </p:cNvSpPr>
          <p:nvPr>
            <p:ph sz="half" idx="1"/>
          </p:nvPr>
        </p:nvSpPr>
        <p:spPr/>
        <p:txBody>
          <a:bodyPr/>
          <a:lstStyle/>
          <a:p>
            <a:r>
              <a:rPr lang="en-US" dirty="0"/>
              <a:t>[38 in 6] must be 356789.</a:t>
            </a:r>
          </a:p>
          <a:p>
            <a:r>
              <a:rPr lang="en-US" dirty="0"/>
              <a:t>[39 in 6] must be 456789.</a:t>
            </a:r>
          </a:p>
        </p:txBody>
      </p:sp>
      <p:pic>
        <p:nvPicPr>
          <p:cNvPr id="4" name="Picture 3" descr="A grid of sudoku puzzle&#10;&#10;Description automatically generated">
            <a:extLst>
              <a:ext uri="{FF2B5EF4-FFF2-40B4-BE49-F238E27FC236}">
                <a16:creationId xmlns:a16="http://schemas.microsoft.com/office/drawing/2014/main" id="{23D572C3-3250-FA6F-4A45-BE12EE9FCF5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EEBF50-066C-E0E2-F94F-6D8D331AF6F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3527A86-D06A-35B6-B45B-9F1C7EBDB5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8D8C12B-1067-D453-A1F7-428F6FB460D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7C4ED03-682A-794A-1C98-A7F50A78DB73}"/>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5ACA5030-DB6F-66CB-B694-AF2EA12FB405}"/>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FDF8201F-3D8E-19A0-C029-2A1BDFD428EB}"/>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75A03E5D-94F8-5FA1-7E2F-4B98C88CD7FA}"/>
              </a:ext>
            </a:extLst>
          </p:cNvPr>
          <p:cNvSpPr txBox="1"/>
          <p:nvPr/>
        </p:nvSpPr>
        <p:spPr>
          <a:xfrm>
            <a:off x="6654802" y="901933"/>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BB065D96-27EB-8CE4-32FE-DB9981B78C1A}"/>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1A5229E2-F6AD-A40B-0926-727839E1896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3" name="TextBox 12">
            <a:extLst>
              <a:ext uri="{FF2B5EF4-FFF2-40B4-BE49-F238E27FC236}">
                <a16:creationId xmlns:a16="http://schemas.microsoft.com/office/drawing/2014/main" id="{33E09492-6C16-08D0-C57B-3C09B5EA8218}"/>
              </a:ext>
            </a:extLst>
          </p:cNvPr>
          <p:cNvSpPr txBox="1"/>
          <p:nvPr/>
        </p:nvSpPr>
        <p:spPr>
          <a:xfrm>
            <a:off x="3640666" y="1402877"/>
            <a:ext cx="570089" cy="230832"/>
          </a:xfrm>
          <a:prstGeom prst="rect">
            <a:avLst/>
          </a:prstGeom>
          <a:noFill/>
        </p:spPr>
        <p:txBody>
          <a:bodyPr wrap="square" rtlCol="0">
            <a:spAutoFit/>
          </a:bodyPr>
          <a:lstStyle/>
          <a:p>
            <a:pPr algn="ctr"/>
            <a:r>
              <a:rPr lang="en-US" sz="900" dirty="0"/>
              <a:t>124</a:t>
            </a:r>
          </a:p>
        </p:txBody>
      </p:sp>
      <p:sp>
        <p:nvSpPr>
          <p:cNvPr id="14" name="TextBox 13">
            <a:extLst>
              <a:ext uri="{FF2B5EF4-FFF2-40B4-BE49-F238E27FC236}">
                <a16:creationId xmlns:a16="http://schemas.microsoft.com/office/drawing/2014/main" id="{912553E1-C783-882D-FCE5-211D1389E461}"/>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CAACD694-DBA5-3F8D-4A69-A7AF7B931F48}"/>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47CA7715-FF11-C761-78FF-2A4810A2896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88D9AAC-807E-2547-66E5-6334293ABB7E}"/>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EE4F292B-F6FF-EA7B-0204-7BA53BF5E98B}"/>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54DC29A8-0219-5D0B-7247-78A074F603CA}"/>
              </a:ext>
            </a:extLst>
          </p:cNvPr>
          <p:cNvSpPr txBox="1"/>
          <p:nvPr/>
        </p:nvSpPr>
        <p:spPr>
          <a:xfrm>
            <a:off x="3640666" y="1903821"/>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802CF3EE-DC09-FD4E-7AD5-E7CAAE5CBF1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124</a:t>
            </a:r>
          </a:p>
        </p:txBody>
      </p:sp>
      <p:sp>
        <p:nvSpPr>
          <p:cNvPr id="21" name="TextBox 20">
            <a:extLst>
              <a:ext uri="{FF2B5EF4-FFF2-40B4-BE49-F238E27FC236}">
                <a16:creationId xmlns:a16="http://schemas.microsoft.com/office/drawing/2014/main" id="{27A0E667-3F3F-E950-98ED-5F4FE76862D2}"/>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016C894B-4C3B-C704-0818-54D49F2BA7F0}"/>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a:t>
            </a:r>
          </a:p>
        </p:txBody>
      </p:sp>
      <p:sp>
        <p:nvSpPr>
          <p:cNvPr id="23" name="TextBox 22">
            <a:extLst>
              <a:ext uri="{FF2B5EF4-FFF2-40B4-BE49-F238E27FC236}">
                <a16:creationId xmlns:a16="http://schemas.microsoft.com/office/drawing/2014/main" id="{47EB6DB4-D9FE-8C4D-8235-EDD81B96C2F0}"/>
              </a:ext>
            </a:extLst>
          </p:cNvPr>
          <p:cNvSpPr txBox="1"/>
          <p:nvPr/>
        </p:nvSpPr>
        <p:spPr>
          <a:xfrm>
            <a:off x="7157158" y="1903821"/>
            <a:ext cx="570089" cy="230832"/>
          </a:xfrm>
          <a:prstGeom prst="rect">
            <a:avLst/>
          </a:prstGeom>
          <a:noFill/>
        </p:spPr>
        <p:txBody>
          <a:bodyPr wrap="square" rtlCol="0">
            <a:spAutoFit/>
          </a:bodyPr>
          <a:lstStyle/>
          <a:p>
            <a:pPr algn="ctr"/>
            <a:r>
              <a:rPr lang="en-US" sz="900" dirty="0"/>
              <a:t>456789</a:t>
            </a:r>
          </a:p>
        </p:txBody>
      </p:sp>
      <p:sp>
        <p:nvSpPr>
          <p:cNvPr id="24" name="TextBox 23">
            <a:extLst>
              <a:ext uri="{FF2B5EF4-FFF2-40B4-BE49-F238E27FC236}">
                <a16:creationId xmlns:a16="http://schemas.microsoft.com/office/drawing/2014/main" id="{6C7EBF66-F525-D57F-861F-65217E498F38}"/>
              </a:ext>
            </a:extLst>
          </p:cNvPr>
          <p:cNvSpPr txBox="1"/>
          <p:nvPr/>
        </p:nvSpPr>
        <p:spPr>
          <a:xfrm>
            <a:off x="3138310" y="1903821"/>
            <a:ext cx="570089" cy="230832"/>
          </a:xfrm>
          <a:prstGeom prst="rect">
            <a:avLst/>
          </a:prstGeom>
          <a:noFill/>
        </p:spPr>
        <p:txBody>
          <a:bodyPr wrap="square" rtlCol="0">
            <a:spAutoFit/>
          </a:bodyPr>
          <a:lstStyle/>
          <a:p>
            <a:pPr algn="ctr"/>
            <a:r>
              <a:rPr lang="en-US" sz="900" dirty="0"/>
              <a:t>356789</a:t>
            </a:r>
          </a:p>
        </p:txBody>
      </p:sp>
    </p:spTree>
    <p:extLst>
      <p:ext uri="{BB962C8B-B14F-4D97-AF65-F5344CB8AC3E}">
        <p14:creationId xmlns:p14="http://schemas.microsoft.com/office/powerpoint/2010/main" val="102287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F30A0-FD31-1C5A-03B5-A235EF79E9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741A75-2505-6A21-2D52-EBC3820AA2F5}"/>
              </a:ext>
            </a:extLst>
          </p:cNvPr>
          <p:cNvSpPr>
            <a:spLocks noGrp="1"/>
          </p:cNvSpPr>
          <p:nvPr>
            <p:ph sz="half" idx="1"/>
          </p:nvPr>
        </p:nvSpPr>
        <p:spPr/>
        <p:txBody>
          <a:bodyPr/>
          <a:lstStyle/>
          <a:p>
            <a:r>
              <a:rPr lang="en-US" dirty="0"/>
              <a:t>Note 124/124/123/123 quartet in Row 3.</a:t>
            </a:r>
          </a:p>
        </p:txBody>
      </p:sp>
      <p:pic>
        <p:nvPicPr>
          <p:cNvPr id="4" name="Picture 3" descr="A grid of sudoku puzzle&#10;&#10;Description automatically generated">
            <a:extLst>
              <a:ext uri="{FF2B5EF4-FFF2-40B4-BE49-F238E27FC236}">
                <a16:creationId xmlns:a16="http://schemas.microsoft.com/office/drawing/2014/main" id="{6E126FC1-73C4-F9B9-CECA-DF60338B6B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DFAEDB5-ED62-2DDF-72D8-2FEAE1D40B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C364829-AD55-788B-7C64-BF6F2596B8B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690571D-3396-2528-9C0C-3479E801DFA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1150091-46D8-0DD9-0DD4-0F866F74B33C}"/>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FFC6CA42-06DA-72E6-09EC-5C34EF583FCD}"/>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BE5D5F57-72C3-CBC2-ABB7-32E0E0D27371}"/>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89A64261-4C9F-EA81-DC64-67DD2B767BDE}"/>
              </a:ext>
            </a:extLst>
          </p:cNvPr>
          <p:cNvSpPr txBox="1"/>
          <p:nvPr/>
        </p:nvSpPr>
        <p:spPr>
          <a:xfrm>
            <a:off x="6654802" y="901933"/>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5EE8EE56-3FB1-E07B-EF3D-95D3A4CF50D4}"/>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AB4BD894-6FCD-0177-CC41-E9DF4D99BD48}"/>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3" name="TextBox 12">
            <a:extLst>
              <a:ext uri="{FF2B5EF4-FFF2-40B4-BE49-F238E27FC236}">
                <a16:creationId xmlns:a16="http://schemas.microsoft.com/office/drawing/2014/main" id="{AD405FC7-848B-D7D7-CE7D-42D37A17906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124</a:t>
            </a:r>
          </a:p>
        </p:txBody>
      </p:sp>
      <p:sp>
        <p:nvSpPr>
          <p:cNvPr id="14" name="TextBox 13">
            <a:extLst>
              <a:ext uri="{FF2B5EF4-FFF2-40B4-BE49-F238E27FC236}">
                <a16:creationId xmlns:a16="http://schemas.microsoft.com/office/drawing/2014/main" id="{A1CF2B04-D433-6C61-12AC-685BBFC0DDCF}"/>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D135002A-AA16-A991-9C7E-8FB9A3F51C98}"/>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8DB479FB-2F3C-0F47-536D-B71CAA8C5467}"/>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05566A6-7B73-7BBD-017D-722894B4463E}"/>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A4AE6E43-03A8-4582-D507-3265C8FA3231}"/>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5D770A4F-5B8D-774C-5958-0C5869B042C9}"/>
              </a:ext>
            </a:extLst>
          </p:cNvPr>
          <p:cNvSpPr txBox="1"/>
          <p:nvPr/>
        </p:nvSpPr>
        <p:spPr>
          <a:xfrm>
            <a:off x="3640666" y="1903821"/>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01305642-FEC3-C020-1576-58FD9065FA2D}"/>
              </a:ext>
            </a:extLst>
          </p:cNvPr>
          <p:cNvSpPr txBox="1"/>
          <p:nvPr/>
        </p:nvSpPr>
        <p:spPr>
          <a:xfrm>
            <a:off x="4143022" y="1903821"/>
            <a:ext cx="570089" cy="230832"/>
          </a:xfrm>
          <a:prstGeom prst="rect">
            <a:avLst/>
          </a:prstGeom>
          <a:noFill/>
        </p:spPr>
        <p:txBody>
          <a:bodyPr wrap="square" rtlCol="0">
            <a:spAutoFit/>
          </a:bodyPr>
          <a:lstStyle/>
          <a:p>
            <a:pPr algn="ctr"/>
            <a:r>
              <a:rPr lang="en-US" sz="900" dirty="0"/>
              <a:t>124</a:t>
            </a:r>
          </a:p>
        </p:txBody>
      </p:sp>
      <p:sp>
        <p:nvSpPr>
          <p:cNvPr id="21" name="TextBox 20">
            <a:extLst>
              <a:ext uri="{FF2B5EF4-FFF2-40B4-BE49-F238E27FC236}">
                <a16:creationId xmlns:a16="http://schemas.microsoft.com/office/drawing/2014/main" id="{E7DA2289-25C6-2049-4754-CC9FEA531739}"/>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BB97EDE5-FF00-E6F2-50DC-1889A9EBF949}"/>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a:t>
            </a:r>
          </a:p>
        </p:txBody>
      </p:sp>
      <p:sp>
        <p:nvSpPr>
          <p:cNvPr id="23" name="TextBox 22">
            <a:extLst>
              <a:ext uri="{FF2B5EF4-FFF2-40B4-BE49-F238E27FC236}">
                <a16:creationId xmlns:a16="http://schemas.microsoft.com/office/drawing/2014/main" id="{21FD2A46-57EE-D9E3-00A6-A9DD7E4F4C23}"/>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B39FB899-B6E9-A24C-C46E-865936B86D5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1C620410-0973-8AB7-046A-8765A3767B5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05733AB6-1CDE-DCCE-0840-FBA2EB7E265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DAF3968A-283F-F5AE-0C8C-F5A2D2C1C0E3}"/>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36666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4B96-2574-D294-D91D-4319DB3213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E4CBC9-1473-F8CA-FC5C-0A0C4C766358}"/>
              </a:ext>
            </a:extLst>
          </p:cNvPr>
          <p:cNvSpPr>
            <a:spLocks noGrp="1"/>
          </p:cNvSpPr>
          <p:nvPr>
            <p:ph sz="half" idx="1"/>
          </p:nvPr>
        </p:nvSpPr>
        <p:spPr/>
        <p:txBody>
          <a:bodyPr/>
          <a:lstStyle/>
          <a:p>
            <a:r>
              <a:rPr lang="en-US" dirty="0"/>
              <a:t>In the upper left block, 4 is in Row 3.</a:t>
            </a:r>
          </a:p>
          <a:p>
            <a:r>
              <a:rPr lang="en-US" dirty="0"/>
              <a:t>In the upper right block, 3 is in Row 3.</a:t>
            </a:r>
          </a:p>
        </p:txBody>
      </p:sp>
      <p:pic>
        <p:nvPicPr>
          <p:cNvPr id="4" name="Picture 3" descr="A grid of sudoku puzzle&#10;&#10;Description automatically generated">
            <a:extLst>
              <a:ext uri="{FF2B5EF4-FFF2-40B4-BE49-F238E27FC236}">
                <a16:creationId xmlns:a16="http://schemas.microsoft.com/office/drawing/2014/main" id="{CE821C24-F6CD-EC4C-12CC-B705363997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7BC8A1-8F1B-13E9-748A-DF9DFAC055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E46632-D873-62B7-1BB8-2901D41F54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CF697D1-E959-BA1D-E0C2-86531ED6BC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BB24CB-61D3-C3CC-4056-B541381E42F8}"/>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74D26F17-F98C-CDEB-34A8-A7C2916B7D3B}"/>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9FF50F22-ECE2-9399-E123-EF12D5B444AF}"/>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10E768AE-8C10-37FF-0F7D-D456EB5DA0D5}"/>
              </a:ext>
            </a:extLst>
          </p:cNvPr>
          <p:cNvSpPr txBox="1"/>
          <p:nvPr/>
        </p:nvSpPr>
        <p:spPr>
          <a:xfrm>
            <a:off x="6654802" y="901933"/>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63360AD2-0C6E-8940-3DB0-E68DC082B675}"/>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216BE167-370A-55CD-A74C-878687D06E8F}"/>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3" name="TextBox 12">
            <a:extLst>
              <a:ext uri="{FF2B5EF4-FFF2-40B4-BE49-F238E27FC236}">
                <a16:creationId xmlns:a16="http://schemas.microsoft.com/office/drawing/2014/main" id="{BEEF2FA2-C708-3613-8457-4B59F838F9CD}"/>
              </a:ext>
            </a:extLst>
          </p:cNvPr>
          <p:cNvSpPr txBox="1"/>
          <p:nvPr/>
        </p:nvSpPr>
        <p:spPr>
          <a:xfrm>
            <a:off x="3640666" y="140287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901C0041-7F02-8CFC-6333-3FFD44DD68C3}"/>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97E6A4A8-C1EF-6549-4AB5-DD3D57D72014}"/>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5707D93D-4527-393A-AB0B-27FF6B243F30}"/>
              </a:ext>
            </a:extLst>
          </p:cNvPr>
          <p:cNvSpPr txBox="1"/>
          <p:nvPr/>
        </p:nvSpPr>
        <p:spPr>
          <a:xfrm>
            <a:off x="6654802" y="1402877"/>
            <a:ext cx="570089" cy="230832"/>
          </a:xfrm>
          <a:prstGeom prst="rect">
            <a:avLst/>
          </a:prstGeom>
          <a:noFill/>
        </p:spPr>
        <p:txBody>
          <a:bodyPr wrap="square" rtlCol="0">
            <a:spAutoFit/>
          </a:bodyPr>
          <a:lstStyle/>
          <a:p>
            <a:pPr algn="ctr"/>
            <a:r>
              <a:rPr lang="en-US" sz="900" dirty="0"/>
              <a:t>21</a:t>
            </a:r>
          </a:p>
        </p:txBody>
      </p:sp>
      <p:sp>
        <p:nvSpPr>
          <p:cNvPr id="17" name="TextBox 16">
            <a:extLst>
              <a:ext uri="{FF2B5EF4-FFF2-40B4-BE49-F238E27FC236}">
                <a16:creationId xmlns:a16="http://schemas.microsoft.com/office/drawing/2014/main" id="{94EC3F0B-DB60-0A66-1B84-138877E13093}"/>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C1B07016-6B76-FBFE-7A51-AFEAEAFF2F88}"/>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C2BE46BC-A4CE-C5E3-5C6B-917C4EF9DAB1}"/>
              </a:ext>
            </a:extLst>
          </p:cNvPr>
          <p:cNvSpPr txBox="1"/>
          <p:nvPr/>
        </p:nvSpPr>
        <p:spPr>
          <a:xfrm>
            <a:off x="3640666" y="1903821"/>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58DD996F-D29D-C9CD-2DE5-C39D5BE99DD3}"/>
              </a:ext>
            </a:extLst>
          </p:cNvPr>
          <p:cNvSpPr txBox="1"/>
          <p:nvPr/>
        </p:nvSpPr>
        <p:spPr>
          <a:xfrm>
            <a:off x="4143022" y="1903821"/>
            <a:ext cx="570089" cy="230832"/>
          </a:xfrm>
          <a:prstGeom prst="rect">
            <a:avLst/>
          </a:prstGeom>
          <a:noFill/>
        </p:spPr>
        <p:txBody>
          <a:bodyPr wrap="square" rtlCol="0">
            <a:spAutoFit/>
          </a:bodyPr>
          <a:lstStyle/>
          <a:p>
            <a:pPr algn="ctr"/>
            <a:r>
              <a:rPr lang="en-US" sz="900" dirty="0"/>
              <a:t>124</a:t>
            </a:r>
          </a:p>
        </p:txBody>
      </p:sp>
      <p:sp>
        <p:nvSpPr>
          <p:cNvPr id="21" name="TextBox 20">
            <a:extLst>
              <a:ext uri="{FF2B5EF4-FFF2-40B4-BE49-F238E27FC236}">
                <a16:creationId xmlns:a16="http://schemas.microsoft.com/office/drawing/2014/main" id="{C2865877-639B-004A-9706-77EAB37E2DC4}"/>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49ED952E-154A-02B6-1478-F557D86CB07D}"/>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a:t>
            </a:r>
          </a:p>
        </p:txBody>
      </p:sp>
      <p:sp>
        <p:nvSpPr>
          <p:cNvPr id="23" name="TextBox 22">
            <a:extLst>
              <a:ext uri="{FF2B5EF4-FFF2-40B4-BE49-F238E27FC236}">
                <a16:creationId xmlns:a16="http://schemas.microsoft.com/office/drawing/2014/main" id="{5B6B799C-242B-CD08-73D7-5454FA227C75}"/>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F599C50F-A672-2AE5-9640-3585703EEE57}"/>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DD34FDC0-B0E3-A390-02D3-D4BA18F66837}"/>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E6E9AA99-4FA4-5D93-C345-126DD7C977A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F8D3D564-59C6-1CC6-A286-F85C1BA36A0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223433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FE7DF-21CA-4ED0-12DB-C6BA39BBE7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38C644-06B6-17A6-693A-288875804142}"/>
              </a:ext>
            </a:extLst>
          </p:cNvPr>
          <p:cNvSpPr>
            <a:spLocks noGrp="1"/>
          </p:cNvSpPr>
          <p:nvPr>
            <p:ph sz="half" idx="1"/>
          </p:nvPr>
        </p:nvSpPr>
        <p:spPr/>
        <p:txBody>
          <a:bodyPr/>
          <a:lstStyle/>
          <a:p>
            <a:r>
              <a:rPr lang="en-US" dirty="0"/>
              <a:t>In Column 8, the cells above preclude [10 in 3] from containing 12, 13, or 23. Therefore, it must be 145.</a:t>
            </a:r>
          </a:p>
        </p:txBody>
      </p:sp>
      <p:pic>
        <p:nvPicPr>
          <p:cNvPr id="4" name="Picture 3" descr="A grid of sudoku puzzle&#10;&#10;Description automatically generated">
            <a:extLst>
              <a:ext uri="{FF2B5EF4-FFF2-40B4-BE49-F238E27FC236}">
                <a16:creationId xmlns:a16="http://schemas.microsoft.com/office/drawing/2014/main" id="{5E8D749A-1D4A-3FCB-7B5B-2CC9545117A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21B773-3F64-3199-479C-7602EA2505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FF5782-EAAD-B754-F385-5D0F1951F7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A1E14F-1BB8-962E-2EE7-7B53BEECE98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ED28BF-EABF-A983-A9BE-78DD8B219A2E}"/>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7467AF52-AD28-A8AB-C5BA-38A2DD290A12}"/>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D47E6FB9-668D-B96B-8CED-A56F44227867}"/>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E9130790-616E-75A0-D682-712FE5E32FE4}"/>
              </a:ext>
            </a:extLst>
          </p:cNvPr>
          <p:cNvSpPr txBox="1"/>
          <p:nvPr/>
        </p:nvSpPr>
        <p:spPr>
          <a:xfrm>
            <a:off x="6654802" y="901933"/>
            <a:ext cx="570089" cy="230832"/>
          </a:xfrm>
          <a:prstGeom prst="rect">
            <a:avLst/>
          </a:prstGeom>
          <a:noFill/>
        </p:spPr>
        <p:txBody>
          <a:bodyPr wrap="square" rtlCol="0">
            <a:spAutoFit/>
          </a:bodyPr>
          <a:lstStyle/>
          <a:p>
            <a:pPr algn="ctr"/>
            <a:r>
              <a:rPr lang="en-US" sz="900" dirty="0"/>
              <a:t>456789</a:t>
            </a:r>
          </a:p>
        </p:txBody>
      </p:sp>
      <p:sp>
        <p:nvSpPr>
          <p:cNvPr id="11" name="TextBox 10">
            <a:extLst>
              <a:ext uri="{FF2B5EF4-FFF2-40B4-BE49-F238E27FC236}">
                <a16:creationId xmlns:a16="http://schemas.microsoft.com/office/drawing/2014/main" id="{BD19E454-C081-E429-0765-E70D43D02E55}"/>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81D5DA44-C5F5-A88F-9578-3E191F278C94}"/>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3" name="TextBox 12">
            <a:extLst>
              <a:ext uri="{FF2B5EF4-FFF2-40B4-BE49-F238E27FC236}">
                <a16:creationId xmlns:a16="http://schemas.microsoft.com/office/drawing/2014/main" id="{56FCADFF-D9F5-0035-C071-395EFCE44DE6}"/>
              </a:ext>
            </a:extLst>
          </p:cNvPr>
          <p:cNvSpPr txBox="1"/>
          <p:nvPr/>
        </p:nvSpPr>
        <p:spPr>
          <a:xfrm>
            <a:off x="3640666" y="140287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3782172B-85E0-E4A8-96B4-7986CA98965F}"/>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537FF1BA-203B-0680-3BB5-B905E09D8185}"/>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511A05AA-E68C-C975-96B2-933838C85242}"/>
              </a:ext>
            </a:extLst>
          </p:cNvPr>
          <p:cNvSpPr txBox="1"/>
          <p:nvPr/>
        </p:nvSpPr>
        <p:spPr>
          <a:xfrm>
            <a:off x="6654802" y="1402877"/>
            <a:ext cx="570089" cy="230832"/>
          </a:xfrm>
          <a:prstGeom prst="rect">
            <a:avLst/>
          </a:prstGeom>
          <a:noFill/>
        </p:spPr>
        <p:txBody>
          <a:bodyPr wrap="square" rtlCol="0">
            <a:spAutoFit/>
          </a:bodyPr>
          <a:lstStyle/>
          <a:p>
            <a:pPr algn="ctr"/>
            <a:r>
              <a:rPr lang="en-US" sz="900" dirty="0"/>
              <a:t>21</a:t>
            </a:r>
          </a:p>
        </p:txBody>
      </p:sp>
      <p:sp>
        <p:nvSpPr>
          <p:cNvPr id="17" name="TextBox 16">
            <a:extLst>
              <a:ext uri="{FF2B5EF4-FFF2-40B4-BE49-F238E27FC236}">
                <a16:creationId xmlns:a16="http://schemas.microsoft.com/office/drawing/2014/main" id="{30A30A5E-23CE-FA98-D715-0266C40C1642}"/>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990570B1-7983-19CB-97C6-F168108D747B}"/>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2FC37E2F-C8CC-505B-ADBE-AA2D3849C100}"/>
              </a:ext>
            </a:extLst>
          </p:cNvPr>
          <p:cNvSpPr txBox="1"/>
          <p:nvPr/>
        </p:nvSpPr>
        <p:spPr>
          <a:xfrm>
            <a:off x="3640666" y="1903821"/>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B70EC44E-867D-5ECE-6EEF-41278ABF4F5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124</a:t>
            </a:r>
          </a:p>
        </p:txBody>
      </p:sp>
      <p:sp>
        <p:nvSpPr>
          <p:cNvPr id="21" name="TextBox 20">
            <a:extLst>
              <a:ext uri="{FF2B5EF4-FFF2-40B4-BE49-F238E27FC236}">
                <a16:creationId xmlns:a16="http://schemas.microsoft.com/office/drawing/2014/main" id="{60207D74-16BD-C574-88D6-9B3B2B25273D}"/>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8FC59D1A-1260-FC3E-FC73-137F5F56FC97}"/>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a:t>
            </a:r>
          </a:p>
        </p:txBody>
      </p:sp>
      <p:sp>
        <p:nvSpPr>
          <p:cNvPr id="23" name="TextBox 22">
            <a:extLst>
              <a:ext uri="{FF2B5EF4-FFF2-40B4-BE49-F238E27FC236}">
                <a16:creationId xmlns:a16="http://schemas.microsoft.com/office/drawing/2014/main" id="{B6113956-B325-1A13-1B24-D70A0BC07CE8}"/>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91591965-0663-A5D1-2311-FD52DBA724F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C0E7559A-803A-0842-3D37-F7D169057EC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C78F225B-8809-DA88-DCEF-7C95161391E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8FDB37D3-CE5F-FC05-D22A-418E9D5C7C4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AFE6D215-C201-1A92-173D-00378A09A2B9}"/>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10ED1224-1E70-C3AE-2C1B-4A0A3B4DCE62}"/>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D5D54BC-BA73-050D-1D07-102C952DC9DB}"/>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Tree>
    <p:extLst>
      <p:ext uri="{BB962C8B-B14F-4D97-AF65-F5344CB8AC3E}">
        <p14:creationId xmlns:p14="http://schemas.microsoft.com/office/powerpoint/2010/main" val="142524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48DC1-DED1-044C-117E-CF309414B7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7B3150-FD40-49B9-34F1-2F4564E321C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7A902EE-3413-AE39-9DB2-661A6DA4E2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586414-609E-19AF-6F90-A9A9B65E6E8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9CE6C96-A6F3-24E8-1A59-FA1872FBF5E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374B222-C2EB-3C51-322B-6E9F239FCCB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E36DFEC-66D0-13AD-8623-B049A19F28B1}"/>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CAC114C4-E73C-2691-AE1B-22AE752C4224}"/>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33DFBC0B-EEFA-84EC-B461-9088394B98C5}"/>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27C0CF91-CBD6-9DE9-BF71-1E4D024326F2}"/>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F830F5E-5BAC-466C-F032-536E96C3B386}"/>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65B1773D-E84A-3429-53E4-CFBBE7FD6B01}"/>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D4453406-95F5-514C-5A8D-34825213EC18}"/>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0AF8FA58-518C-074B-B759-5EE36900FE2C}"/>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000764DF-B9C5-B88D-F36F-26A551A2657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5D5DB2A2-75D5-A065-70FE-FA16D78E60A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ACB41941-C602-E1CC-69B7-2DA0839961F3}"/>
              </a:ext>
            </a:extLst>
          </p:cNvPr>
          <p:cNvSpPr txBox="1"/>
          <p:nvPr/>
        </p:nvSpPr>
        <p:spPr>
          <a:xfrm>
            <a:off x="3640666" y="1903821"/>
            <a:ext cx="570089" cy="230832"/>
          </a:xfrm>
          <a:prstGeom prst="rect">
            <a:avLst/>
          </a:prstGeom>
          <a:noFill/>
        </p:spPr>
        <p:txBody>
          <a:bodyPr wrap="square" rtlCol="0">
            <a:spAutoFit/>
          </a:bodyPr>
          <a:lstStyle/>
          <a:p>
            <a:pPr algn="ctr"/>
            <a:r>
              <a:rPr lang="en-US" sz="900" dirty="0"/>
              <a:t>124</a:t>
            </a:r>
          </a:p>
        </p:txBody>
      </p:sp>
      <p:sp>
        <p:nvSpPr>
          <p:cNvPr id="20" name="TextBox 19">
            <a:extLst>
              <a:ext uri="{FF2B5EF4-FFF2-40B4-BE49-F238E27FC236}">
                <a16:creationId xmlns:a16="http://schemas.microsoft.com/office/drawing/2014/main" id="{52E02235-C42E-E302-4540-76D6EF3286F4}"/>
              </a:ext>
            </a:extLst>
          </p:cNvPr>
          <p:cNvSpPr txBox="1"/>
          <p:nvPr/>
        </p:nvSpPr>
        <p:spPr>
          <a:xfrm>
            <a:off x="4143022" y="1903821"/>
            <a:ext cx="570089" cy="230832"/>
          </a:xfrm>
          <a:prstGeom prst="rect">
            <a:avLst/>
          </a:prstGeom>
          <a:noFill/>
        </p:spPr>
        <p:txBody>
          <a:bodyPr wrap="square" rtlCol="0">
            <a:spAutoFit/>
          </a:bodyPr>
          <a:lstStyle/>
          <a:p>
            <a:pPr algn="ctr"/>
            <a:r>
              <a:rPr lang="en-US" sz="900" dirty="0"/>
              <a:t>124</a:t>
            </a:r>
          </a:p>
        </p:txBody>
      </p:sp>
      <p:sp>
        <p:nvSpPr>
          <p:cNvPr id="21" name="TextBox 20">
            <a:extLst>
              <a:ext uri="{FF2B5EF4-FFF2-40B4-BE49-F238E27FC236}">
                <a16:creationId xmlns:a16="http://schemas.microsoft.com/office/drawing/2014/main" id="{015C5FFF-50F3-6DB6-D9B1-DB83F942CBF0}"/>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E6989A8C-1FAD-4DC1-51D6-F864BD042C38}"/>
              </a:ext>
            </a:extLst>
          </p:cNvPr>
          <p:cNvSpPr txBox="1"/>
          <p:nvPr/>
        </p:nvSpPr>
        <p:spPr>
          <a:xfrm>
            <a:off x="6654802" y="1903821"/>
            <a:ext cx="570089" cy="230832"/>
          </a:xfrm>
          <a:prstGeom prst="rect">
            <a:avLst/>
          </a:prstGeom>
          <a:noFill/>
        </p:spPr>
        <p:txBody>
          <a:bodyPr wrap="square" rtlCol="0">
            <a:spAutoFit/>
          </a:bodyPr>
          <a:lstStyle/>
          <a:p>
            <a:pPr algn="ctr"/>
            <a:r>
              <a:rPr lang="en-US" sz="900" dirty="0"/>
              <a:t>23</a:t>
            </a:r>
          </a:p>
        </p:txBody>
      </p:sp>
      <p:sp>
        <p:nvSpPr>
          <p:cNvPr id="23" name="TextBox 22">
            <a:extLst>
              <a:ext uri="{FF2B5EF4-FFF2-40B4-BE49-F238E27FC236}">
                <a16:creationId xmlns:a16="http://schemas.microsoft.com/office/drawing/2014/main" id="{E2D6820E-FC92-BFAC-17D3-E9359A0EA49E}"/>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DF3267E4-52EE-38E2-7FA4-B56675C9DC5B}"/>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E1547A56-CD6E-ACC5-8AD0-5461729DC8B1}"/>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4DC1E15D-643F-251B-581A-B2D373087F6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0EA71B8-2417-67B2-566D-E392DEF35D8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171A6EC1-327F-2487-E693-EDB9C45CA2D9}"/>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DB1F9852-7B69-0F59-B0CF-BCF51E791B50}"/>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F91E6E0E-F1F5-6F3A-D1F4-BAA96E55959D}"/>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A40681BA-D938-CB13-46C2-4849014897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F5C81FB-69D5-4205-67B7-9866B62EC82D}"/>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925342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7F870-9995-3E30-AE4B-B85E045E9B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E1FC9-E153-3409-DBDD-058DDBDD655B}"/>
              </a:ext>
            </a:extLst>
          </p:cNvPr>
          <p:cNvSpPr>
            <a:spLocks noGrp="1"/>
          </p:cNvSpPr>
          <p:nvPr>
            <p:ph sz="half" idx="1"/>
          </p:nvPr>
        </p:nvSpPr>
        <p:spPr/>
        <p:txBody>
          <a:bodyPr/>
          <a:lstStyle/>
          <a:p>
            <a:r>
              <a:rPr lang="en-US" dirty="0"/>
              <a:t>Reduce.</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7B256385-1309-6C48-6300-5A853778F20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17E5EC-3E7B-4225-F557-E60C605935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51E8E36-94E7-7A0C-B873-8115150FEF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553515E-76EE-9932-C29B-BD5EEEAB3F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C5C68F3-7B85-1976-3D3E-0384A5D28EF8}"/>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D92CB319-BC52-76B2-0A4C-4AE495723790}"/>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D372AB8E-245F-1A1D-73F1-556A50B8CBAD}"/>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CB854297-24D8-3494-AA4C-65EBF1B5D0A8}"/>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89C655FA-B71E-7623-5FED-8DB929E6F5A5}"/>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37B1C9D9-7C7C-824F-AFDA-1A0DFDB6A405}"/>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E47526AB-BE88-212A-B1C7-7093EC6BD837}"/>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32754258-D02F-8CF1-BEC9-0C99A120C7FE}"/>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F5522F9F-4E17-A265-A545-4306F31B847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50DEFE8B-B353-3CCF-4B4D-4272A3AE9DC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38F4B0EE-F7BD-0A9E-68CF-A53E44E4FAF2}"/>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734C5479-1687-D94D-FBC6-800339557380}"/>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857EAAE-9A21-9316-171C-3A03EC3A27EE}"/>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AE5A052A-2C88-D666-98D9-318266C7250F}"/>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A9387648-E747-D483-0931-C78164957745}"/>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BCB1EE97-46C2-AA7E-7E7F-BDB6D5A864E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2284E85C-EB48-5616-D2F4-CE30E18FF43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5E7349D5-4535-8543-09D1-C397966F5759}"/>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180A250-B639-8F14-CF35-C9A883AB686A}"/>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ACED76E5-58ED-072F-C12E-694BC104264A}"/>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5BAB7EB5-D177-23EE-0B32-5EBA50C3264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0900624-42DA-BEFC-36F4-F6C636D69FF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FA1B64DC-9D03-C668-3D53-966FFEDF347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2CF80BC-F947-AF05-173E-C07F221706B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075679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2981-86E7-99E6-4167-36F33812B0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00A371-AB51-21D1-A5F6-3F7E1B272584}"/>
              </a:ext>
            </a:extLst>
          </p:cNvPr>
          <p:cNvSpPr>
            <a:spLocks noGrp="1"/>
          </p:cNvSpPr>
          <p:nvPr>
            <p:ph sz="half" idx="1"/>
          </p:nvPr>
        </p:nvSpPr>
        <p:spPr/>
        <p:txBody>
          <a:bodyPr/>
          <a:lstStyle/>
          <a:p>
            <a:r>
              <a:rPr lang="en-US" dirty="0"/>
              <a:t>In Column 9, [15 in 2] must contain 1 and two that sum to 14 (59 or 68).</a:t>
            </a:r>
          </a:p>
        </p:txBody>
      </p:sp>
      <p:pic>
        <p:nvPicPr>
          <p:cNvPr id="4" name="Picture 3" descr="A grid of sudoku puzzle&#10;&#10;Description automatically generated">
            <a:extLst>
              <a:ext uri="{FF2B5EF4-FFF2-40B4-BE49-F238E27FC236}">
                <a16:creationId xmlns:a16="http://schemas.microsoft.com/office/drawing/2014/main" id="{2F6BF990-1FF0-77DB-1632-B563D5F3FD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86D735-E199-D6CF-ED87-911484104F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DA2E98-EAF7-9A28-6183-B4E513B4A5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E0B3CD-2302-E8A2-AC1B-ED8B44B4F8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3EFBA60-2586-851B-441F-21DE984C7517}"/>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E1059C40-F603-D90A-BD77-4837223CD2CB}"/>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B9DAB64B-CB55-CD64-2C11-DA7CE58242EE}"/>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9FC96585-3E68-8B7F-B50D-40EB285E8825}"/>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3B86225D-9CB2-4D10-8A74-F945CB458838}"/>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896855C6-5268-EB39-9DAD-6B0341F02CFE}"/>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6E2A2C04-DA34-1DFE-616D-9634781F2B43}"/>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0A69C85B-9214-D885-C3B6-9E37D4955272}"/>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E79AB510-9A0D-DC3A-28CE-82B20E1F049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06230696-C4F6-52F9-E69A-ADC8440DFE76}"/>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E053A0D0-0481-1D20-695A-219C62894B5D}"/>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E07B5B07-43D5-D16B-107A-F736D41C7AA6}"/>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AF74C207-B52A-FC3F-81E2-8B09FE3C6743}"/>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930C183A-2891-9903-1FF6-3ACD6ECDB1C7}"/>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CD9F9853-2996-301E-CD4F-9E0C3CB7DA71}"/>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8A731E0A-9FE9-57B0-56E5-508A4295AB5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2A98F97-E2CE-69BD-1ADA-FE8A4963307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F0A001B9-FDDD-C0B0-69B0-0B7B69971966}"/>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638033E-D584-531D-D356-76017E6FB735}"/>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AECF972E-7017-24A4-1BE7-FCE047B5424A}"/>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38520174-1BE3-9046-84D6-6A84E8F7E8F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23A002B-2F3A-8CD2-F5C1-9B49A3ACC5B2}"/>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CEC1D48-03C7-2B4D-BD9C-B232F4FE4BA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AE70A9A-526F-C422-B6FD-816F908944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F5D1048-A665-F034-6B7D-865811B3BDF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15689</a:t>
            </a:r>
          </a:p>
        </p:txBody>
      </p:sp>
      <p:sp>
        <p:nvSpPr>
          <p:cNvPr id="22" name="TextBox 21">
            <a:extLst>
              <a:ext uri="{FF2B5EF4-FFF2-40B4-BE49-F238E27FC236}">
                <a16:creationId xmlns:a16="http://schemas.microsoft.com/office/drawing/2014/main" id="{176A4A09-406F-1227-E089-95F7AB3CDE5A}"/>
              </a:ext>
            </a:extLst>
          </p:cNvPr>
          <p:cNvSpPr txBox="1"/>
          <p:nvPr/>
        </p:nvSpPr>
        <p:spPr>
          <a:xfrm>
            <a:off x="7157158" y="4408541"/>
            <a:ext cx="570089" cy="230832"/>
          </a:xfrm>
          <a:prstGeom prst="rect">
            <a:avLst/>
          </a:prstGeom>
          <a:noFill/>
        </p:spPr>
        <p:txBody>
          <a:bodyPr wrap="square" rtlCol="0">
            <a:spAutoFit/>
          </a:bodyPr>
          <a:lstStyle/>
          <a:p>
            <a:pPr algn="ctr"/>
            <a:r>
              <a:rPr lang="en-US" sz="900" dirty="0"/>
              <a:t>15689</a:t>
            </a:r>
          </a:p>
        </p:txBody>
      </p:sp>
      <p:sp>
        <p:nvSpPr>
          <p:cNvPr id="33" name="TextBox 32">
            <a:extLst>
              <a:ext uri="{FF2B5EF4-FFF2-40B4-BE49-F238E27FC236}">
                <a16:creationId xmlns:a16="http://schemas.microsoft.com/office/drawing/2014/main" id="{CC8D0235-8918-DC0F-F21C-288B0E3B165D}"/>
              </a:ext>
            </a:extLst>
          </p:cNvPr>
          <p:cNvSpPr txBox="1"/>
          <p:nvPr/>
        </p:nvSpPr>
        <p:spPr>
          <a:xfrm>
            <a:off x="7157158" y="4909484"/>
            <a:ext cx="570089" cy="230832"/>
          </a:xfrm>
          <a:prstGeom prst="rect">
            <a:avLst/>
          </a:prstGeom>
          <a:noFill/>
        </p:spPr>
        <p:txBody>
          <a:bodyPr wrap="square" rtlCol="0">
            <a:spAutoFit/>
          </a:bodyPr>
          <a:lstStyle/>
          <a:p>
            <a:pPr algn="ctr"/>
            <a:r>
              <a:rPr lang="en-US" sz="900" dirty="0"/>
              <a:t>15689</a:t>
            </a:r>
          </a:p>
        </p:txBody>
      </p:sp>
    </p:spTree>
    <p:extLst>
      <p:ext uri="{BB962C8B-B14F-4D97-AF65-F5344CB8AC3E}">
        <p14:creationId xmlns:p14="http://schemas.microsoft.com/office/powerpoint/2010/main" val="912776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0423D-E0E2-4113-6E07-3E3136B7D7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A0682A-7C6E-30A0-277D-28009D97DF85}"/>
              </a:ext>
            </a:extLst>
          </p:cNvPr>
          <p:cNvSpPr>
            <a:spLocks noGrp="1"/>
          </p:cNvSpPr>
          <p:nvPr>
            <p:ph sz="half" idx="1"/>
          </p:nvPr>
        </p:nvSpPr>
        <p:spPr/>
        <p:txBody>
          <a:bodyPr/>
          <a:lstStyle/>
          <a:p>
            <a:r>
              <a:rPr lang="en-US" dirty="0"/>
              <a:t>Complete the right center block, noting that 2 and 3 must be in Column 9.</a:t>
            </a:r>
          </a:p>
        </p:txBody>
      </p:sp>
      <p:pic>
        <p:nvPicPr>
          <p:cNvPr id="4" name="Picture 3" descr="A grid of sudoku puzzle&#10;&#10;Description automatically generated">
            <a:extLst>
              <a:ext uri="{FF2B5EF4-FFF2-40B4-BE49-F238E27FC236}">
                <a16:creationId xmlns:a16="http://schemas.microsoft.com/office/drawing/2014/main" id="{E3252B03-F558-98AA-C11C-392A8FAFE1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CD78A63-3B96-16BB-E241-CD82C3A70A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B5244E1-C281-66DE-5A36-768673CD58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6B9DEC-EFB9-DED5-AF62-D3CFDFE9EB5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1D0FAE6-077A-79DF-15BE-CA40264E190C}"/>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1A90E278-9B4A-12E0-4DAA-C0E7F49DA8BE}"/>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154A8AD2-99AC-0224-7B9D-27C94D91C0A4}"/>
              </a:ext>
            </a:extLst>
          </p:cNvPr>
          <p:cNvSpPr txBox="1"/>
          <p:nvPr/>
        </p:nvSpPr>
        <p:spPr>
          <a:xfrm>
            <a:off x="6152446" y="901933"/>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63489747-153A-98A0-2191-BBFB39DF66C5}"/>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A66AA01F-F738-383D-2638-326DFA3100D2}"/>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22DB5269-7C32-D5E4-F540-778C92FAF9CC}"/>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F3049AEE-6331-E40B-86C8-595B0AE8A21A}"/>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1FED51E4-12AA-72E8-F594-08AC9A32DF68}"/>
              </a:ext>
            </a:extLst>
          </p:cNvPr>
          <p:cNvSpPr txBox="1"/>
          <p:nvPr/>
        </p:nvSpPr>
        <p:spPr>
          <a:xfrm>
            <a:off x="6152446" y="1402877"/>
            <a:ext cx="570089" cy="230832"/>
          </a:xfrm>
          <a:prstGeom prst="rect">
            <a:avLst/>
          </a:prstGeom>
          <a:noFill/>
        </p:spPr>
        <p:txBody>
          <a:bodyPr wrap="square" rtlCol="0">
            <a:spAutoFit/>
          </a:bodyPr>
          <a:lstStyle/>
          <a:p>
            <a:pPr algn="ctr"/>
            <a:r>
              <a:rPr lang="en-US" sz="900" dirty="0"/>
              <a:t>456789</a:t>
            </a:r>
          </a:p>
        </p:txBody>
      </p:sp>
      <p:sp>
        <p:nvSpPr>
          <p:cNvPr id="17" name="TextBox 16">
            <a:extLst>
              <a:ext uri="{FF2B5EF4-FFF2-40B4-BE49-F238E27FC236}">
                <a16:creationId xmlns:a16="http://schemas.microsoft.com/office/drawing/2014/main" id="{AB4FD968-88B5-D28E-F1DD-16ACE28C59A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C0F3AA9F-6FED-E67F-D1CE-C3470421C99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5E52E8F3-5EF3-188B-29B5-F5618DC6A9D1}"/>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18AAA837-48AF-801C-5E5A-87DDBC35A471}"/>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6A9C6632-E7B5-551D-722E-72B7AEAF4081}"/>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BE71266-4E13-8B7D-A033-2790A46A6998}"/>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BB8E053A-B5C5-ECEF-2E45-F0F126DF8B0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0FE01C84-62A2-A545-D3C2-B3916E90F91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E946D91-D6D6-7A88-7A8B-A7A652A3EA8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85201341-074B-C75D-7F39-26AE0CFC27D0}"/>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38BA65FB-0D28-9074-1AE9-53161396C3AB}"/>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8A06F834-7998-334B-AB7F-C064D784D7CA}"/>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2967B434-2765-4281-3996-82812ACC6AD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B828C98-49D5-9599-9C17-8601428FFD6A}"/>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6FB6610-98B8-AE2A-B77C-4DA8E515AD7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07E9AC57-8DB4-0A39-9C44-30455EC07C8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311A4C6-9231-E04B-CF29-4F047241936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15689</a:t>
            </a:r>
          </a:p>
        </p:txBody>
      </p:sp>
      <p:sp>
        <p:nvSpPr>
          <p:cNvPr id="22" name="TextBox 21">
            <a:extLst>
              <a:ext uri="{FF2B5EF4-FFF2-40B4-BE49-F238E27FC236}">
                <a16:creationId xmlns:a16="http://schemas.microsoft.com/office/drawing/2014/main" id="{17933D97-EF9B-ACC8-E7A4-CDF56C0B546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15689</a:t>
            </a:r>
          </a:p>
        </p:txBody>
      </p:sp>
      <p:sp>
        <p:nvSpPr>
          <p:cNvPr id="33" name="TextBox 32">
            <a:extLst>
              <a:ext uri="{FF2B5EF4-FFF2-40B4-BE49-F238E27FC236}">
                <a16:creationId xmlns:a16="http://schemas.microsoft.com/office/drawing/2014/main" id="{EFBB9E2F-F55A-6EE8-D3A3-CADB68625DA4}"/>
              </a:ext>
            </a:extLst>
          </p:cNvPr>
          <p:cNvSpPr txBox="1"/>
          <p:nvPr/>
        </p:nvSpPr>
        <p:spPr>
          <a:xfrm>
            <a:off x="7157158" y="4909484"/>
            <a:ext cx="570089" cy="230832"/>
          </a:xfrm>
          <a:prstGeom prst="rect">
            <a:avLst/>
          </a:prstGeom>
          <a:noFill/>
        </p:spPr>
        <p:txBody>
          <a:bodyPr wrap="square" rtlCol="0">
            <a:spAutoFit/>
          </a:bodyPr>
          <a:lstStyle/>
          <a:p>
            <a:pPr algn="ctr"/>
            <a:r>
              <a:rPr lang="en-US" sz="900" dirty="0"/>
              <a:t>15689</a:t>
            </a:r>
          </a:p>
        </p:txBody>
      </p:sp>
      <p:sp>
        <p:nvSpPr>
          <p:cNvPr id="34" name="TextBox 33">
            <a:extLst>
              <a:ext uri="{FF2B5EF4-FFF2-40B4-BE49-F238E27FC236}">
                <a16:creationId xmlns:a16="http://schemas.microsoft.com/office/drawing/2014/main" id="{5297991C-50D7-0B2E-408C-906D9ADB0F1C}"/>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8FFC771E-64EB-C7D5-566A-64BE9384FD1B}"/>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236789</a:t>
            </a:r>
          </a:p>
        </p:txBody>
      </p:sp>
      <p:sp>
        <p:nvSpPr>
          <p:cNvPr id="36" name="TextBox 35">
            <a:extLst>
              <a:ext uri="{FF2B5EF4-FFF2-40B4-BE49-F238E27FC236}">
                <a16:creationId xmlns:a16="http://schemas.microsoft.com/office/drawing/2014/main" id="{D41773CB-3DED-C321-6A85-3C7C8B916F86}"/>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A674BDC3-62A8-E26A-6C6E-AE352A9328C4}"/>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236789</a:t>
            </a:r>
          </a:p>
        </p:txBody>
      </p:sp>
      <p:sp>
        <p:nvSpPr>
          <p:cNvPr id="38" name="TextBox 37">
            <a:extLst>
              <a:ext uri="{FF2B5EF4-FFF2-40B4-BE49-F238E27FC236}">
                <a16:creationId xmlns:a16="http://schemas.microsoft.com/office/drawing/2014/main" id="{0FA4E25B-DCFC-10EA-E881-7F2C0342F5E2}"/>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ED4CCF93-A1CA-2488-31F3-6D71D54179EE}"/>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236789</a:t>
            </a:r>
          </a:p>
        </p:txBody>
      </p:sp>
    </p:spTree>
    <p:extLst>
      <p:ext uri="{BB962C8B-B14F-4D97-AF65-F5344CB8AC3E}">
        <p14:creationId xmlns:p14="http://schemas.microsoft.com/office/powerpoint/2010/main" val="588301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3997-C436-2153-C786-58D812E43E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982107-3122-6EEE-ABFA-7E011627E7B2}"/>
              </a:ext>
            </a:extLst>
          </p:cNvPr>
          <p:cNvSpPr>
            <a:spLocks noGrp="1"/>
          </p:cNvSpPr>
          <p:nvPr>
            <p:ph sz="half" idx="1"/>
          </p:nvPr>
        </p:nvSpPr>
        <p:spPr/>
        <p:txBody>
          <a:bodyPr/>
          <a:lstStyle/>
          <a:p>
            <a:r>
              <a:rPr lang="en-US" dirty="0"/>
              <a:t>In the upper right block, 4 is in Column 9.</a:t>
            </a:r>
          </a:p>
        </p:txBody>
      </p:sp>
      <p:pic>
        <p:nvPicPr>
          <p:cNvPr id="4" name="Picture 3" descr="A grid of sudoku puzzle&#10;&#10;Description automatically generated">
            <a:extLst>
              <a:ext uri="{FF2B5EF4-FFF2-40B4-BE49-F238E27FC236}">
                <a16:creationId xmlns:a16="http://schemas.microsoft.com/office/drawing/2014/main" id="{A26293CF-3E55-45E6-2E01-741AB8491D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E5C41B8-8BC0-1C6A-3783-3BBA3A3C6EB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3A79F9-6DF6-8474-7023-B2351D4B36E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942330E-7101-2817-8D9D-ED863E8BC11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86C2A00-E280-C54E-0626-3BCF2CB139FB}"/>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F3D454B9-B8C7-88BE-3284-ECB07EA195C2}"/>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7FCBE50C-C9A0-5B49-141A-728C0C52951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7C567A4D-980A-48B3-EFF1-FBFCE2B2FACB}"/>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1392F86A-8D1F-88A2-4934-0ED2A5178CAB}"/>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E0583862-47A3-B8D3-2ED9-D339DA1E05C6}"/>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1AF42FD0-3F26-6F6D-6BFE-3720D38E00C4}"/>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BC02200B-D890-677C-2408-011BBD1F10CC}"/>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C251AB19-B16B-EFCC-A1B3-760550C4DDE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E67A5B67-1B09-B59C-FB50-5E45C4A532D2}"/>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09C6AFA1-7AAD-65E7-3B0A-EC7629517047}"/>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B2892B3A-5FC2-70FF-84C4-4A13E1F29DB7}"/>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E81ED65B-5A61-C648-F4A3-C4B29ECEA9C8}"/>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5AE98A8F-479B-B370-EC0D-936364AA83E4}"/>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54B280C1-748D-285D-E1B9-A4251585064C}"/>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79BA3342-0B02-42EA-329F-984A7602683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DE4EE56-94C9-93B6-B36E-17941616F10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A4A44BDB-DACB-DADE-9462-9D523A81F71E}"/>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DD40780C-D55E-194B-F8EE-11635467541C}"/>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0E8FC9FD-BC0A-D884-DD2B-AD2DA91C9697}"/>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E4C38BA3-B10C-7576-EEA7-2A295D442AC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49FFCBAB-AD81-1219-4CD4-460100DF972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9FC2FBF3-BAB2-ACC1-B4F0-9EF9EDF07AD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D42D5429-1F63-90C8-9A77-AD5FA3D00C7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4A4ECAB-D9DE-44F7-BC61-053F21CAAA07}"/>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15689</a:t>
            </a:r>
          </a:p>
        </p:txBody>
      </p:sp>
      <p:sp>
        <p:nvSpPr>
          <p:cNvPr id="22" name="TextBox 21">
            <a:extLst>
              <a:ext uri="{FF2B5EF4-FFF2-40B4-BE49-F238E27FC236}">
                <a16:creationId xmlns:a16="http://schemas.microsoft.com/office/drawing/2014/main" id="{A9C59FCE-FEBE-9E74-2431-6E059A8EE1EA}"/>
              </a:ext>
            </a:extLst>
          </p:cNvPr>
          <p:cNvSpPr txBox="1"/>
          <p:nvPr/>
        </p:nvSpPr>
        <p:spPr>
          <a:xfrm>
            <a:off x="7157158" y="4408541"/>
            <a:ext cx="570089" cy="230832"/>
          </a:xfrm>
          <a:prstGeom prst="rect">
            <a:avLst/>
          </a:prstGeom>
          <a:noFill/>
        </p:spPr>
        <p:txBody>
          <a:bodyPr wrap="square" rtlCol="0">
            <a:spAutoFit/>
          </a:bodyPr>
          <a:lstStyle/>
          <a:p>
            <a:pPr algn="ctr"/>
            <a:r>
              <a:rPr lang="en-US" sz="900" dirty="0"/>
              <a:t>15689</a:t>
            </a:r>
          </a:p>
        </p:txBody>
      </p:sp>
      <p:sp>
        <p:nvSpPr>
          <p:cNvPr id="33" name="TextBox 32">
            <a:extLst>
              <a:ext uri="{FF2B5EF4-FFF2-40B4-BE49-F238E27FC236}">
                <a16:creationId xmlns:a16="http://schemas.microsoft.com/office/drawing/2014/main" id="{A11C35A7-4FE6-9EE6-97EF-2F540A0B6668}"/>
              </a:ext>
            </a:extLst>
          </p:cNvPr>
          <p:cNvSpPr txBox="1"/>
          <p:nvPr/>
        </p:nvSpPr>
        <p:spPr>
          <a:xfrm>
            <a:off x="7157158" y="4909484"/>
            <a:ext cx="570089" cy="230832"/>
          </a:xfrm>
          <a:prstGeom prst="rect">
            <a:avLst/>
          </a:prstGeom>
          <a:noFill/>
        </p:spPr>
        <p:txBody>
          <a:bodyPr wrap="square" rtlCol="0">
            <a:spAutoFit/>
          </a:bodyPr>
          <a:lstStyle/>
          <a:p>
            <a:pPr algn="ctr"/>
            <a:r>
              <a:rPr lang="en-US" sz="900" dirty="0"/>
              <a:t>15689</a:t>
            </a:r>
          </a:p>
        </p:txBody>
      </p:sp>
      <p:sp>
        <p:nvSpPr>
          <p:cNvPr id="34" name="TextBox 33">
            <a:extLst>
              <a:ext uri="{FF2B5EF4-FFF2-40B4-BE49-F238E27FC236}">
                <a16:creationId xmlns:a16="http://schemas.microsoft.com/office/drawing/2014/main" id="{38DEAAFE-88D8-6619-D823-1FADFAF69F97}"/>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5224055F-C718-3F04-4FDF-5E9A7A6731FB}"/>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236789</a:t>
            </a:r>
          </a:p>
        </p:txBody>
      </p:sp>
      <p:sp>
        <p:nvSpPr>
          <p:cNvPr id="36" name="TextBox 35">
            <a:extLst>
              <a:ext uri="{FF2B5EF4-FFF2-40B4-BE49-F238E27FC236}">
                <a16:creationId xmlns:a16="http://schemas.microsoft.com/office/drawing/2014/main" id="{0BB9D955-DA88-324F-0948-CF4DE34FC23E}"/>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214E46F2-E34E-E254-5EB9-445B616AA0FB}"/>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236789</a:t>
            </a:r>
          </a:p>
        </p:txBody>
      </p:sp>
      <p:sp>
        <p:nvSpPr>
          <p:cNvPr id="38" name="TextBox 37">
            <a:extLst>
              <a:ext uri="{FF2B5EF4-FFF2-40B4-BE49-F238E27FC236}">
                <a16:creationId xmlns:a16="http://schemas.microsoft.com/office/drawing/2014/main" id="{1E2ECF63-20A7-6003-B118-655D6FC1B7B2}"/>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84C00B8F-DC79-F7FD-01CA-4DD16D904EFB}"/>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236789</a:t>
            </a:r>
          </a:p>
        </p:txBody>
      </p:sp>
    </p:spTree>
    <p:extLst>
      <p:ext uri="{BB962C8B-B14F-4D97-AF65-F5344CB8AC3E}">
        <p14:creationId xmlns:p14="http://schemas.microsoft.com/office/powerpoint/2010/main" val="3892768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36C7A-686D-AABF-2222-3FD756692F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06B983-C00C-4652-B438-7C012A23D8FC}"/>
              </a:ext>
            </a:extLst>
          </p:cNvPr>
          <p:cNvSpPr>
            <a:spLocks noGrp="1"/>
          </p:cNvSpPr>
          <p:nvPr>
            <p:ph sz="half" idx="1"/>
          </p:nvPr>
        </p:nvSpPr>
        <p:spPr/>
        <p:txBody>
          <a:bodyPr/>
          <a:lstStyle/>
          <a:p>
            <a:r>
              <a:rPr lang="en-US" dirty="0"/>
              <a:t>Complete Columns 7 and 8.</a:t>
            </a:r>
          </a:p>
        </p:txBody>
      </p:sp>
      <p:pic>
        <p:nvPicPr>
          <p:cNvPr id="4" name="Picture 3" descr="A grid of sudoku puzzle&#10;&#10;Description automatically generated">
            <a:extLst>
              <a:ext uri="{FF2B5EF4-FFF2-40B4-BE49-F238E27FC236}">
                <a16:creationId xmlns:a16="http://schemas.microsoft.com/office/drawing/2014/main" id="{9B43DDC0-335C-0666-3DCF-BA5F77BF82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C36A2B-1BF1-32BF-B28E-21997F5862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9C34FA2-F001-E8F5-3585-09688E5C997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E66FDD-D9C0-45CF-0D24-F735E730FA7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EA5D6DC-4903-AFA2-4A82-A745B27FBA7D}"/>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5DD4ABA1-0D9F-0A3F-E434-4B2BB02D9445}"/>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9796C81E-E8A9-69DB-D01E-696984807302}"/>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74811733-B560-422F-8B22-2C8431751147}"/>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554A6D5D-2F42-83D5-F6CE-E1FD36E32537}"/>
              </a:ext>
            </a:extLst>
          </p:cNvPr>
          <p:cNvSpPr txBox="1"/>
          <p:nvPr/>
        </p:nvSpPr>
        <p:spPr>
          <a:xfrm>
            <a:off x="7157158" y="901933"/>
            <a:ext cx="570089" cy="230832"/>
          </a:xfrm>
          <a:prstGeom prst="rect">
            <a:avLst/>
          </a:prstGeom>
          <a:noFill/>
        </p:spPr>
        <p:txBody>
          <a:bodyPr wrap="square" rtlCol="0">
            <a:spAutoFit/>
          </a:bodyPr>
          <a:lstStyle/>
          <a:p>
            <a:pPr algn="ctr"/>
            <a:r>
              <a:rPr lang="en-US" sz="900" dirty="0"/>
              <a:t>456789</a:t>
            </a:r>
          </a:p>
        </p:txBody>
      </p:sp>
      <p:sp>
        <p:nvSpPr>
          <p:cNvPr id="12" name="TextBox 11">
            <a:extLst>
              <a:ext uri="{FF2B5EF4-FFF2-40B4-BE49-F238E27FC236}">
                <a16:creationId xmlns:a16="http://schemas.microsoft.com/office/drawing/2014/main" id="{CE39E97B-B77E-9358-C63F-3E5A78DAFD78}"/>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2350BAA2-9D20-1930-2AAA-04B41F095B41}"/>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CA07F7DB-C409-AF89-D1F6-4E575B105CE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CF69CEB3-3856-AE52-2393-0834914E17B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DB1FD6B7-92F8-B40A-73B6-AA9EA7558AE5}"/>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8A91C269-6C44-34EE-7755-1F40192794EB}"/>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0A2859BF-0A04-E30F-6AAE-DC6D56B0C7F6}"/>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BB163207-D813-89AB-BF65-8A528076AD17}"/>
              </a:ext>
            </a:extLst>
          </p:cNvPr>
          <p:cNvSpPr txBox="1"/>
          <p:nvPr/>
        </p:nvSpPr>
        <p:spPr>
          <a:xfrm>
            <a:off x="7157158" y="1903821"/>
            <a:ext cx="570089" cy="230832"/>
          </a:xfrm>
          <a:prstGeom prst="rect">
            <a:avLst/>
          </a:prstGeom>
          <a:noFill/>
        </p:spPr>
        <p:txBody>
          <a:bodyPr wrap="square" rtlCol="0">
            <a:spAutoFit/>
          </a:bodyPr>
          <a:lstStyle/>
          <a:p>
            <a:pPr algn="ctr"/>
            <a:r>
              <a:rPr lang="en-US" sz="900" dirty="0"/>
              <a:t>56789</a:t>
            </a:r>
          </a:p>
        </p:txBody>
      </p:sp>
      <p:sp>
        <p:nvSpPr>
          <p:cNvPr id="24" name="TextBox 23">
            <a:extLst>
              <a:ext uri="{FF2B5EF4-FFF2-40B4-BE49-F238E27FC236}">
                <a16:creationId xmlns:a16="http://schemas.microsoft.com/office/drawing/2014/main" id="{F3DA120E-5CDD-6533-BD9D-3419C82C336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DE8E5347-176C-E220-721E-7DDB61F274C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2EABA05E-3A35-B042-52AA-BB6C6DD00432}"/>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32986698-5463-5405-2C24-53D76E4235A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4F253465-4F8A-F4CC-7768-56436FE45092}"/>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F814DB34-31EA-B174-CEC9-78BEAFA7DC25}"/>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E0C924DB-EB76-9F64-C8E3-84D4979A4BE2}"/>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E2BA45CE-9A80-9346-AA9A-6599EA43647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405E129-B293-C778-1618-BEAD3A609C9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FBA9719-046D-299D-6A74-E7282B238965}"/>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B6832D3A-C415-D7BA-E51C-B35F05B7C8E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17DC892-3A14-70A2-1A57-E86325D1DD5C}"/>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15689</a:t>
            </a:r>
          </a:p>
        </p:txBody>
      </p:sp>
      <p:sp>
        <p:nvSpPr>
          <p:cNvPr id="22" name="TextBox 21">
            <a:extLst>
              <a:ext uri="{FF2B5EF4-FFF2-40B4-BE49-F238E27FC236}">
                <a16:creationId xmlns:a16="http://schemas.microsoft.com/office/drawing/2014/main" id="{55F80631-169B-E49C-D3E0-246041049A3D}"/>
              </a:ext>
            </a:extLst>
          </p:cNvPr>
          <p:cNvSpPr txBox="1"/>
          <p:nvPr/>
        </p:nvSpPr>
        <p:spPr>
          <a:xfrm>
            <a:off x="7157158" y="4408541"/>
            <a:ext cx="570089" cy="230832"/>
          </a:xfrm>
          <a:prstGeom prst="rect">
            <a:avLst/>
          </a:prstGeom>
          <a:noFill/>
        </p:spPr>
        <p:txBody>
          <a:bodyPr wrap="square" rtlCol="0">
            <a:spAutoFit/>
          </a:bodyPr>
          <a:lstStyle/>
          <a:p>
            <a:pPr algn="ctr"/>
            <a:r>
              <a:rPr lang="en-US" sz="900" dirty="0"/>
              <a:t>15689</a:t>
            </a:r>
          </a:p>
        </p:txBody>
      </p:sp>
      <p:sp>
        <p:nvSpPr>
          <p:cNvPr id="33" name="TextBox 32">
            <a:extLst>
              <a:ext uri="{FF2B5EF4-FFF2-40B4-BE49-F238E27FC236}">
                <a16:creationId xmlns:a16="http://schemas.microsoft.com/office/drawing/2014/main" id="{6421087E-E6DD-B310-9E6B-69A0C23657F6}"/>
              </a:ext>
            </a:extLst>
          </p:cNvPr>
          <p:cNvSpPr txBox="1"/>
          <p:nvPr/>
        </p:nvSpPr>
        <p:spPr>
          <a:xfrm>
            <a:off x="7157158" y="4909484"/>
            <a:ext cx="570089" cy="230832"/>
          </a:xfrm>
          <a:prstGeom prst="rect">
            <a:avLst/>
          </a:prstGeom>
          <a:noFill/>
        </p:spPr>
        <p:txBody>
          <a:bodyPr wrap="square" rtlCol="0">
            <a:spAutoFit/>
          </a:bodyPr>
          <a:lstStyle/>
          <a:p>
            <a:pPr algn="ctr"/>
            <a:r>
              <a:rPr lang="en-US" sz="900" dirty="0"/>
              <a:t>15689</a:t>
            </a:r>
          </a:p>
        </p:txBody>
      </p:sp>
      <p:sp>
        <p:nvSpPr>
          <p:cNvPr id="34" name="TextBox 33">
            <a:extLst>
              <a:ext uri="{FF2B5EF4-FFF2-40B4-BE49-F238E27FC236}">
                <a16:creationId xmlns:a16="http://schemas.microsoft.com/office/drawing/2014/main" id="{D158F296-3DD6-7E65-0F06-4E817F41797B}"/>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ACBA4C95-9D81-170D-A1DC-03F88A996372}"/>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236789</a:t>
            </a:r>
          </a:p>
        </p:txBody>
      </p:sp>
      <p:sp>
        <p:nvSpPr>
          <p:cNvPr id="36" name="TextBox 35">
            <a:extLst>
              <a:ext uri="{FF2B5EF4-FFF2-40B4-BE49-F238E27FC236}">
                <a16:creationId xmlns:a16="http://schemas.microsoft.com/office/drawing/2014/main" id="{5D32ABF9-6444-7611-ACAC-9575A7538233}"/>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961D9632-6BFF-C906-5AC0-18AB259A343C}"/>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236789</a:t>
            </a:r>
          </a:p>
        </p:txBody>
      </p:sp>
      <p:sp>
        <p:nvSpPr>
          <p:cNvPr id="38" name="TextBox 37">
            <a:extLst>
              <a:ext uri="{FF2B5EF4-FFF2-40B4-BE49-F238E27FC236}">
                <a16:creationId xmlns:a16="http://schemas.microsoft.com/office/drawing/2014/main" id="{257F5B78-8F98-983C-678D-538F9CD4031B}"/>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6AFC0570-2D87-0144-E31A-5D7775803280}"/>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236789</a:t>
            </a:r>
          </a:p>
        </p:txBody>
      </p:sp>
      <p:sp>
        <p:nvSpPr>
          <p:cNvPr id="40" name="TextBox 39">
            <a:extLst>
              <a:ext uri="{FF2B5EF4-FFF2-40B4-BE49-F238E27FC236}">
                <a16:creationId xmlns:a16="http://schemas.microsoft.com/office/drawing/2014/main" id="{0012C3A6-8EBF-A368-359C-90713F1325E1}"/>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6789</a:t>
            </a:r>
          </a:p>
        </p:txBody>
      </p:sp>
      <p:sp>
        <p:nvSpPr>
          <p:cNvPr id="41" name="TextBox 40">
            <a:extLst>
              <a:ext uri="{FF2B5EF4-FFF2-40B4-BE49-F238E27FC236}">
                <a16:creationId xmlns:a16="http://schemas.microsoft.com/office/drawing/2014/main" id="{248D3994-8318-BA05-2785-0E3BC97D1130}"/>
              </a:ext>
            </a:extLst>
          </p:cNvPr>
          <p:cNvSpPr txBox="1"/>
          <p:nvPr/>
        </p:nvSpPr>
        <p:spPr>
          <a:xfrm>
            <a:off x="6654802" y="4408541"/>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F2C25EFD-DEA3-414E-5987-B981371669CA}"/>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85D8A82E-0861-2AE5-B977-73BBCB91ABE1}"/>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CF555ECF-99BB-3414-5F2F-B511A7B540C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a:t>
            </a:r>
          </a:p>
        </p:txBody>
      </p:sp>
      <p:sp>
        <p:nvSpPr>
          <p:cNvPr id="45" name="TextBox 44">
            <a:extLst>
              <a:ext uri="{FF2B5EF4-FFF2-40B4-BE49-F238E27FC236}">
                <a16:creationId xmlns:a16="http://schemas.microsoft.com/office/drawing/2014/main" id="{26C24D6F-54EC-4F03-BCEB-65D6066DD698}"/>
              </a:ext>
            </a:extLst>
          </p:cNvPr>
          <p:cNvSpPr txBox="1"/>
          <p:nvPr/>
        </p:nvSpPr>
        <p:spPr>
          <a:xfrm>
            <a:off x="6152446" y="4408541"/>
            <a:ext cx="570089" cy="230832"/>
          </a:xfrm>
          <a:prstGeom prst="rect">
            <a:avLst/>
          </a:prstGeom>
          <a:noFill/>
        </p:spPr>
        <p:txBody>
          <a:bodyPr wrap="square" rtlCol="0">
            <a:spAutoFit/>
          </a:bodyPr>
          <a:lstStyle/>
          <a:p>
            <a:pPr algn="ctr"/>
            <a:r>
              <a:rPr lang="en-US" sz="900" dirty="0"/>
              <a:t>234</a:t>
            </a:r>
          </a:p>
        </p:txBody>
      </p:sp>
    </p:spTree>
    <p:extLst>
      <p:ext uri="{BB962C8B-B14F-4D97-AF65-F5344CB8AC3E}">
        <p14:creationId xmlns:p14="http://schemas.microsoft.com/office/powerpoint/2010/main" val="1092553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A42A-73E6-583A-C3AF-8F666CD249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111EDA-8EE7-AC5D-75D4-F86FC5001289}"/>
              </a:ext>
            </a:extLst>
          </p:cNvPr>
          <p:cNvSpPr>
            <a:spLocks noGrp="1"/>
          </p:cNvSpPr>
          <p:nvPr>
            <p:ph sz="half" idx="1"/>
          </p:nvPr>
        </p:nvSpPr>
        <p:spPr/>
        <p:txBody>
          <a:bodyPr/>
          <a:lstStyle/>
          <a:p>
            <a:r>
              <a:rPr lang="en-US" dirty="0"/>
              <a:t>In the upper right block, 5 is in Column 7.</a:t>
            </a:r>
          </a:p>
        </p:txBody>
      </p:sp>
      <p:pic>
        <p:nvPicPr>
          <p:cNvPr id="4" name="Picture 3" descr="A grid of sudoku puzzle&#10;&#10;Description automatically generated">
            <a:extLst>
              <a:ext uri="{FF2B5EF4-FFF2-40B4-BE49-F238E27FC236}">
                <a16:creationId xmlns:a16="http://schemas.microsoft.com/office/drawing/2014/main" id="{944D404E-1008-2266-8E26-EC1C8626008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63EDDF-F70E-4931-FDFA-E1DC6274D9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9D7A6A-AC38-1500-0640-D18D22D621B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4322E9-C7AE-ED4E-E760-5BC02D60B75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94CEE8F-5ABE-AA2E-D08B-AF5427CA45B0}"/>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D431936D-8605-08B2-35C7-216A2A0A7436}"/>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B19A21B4-75B1-ABAF-33B8-EBB6C3288DB9}"/>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9D9E237B-2FDD-6C72-0EEF-CF73503AE676}"/>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AE207A1E-7203-3BC5-5261-CF909B0ADB2C}"/>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46789</a:t>
            </a:r>
          </a:p>
        </p:txBody>
      </p:sp>
      <p:sp>
        <p:nvSpPr>
          <p:cNvPr id="12" name="TextBox 11">
            <a:extLst>
              <a:ext uri="{FF2B5EF4-FFF2-40B4-BE49-F238E27FC236}">
                <a16:creationId xmlns:a16="http://schemas.microsoft.com/office/drawing/2014/main" id="{3380A5B7-85E8-0348-B273-C6F24FD9E02C}"/>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C01383D7-E5BE-4F36-6E85-6C738CED249D}"/>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AEB427F5-6697-6F31-FD1F-FC0B90324D0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513019D1-D4B5-733B-A438-081DCEBC5EB4}"/>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2F02F192-02B6-BE35-B4EC-393E13501BFA}"/>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4568AE5B-8C5A-15E5-FAE4-0DB254DB9277}"/>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BB4C6DAB-F89D-743A-376C-6450E70A6CEB}"/>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39F03918-85A8-54E4-AD31-23F6F6CD5B0D}"/>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E25AB870-0B3E-958C-6AD6-53E845F79DC9}"/>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E6274639-88CC-4D20-19E0-4A6639711EBE}"/>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2FBB1472-19C4-8998-3628-8C34C4C452C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936ADE15-2EE6-731F-8C70-F0505517947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0C7B39C7-4770-FEAD-C496-1A3B8E9C9923}"/>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42424E1-630E-202B-BEC9-30A51D80262B}"/>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9DD136EC-7B14-A090-8F73-E484E8D8EF95}"/>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FC7BE37B-3EC2-4E9E-3963-6010D986ED5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8BE3887-14C0-35CE-C9F6-0D96672D472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F41FCD3-3138-20FB-9CDD-24F561FFB90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1FE9EF5D-EB34-E698-2C7F-F2B0C1EB359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D717560-1DBC-52C0-0FAD-2084024A6C13}"/>
              </a:ext>
            </a:extLst>
          </p:cNvPr>
          <p:cNvSpPr txBox="1"/>
          <p:nvPr/>
        </p:nvSpPr>
        <p:spPr>
          <a:xfrm>
            <a:off x="7157158" y="3907597"/>
            <a:ext cx="570089" cy="230832"/>
          </a:xfrm>
          <a:prstGeom prst="rect">
            <a:avLst/>
          </a:prstGeom>
          <a:noFill/>
        </p:spPr>
        <p:txBody>
          <a:bodyPr wrap="square" rtlCol="0">
            <a:spAutoFit/>
          </a:bodyPr>
          <a:lstStyle/>
          <a:p>
            <a:pPr algn="ctr"/>
            <a:r>
              <a:rPr lang="en-US" sz="900" dirty="0"/>
              <a:t>15689</a:t>
            </a:r>
          </a:p>
        </p:txBody>
      </p:sp>
      <p:sp>
        <p:nvSpPr>
          <p:cNvPr id="22" name="TextBox 21">
            <a:extLst>
              <a:ext uri="{FF2B5EF4-FFF2-40B4-BE49-F238E27FC236}">
                <a16:creationId xmlns:a16="http://schemas.microsoft.com/office/drawing/2014/main" id="{2168239C-6654-0A9F-3557-0605A3254892}"/>
              </a:ext>
            </a:extLst>
          </p:cNvPr>
          <p:cNvSpPr txBox="1"/>
          <p:nvPr/>
        </p:nvSpPr>
        <p:spPr>
          <a:xfrm>
            <a:off x="7157158" y="4408541"/>
            <a:ext cx="570089" cy="230832"/>
          </a:xfrm>
          <a:prstGeom prst="rect">
            <a:avLst/>
          </a:prstGeom>
          <a:noFill/>
        </p:spPr>
        <p:txBody>
          <a:bodyPr wrap="square" rtlCol="0">
            <a:spAutoFit/>
          </a:bodyPr>
          <a:lstStyle/>
          <a:p>
            <a:pPr algn="ctr"/>
            <a:r>
              <a:rPr lang="en-US" sz="900" dirty="0"/>
              <a:t>15689</a:t>
            </a:r>
          </a:p>
        </p:txBody>
      </p:sp>
      <p:sp>
        <p:nvSpPr>
          <p:cNvPr id="33" name="TextBox 32">
            <a:extLst>
              <a:ext uri="{FF2B5EF4-FFF2-40B4-BE49-F238E27FC236}">
                <a16:creationId xmlns:a16="http://schemas.microsoft.com/office/drawing/2014/main" id="{3C20CD32-445F-7440-3ACA-ED62B56C553C}"/>
              </a:ext>
            </a:extLst>
          </p:cNvPr>
          <p:cNvSpPr txBox="1"/>
          <p:nvPr/>
        </p:nvSpPr>
        <p:spPr>
          <a:xfrm>
            <a:off x="7157158" y="4909484"/>
            <a:ext cx="570089" cy="230832"/>
          </a:xfrm>
          <a:prstGeom prst="rect">
            <a:avLst/>
          </a:prstGeom>
          <a:noFill/>
        </p:spPr>
        <p:txBody>
          <a:bodyPr wrap="square" rtlCol="0">
            <a:spAutoFit/>
          </a:bodyPr>
          <a:lstStyle/>
          <a:p>
            <a:pPr algn="ctr"/>
            <a:r>
              <a:rPr lang="en-US" sz="900" dirty="0"/>
              <a:t>15689</a:t>
            </a:r>
          </a:p>
        </p:txBody>
      </p:sp>
      <p:sp>
        <p:nvSpPr>
          <p:cNvPr id="34" name="TextBox 33">
            <a:extLst>
              <a:ext uri="{FF2B5EF4-FFF2-40B4-BE49-F238E27FC236}">
                <a16:creationId xmlns:a16="http://schemas.microsoft.com/office/drawing/2014/main" id="{DE4E0CC9-D5D9-DB68-DAB6-0C83C7A981E9}"/>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B8C87111-2796-5291-A826-9BE9C1C3E81E}"/>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236789</a:t>
            </a:r>
          </a:p>
        </p:txBody>
      </p:sp>
      <p:sp>
        <p:nvSpPr>
          <p:cNvPr id="36" name="TextBox 35">
            <a:extLst>
              <a:ext uri="{FF2B5EF4-FFF2-40B4-BE49-F238E27FC236}">
                <a16:creationId xmlns:a16="http://schemas.microsoft.com/office/drawing/2014/main" id="{A4A71E9E-1F20-FA28-B98A-873C04905E4F}"/>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2542DB60-5CF0-19FD-5303-179B10DA742A}"/>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236789</a:t>
            </a:r>
          </a:p>
        </p:txBody>
      </p:sp>
      <p:sp>
        <p:nvSpPr>
          <p:cNvPr id="38" name="TextBox 37">
            <a:extLst>
              <a:ext uri="{FF2B5EF4-FFF2-40B4-BE49-F238E27FC236}">
                <a16:creationId xmlns:a16="http://schemas.microsoft.com/office/drawing/2014/main" id="{F99D03B3-096E-37DC-30F6-8BA34A7D5C56}"/>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814750C-A2A6-54C7-636B-E624ABE89E6D}"/>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236789</a:t>
            </a:r>
          </a:p>
        </p:txBody>
      </p:sp>
      <p:sp>
        <p:nvSpPr>
          <p:cNvPr id="40" name="TextBox 39">
            <a:extLst>
              <a:ext uri="{FF2B5EF4-FFF2-40B4-BE49-F238E27FC236}">
                <a16:creationId xmlns:a16="http://schemas.microsoft.com/office/drawing/2014/main" id="{9FB6CDB2-51E3-F1BE-A24E-1CA4FCF75CF6}"/>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6789</a:t>
            </a:r>
          </a:p>
        </p:txBody>
      </p:sp>
      <p:sp>
        <p:nvSpPr>
          <p:cNvPr id="41" name="TextBox 40">
            <a:extLst>
              <a:ext uri="{FF2B5EF4-FFF2-40B4-BE49-F238E27FC236}">
                <a16:creationId xmlns:a16="http://schemas.microsoft.com/office/drawing/2014/main" id="{99AE3762-0060-710B-529B-AB22E16AA205}"/>
              </a:ext>
            </a:extLst>
          </p:cNvPr>
          <p:cNvSpPr txBox="1"/>
          <p:nvPr/>
        </p:nvSpPr>
        <p:spPr>
          <a:xfrm>
            <a:off x="6654802" y="4408541"/>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6A8CA1FB-7EF8-7E57-AD0B-C479FA6197E7}"/>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70271A3C-21D4-B93A-4F58-9BA4D98EBC3E}"/>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9B7F447A-3DB8-C325-9FF1-7E3BCFA2CB9C}"/>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a:t>
            </a:r>
          </a:p>
        </p:txBody>
      </p:sp>
      <p:sp>
        <p:nvSpPr>
          <p:cNvPr id="45" name="TextBox 44">
            <a:extLst>
              <a:ext uri="{FF2B5EF4-FFF2-40B4-BE49-F238E27FC236}">
                <a16:creationId xmlns:a16="http://schemas.microsoft.com/office/drawing/2014/main" id="{F8DBD577-6EA0-7808-7C61-E516939C2874}"/>
              </a:ext>
            </a:extLst>
          </p:cNvPr>
          <p:cNvSpPr txBox="1"/>
          <p:nvPr/>
        </p:nvSpPr>
        <p:spPr>
          <a:xfrm>
            <a:off x="6152446" y="4408541"/>
            <a:ext cx="570089" cy="230832"/>
          </a:xfrm>
          <a:prstGeom prst="rect">
            <a:avLst/>
          </a:prstGeom>
          <a:noFill/>
        </p:spPr>
        <p:txBody>
          <a:bodyPr wrap="square" rtlCol="0">
            <a:spAutoFit/>
          </a:bodyPr>
          <a:lstStyle/>
          <a:p>
            <a:pPr algn="ctr"/>
            <a:r>
              <a:rPr lang="en-US" sz="900" dirty="0"/>
              <a:t>234</a:t>
            </a:r>
          </a:p>
        </p:txBody>
      </p:sp>
    </p:spTree>
    <p:extLst>
      <p:ext uri="{BB962C8B-B14F-4D97-AF65-F5344CB8AC3E}">
        <p14:creationId xmlns:p14="http://schemas.microsoft.com/office/powerpoint/2010/main" val="295171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3F622-D22F-7DCD-66B5-8EEF2E8B53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F258AF-337B-B44E-7817-22F2E6B049C3}"/>
              </a:ext>
            </a:extLst>
          </p:cNvPr>
          <p:cNvSpPr>
            <a:spLocks noGrp="1"/>
          </p:cNvSpPr>
          <p:nvPr>
            <p:ph sz="half" idx="1"/>
          </p:nvPr>
        </p:nvSpPr>
        <p:spPr/>
        <p:txBody>
          <a:bodyPr/>
          <a:lstStyle/>
          <a:p>
            <a:r>
              <a:rPr lang="en-US" dirty="0"/>
              <a:t>In Column 9, since [15 in 3] must contain 1 and 5, the third digit must be 9.</a:t>
            </a:r>
          </a:p>
        </p:txBody>
      </p:sp>
      <p:pic>
        <p:nvPicPr>
          <p:cNvPr id="4" name="Picture 3" descr="A grid of sudoku puzzle&#10;&#10;Description automatically generated">
            <a:extLst>
              <a:ext uri="{FF2B5EF4-FFF2-40B4-BE49-F238E27FC236}">
                <a16:creationId xmlns:a16="http://schemas.microsoft.com/office/drawing/2014/main" id="{E0D15FF3-BF92-2596-E064-FE5171A6F49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F6130B-1172-0560-185E-60EAD95A34B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7CDE19-1217-A08C-A26D-3819084043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B381AE-AE49-4475-85C4-B90FAF4A082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37D8BE2-A69F-9BEB-B9F3-0D9C347207BD}"/>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05CA551E-3691-6E98-0836-5BE8EF95E3DF}"/>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6726F496-61D1-3891-55C5-FB037F3AA09D}"/>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04680467-9C27-94A2-56E5-E1D268946BFD}"/>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46DB2A05-EACB-0027-47B4-216CA364503C}"/>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46789</a:t>
            </a:r>
          </a:p>
        </p:txBody>
      </p:sp>
      <p:sp>
        <p:nvSpPr>
          <p:cNvPr id="12" name="TextBox 11">
            <a:extLst>
              <a:ext uri="{FF2B5EF4-FFF2-40B4-BE49-F238E27FC236}">
                <a16:creationId xmlns:a16="http://schemas.microsoft.com/office/drawing/2014/main" id="{CF5E395D-EBA4-C393-3B71-C8EF5AEF1034}"/>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D8B9861A-8F0A-0833-54CA-266D6101C630}"/>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0703A906-B020-94E8-E780-702046DF421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10ECBBF7-492E-6B20-BD30-5C2F0FA27829}"/>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8E41CBC8-5675-5B36-965D-1C3055312371}"/>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C5971EFD-6577-2435-808A-BB425F96A7D9}"/>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CA30AC13-958D-E82B-7CA5-9AF3372180D2}"/>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28E92CF6-9F6B-AFA5-3AAD-985C3775DF5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6789</a:t>
            </a:r>
          </a:p>
        </p:txBody>
      </p:sp>
      <p:sp>
        <p:nvSpPr>
          <p:cNvPr id="24" name="TextBox 23">
            <a:extLst>
              <a:ext uri="{FF2B5EF4-FFF2-40B4-BE49-F238E27FC236}">
                <a16:creationId xmlns:a16="http://schemas.microsoft.com/office/drawing/2014/main" id="{562D9DA2-F7CC-08DE-02B5-C44600648F84}"/>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9AD5B873-9C77-9AF2-4F07-DAC2342853CE}"/>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8E142575-D8A9-945F-E25A-B7313CDC1914}"/>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FFB6511D-EFDC-9198-4C86-58FBA949063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17B1C33-DC90-9648-3A21-A4C23F2EFF26}"/>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4EA8E55-E020-D9CA-C634-821532E1BF48}"/>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C4E42100-6AFC-896E-94BC-420BB2EDB96F}"/>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C76BE15-32A1-B3B8-16CD-E0DE2A15C8C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5B609E6-16A2-92A5-2DD3-94DF91CC7E8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62C08F1-77CE-DC30-1476-95A0E5C11D4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EA75115D-4878-96A8-4C54-BDE8076A8D8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84A899E-5576-1553-3875-256458CA4C43}"/>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4CB2C77C-70D0-A0DA-AC51-E89CAAD017E3}"/>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CEBC8DAB-F880-5435-B01C-D95A65C27217}"/>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887B1512-6375-77EB-DFA0-B701A32882F3}"/>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44A458D8-10DD-34AF-3325-5CBC21EC4EF8}"/>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236789</a:t>
            </a:r>
          </a:p>
        </p:txBody>
      </p:sp>
      <p:sp>
        <p:nvSpPr>
          <p:cNvPr id="36" name="TextBox 35">
            <a:extLst>
              <a:ext uri="{FF2B5EF4-FFF2-40B4-BE49-F238E27FC236}">
                <a16:creationId xmlns:a16="http://schemas.microsoft.com/office/drawing/2014/main" id="{FB5AD424-D5B9-4C82-C66D-FC324401E4D1}"/>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6270734B-F478-4172-40AD-33743B778595}"/>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236789</a:t>
            </a:r>
          </a:p>
        </p:txBody>
      </p:sp>
      <p:sp>
        <p:nvSpPr>
          <p:cNvPr id="38" name="TextBox 37">
            <a:extLst>
              <a:ext uri="{FF2B5EF4-FFF2-40B4-BE49-F238E27FC236}">
                <a16:creationId xmlns:a16="http://schemas.microsoft.com/office/drawing/2014/main" id="{29F9AF18-E7CB-F396-9904-96C1BBD1150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0456C84B-FCD2-8C8E-B562-F8B252B6FAEA}"/>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236789</a:t>
            </a:r>
          </a:p>
        </p:txBody>
      </p:sp>
      <p:sp>
        <p:nvSpPr>
          <p:cNvPr id="40" name="TextBox 39">
            <a:extLst>
              <a:ext uri="{FF2B5EF4-FFF2-40B4-BE49-F238E27FC236}">
                <a16:creationId xmlns:a16="http://schemas.microsoft.com/office/drawing/2014/main" id="{F510C8B5-BD15-42F7-971E-AE7F1105F697}"/>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6789</a:t>
            </a:r>
          </a:p>
        </p:txBody>
      </p:sp>
      <p:sp>
        <p:nvSpPr>
          <p:cNvPr id="41" name="TextBox 40">
            <a:extLst>
              <a:ext uri="{FF2B5EF4-FFF2-40B4-BE49-F238E27FC236}">
                <a16:creationId xmlns:a16="http://schemas.microsoft.com/office/drawing/2014/main" id="{CE85D578-5ACB-4C81-7502-338D2C8D780A}"/>
              </a:ext>
            </a:extLst>
          </p:cNvPr>
          <p:cNvSpPr txBox="1"/>
          <p:nvPr/>
        </p:nvSpPr>
        <p:spPr>
          <a:xfrm>
            <a:off x="6654802" y="4408541"/>
            <a:ext cx="570089" cy="230832"/>
          </a:xfrm>
          <a:prstGeom prst="rect">
            <a:avLst/>
          </a:prstGeom>
          <a:noFill/>
        </p:spPr>
        <p:txBody>
          <a:bodyPr wrap="square" rtlCol="0">
            <a:spAutoFit/>
          </a:bodyPr>
          <a:lstStyle/>
          <a:p>
            <a:pPr algn="ctr"/>
            <a:r>
              <a:rPr lang="en-US" sz="900" dirty="0"/>
              <a:t>6789</a:t>
            </a:r>
          </a:p>
        </p:txBody>
      </p:sp>
      <p:sp>
        <p:nvSpPr>
          <p:cNvPr id="42" name="TextBox 41">
            <a:extLst>
              <a:ext uri="{FF2B5EF4-FFF2-40B4-BE49-F238E27FC236}">
                <a16:creationId xmlns:a16="http://schemas.microsoft.com/office/drawing/2014/main" id="{17D932F7-7A99-3AF3-9097-C50EFBF668A5}"/>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6789</a:t>
            </a:r>
          </a:p>
        </p:txBody>
      </p:sp>
      <p:sp>
        <p:nvSpPr>
          <p:cNvPr id="43" name="TextBox 42">
            <a:extLst>
              <a:ext uri="{FF2B5EF4-FFF2-40B4-BE49-F238E27FC236}">
                <a16:creationId xmlns:a16="http://schemas.microsoft.com/office/drawing/2014/main" id="{3933A614-6F1B-B3DF-4CD9-5C7D5446976D}"/>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66D41FAB-BEE1-7417-A069-D581F4B832A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a:t>
            </a:r>
          </a:p>
        </p:txBody>
      </p:sp>
      <p:sp>
        <p:nvSpPr>
          <p:cNvPr id="45" name="TextBox 44">
            <a:extLst>
              <a:ext uri="{FF2B5EF4-FFF2-40B4-BE49-F238E27FC236}">
                <a16:creationId xmlns:a16="http://schemas.microsoft.com/office/drawing/2014/main" id="{FCD9DA9E-25DA-0D28-3E56-727CCA6586E0}"/>
              </a:ext>
            </a:extLst>
          </p:cNvPr>
          <p:cNvSpPr txBox="1"/>
          <p:nvPr/>
        </p:nvSpPr>
        <p:spPr>
          <a:xfrm>
            <a:off x="6152446" y="4408541"/>
            <a:ext cx="570089" cy="230832"/>
          </a:xfrm>
          <a:prstGeom prst="rect">
            <a:avLst/>
          </a:prstGeom>
          <a:noFill/>
        </p:spPr>
        <p:txBody>
          <a:bodyPr wrap="square" rtlCol="0">
            <a:spAutoFit/>
          </a:bodyPr>
          <a:lstStyle/>
          <a:p>
            <a:pPr algn="ctr"/>
            <a:r>
              <a:rPr lang="en-US" sz="900" dirty="0"/>
              <a:t>234</a:t>
            </a:r>
          </a:p>
        </p:txBody>
      </p:sp>
    </p:spTree>
    <p:extLst>
      <p:ext uri="{BB962C8B-B14F-4D97-AF65-F5344CB8AC3E}">
        <p14:creationId xmlns:p14="http://schemas.microsoft.com/office/powerpoint/2010/main" val="4076265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93ACA-0633-5477-99B0-28EF5D4140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ED627F-9601-2E2D-A6DC-CA1975EDBCE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AF67F09-8CDC-99B0-2C4D-879F91B18EA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D189A1D-68E2-A081-B41B-F3D1AA4F408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599747-E271-4186-5F94-3582C35D068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99DC817-A4AF-D5C6-6AC1-214B83342B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BD556AD-53D0-CEBB-3B9F-93CFE3FCD206}"/>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356789</a:t>
            </a:r>
          </a:p>
        </p:txBody>
      </p:sp>
      <p:sp>
        <p:nvSpPr>
          <p:cNvPr id="8" name="TextBox 7">
            <a:extLst>
              <a:ext uri="{FF2B5EF4-FFF2-40B4-BE49-F238E27FC236}">
                <a16:creationId xmlns:a16="http://schemas.microsoft.com/office/drawing/2014/main" id="{CFB7A407-EED1-893F-D078-89C27677E87D}"/>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356789</a:t>
            </a:r>
          </a:p>
        </p:txBody>
      </p:sp>
      <p:sp>
        <p:nvSpPr>
          <p:cNvPr id="9" name="TextBox 8">
            <a:extLst>
              <a:ext uri="{FF2B5EF4-FFF2-40B4-BE49-F238E27FC236}">
                <a16:creationId xmlns:a16="http://schemas.microsoft.com/office/drawing/2014/main" id="{07AEA629-F71C-CEB9-5B69-90A3C29281A9}"/>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2AB44839-728D-671C-1450-229A3111D682}"/>
              </a:ext>
            </a:extLst>
          </p:cNvPr>
          <p:cNvSpPr txBox="1"/>
          <p:nvPr/>
        </p:nvSpPr>
        <p:spPr>
          <a:xfrm>
            <a:off x="6654802" y="901933"/>
            <a:ext cx="570089" cy="230832"/>
          </a:xfrm>
          <a:prstGeom prst="rect">
            <a:avLst/>
          </a:prstGeom>
          <a:noFill/>
        </p:spPr>
        <p:txBody>
          <a:bodyPr wrap="square" rtlCol="0">
            <a:spAutoFit/>
          </a:bodyPr>
          <a:lstStyle/>
          <a:p>
            <a:pPr algn="ctr"/>
            <a:r>
              <a:rPr lang="en-US" sz="900" dirty="0"/>
              <a:t>6789</a:t>
            </a:r>
          </a:p>
        </p:txBody>
      </p:sp>
      <p:sp>
        <p:nvSpPr>
          <p:cNvPr id="11" name="TextBox 10">
            <a:extLst>
              <a:ext uri="{FF2B5EF4-FFF2-40B4-BE49-F238E27FC236}">
                <a16:creationId xmlns:a16="http://schemas.microsoft.com/office/drawing/2014/main" id="{0EF7E18A-8B24-9C04-9FDA-8F04FB680ADE}"/>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DC51953D-CFFE-4B7E-AE42-1A2B767978F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356789</a:t>
            </a:r>
          </a:p>
        </p:txBody>
      </p:sp>
      <p:sp>
        <p:nvSpPr>
          <p:cNvPr id="14" name="TextBox 13">
            <a:extLst>
              <a:ext uri="{FF2B5EF4-FFF2-40B4-BE49-F238E27FC236}">
                <a16:creationId xmlns:a16="http://schemas.microsoft.com/office/drawing/2014/main" id="{738E7BCD-1FE2-F25A-60FC-A394B7CC7A3B}"/>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66922DFE-D6FB-8843-35A0-02E19E48AC8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59EE2F12-B8F2-183B-23D0-AC1B40D420AE}"/>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183B80BE-A11C-ECB1-9BC5-0F6268F0DE5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272EBC4C-B562-6B07-0CA4-11ECC4D744EC}"/>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3B7180AE-6A97-F083-9F13-35EE05F099F7}"/>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D55614D2-462E-5B20-7C07-E90A81DD221E}"/>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3EBD55A3-B20F-9908-A3FA-892C6182BD19}"/>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EA11AF77-9159-F582-B4D5-DEA40816AA5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4EFAD81-C995-7315-CF81-8E7A4F99F65D}"/>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DCBB3EFA-753A-9838-5675-C5054E2FFD0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976AAF85-0203-E385-F92E-F986F1A21AE8}"/>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4A070906-ABCF-383C-7C74-C42400F1F223}"/>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1324482-8A58-6AAE-1CFD-AF153C0A97DF}"/>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852D4F63-6923-2F60-F305-B6BC7D098F9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3579E69-E549-76D2-88C5-EC1784713A0E}"/>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C398C49-5965-488C-5B71-A711DFEE3A2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C4ADA72-6E4F-6334-BA39-B6AC6EC4108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11CBD06-DDD9-22DE-C313-CD3A9D01E7AB}"/>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7D723BAF-2A40-6534-F66F-A34E7FDD6A71}"/>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93A3C779-BA8E-6AB6-3DBC-C55BF69AEFE7}"/>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E559F1F0-AA20-33DC-6532-DC4BE6B2F60D}"/>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47F2B418-C03E-DCDD-F36A-187A14C6B70E}"/>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F6F6AA30-F817-FB9C-26E3-DE707E2E2903}"/>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078E929B-3D22-BC14-80DD-91BAA6CF9B9B}"/>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514E20CF-5D95-414B-65D5-7A97A7DC006B}"/>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B724B2B0-D0F2-4DE0-8571-6E9796848E8C}"/>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B2119607-F1E0-3270-008A-0E69736F1858}"/>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3C26B57B-3E3C-815F-F8C3-323B722040F2}"/>
              </a:ext>
            </a:extLst>
          </p:cNvPr>
          <p:cNvSpPr txBox="1"/>
          <p:nvPr/>
        </p:nvSpPr>
        <p:spPr>
          <a:xfrm>
            <a:off x="6654802" y="440854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6B2A4B81-CC82-15F4-E1F5-023E1C894118}"/>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248B810-920E-2DAC-0317-0C7663DC9BFD}"/>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8002C2D6-75C7-D6FC-B6E8-8B3A8365DA4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a:t>
            </a:r>
          </a:p>
        </p:txBody>
      </p:sp>
      <p:sp>
        <p:nvSpPr>
          <p:cNvPr id="45" name="TextBox 44">
            <a:extLst>
              <a:ext uri="{FF2B5EF4-FFF2-40B4-BE49-F238E27FC236}">
                <a16:creationId xmlns:a16="http://schemas.microsoft.com/office/drawing/2014/main" id="{CBA87A8E-9840-296E-6EB0-7E2A6CC1D201}"/>
              </a:ext>
            </a:extLst>
          </p:cNvPr>
          <p:cNvSpPr txBox="1"/>
          <p:nvPr/>
        </p:nvSpPr>
        <p:spPr>
          <a:xfrm>
            <a:off x="6152446" y="4408541"/>
            <a:ext cx="570089" cy="230832"/>
          </a:xfrm>
          <a:prstGeom prst="rect">
            <a:avLst/>
          </a:prstGeom>
          <a:noFill/>
        </p:spPr>
        <p:txBody>
          <a:bodyPr wrap="square" rtlCol="0">
            <a:spAutoFit/>
          </a:bodyPr>
          <a:lstStyle/>
          <a:p>
            <a:pPr algn="ctr"/>
            <a:r>
              <a:rPr lang="en-US" sz="900" dirty="0"/>
              <a:t>234</a:t>
            </a:r>
          </a:p>
        </p:txBody>
      </p:sp>
    </p:spTree>
    <p:extLst>
      <p:ext uri="{BB962C8B-B14F-4D97-AF65-F5344CB8AC3E}">
        <p14:creationId xmlns:p14="http://schemas.microsoft.com/office/powerpoint/2010/main" val="4094631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9CE0-E4A0-8C8F-FE16-C7583AE592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FB3E14-27D5-6CCD-290B-247840C6F514}"/>
              </a:ext>
            </a:extLst>
          </p:cNvPr>
          <p:cNvSpPr>
            <a:spLocks noGrp="1"/>
          </p:cNvSpPr>
          <p:nvPr>
            <p:ph sz="half" idx="1"/>
          </p:nvPr>
        </p:nvSpPr>
        <p:spPr/>
        <p:txBody>
          <a:bodyPr/>
          <a:lstStyle/>
          <a:p>
            <a:r>
              <a:rPr lang="en-US" dirty="0"/>
              <a:t>Last possible 9 in Column 8.</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1EFF78E6-EB15-6344-5426-5673B18BDC0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637908-C515-697E-FECE-D8A7E21D364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A900BE-4DC0-0A82-58A3-FCDF0484D60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648A9B-02E2-909E-AA08-8FC79CB573E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99595EB-F3D8-0719-D573-B67C4EB63F5C}"/>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92AE88DE-BC14-BEA8-B8FF-1D258E7EE8AE}"/>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DE8BD838-679A-F52D-EBCA-A246C484DAC5}"/>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0BF1283F-48DA-C1C6-2AA8-9E5B5FE77736}"/>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283AE739-DEE9-E836-734C-42F1BC6D9CF9}"/>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4" name="TextBox 13">
            <a:extLst>
              <a:ext uri="{FF2B5EF4-FFF2-40B4-BE49-F238E27FC236}">
                <a16:creationId xmlns:a16="http://schemas.microsoft.com/office/drawing/2014/main" id="{CFA5406B-9943-0F01-9232-F21BE6B35245}"/>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A2FB6264-3BC5-A12E-9D5B-3908117A18A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93C227AB-9910-791A-4992-495BDDABB753}"/>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C3695D86-FA41-5911-4708-D4EF4C058ADE}"/>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87333BC5-A9C9-73E6-8658-E81AFFAA3182}"/>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0A33D267-C40E-3898-B42F-4E9581DBDC30}"/>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9099EF71-A88D-7A3A-C264-84ED4836E9BA}"/>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CF61F018-1E1D-2081-8257-47ED9D056BFA}"/>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BAFD36BD-B599-93A4-B61F-B1F8F2A89C0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450A136B-B6EE-D39F-102A-A936E8FD2B4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86938A7-8825-5453-5E80-4383275F2C73}"/>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1617B49E-F1CC-4622-22BA-8D5E11C2FA34}"/>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8B1E6306-C025-EE7E-74E1-279E8A916A67}"/>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53E0F242-0666-BD98-8F5C-E03D40754CA2}"/>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E9790354-4B0E-5138-E4F0-406F7B15228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F214B50-63F3-7004-3440-503B4FC9D3C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32945EB-B3F7-CC17-1930-F1F918C1F56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84818F45-1F88-DE0D-7466-194F29064EE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3A20173-1915-75B2-BB12-35FA7DDA6CB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057372C8-2F7B-CC6B-BE73-D66FE6B01583}"/>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BCE98748-AD8A-DF97-36F3-F559A5C8574B}"/>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EB17392F-4067-4123-DD0B-94308BC2962B}"/>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7E982463-CF0F-763E-23EB-7E97040A7568}"/>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7A07F222-B578-7937-7FE0-EDBE20AE5A55}"/>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D1BFBE7F-DAF3-3201-C4D5-F0F646E6CBF9}"/>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42777461-F409-6829-11A8-5067C639ED9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6789</a:t>
            </a:r>
          </a:p>
        </p:txBody>
      </p:sp>
      <p:sp>
        <p:nvSpPr>
          <p:cNvPr id="39" name="TextBox 38">
            <a:extLst>
              <a:ext uri="{FF2B5EF4-FFF2-40B4-BE49-F238E27FC236}">
                <a16:creationId xmlns:a16="http://schemas.microsoft.com/office/drawing/2014/main" id="{A0DCC2AE-F01C-8732-A5BE-8E41FA3D6EC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46C5C01C-D543-FA1C-1F85-37241B0C6C47}"/>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DAB62F8-57DF-60DF-FE48-1667FB4C3091}"/>
              </a:ext>
            </a:extLst>
          </p:cNvPr>
          <p:cNvSpPr txBox="1"/>
          <p:nvPr/>
        </p:nvSpPr>
        <p:spPr>
          <a:xfrm>
            <a:off x="6654802" y="4408541"/>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A2EE8397-725E-1CCE-64BB-C2C02A2BE1AB}"/>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518EDC3-64D5-20CD-8AE0-9D709EAC3B42}"/>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7C542456-128F-DF54-B2C4-39B7F7CB601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234</a:t>
            </a:r>
          </a:p>
        </p:txBody>
      </p:sp>
      <p:sp>
        <p:nvSpPr>
          <p:cNvPr id="45" name="TextBox 44">
            <a:extLst>
              <a:ext uri="{FF2B5EF4-FFF2-40B4-BE49-F238E27FC236}">
                <a16:creationId xmlns:a16="http://schemas.microsoft.com/office/drawing/2014/main" id="{544B87B3-250D-13EC-C5A1-0A50B4A1F84F}"/>
              </a:ext>
            </a:extLst>
          </p:cNvPr>
          <p:cNvSpPr txBox="1"/>
          <p:nvPr/>
        </p:nvSpPr>
        <p:spPr>
          <a:xfrm>
            <a:off x="6152446" y="4408541"/>
            <a:ext cx="570089" cy="230832"/>
          </a:xfrm>
          <a:prstGeom prst="rect">
            <a:avLst/>
          </a:prstGeom>
          <a:noFill/>
        </p:spPr>
        <p:txBody>
          <a:bodyPr wrap="square" rtlCol="0">
            <a:spAutoFit/>
          </a:bodyPr>
          <a:lstStyle/>
          <a:p>
            <a:pPr algn="ctr"/>
            <a:r>
              <a:rPr lang="en-US" sz="900" dirty="0"/>
              <a:t>234</a:t>
            </a:r>
          </a:p>
        </p:txBody>
      </p:sp>
      <p:sp>
        <p:nvSpPr>
          <p:cNvPr id="46" name="TextBox 45">
            <a:extLst>
              <a:ext uri="{FF2B5EF4-FFF2-40B4-BE49-F238E27FC236}">
                <a16:creationId xmlns:a16="http://schemas.microsoft.com/office/drawing/2014/main" id="{1ADB065A-E920-1828-F17A-15D39DC6411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868115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3326-52BD-54AD-3DA4-DA448F9B7F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1ABD84-2EF2-C9FD-6423-DB43703A0FC3}"/>
              </a:ext>
            </a:extLst>
          </p:cNvPr>
          <p:cNvSpPr>
            <a:spLocks noGrp="1"/>
          </p:cNvSpPr>
          <p:nvPr>
            <p:ph sz="half" idx="1"/>
          </p:nvPr>
        </p:nvSpPr>
        <p:spPr/>
        <p:txBody>
          <a:bodyPr/>
          <a:lstStyle/>
          <a:p>
            <a:r>
              <a:rPr lang="en-US" dirty="0"/>
              <a:t>[18 in 4] consists of two of 234 and two of 6789. The smallest possible is 2367, which sums to 18, so it must be the solution.</a:t>
            </a:r>
          </a:p>
        </p:txBody>
      </p:sp>
      <p:pic>
        <p:nvPicPr>
          <p:cNvPr id="4" name="Picture 3" descr="A grid of sudoku puzzle&#10;&#10;Description automatically generated">
            <a:extLst>
              <a:ext uri="{FF2B5EF4-FFF2-40B4-BE49-F238E27FC236}">
                <a16:creationId xmlns:a16="http://schemas.microsoft.com/office/drawing/2014/main" id="{298798A7-1584-3B05-29FC-94F2E3380DE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E3CFB4B-F81F-BB1F-84F3-1B817C869F8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FC92654-B341-ACB7-3B6D-A11BA7A6A6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E32915-8924-C21C-A496-005031F2A49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3D32F1B-0A50-ECB8-0232-294594BDA041}"/>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388CA0AF-C547-07C2-0129-00A5D6307BFE}"/>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0B1A62FB-90F4-4BA1-F5E3-33FEB799928B}"/>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89AF463B-E46E-1659-E69F-82066CFFB664}"/>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7E67A903-6229-A7E8-E584-1D37FBED6118}"/>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4" name="TextBox 13">
            <a:extLst>
              <a:ext uri="{FF2B5EF4-FFF2-40B4-BE49-F238E27FC236}">
                <a16:creationId xmlns:a16="http://schemas.microsoft.com/office/drawing/2014/main" id="{4A44B20C-A3BC-18B4-AD38-3CB5261C562F}"/>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CAD71F6F-E6D0-C0AA-0134-7B01255F3A4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F5287EE4-061F-5763-3649-CDF904471C62}"/>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3127869A-ACE8-7DFD-0E96-1BD8853DA0AA}"/>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C8E6CC55-7FD8-C995-F8B4-28C815035EB3}"/>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EA4F53D5-A21F-AB84-E893-39E51D3A3759}"/>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42C3575A-8910-E16F-271E-CF9D0569A8B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F3A52C5A-45BB-14C3-5BF7-EDB035AF1368}"/>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5BC4A503-017D-31BF-BCE3-6978D621B16C}"/>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31DBAF15-98C3-AA7B-58BE-37A2CC07B2D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220CE55-A210-2C96-FF91-F55021530AF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500C7FDB-C567-3971-0EBF-73ECB57D8244}"/>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A6165528-213B-761A-75EF-5C57BA148E46}"/>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08B3AD5-8EA2-2D6D-99C7-949400844A28}"/>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F1FF0952-AF56-71DE-C7DA-F0DE16D050D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7F7446F-F081-C011-5922-E3E082EF20C5}"/>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E2A9F7E-7B32-E8A9-7394-DC95D16BD2F6}"/>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C5ECA0A-5D3F-6E3C-3681-A9DD9A9BD22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0231FADC-4651-B9DF-946D-39367ED1C752}"/>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8E44541A-FA34-5C4B-F6EC-3EA9B677C9E2}"/>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F827CB05-E9B6-9ED2-33E8-E9923B4C6972}"/>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59279C1D-DEB5-4A9F-1C24-47F671448ABB}"/>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22B9FFD6-F2BA-3360-FB71-970B5505E7CE}"/>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4329B8E8-F81A-8DDC-0E8D-8A8BA623E285}"/>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7FDEAD25-F1CE-8D76-4BC4-69F24D24F7FB}"/>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B3328F3C-3592-6C8F-175F-DDC28E3CC250}"/>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11E30D9E-0CD9-D0FE-8C51-1E860D9FD26E}"/>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B4B8E353-3D7F-A006-E256-49F96D5781D9}"/>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C2A53C8C-18A1-0BE0-2C02-0C9301CC6241}"/>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ADCA3C33-E68D-75A6-3BA0-CDF01593429B}"/>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30CD013-B595-A690-9ADA-D28997523EA7}"/>
              </a:ext>
            </a:extLst>
          </p:cNvPr>
          <p:cNvSpPr txBox="1"/>
          <p:nvPr/>
        </p:nvSpPr>
        <p:spPr>
          <a:xfrm>
            <a:off x="6152446" y="4909484"/>
            <a:ext cx="570089" cy="230832"/>
          </a:xfrm>
          <a:prstGeom prst="rect">
            <a:avLst/>
          </a:prstGeom>
          <a:noFill/>
        </p:spPr>
        <p:txBody>
          <a:bodyPr wrap="square" rtlCol="0">
            <a:spAutoFit/>
          </a:bodyPr>
          <a:lstStyle/>
          <a:p>
            <a:pPr algn="ctr"/>
            <a:r>
              <a:rPr lang="en-US" sz="900" dirty="0"/>
              <a:t>234</a:t>
            </a:r>
          </a:p>
        </p:txBody>
      </p:sp>
      <p:sp>
        <p:nvSpPr>
          <p:cNvPr id="44" name="TextBox 43">
            <a:extLst>
              <a:ext uri="{FF2B5EF4-FFF2-40B4-BE49-F238E27FC236}">
                <a16:creationId xmlns:a16="http://schemas.microsoft.com/office/drawing/2014/main" id="{85E23DDD-F68D-6980-0604-A85BE804D459}"/>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C09A3980-C60B-2178-7A46-D31BC10A4B25}"/>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00A67A4E-EAFF-665E-45E8-20F641E5625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214514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84CE-4573-97A7-2D25-2228C69C21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9F22BE-53DD-7A64-7465-8AA2176F6E1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DB610DE-1FDD-489F-7630-54866132F5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0F0CBC2-F2BC-C790-44BF-001FD4F4AC0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BD473F-E88C-5296-C9A8-87D584A974A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519F3F-A02A-ED3B-3CF4-CD6DF577E0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29F2CD-4E6B-0B0A-52B7-6016BCEE1C52}"/>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94EBDD9B-6DAC-4767-A973-AFB01F772EA8}"/>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49BF8E81-FDED-9AF2-B2B1-CC116A657D3F}"/>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13C9F230-3119-2188-6C8E-2091D18D591F}"/>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98D00B8F-DCE3-56CB-98E9-3654A9CE42E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4" name="TextBox 13">
            <a:extLst>
              <a:ext uri="{FF2B5EF4-FFF2-40B4-BE49-F238E27FC236}">
                <a16:creationId xmlns:a16="http://schemas.microsoft.com/office/drawing/2014/main" id="{870A1B46-34D5-AB50-E839-64D704766A18}"/>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FB9B13A2-CC6F-841D-06F0-0FA7A442E09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E5F4E0D7-C021-B52A-792D-29E6D3595D3A}"/>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5E98683B-83BC-51ED-568B-3A609EBA31D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3175304D-1189-154B-DD85-999DFAD1241A}"/>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D8926A20-48F6-7CEC-B680-1B41C7EED5D8}"/>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0500238-1144-786B-A0E1-45F5E15FDB3A}"/>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6E433BA4-AD28-2BDE-B36F-AE146A887FF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0F8223B0-99A5-FB43-D7E4-24F256EB2E60}"/>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F98794B3-AACD-6F3B-2725-BA57B4016840}"/>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C7A606B-93F4-B9D1-A0FF-4BF88E831F7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E0F23331-FE1A-F6C7-CF70-097D3367D831}"/>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438861B-15B0-0F9B-F34B-56CAECDD1B4C}"/>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38ACAE6C-0A9D-BEE4-3CB2-75DB87DD4366}"/>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3AB820C8-F33A-2ACB-5106-51F3923D325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70E63B6-740F-C9AF-946C-A0379C6CCD7D}"/>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049ED5E-F820-5518-64B4-B072D732AF0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5898A0B7-BD44-65FB-84B0-AE8380FE90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E91896E-7982-21E3-E969-550C5092ABE7}"/>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B90030A9-809F-EEA8-F44D-9776E7BDA224}"/>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6BB2A6F-F183-CF81-4E37-985DA4F8977E}"/>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80EE5FDB-6CE9-B746-C6D7-92899F896C77}"/>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9BEDBEC2-9A06-98DD-5888-A63C5BBAAE9C}"/>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4FF8C4F2-70D7-0A4A-B11B-5F19498E538D}"/>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9DBA0CA2-544E-0C08-9400-F1B9BDE714BC}"/>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BB07CC3C-63DB-2640-B43A-2C1A86D32BA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B1F2BDA8-50BB-665C-5B7D-2B13CDA09BC3}"/>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167A1637-8E8C-A54D-D751-2377C8C9DF8E}"/>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870924D5-E99F-C4C0-4FB7-E00A6D33580D}"/>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C089AFBB-BBB2-4218-9595-24CBB9EE9960}"/>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B3275C6-AC46-8250-5004-5C96F266705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28C8023F-F6ED-8273-6F39-D934E47EE8C4}"/>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908B73D3-8BFA-7057-0D45-68067D7CD016}"/>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87229249-6544-F3BB-BE13-EECCA6CE9D2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124025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D405D-BA4C-4D67-3E1A-8CD1389F20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FED0E7-EB5B-3C18-0300-A5DBD5C185FF}"/>
              </a:ext>
            </a:extLst>
          </p:cNvPr>
          <p:cNvSpPr>
            <a:spLocks noGrp="1"/>
          </p:cNvSpPr>
          <p:nvPr>
            <p:ph sz="half" idx="1"/>
          </p:nvPr>
        </p:nvSpPr>
        <p:spPr/>
        <p:txBody>
          <a:bodyPr/>
          <a:lstStyle/>
          <a:p>
            <a:r>
              <a:rPr lang="en-US" dirty="0"/>
              <a:t>[8 in 3] -&gt; [4 in 2] must be 13.</a:t>
            </a:r>
          </a:p>
          <a:p>
            <a:r>
              <a:rPr lang="en-US" dirty="0"/>
              <a:t>[21 in 3] could be 489, 579, or 678.</a:t>
            </a:r>
          </a:p>
        </p:txBody>
      </p:sp>
      <p:pic>
        <p:nvPicPr>
          <p:cNvPr id="4" name="Picture 3" descr="A grid of sudoku puzzle&#10;&#10;Description automatically generated">
            <a:extLst>
              <a:ext uri="{FF2B5EF4-FFF2-40B4-BE49-F238E27FC236}">
                <a16:creationId xmlns:a16="http://schemas.microsoft.com/office/drawing/2014/main" id="{1A23D2C0-3896-E49A-47CE-A8991041E7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DF767F2-BBD6-C8AD-FD58-F8968552CF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340888E-48CD-BCA0-E326-7876EAFB6E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9BB256-DBD9-3ADA-BB95-29D35F570A1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70F573-9072-1524-1EB1-DDC60F1C71E7}"/>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A963A624-4EF0-EECA-6962-A94118278BEC}"/>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84E63883-00F8-2245-7E82-1FC77306B574}"/>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5FF011AF-C97D-383C-C69C-1CA17331C4BC}"/>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4FE65574-7B28-E945-D8AB-E3427DCE82D1}"/>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4" name="TextBox 13">
            <a:extLst>
              <a:ext uri="{FF2B5EF4-FFF2-40B4-BE49-F238E27FC236}">
                <a16:creationId xmlns:a16="http://schemas.microsoft.com/office/drawing/2014/main" id="{C9FE8451-F623-4219-91D5-4D50FACC1478}"/>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FEE2DBC4-6EC0-FE83-EF7F-28EB7973510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0F71CE5D-55CC-3107-4EA0-7306079556B6}"/>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EB80A4BC-762A-2F88-6960-5B2938D96E14}"/>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356789</a:t>
            </a:r>
          </a:p>
        </p:txBody>
      </p:sp>
      <p:sp>
        <p:nvSpPr>
          <p:cNvPr id="19" name="TextBox 18">
            <a:extLst>
              <a:ext uri="{FF2B5EF4-FFF2-40B4-BE49-F238E27FC236}">
                <a16:creationId xmlns:a16="http://schemas.microsoft.com/office/drawing/2014/main" id="{320E4AD4-DE48-E9B1-29DB-986F6B6D2255}"/>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45486546-D111-B39C-24CB-10298AC63351}"/>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AB38D009-C3D6-EA7A-87F1-B0AA406FDCB7}"/>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580CE548-5437-7D22-09AF-603B64464B7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56789</a:t>
            </a:r>
          </a:p>
        </p:txBody>
      </p:sp>
      <p:sp>
        <p:nvSpPr>
          <p:cNvPr id="25" name="TextBox 24">
            <a:extLst>
              <a:ext uri="{FF2B5EF4-FFF2-40B4-BE49-F238E27FC236}">
                <a16:creationId xmlns:a16="http://schemas.microsoft.com/office/drawing/2014/main" id="{D0CE1581-31FD-0A4A-C334-5AA2AC64BF7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7F07870A-F2D7-D977-BF68-8271192F89C1}"/>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9E1CD1A0-72FE-F43E-BBD2-8E1AA24FEB8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EC0074FF-DE7A-7671-815F-CAE25C02EA95}"/>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9B9C83B-1005-22F4-7675-BDBDFE41AF69}"/>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A3C0CF1-CEB5-35A1-F879-9CE537AF49A5}"/>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C254217A-694C-FF96-F2CC-433C58E9E11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C0E6482-306A-29E1-B29E-C84DAD6A21B7}"/>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BD376FF-59C1-33D1-CB82-91065A64CB9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32FC3BE-C35D-69D6-04F4-867E150052D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0D7B81B-D110-6C1C-5FFA-EB05A4D70D7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2FBF2430-F397-6B8D-20AB-90AF4EB8F124}"/>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52279FF9-4BB5-D1E9-9E7D-1F0D90E218F2}"/>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0A20DF12-C63A-1830-668A-34BBA3AF42AA}"/>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36DD5B9E-2FC3-B4E0-CAAB-415283F1DB95}"/>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B6E36C97-319D-6D6B-B24C-B82D97729877}"/>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0F05F28B-F8A2-63B4-D18A-18E56B473E31}"/>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DBA51E67-253A-F787-D1D5-CCA9DF98AFE8}"/>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1C10A602-0F94-881B-BDF8-8C52F7A29894}"/>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FDEE2154-33B7-A173-8218-B92118307435}"/>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A5316DDC-4BFE-73A9-E8C3-097E2DE5DBEE}"/>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E73C1B49-E337-7864-4909-612E0537E985}"/>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4C1DF4F-EA55-BA57-4E5C-56DFE2AA15C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499F2619-BDFC-EFFF-B87A-F96602FDC3EC}"/>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FCDA0DFC-FF3C-47DB-3A44-A754020A982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0479D40D-11B6-DEF6-BBDF-3B39B96E5E0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70E63B8-B57F-98B3-692F-68E639D5FFFB}"/>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6E3FBBF4-C05F-730A-B5DE-5BFC7B0EFC4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D816C2FD-BCDE-364A-A32B-140BA3847E56}"/>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56789</a:t>
            </a:r>
          </a:p>
        </p:txBody>
      </p:sp>
      <p:sp>
        <p:nvSpPr>
          <p:cNvPr id="49" name="TextBox 48">
            <a:extLst>
              <a:ext uri="{FF2B5EF4-FFF2-40B4-BE49-F238E27FC236}">
                <a16:creationId xmlns:a16="http://schemas.microsoft.com/office/drawing/2014/main" id="{4F2857AD-0141-BD4F-8D59-EEDBA0EFC60E}"/>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2285BBED-63CF-EBE5-7110-C22804BE126E}"/>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Tree>
    <p:extLst>
      <p:ext uri="{BB962C8B-B14F-4D97-AF65-F5344CB8AC3E}">
        <p14:creationId xmlns:p14="http://schemas.microsoft.com/office/powerpoint/2010/main" val="701204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69701-B307-E994-AE99-77582EAA98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C74CF8-0B8B-0CE9-391A-A704C59808A0}"/>
              </a:ext>
            </a:extLst>
          </p:cNvPr>
          <p:cNvSpPr>
            <a:spLocks noGrp="1"/>
          </p:cNvSpPr>
          <p:nvPr>
            <p:ph sz="half" idx="1"/>
          </p:nvPr>
        </p:nvSpPr>
        <p:spPr/>
        <p:txBody>
          <a:bodyPr/>
          <a:lstStyle/>
          <a:p>
            <a:r>
              <a:rPr lang="en-US" dirty="0"/>
              <a:t>[22 in 3] is 589 or 679. In either case, it must contain 9.</a:t>
            </a:r>
          </a:p>
        </p:txBody>
      </p:sp>
      <p:pic>
        <p:nvPicPr>
          <p:cNvPr id="4" name="Picture 3" descr="A grid of sudoku puzzle&#10;&#10;Description automatically generated">
            <a:extLst>
              <a:ext uri="{FF2B5EF4-FFF2-40B4-BE49-F238E27FC236}">
                <a16:creationId xmlns:a16="http://schemas.microsoft.com/office/drawing/2014/main" id="{AF36D5A4-67DC-BA3C-2431-B4560AC48C7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7C5F1E-6B64-EA07-EC95-AD52D32C056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C2EBF3-483D-BF72-F514-385925DEE91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CADF3B-9D13-0134-CDA0-CC38E69E71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342DC4C-317D-EFB6-5A3B-2FA710A27D02}"/>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1EF678AC-347C-795D-2B78-B141CFB9279D}"/>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B826CD37-BD35-9725-BAB8-17622AFB1663}"/>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DB32BE1B-9AC4-78C6-4FA1-FB233CB5F8B9}"/>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52ADB520-E130-38CA-7F07-3C208A7C302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4" name="TextBox 13">
            <a:extLst>
              <a:ext uri="{FF2B5EF4-FFF2-40B4-BE49-F238E27FC236}">
                <a16:creationId xmlns:a16="http://schemas.microsoft.com/office/drawing/2014/main" id="{86D1C298-6903-E8F5-BE6F-FD9AD6BC6C12}"/>
              </a:ext>
            </a:extLst>
          </p:cNvPr>
          <p:cNvSpPr txBox="1"/>
          <p:nvPr/>
        </p:nvSpPr>
        <p:spPr>
          <a:xfrm>
            <a:off x="4143022" y="1402877"/>
            <a:ext cx="570089" cy="230832"/>
          </a:xfrm>
          <a:prstGeom prst="rect">
            <a:avLst/>
          </a:prstGeom>
          <a:noFill/>
        </p:spPr>
        <p:txBody>
          <a:bodyPr wrap="square" rtlCol="0">
            <a:spAutoFit/>
          </a:bodyPr>
          <a:lstStyle/>
          <a:p>
            <a:pPr algn="ctr"/>
            <a:r>
              <a:rPr lang="en-US" sz="900" dirty="0"/>
              <a:t>356789</a:t>
            </a:r>
          </a:p>
        </p:txBody>
      </p:sp>
      <p:sp>
        <p:nvSpPr>
          <p:cNvPr id="15" name="TextBox 14">
            <a:extLst>
              <a:ext uri="{FF2B5EF4-FFF2-40B4-BE49-F238E27FC236}">
                <a16:creationId xmlns:a16="http://schemas.microsoft.com/office/drawing/2014/main" id="{339FEAB8-74C1-A173-47B0-E9C45C8C1E3E}"/>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6792AD68-4760-26C3-9F26-FCEECFC7DD09}"/>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05F65422-542E-AA9B-E081-0BAAA7FFC71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973584CC-689F-0A05-D774-5B3CE9758308}"/>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02EB336C-87E1-164F-808A-169AD05554C1}"/>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649A57A2-CBAB-DE70-AD96-59DD6CEBB0A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0D93E575-6A33-E9E9-BDAF-276F6BCE4D13}"/>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1E0AD26D-CDF0-AB36-239B-3420947757F2}"/>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874BB129-5274-0636-28BD-7E432E18AD80}"/>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7E25080E-162D-9A5F-FF3A-125FF6F25F60}"/>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11BBE817-7479-89F4-90FD-884B1A9D8131}"/>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6D3D7F75-1A01-FFB6-BB16-DE6B9C6EF058}"/>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240612E2-EAE6-3608-FF7E-92768DB3EB31}"/>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E1781C12-C4D1-A397-1DE4-3112E79E551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7B07818-896A-2B52-B267-6CF6479F9CE6}"/>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3A65896-412C-58F4-1F26-944E97B6A40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F6A14D5A-D858-D50F-D42D-B080BA464F8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C43CB4B-0291-1F2B-47A5-B58D4E2F1F3C}"/>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58E5462A-2CD4-E8D2-0068-714101F42729}"/>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C952FE7A-1932-A629-AB44-F0EDA95CFA34}"/>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90EF4CEB-0B0C-2F89-934B-AC3060FFECB5}"/>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41ADC4EA-B40D-F806-D6A9-BB8DF2FE84E3}"/>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6B1EFFD9-C027-F478-4A86-BDB8EB844B01}"/>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58969250-C1E5-AFBD-EF33-B78367F27E89}"/>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ADD1B133-BC50-915A-4508-BB36885B73F7}"/>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6091B377-D78D-191E-E130-9169B39F927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ED37CAED-5F59-75AF-BBF7-AAAE0170F1A6}"/>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F8B2678C-2EF5-9DA3-B20C-0214E581E992}"/>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C6F2294F-D0BF-52A6-5F5D-62A8FC19AACC}"/>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D7051E42-6A17-ED34-3485-81C3E403F56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748E155F-0678-9D70-CCC6-7E1A6508964D}"/>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BEE235B7-2C0E-3EDD-AD0B-9FCB78A1028E}"/>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1C042A49-70BE-D364-2B05-16D90FDF8CD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57C8370-D99C-BD6D-94F4-CC9AD4F0ABB9}"/>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A9E6C342-6FAD-4568-E8F2-8279CE3C57BE}"/>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8E52AA12-5593-C2B6-19FF-EEF8FB0FDCC0}"/>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6B1AA246-6C6F-70A9-11B1-51C1B30CE97F}"/>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84EDCD0-E082-9FD1-1F36-021D3AEA0266}"/>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B0FF3D7-FDBD-E1FB-46D2-4CC64A119B1F}"/>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AB78DD41-8696-B9A2-660D-57FE09FBC19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AA4951F7-E774-6ACC-E17A-92D9ACB54CFF}"/>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708294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AFFA4-F8D9-1558-7795-EAE1BE56DA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7B9F2D-BB54-8E35-D8BA-B895A692CD99}"/>
              </a:ext>
            </a:extLst>
          </p:cNvPr>
          <p:cNvSpPr>
            <a:spLocks noGrp="1"/>
          </p:cNvSpPr>
          <p:nvPr>
            <p:ph sz="half" idx="1"/>
          </p:nvPr>
        </p:nvSpPr>
        <p:spPr/>
        <p:txBody>
          <a:bodyPr/>
          <a:lstStyle/>
          <a:p>
            <a:r>
              <a:rPr lang="en-US" dirty="0"/>
              <a:t>Last possible 9 in upper left block.</a:t>
            </a:r>
          </a:p>
        </p:txBody>
      </p:sp>
      <p:pic>
        <p:nvPicPr>
          <p:cNvPr id="4" name="Picture 3" descr="A grid of sudoku puzzle&#10;&#10;Description automatically generated">
            <a:extLst>
              <a:ext uri="{FF2B5EF4-FFF2-40B4-BE49-F238E27FC236}">
                <a16:creationId xmlns:a16="http://schemas.microsoft.com/office/drawing/2014/main" id="{D8367533-6380-605B-3BD3-5094148EA92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863507C-6A9F-E2C0-3197-1768B874907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132DB2-26FA-4586-FC36-9EC3B08CA7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10129E-0F7A-939E-8165-8748AFEF5D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BCE75D-B082-3789-20C0-EC63BF8D6ACB}"/>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20E9AEA8-F331-603B-4C80-918097DD33A4}"/>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D8EA459A-171E-9582-03B7-69E8CBA19AE1}"/>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762425D8-6E20-8933-3556-182D61EEF8E1}"/>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6B6F3C21-D6DC-F3D8-A26F-895E97974FAB}"/>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B7298BCD-BD65-C255-EC6B-CAB4E089217A}"/>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51D55CA6-7D3A-2BFF-2021-159652CAF7DC}"/>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6273A2E8-09E0-DB4B-FF8F-A1A125131B98}"/>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E8933D1B-1914-8331-7A61-7A4960EC4607}"/>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1C7C4EC2-5E30-89FC-DB62-B7AE3F4899CD}"/>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C9223EFC-AC5E-E42A-C99B-56C37F33C433}"/>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E86CEF05-C30B-7C9A-76BC-312A4779F435}"/>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1648A53F-D259-4A0E-16AD-BD2BB102B9C1}"/>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FC5F57D1-B6D8-A09E-989B-4457C4F927C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01EA48DB-9BB8-4BBB-BA93-BB0600AFB0E3}"/>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664EE0F1-EBCF-C823-ECB5-E4656D35E348}"/>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70536AD3-6D3D-FF4A-958F-06D526DF7226}"/>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6DD940EF-9B18-93D2-B0F5-14E12E2AE457}"/>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4654F2A6-6939-2E11-A88F-24E19E40B16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C131A6B-DF02-7D19-C666-2E14745DBE46}"/>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6D3A5F7C-EDCC-E6A1-2310-B053BAB05B5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8C0BD06-FBC5-091A-530A-721187B4A41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FA26759-7CA7-D6EF-A7E6-AB2F9FC2BCB0}"/>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71CB4A00-294A-572D-C7EA-0000A8FC1504}"/>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E4C9AC6-EB75-29C7-31A8-5147E3ADFCF4}"/>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1F9D7774-B3DF-31A7-7F10-356D7FD4BBA3}"/>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86661E9A-74EA-9D1A-916B-4BF3DE1D9381}"/>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36FF82D6-6DBC-B8D6-1668-83A70667444C}"/>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B6F63AF9-EF9A-4225-27D6-8B9A608CF078}"/>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12895F1D-86B0-6F44-D559-0C898CC10E82}"/>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1E9CBEBF-9AB8-373B-1DC8-B90A35F0B909}"/>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6728B6F2-7DFE-345A-067E-BC6554FFD233}"/>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37E1F29F-200E-639D-0AC5-1EB290202088}"/>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128CFE18-DDCD-F08A-CBC8-7226B9F8BD48}"/>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9DFADE0-6D5C-F6F7-050F-E8810990FE8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B6E4A04F-EF7F-4133-9C20-3D4D90889E07}"/>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F4BBDE8E-8E0A-57C5-637B-0ADF1DB3A8C5}"/>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33C16DC2-0AFB-60C6-FD5C-32A19F40283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56B8308-0A33-B3B5-FB92-14CFCA722B72}"/>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52FE1B6F-3EB4-99D6-EF23-89A6EB2E644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D19FFC73-6F7E-1AC7-E755-54385F2A4AD2}"/>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136513A4-6C58-30B4-1271-58596C88CF93}"/>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5C538F91-88E7-6EE5-7A3D-74BC6FF3D4C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5BAD5B2B-EF7A-CACF-B7C7-5ECAAFB243BB}"/>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8B945FBC-F653-93BF-A486-E38B51915D95}"/>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B232A16F-2310-0638-9A08-DF02E1B0B719}"/>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BF6C78D9-0F88-84B1-FED9-27F2CA0E34C7}"/>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555507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16C7-3F7F-B6B4-3117-3E81AD6CC0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8C60BB-58B4-0CF5-8461-513236D7A6A3}"/>
              </a:ext>
            </a:extLst>
          </p:cNvPr>
          <p:cNvSpPr>
            <a:spLocks noGrp="1"/>
          </p:cNvSpPr>
          <p:nvPr>
            <p:ph sz="half" idx="1"/>
          </p:nvPr>
        </p:nvSpPr>
        <p:spPr/>
        <p:txBody>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9A7A3A1B-CFAA-60DF-5974-0896493E8B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7266B4F-7F9E-E364-A716-65230F5770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59E4EF-E2CF-0A69-09C1-D48C3296818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B7DE77-B51B-3270-E970-395AADD9EC7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513B1F9-318E-A8E4-8818-22CD90806FDA}"/>
              </a:ext>
            </a:extLst>
          </p:cNvPr>
          <p:cNvSpPr txBox="1"/>
          <p:nvPr/>
        </p:nvSpPr>
        <p:spPr>
          <a:xfrm>
            <a:off x="3640666" y="901933"/>
            <a:ext cx="570089" cy="230832"/>
          </a:xfrm>
          <a:prstGeom prst="rect">
            <a:avLst/>
          </a:prstGeom>
          <a:noFill/>
        </p:spPr>
        <p:txBody>
          <a:bodyPr wrap="square" rtlCol="0">
            <a:spAutoFit/>
          </a:bodyPr>
          <a:lstStyle/>
          <a:p>
            <a:pPr algn="ctr"/>
            <a:r>
              <a:rPr lang="en-US" sz="900" dirty="0"/>
              <a:t>35678</a:t>
            </a:r>
          </a:p>
        </p:txBody>
      </p:sp>
      <p:sp>
        <p:nvSpPr>
          <p:cNvPr id="8" name="TextBox 7">
            <a:extLst>
              <a:ext uri="{FF2B5EF4-FFF2-40B4-BE49-F238E27FC236}">
                <a16:creationId xmlns:a16="http://schemas.microsoft.com/office/drawing/2014/main" id="{4AA4E00C-8939-9EDE-F255-6C9E97AEFAC1}"/>
              </a:ext>
            </a:extLst>
          </p:cNvPr>
          <p:cNvSpPr txBox="1"/>
          <p:nvPr/>
        </p:nvSpPr>
        <p:spPr>
          <a:xfrm>
            <a:off x="4143022" y="901933"/>
            <a:ext cx="570089" cy="230832"/>
          </a:xfrm>
          <a:prstGeom prst="rect">
            <a:avLst/>
          </a:prstGeom>
          <a:noFill/>
        </p:spPr>
        <p:txBody>
          <a:bodyPr wrap="square" rtlCol="0">
            <a:spAutoFit/>
          </a:bodyPr>
          <a:lstStyle/>
          <a:p>
            <a:pPr algn="ctr"/>
            <a:r>
              <a:rPr lang="en-US" sz="900" dirty="0"/>
              <a:t>35678</a:t>
            </a:r>
          </a:p>
        </p:txBody>
      </p:sp>
      <p:sp>
        <p:nvSpPr>
          <p:cNvPr id="9" name="TextBox 8">
            <a:extLst>
              <a:ext uri="{FF2B5EF4-FFF2-40B4-BE49-F238E27FC236}">
                <a16:creationId xmlns:a16="http://schemas.microsoft.com/office/drawing/2014/main" id="{C463FD52-8C8B-7EE6-5AD1-7CA103D61AC6}"/>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7AB11C77-06B9-9FC3-36D6-35846A90865D}"/>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0FED2363-27CD-D2E6-5B52-1185F4D98581}"/>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439743EC-31F7-8147-622C-323A628F741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E80E042D-F68A-5012-E09E-4C3D8CFA0C43}"/>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D3270A7E-A0A8-0329-0B19-B0339F788F3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800B47CA-B83A-B186-192E-1F3934C3C8AB}"/>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2409CA6E-CC95-E951-02F6-32E1F8ADA19C}"/>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D0289FB7-84E6-D33F-5FCF-080C087FF50E}"/>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01F60548-3461-3B36-4941-A3432822A07A}"/>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47E6375D-7D77-A75F-0BC4-6233CAD584D7}"/>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15207AD7-FA02-EE8A-B030-E92474752516}"/>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67C05B37-7F0C-79C3-3D65-AE5F94C4BDD7}"/>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98D9D93C-D74A-859E-F19B-DBA9AFAE7601}"/>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00BD3FE-9139-F6BB-B140-393B9D6D2A56}"/>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6D5611A-879C-1AE3-EFCB-D974F0989EB4}"/>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1189EB86-DDA4-2977-1FB1-DEE49E026A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43A87CE-742F-9D99-3F45-00110AB943A5}"/>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484E0A8B-AB24-2790-6D95-C7A88ABBC63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41ACAEDB-D4C4-85FE-A9F4-EEF9AFAA620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81703ED-867B-5624-0C3A-33C074903CEA}"/>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77972149-975E-72C0-A241-217E2233DA0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8708364C-E45F-0CAC-66DE-C28641FDF8E0}"/>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D9970B4B-5B5C-B82A-E4D8-CCFB20FEC4A1}"/>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6E1C2325-52CD-4DC7-EBC2-814614024567}"/>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A8210E73-CC4E-EE5B-96CF-9E0779ACF568}"/>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099D0866-757F-FC34-C52F-025AEAB063E9}"/>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86FBBBB2-15B8-879F-2F85-DD1A1EB30160}"/>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72087284-AD86-8951-BC7B-24DF67BE899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2AFBF41F-6898-C50A-4F1A-513CC3098A50}"/>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B1E08CFF-B5EF-A48C-ABCC-0848E3E310C8}"/>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5C1B38CD-A6CC-538E-0D09-C3EAFAD32514}"/>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9F65BCA-0422-50D9-153E-5787AD1F0C6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9F23E150-2D80-008D-D527-7AAC0BBA5D4B}"/>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AFFB8668-8679-5A35-34AE-2CB562B2A796}"/>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508A93C6-A4E8-11A8-1897-325A6141FCF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FF5AD73-0ECF-D982-9FAB-9A50D8529C41}"/>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C6E8F2DE-2BC9-A4CF-76CA-E0EA93FBB272}"/>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8C43BDEF-FA74-25BA-BD7B-5B991734B367}"/>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A3A8415B-CB71-E106-4C0B-512510464845}"/>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4EEAE64D-9BC7-E9A4-B303-E68516F6174F}"/>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82D705D5-0826-1CC2-042E-EAF97E858E86}"/>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64550B5F-34A2-C155-83A0-9B05381C8E3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1AE0CB85-C43C-1395-E045-9C609F9A0CED}"/>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3291A0FD-D383-9DE6-7807-BBE6FA7C81B7}"/>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299A312A-E463-DC79-B398-74B2CBA09EAF}"/>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09B55E17-8883-D671-1BFB-9214739514F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48DE63EE-969C-D3DA-5217-87EE83D6DFF3}"/>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Tree>
    <p:extLst>
      <p:ext uri="{BB962C8B-B14F-4D97-AF65-F5344CB8AC3E}">
        <p14:creationId xmlns:p14="http://schemas.microsoft.com/office/powerpoint/2010/main" val="4115335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72B8B-564C-E93D-04C3-A13B855F52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20CFAE-1DF5-B4F8-0A3E-A51623A96567}"/>
              </a:ext>
            </a:extLst>
          </p:cNvPr>
          <p:cNvSpPr>
            <a:spLocks noGrp="1"/>
          </p:cNvSpPr>
          <p:nvPr>
            <p:ph sz="half" idx="1"/>
          </p:nvPr>
        </p:nvSpPr>
        <p:spPr/>
        <p:txBody>
          <a:bodyPr/>
          <a:lstStyle/>
          <a:p>
            <a:r>
              <a:rPr lang="en-US" dirty="0"/>
              <a:t>In the upper left block, 3 is in Column 1.</a:t>
            </a:r>
          </a:p>
        </p:txBody>
      </p:sp>
      <p:pic>
        <p:nvPicPr>
          <p:cNvPr id="4" name="Picture 3" descr="A grid of sudoku puzzle&#10;&#10;Description automatically generated">
            <a:extLst>
              <a:ext uri="{FF2B5EF4-FFF2-40B4-BE49-F238E27FC236}">
                <a16:creationId xmlns:a16="http://schemas.microsoft.com/office/drawing/2014/main" id="{937C2BE5-8313-E2FA-A409-0C4F1462E6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CFF69B4-47D8-30FE-F98B-05874E72D92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219EC9F-5BE1-144D-5C8A-75FB1F23D1F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D6D501-B629-7474-1267-03EDDC99A63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9A4126C-41E8-27CE-EDD3-65CB82218971}"/>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6236A74C-F87E-C0AE-4D6D-0B4DB3324AA5}"/>
              </a:ext>
            </a:extLst>
          </p:cNvPr>
          <p:cNvSpPr txBox="1"/>
          <p:nvPr/>
        </p:nvSpPr>
        <p:spPr>
          <a:xfrm>
            <a:off x="4143022" y="901933"/>
            <a:ext cx="570089" cy="230832"/>
          </a:xfrm>
          <a:prstGeom prst="rect">
            <a:avLst/>
          </a:prstGeom>
          <a:noFill/>
        </p:spPr>
        <p:txBody>
          <a:bodyPr wrap="square" rtlCol="0">
            <a:spAutoFit/>
          </a:bodyPr>
          <a:lstStyle/>
          <a:p>
            <a:pPr algn="ctr"/>
            <a:r>
              <a:rPr lang="en-US" sz="900" dirty="0"/>
              <a:t>5678</a:t>
            </a:r>
          </a:p>
        </p:txBody>
      </p:sp>
      <p:sp>
        <p:nvSpPr>
          <p:cNvPr id="9" name="TextBox 8">
            <a:extLst>
              <a:ext uri="{FF2B5EF4-FFF2-40B4-BE49-F238E27FC236}">
                <a16:creationId xmlns:a16="http://schemas.microsoft.com/office/drawing/2014/main" id="{9CE860CD-6304-7EA2-41E2-432FD95E55D5}"/>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0A890492-E145-B9A1-EB95-81A87EB9BE99}"/>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AF0CC63B-5188-24F8-02FC-D53B35DA618E}"/>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C15B3B64-4A9B-084C-0A15-E08C32DB1D1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CE2A4A34-7C40-88B5-BB30-AA0EBE5C7437}"/>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C5C31F4A-EFFA-3DB4-173B-D9C2768DDD7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C14F1044-E3EC-BDE7-C9D0-88EF04612ED9}"/>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451A27B2-A6DF-9E56-4EE5-6734F3D8B384}"/>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BDEFD08D-73DD-4A28-2FF9-8C95A6D28DDC}"/>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2A471C38-BC34-2123-2097-6F05FD1E8996}"/>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B27F199E-5F94-5F9C-D9E1-D13A787F7E47}"/>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C1064C69-06E9-F81E-DEBC-EEBFB04BA128}"/>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E78448BB-991C-2615-11EE-2FADABE896E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C9AB6AE8-2AD7-8A90-A86C-71A9618566AA}"/>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49501C64-A505-D376-10A7-D965CB89905A}"/>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A321A7AC-BDA2-9037-7C74-B3A7566A10F7}"/>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566ED04-6C30-2242-CE56-80263C0DCD7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1EDFF66-6039-BA49-6986-93EEFE43BE9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C9F4299-867F-F319-50FB-A352B69BCFAA}"/>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9ED26A2-B774-B0D4-7E28-F2D36A75B61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5E5D353-82E7-A083-4887-319F2071122D}"/>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BF59B353-74D7-7E7E-70BC-21A9FA8C8DC1}"/>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E811A12-4898-63C5-ED24-145C1829E33A}"/>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C2B9CC81-8DB7-8202-1F7B-1573DA0FD2D5}"/>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6789</a:t>
            </a:r>
          </a:p>
        </p:txBody>
      </p:sp>
      <p:sp>
        <p:nvSpPr>
          <p:cNvPr id="35" name="TextBox 34">
            <a:extLst>
              <a:ext uri="{FF2B5EF4-FFF2-40B4-BE49-F238E27FC236}">
                <a16:creationId xmlns:a16="http://schemas.microsoft.com/office/drawing/2014/main" id="{675A055C-2BAE-B238-752B-432FE0C64C8A}"/>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56C0AD22-FF8F-3AB1-9B0C-EE378BE40EDA}"/>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40EA5FB2-A048-10F6-16E5-101DA59DB3F6}"/>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8A0F6C5F-D706-947F-217F-2058E48264E7}"/>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56A82BAC-122D-D1D9-A9DC-29CF7D09A769}"/>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C3C53E09-4A4C-904C-F6D4-C418B8B12E9D}"/>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243384F8-3B94-8A02-F26E-E7BD203CDCF5}"/>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CFBC683D-0BB5-7105-25CA-1B07E761F11E}"/>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5AB0B3D2-9EB7-057F-295B-D98DCB93B87A}"/>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F3ACC3E4-288A-7F76-E8EF-F45AC7A6F8D8}"/>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930EA38A-769C-B725-1F87-26ED17C8A162}"/>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2C57C31-54BE-B7ED-49F1-B781129215E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2863E34-39B5-DE1C-7F3F-C65B16805A6A}"/>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05C53287-2F67-935E-5C81-CE329136E039}"/>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BBDE32D1-45CE-3DCD-E0D9-5631C616F93E}"/>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C1140600-2115-3A37-D130-9864C3D20641}"/>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8E4AA3D0-1699-9E24-7FE5-462FA26B2DC0}"/>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5270C9C2-6538-84FF-3E1E-3FCA4DB816F6}"/>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52416A0E-8BA7-1135-54F8-A43DF912854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7D0BCDEF-216C-0ED4-6F06-6749E2C47A16}"/>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31F1ABBF-B216-5F47-28DD-F61424C11D4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BD2EDFD0-571F-E30F-C540-05D069732889}"/>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35621722-06BF-61E9-53F2-049B06314EDD}"/>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3CA31B56-3643-5CA7-B246-9E5AC0E448C2}"/>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Tree>
    <p:extLst>
      <p:ext uri="{BB962C8B-B14F-4D97-AF65-F5344CB8AC3E}">
        <p14:creationId xmlns:p14="http://schemas.microsoft.com/office/powerpoint/2010/main" val="2525827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8429F-55DE-D48F-75CE-13F6D72CF1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3957CD-B6BD-FDDA-DC76-3F1C21C52E2A}"/>
              </a:ext>
            </a:extLst>
          </p:cNvPr>
          <p:cNvSpPr>
            <a:spLocks noGrp="1"/>
          </p:cNvSpPr>
          <p:nvPr>
            <p:ph sz="half" idx="1"/>
          </p:nvPr>
        </p:nvSpPr>
        <p:spPr/>
        <p:txBody>
          <a:bodyPr/>
          <a:lstStyle/>
          <a:p>
            <a:r>
              <a:rPr lang="en-US" dirty="0"/>
              <a:t>In Row 4, [19 in 5] cannot contain 9. If it did, the remaining four cell would have to be 1234, which would leave no options for the 124 cell. Therefore, this is the last possible 9 in Row 4.</a:t>
            </a:r>
          </a:p>
        </p:txBody>
      </p:sp>
      <p:pic>
        <p:nvPicPr>
          <p:cNvPr id="4" name="Picture 3" descr="A grid of sudoku puzzle&#10;&#10;Description automatically generated">
            <a:extLst>
              <a:ext uri="{FF2B5EF4-FFF2-40B4-BE49-F238E27FC236}">
                <a16:creationId xmlns:a16="http://schemas.microsoft.com/office/drawing/2014/main" id="{61F53235-DAC2-8837-F7E4-4A33288DF9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580C18-AD0E-7D17-1D9B-63177D34B4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28AFBFB-7EA9-8F5E-DC70-55F961E4BBC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A4534EE-706E-B4A4-F08D-27A67299A0F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767D1F-A323-5476-DBE7-8692277C06E6}"/>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093072DF-3771-91BE-1B46-23D0092A790E}"/>
              </a:ext>
            </a:extLst>
          </p:cNvPr>
          <p:cNvSpPr txBox="1"/>
          <p:nvPr/>
        </p:nvSpPr>
        <p:spPr>
          <a:xfrm>
            <a:off x="4143022" y="901933"/>
            <a:ext cx="570089" cy="230832"/>
          </a:xfrm>
          <a:prstGeom prst="rect">
            <a:avLst/>
          </a:prstGeom>
          <a:noFill/>
        </p:spPr>
        <p:txBody>
          <a:bodyPr wrap="square" rtlCol="0">
            <a:spAutoFit/>
          </a:bodyPr>
          <a:lstStyle/>
          <a:p>
            <a:pPr algn="ctr"/>
            <a:r>
              <a:rPr lang="en-US" sz="900" dirty="0"/>
              <a:t>5678</a:t>
            </a:r>
          </a:p>
        </p:txBody>
      </p:sp>
      <p:sp>
        <p:nvSpPr>
          <p:cNvPr id="9" name="TextBox 8">
            <a:extLst>
              <a:ext uri="{FF2B5EF4-FFF2-40B4-BE49-F238E27FC236}">
                <a16:creationId xmlns:a16="http://schemas.microsoft.com/office/drawing/2014/main" id="{AF4DD99F-4247-6BBC-3ABF-92EC67FB6355}"/>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A720DEE3-70CA-D9CE-AD24-F095D2BD3D9F}"/>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F81FD017-42EF-C929-74D1-67A1C25E83E0}"/>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32599FF8-1856-28D6-1730-6CA174E1594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A897C9B1-7FF6-75F1-CC91-17C63D5DACE6}"/>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9560B395-3B85-7515-2A70-0F83A85AEDE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1B5F3B56-3CF9-0CA8-9546-E07191F172CE}"/>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1A20013A-866B-DFCB-5FE8-BC19FB8D6D62}"/>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81FDE069-6E2E-3775-F623-F9E377529F19}"/>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7F95C938-F815-940C-936E-FF1AEF33DA9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B1B967A6-7F1A-5D1A-C521-76CA2EEE4451}"/>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1EBA6E60-E40F-6319-D064-1254D473474F}"/>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D9C13CF5-B768-97C8-69BC-226F9EEF1A7F}"/>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4FCB7A42-9831-FC64-4DF0-59BBE918EA00}"/>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59E7CCBE-E612-F498-71E2-9211EC33F98D}"/>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337F965C-0C2B-34D5-68D0-54B6F83D427D}"/>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3F3E2784-4572-0615-FF06-908589F6FEC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9239242-8D2C-61DE-2688-A2C2E89E9783}"/>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63FBA524-F377-C82D-4737-EE7763C47EC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57626687-5FD4-CEFE-4117-577D0F2B4D4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66B5C14-45E3-2AC7-F64D-DE5D3EB236D3}"/>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C3BB3603-BE85-5ECA-0EDC-842352435289}"/>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41FB5466-A9C5-610A-40FF-D8BBAEFCAD81}"/>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FB30647F-1303-146D-AFB5-FD91B0FC1855}"/>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B8EB8FBE-539C-CCB4-1586-8A3BFC572797}"/>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6" name="TextBox 35">
            <a:extLst>
              <a:ext uri="{FF2B5EF4-FFF2-40B4-BE49-F238E27FC236}">
                <a16:creationId xmlns:a16="http://schemas.microsoft.com/office/drawing/2014/main" id="{9E1A4E8D-A70B-6BAF-1430-E92DED96B9AB}"/>
              </a:ext>
            </a:extLst>
          </p:cNvPr>
          <p:cNvSpPr txBox="1"/>
          <p:nvPr/>
        </p:nvSpPr>
        <p:spPr>
          <a:xfrm>
            <a:off x="6152446" y="2905709"/>
            <a:ext cx="570089" cy="230832"/>
          </a:xfrm>
          <a:prstGeom prst="rect">
            <a:avLst/>
          </a:prstGeom>
          <a:noFill/>
        </p:spPr>
        <p:txBody>
          <a:bodyPr wrap="square" rtlCol="0">
            <a:spAutoFit/>
          </a:bodyPr>
          <a:lstStyle/>
          <a:p>
            <a:pPr algn="ctr"/>
            <a:r>
              <a:rPr lang="en-US" sz="900" dirty="0"/>
              <a:t>6789</a:t>
            </a:r>
          </a:p>
        </p:txBody>
      </p:sp>
      <p:sp>
        <p:nvSpPr>
          <p:cNvPr id="37" name="TextBox 36">
            <a:extLst>
              <a:ext uri="{FF2B5EF4-FFF2-40B4-BE49-F238E27FC236}">
                <a16:creationId xmlns:a16="http://schemas.microsoft.com/office/drawing/2014/main" id="{BC3A39F3-E0C8-4341-EA9C-ECE803DC484C}"/>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1F753B45-DE47-AB63-AB1B-D21FF3055FE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A28EB6A8-87EB-6CD9-AEC9-08D2A71212F3}"/>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070E34A8-5699-F0BE-4BDE-84404B4BADC1}"/>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DB0DAACE-D29E-9097-28A8-D0ABCDF35712}"/>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8D7B5924-F166-A57F-14A0-F80149BB2F36}"/>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02FDF9C-257C-08E6-15F0-43FC47F895B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A4CE4769-9899-94E4-07EA-C2B408EBDCA8}"/>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2EB4F575-0061-70BC-1ABD-988152062F63}"/>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08B339D0-6AC2-F48A-0440-461A7112434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3382726-E344-71A0-744A-81754D6D54ED}"/>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ED356509-FD7D-62AA-FA77-3A36DEC4C874}"/>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19CEAFED-81B5-FFB4-1CD9-1092C8325DAB}"/>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7C720BB7-FB2C-C9A0-D8D9-B607AC84040C}"/>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8E35B58A-9C9D-EEC8-9DF3-729EB79E181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A219F5E-9374-1683-49A8-A02DFA5468FF}"/>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9181F922-EA1D-86ED-F4C7-F05BEBC05F8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83E31FA2-4843-7C9F-4ADC-3493B042D53E}"/>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70C76ABC-82A1-376D-3FB0-449F88681AC0}"/>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ADCB54CC-3D40-BBAC-D8C8-6F7DFEECCDE8}"/>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0AB483F1-ABFF-0C94-18BB-0FFC986B136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C06154A0-0DDF-AD68-1B4E-62C405E093AE}"/>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7" name="TextBox 56">
            <a:extLst>
              <a:ext uri="{FF2B5EF4-FFF2-40B4-BE49-F238E27FC236}">
                <a16:creationId xmlns:a16="http://schemas.microsoft.com/office/drawing/2014/main" id="{F8E5E010-9678-9833-AF9E-F5E191C1EE14}"/>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227373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F4A99-834D-CFED-91F3-9AB53C65AD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3C58DF-95B2-7E3F-F614-3C7935EC4A4B}"/>
              </a:ext>
            </a:extLst>
          </p:cNvPr>
          <p:cNvSpPr>
            <a:spLocks noGrp="1"/>
          </p:cNvSpPr>
          <p:nvPr>
            <p:ph sz="half" idx="1"/>
          </p:nvPr>
        </p:nvSpPr>
        <p:spPr/>
        <p:txBody>
          <a:bodyPr/>
          <a:lstStyle/>
          <a:p>
            <a:r>
              <a:rPr lang="en-US" dirty="0"/>
              <a:t>Last possible 9 in right center block.</a:t>
            </a:r>
          </a:p>
        </p:txBody>
      </p:sp>
      <p:pic>
        <p:nvPicPr>
          <p:cNvPr id="4" name="Picture 3" descr="A grid of sudoku puzzle&#10;&#10;Description automatically generated">
            <a:extLst>
              <a:ext uri="{FF2B5EF4-FFF2-40B4-BE49-F238E27FC236}">
                <a16:creationId xmlns:a16="http://schemas.microsoft.com/office/drawing/2014/main" id="{7AB964EA-6F7F-71CA-D939-4C79D3BD40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8ABED1-264D-F2F8-2D88-7F06AF7B78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1D3882C-5B6A-A155-3AFF-50D442E6715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D2D07F-11C8-AB01-A0F1-833F0331E1D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987684E-42F5-2091-5CD0-DAEF04477566}"/>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F92FC582-AD9F-C5B2-A870-13EEE27840DB}"/>
              </a:ext>
            </a:extLst>
          </p:cNvPr>
          <p:cNvSpPr txBox="1"/>
          <p:nvPr/>
        </p:nvSpPr>
        <p:spPr>
          <a:xfrm>
            <a:off x="4143022" y="901933"/>
            <a:ext cx="570089" cy="230832"/>
          </a:xfrm>
          <a:prstGeom prst="rect">
            <a:avLst/>
          </a:prstGeom>
          <a:noFill/>
        </p:spPr>
        <p:txBody>
          <a:bodyPr wrap="square" rtlCol="0">
            <a:spAutoFit/>
          </a:bodyPr>
          <a:lstStyle/>
          <a:p>
            <a:pPr algn="ctr"/>
            <a:r>
              <a:rPr lang="en-US" sz="900" dirty="0"/>
              <a:t>5678</a:t>
            </a:r>
          </a:p>
        </p:txBody>
      </p:sp>
      <p:sp>
        <p:nvSpPr>
          <p:cNvPr id="9" name="TextBox 8">
            <a:extLst>
              <a:ext uri="{FF2B5EF4-FFF2-40B4-BE49-F238E27FC236}">
                <a16:creationId xmlns:a16="http://schemas.microsoft.com/office/drawing/2014/main" id="{49C64AAC-E210-8913-02D9-69BA0EDBC88F}"/>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4625FB03-B279-F179-A037-D691CE93A193}"/>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2D7CF307-9847-C2BF-AA0E-742646D10DE3}"/>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998E437F-9FF1-E304-6000-D66A70FF81D8}"/>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406C7B79-150B-22F9-9BE0-072849E20280}"/>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5E1639CA-2A45-A0B9-E5DE-FD0CA6D5A0B9}"/>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B6671BF3-DA20-0337-A899-974BEEE7DC3F}"/>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C7B86069-051C-E91D-8287-2F2C52E63FCE}"/>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446408C2-88C1-D3E8-C758-4D668D25CEE4}"/>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9A9C9B56-2B69-B52C-0678-6BD83ED3D798}"/>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2468FFFD-A6C0-2209-BC1D-E8C6994B646C}"/>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6953D231-6873-6CB5-BDD1-496ADB144D3E}"/>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0685A327-A31D-5870-C892-2F7FFBBCCF6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58F0DE3A-8911-81E5-1B71-CB238966311F}"/>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85A8F1AE-B099-E91D-7F27-0C0D56AA9D7B}"/>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EC8C0160-4B36-16F2-CD58-492C1ACF857D}"/>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8831A8B7-7D7A-23B4-565D-0CE9F1EFD9B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78DE551-A0E0-EF78-39F8-319A35D5374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D0F3FE9-0835-48B3-7886-6D9C670AA7D6}"/>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CFB2E4FF-FFFF-CD0F-D5FB-EE434757C26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2F48668-E532-7E47-CD53-113A223AD1B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127127AD-F3E8-1C17-A515-3F7B3A4AAA23}"/>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86F21CDB-8E03-FDB7-4932-15AF96F93885}"/>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C93738D7-089F-F5E5-7D9A-35386583D77D}"/>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67B9EE24-F794-E512-CAD7-255E56EA82F5}"/>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405A83BE-6321-1454-54A5-7374BBC53793}"/>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38F4A5FF-8AB1-5978-70A4-B846298DA4E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7A600D50-7DD9-F275-2D63-62325BFEA01C}"/>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E996695E-6D67-D632-B9B0-83AF165E027E}"/>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DCE4854C-8212-3F57-45F5-534FC7D2818E}"/>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CBDB3EA4-F48B-316B-53DA-A73A67B88E75}"/>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8FC260FA-4565-5523-8913-99B0A0AB32A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060BF4AF-5930-B2E8-381F-515DA8B728F9}"/>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5A0A43DD-DD6A-050B-6F23-3ABA5417CB88}"/>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840BDDD-9AA9-7BE1-A184-8EBADAA2C42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4DC1F84-741D-424B-1A6C-05485FE00177}"/>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377C1A8E-6F3C-F8D2-1C77-1DD67AF63D1D}"/>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72618A12-E198-5395-ACD7-AC78BF2AC870}"/>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2C47D798-9383-5882-1B1B-D26947EB56F9}"/>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1C1FF182-5D75-6C3F-FDBF-60DDD7AD7851}"/>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50490A7A-9DC2-D169-DF77-0059F8F76E9D}"/>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7D7FE581-4C11-F871-90FE-5DE0C56B1D70}"/>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2DCF9EE3-A305-7D10-4DF9-B0845E977A1B}"/>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08C7F66-76AE-BA44-3DB4-227A22D6E80A}"/>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21DB57A6-E6AF-C4A6-96A6-B7A0199562E4}"/>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1861E4DE-8DB3-D967-FC55-B252D831109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86145093-A35E-E584-6AC0-8237B9291488}"/>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7" name="TextBox 56">
            <a:extLst>
              <a:ext uri="{FF2B5EF4-FFF2-40B4-BE49-F238E27FC236}">
                <a16:creationId xmlns:a16="http://schemas.microsoft.com/office/drawing/2014/main" id="{1A6B937F-4679-BA2A-8C1C-B00C939C64E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2A0F8884-1F78-4F5D-FB80-241A30C39C8C}"/>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00155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9C69-7BE3-A8C1-84C8-2F0F654D76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CBC38-DAF1-A0E1-2B49-9DDD4030B54A}"/>
              </a:ext>
            </a:extLst>
          </p:cNvPr>
          <p:cNvSpPr>
            <a:spLocks noGrp="1"/>
          </p:cNvSpPr>
          <p:nvPr>
            <p:ph sz="half" idx="1"/>
          </p:nvPr>
        </p:nvSpPr>
        <p:spPr/>
        <p:txBody>
          <a:bodyPr/>
          <a:lstStyle/>
          <a:p>
            <a:r>
              <a:rPr lang="en-US" dirty="0"/>
              <a:t>In Column 2, [20 in 3] contains 9 and two that sum to 11 (38 or 56; 29 and 47 are precluded).</a:t>
            </a:r>
          </a:p>
        </p:txBody>
      </p:sp>
      <p:pic>
        <p:nvPicPr>
          <p:cNvPr id="4" name="Picture 3" descr="A grid of sudoku puzzle&#10;&#10;Description automatically generated">
            <a:extLst>
              <a:ext uri="{FF2B5EF4-FFF2-40B4-BE49-F238E27FC236}">
                <a16:creationId xmlns:a16="http://schemas.microsoft.com/office/drawing/2014/main" id="{5B2437D3-4A44-9D69-5BB5-D8F402496D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B1F8DCA-076D-10C6-E64B-9F093BDFA45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B9B923-442A-7028-4208-CB4C0595B39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53A975-BB3F-3B9B-4B3F-C7F8C82108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07C0883-3DE2-2130-5E31-4CCC0A8EA2DD}"/>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901C4C23-8ABF-FF79-41C4-E33C232C1DEC}"/>
              </a:ext>
            </a:extLst>
          </p:cNvPr>
          <p:cNvSpPr txBox="1"/>
          <p:nvPr/>
        </p:nvSpPr>
        <p:spPr>
          <a:xfrm>
            <a:off x="4143022" y="901933"/>
            <a:ext cx="570089" cy="230832"/>
          </a:xfrm>
          <a:prstGeom prst="rect">
            <a:avLst/>
          </a:prstGeom>
          <a:noFill/>
        </p:spPr>
        <p:txBody>
          <a:bodyPr wrap="square" rtlCol="0">
            <a:spAutoFit/>
          </a:bodyPr>
          <a:lstStyle/>
          <a:p>
            <a:pPr algn="ctr"/>
            <a:r>
              <a:rPr lang="en-US" sz="900" dirty="0"/>
              <a:t>5678</a:t>
            </a:r>
          </a:p>
        </p:txBody>
      </p:sp>
      <p:sp>
        <p:nvSpPr>
          <p:cNvPr id="9" name="TextBox 8">
            <a:extLst>
              <a:ext uri="{FF2B5EF4-FFF2-40B4-BE49-F238E27FC236}">
                <a16:creationId xmlns:a16="http://schemas.microsoft.com/office/drawing/2014/main" id="{DFD30BDA-578E-8682-604B-EAE8A027E19D}"/>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C96E8437-BB57-BC9B-778B-4A37B74ABD4B}"/>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724A4FB2-308C-E91A-58AD-558E5230B24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150F10E8-57C1-BB52-FB45-19BCD7BF048D}"/>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B608695F-BFE5-A9F5-AD10-D5F91BCA20CB}"/>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BB57232E-0B43-9EDA-DD37-0AD5E9C068D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4D7825D3-5B2A-384F-3328-39AB399E04BA}"/>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61D73443-5BB1-E02E-C912-10E1A300A557}"/>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1E5BD7E-A0B7-3EF5-6B7B-05D7F7EEC098}"/>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08AF3DB8-5E63-9483-4E2E-852AF3980564}"/>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3A669CCE-3227-F5D7-BD2A-A1261687C5FC}"/>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3672C918-5F98-7D03-0D31-1FE243B7D6F3}"/>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4E8A8A7-CEAF-3689-C2F0-B6600EDEB51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EC1111E0-6D33-3B16-39B0-BAE4F2ED32A0}"/>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0FC9254-CCF2-B632-931C-5C7B9E2EEF62}"/>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D4C4DD26-7C67-05D6-A3B9-838CC9C8D5DC}"/>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024DEEB-8BD4-6134-9FC9-1FA5BD909D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5F60462-F223-09F5-6F75-439BD069FD15}"/>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E0CA881C-6D28-54CF-76D6-5D16367E5B1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07F71118-20F6-BA68-D49F-C4DE86A84DD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86491C3-D447-FCDC-8C60-9F828918A79D}"/>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D65CC20C-5795-C1C0-45BA-7B9BEBF38C5B}"/>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E82DAA44-D9A4-F103-2D5B-1559607E2E78}"/>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25EEB0DA-FA12-2945-D21B-E4793911509C}"/>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D1466C36-3440-DC42-2264-603478F5832E}"/>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BF547BAE-7A70-6374-5101-96015F270A99}"/>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55AD6C43-069F-5F0F-EB12-EA84E08D277E}"/>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2C6B8E55-C042-D5E8-CA27-33CAEC5DA67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E51CC2AE-944D-17DC-3788-9CA79F9DB78C}"/>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458BDE95-2D89-619F-5841-169E5567E6B2}"/>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E11EA98A-7439-28E5-2231-BE4E5F0DD785}"/>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71ED0D4-E702-C85A-3D92-6739DAE892B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6E6F5374-A132-918B-1D1F-DB92B0F9CAE6}"/>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CEAD42E2-4D36-7BED-7B87-1D1C6110C86C}"/>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EC0C9C4D-97D1-3847-062B-CB2F99103C8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8CDD915-F447-5633-DB1F-56806BA537E5}"/>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646E3CA4-D676-06E1-90D6-6FAB614FC15E}"/>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FFFB5408-130A-1B79-79E3-93446C2D0EA9}"/>
              </a:ext>
            </a:extLst>
          </p:cNvPr>
          <p:cNvSpPr txBox="1"/>
          <p:nvPr/>
        </p:nvSpPr>
        <p:spPr>
          <a:xfrm>
            <a:off x="4143022" y="4909484"/>
            <a:ext cx="570089" cy="230832"/>
          </a:xfrm>
          <a:prstGeom prst="rect">
            <a:avLst/>
          </a:prstGeom>
          <a:noFill/>
        </p:spPr>
        <p:txBody>
          <a:bodyPr wrap="square" rtlCol="0">
            <a:spAutoFit/>
          </a:bodyPr>
          <a:lstStyle/>
          <a:p>
            <a:pPr algn="ctr"/>
            <a:r>
              <a:rPr lang="en-US" sz="900" dirty="0"/>
              <a:t>5678</a:t>
            </a:r>
          </a:p>
        </p:txBody>
      </p:sp>
      <p:sp>
        <p:nvSpPr>
          <p:cNvPr id="49" name="TextBox 48">
            <a:extLst>
              <a:ext uri="{FF2B5EF4-FFF2-40B4-BE49-F238E27FC236}">
                <a16:creationId xmlns:a16="http://schemas.microsoft.com/office/drawing/2014/main" id="{DD27324A-00EC-3DEE-6D33-35C1CF40640B}"/>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D5455E8-B031-2B8E-EB8F-7E607C5A4881}"/>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3D455069-7E18-4EA9-C119-F5FCF09BD06C}"/>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CA05DA1B-197F-4AC9-CB94-CDFEEFEB3DB2}"/>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8B6501F2-34BD-72B0-F17C-58C3883C2B7F}"/>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1C5A018C-CD2A-B778-B4BF-A9F86DD638F5}"/>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37D72CD0-5004-56D6-7F24-49AF22528FE0}"/>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3D8E5D23-6E16-4E36-DE91-B6371CC7C64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67DCE378-4411-C994-0EEF-A60D2B7ED398}"/>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92C51AAC-7A73-53F6-6C12-A1116394D486}"/>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CEBF5295-E7EB-A1C8-9088-7C778FD33050}"/>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8828D9B0-2047-3C7C-29CC-D9306400DB0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B4A445AB-2F0F-48BA-0420-650A585DD3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68855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228DA-7933-BA16-2D90-D6376F9E41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1F9442-36D9-B338-F95A-3DDBA0A3D587}"/>
              </a:ext>
            </a:extLst>
          </p:cNvPr>
          <p:cNvSpPr>
            <a:spLocks noGrp="1"/>
          </p:cNvSpPr>
          <p:nvPr>
            <p:ph sz="half" idx="1"/>
          </p:nvPr>
        </p:nvSpPr>
        <p:spPr/>
        <p:txBody>
          <a:bodyPr/>
          <a:lstStyle/>
          <a:p>
            <a:r>
              <a:rPr lang="en-US" dirty="0"/>
              <a:t>Complete center left block. Note that it must contain 7.</a:t>
            </a:r>
          </a:p>
        </p:txBody>
      </p:sp>
      <p:pic>
        <p:nvPicPr>
          <p:cNvPr id="4" name="Picture 3" descr="A grid of sudoku puzzle&#10;&#10;Description automatically generated">
            <a:extLst>
              <a:ext uri="{FF2B5EF4-FFF2-40B4-BE49-F238E27FC236}">
                <a16:creationId xmlns:a16="http://schemas.microsoft.com/office/drawing/2014/main" id="{8E3A8311-692A-34AF-B7E4-63BE53AE2E7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A147018-76C7-5572-F898-9339ECFE54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CC24E7C-238B-9D3E-2D6C-DBA8C5D68A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C379A0-6BC8-FA05-61FA-4635EDAFA25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089E3CA-B3EA-BE6B-391B-3C06F02A72F5}"/>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02D33653-65AF-A510-836C-8E4AE838F85E}"/>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6C084F1C-5381-8572-10C5-E2A23D83E0F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91DB4829-D15A-A05A-5980-3AACF9F80006}"/>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CF8235A8-3E6C-4A6B-1F1E-F16F7AD55718}"/>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E585CDDC-BB45-4EDC-9781-DE299667387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AC7F073B-0E26-E1BE-1850-F649E42E7CC4}"/>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DAAA5535-189D-E292-3347-2121C0C9FC5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43F944AA-7936-C3C4-43CE-4D630E10FFF6}"/>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F02F1023-5985-C361-EA5E-079B749AA3FD}"/>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E7E8EC3E-D20A-98DB-3E0B-CB33A862B5A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558B2491-C0A0-F170-3FCD-A957BE27EBF0}"/>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368EFE11-2D25-8CFA-05A2-9AA9248DF0A2}"/>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927F5D45-EE1E-8F3E-E0AA-2612B7B9C7F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4024B778-D39C-7E7A-3F79-6AFDFBF584BD}"/>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9AD4CA78-D644-AB8E-BA34-8D38DAA87577}"/>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0943F9C-1EB6-2710-4861-17652A0C459D}"/>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3E3775B8-1BE3-0AE1-09B7-0A698C1B05AA}"/>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9AE341AE-6058-74E0-3B42-C6B72B78B5B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D31DFEB-F5A5-9112-8B0D-96776EEBEF09}"/>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1D79D0C-C33D-29FD-F8A7-95C251705F1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9544F9F-A721-3FF0-9574-34E004ADAE5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B146135-81E3-82DB-4273-A073D92F2AD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C095F51A-66CF-B261-0A00-D9FCC106A466}"/>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AB02362A-C5CA-130B-78E1-D9BCD7ED4BE1}"/>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00B2B7D3-F710-B961-1B66-C056279B1845}"/>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003B913D-BB2C-6E02-181C-57A0CD1C96EA}"/>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F5C4E633-18ED-6163-391D-5046DC1D94DF}"/>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793FED8F-BFFC-A85B-F313-F1E786AEA138}"/>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39345939-2CBE-D3B2-E2D4-2B9E6223FEE9}"/>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D3ACF783-26F8-30BF-D934-95F6D7EF7610}"/>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A72ECFB7-3E97-668E-6EBA-02DBE2D3CF98}"/>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686F0B61-CC3A-1B71-5726-8BA77A10116B}"/>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4C86E211-40D3-1295-AE2A-8D785535422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FD3C4243-913D-C25C-9524-219A8996B489}"/>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FD7A177C-97D3-3F0A-15A5-CA6A5A08EE08}"/>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5E2C4BA-F7C2-1684-3D0A-C58EC9939CC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2DF3014-EDB2-B55B-D6D5-F75F7637D418}"/>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E5149BCC-A9A7-2A93-330F-8789CCEF533A}"/>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B25823D5-5196-5525-431D-F7CCB2ED4D0F}"/>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36564E06-5DEE-4413-9A07-F3EE952EF598}"/>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DF3E2E8-023A-8312-F4A0-343B02BB605E}"/>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5705EF94-5FA5-C012-54B4-32B161A07F15}"/>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1E6D9576-84F9-E25C-16E7-2B94B97C113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4C2D9D3E-5892-A17B-5F79-B0EF0C88D2A6}"/>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0B05B3D-32F6-2C10-664E-BB52642EC40E}"/>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E75F6A92-2B90-F55A-C991-CA55A5358C62}"/>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877121B3-6E20-DB60-BBFE-F28F64CD912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3C62D612-D286-B778-9925-2DEDDD9E7B00}"/>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C1ED3042-AC43-30BD-7E98-0CECFE727421}"/>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7B7D068F-8DE1-AF89-4D6A-5CE9AFDD8CA6}"/>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D3665B75-6EA0-B9BC-0E38-FEC25881DDA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192AF0FE-88C6-5F3C-1D99-2574AAB83A8A}"/>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0366F5B-507B-F30A-BEF6-8982BDEC46CD}"/>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0076A389-3017-8AA7-B5D8-9087DB6DB1FE}"/>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C70AC286-CCEC-899B-96D5-E08BD90081E9}"/>
              </a:ext>
            </a:extLst>
          </p:cNvPr>
          <p:cNvSpPr txBox="1"/>
          <p:nvPr/>
        </p:nvSpPr>
        <p:spPr>
          <a:xfrm>
            <a:off x="4143022" y="3406653"/>
            <a:ext cx="570089" cy="230832"/>
          </a:xfrm>
          <a:prstGeom prst="rect">
            <a:avLst/>
          </a:prstGeom>
          <a:noFill/>
        </p:spPr>
        <p:txBody>
          <a:bodyPr wrap="square" rtlCol="0">
            <a:spAutoFit/>
          </a:bodyPr>
          <a:lstStyle/>
          <a:p>
            <a:pPr algn="ctr"/>
            <a:r>
              <a:rPr lang="en-US" sz="900" dirty="0"/>
              <a:t>35678</a:t>
            </a:r>
          </a:p>
        </p:txBody>
      </p:sp>
    </p:spTree>
    <p:extLst>
      <p:ext uri="{BB962C8B-B14F-4D97-AF65-F5344CB8AC3E}">
        <p14:creationId xmlns:p14="http://schemas.microsoft.com/office/powerpoint/2010/main" val="3728803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F0FC-009E-23C9-E000-7B9E7E2F88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215958-CE77-A4C2-53D7-F9F68456474E}"/>
              </a:ext>
            </a:extLst>
          </p:cNvPr>
          <p:cNvSpPr>
            <a:spLocks noGrp="1"/>
          </p:cNvSpPr>
          <p:nvPr>
            <p:ph sz="half" idx="1"/>
          </p:nvPr>
        </p:nvSpPr>
        <p:spPr/>
        <p:txBody>
          <a:bodyPr/>
          <a:lstStyle/>
          <a:p>
            <a:r>
              <a:rPr lang="en-US" dirty="0"/>
              <a:t>Complete Column 3. Note the 568/35678/35678/35678/568 quintet.</a:t>
            </a:r>
          </a:p>
        </p:txBody>
      </p:sp>
      <p:pic>
        <p:nvPicPr>
          <p:cNvPr id="4" name="Picture 3" descr="A grid of sudoku puzzle&#10;&#10;Description automatically generated">
            <a:extLst>
              <a:ext uri="{FF2B5EF4-FFF2-40B4-BE49-F238E27FC236}">
                <a16:creationId xmlns:a16="http://schemas.microsoft.com/office/drawing/2014/main" id="{2D46C222-1361-0B12-0B3E-C4989D36068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DBFF64F-DAD7-D757-C742-DBF052F777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B0CF3D4-AE80-1781-5D65-55279C28351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BBF0A1-3177-C0F2-A288-098AEE110E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93BF349-A994-A5CF-A385-C93257C48F0C}"/>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42F463A2-EF4D-2F72-9DCB-575C9B5D2125}"/>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EE6D1EB7-33AD-541E-A970-B50E8E74BBD0}"/>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7EE10C22-F68A-0177-01FD-E2E9900AA1D1}"/>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C0A855AB-8ED7-46EC-6DA1-80F64EC2547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FCB62A2A-736F-2711-4787-2CEFDC38B8A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1F765C55-B6AF-A02B-644D-06D5B60164F4}"/>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D6E50FDE-9097-7A75-6121-C199C8708F5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9B5D9574-6671-232B-4B89-D6E9A0195A3F}"/>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DE76CA43-E53B-FD8E-AE09-ADF9996BA004}"/>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2336A2E4-EA24-7C73-D31C-2F3F272A34F6}"/>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718DA8C1-F908-0362-E678-69F84F350DC1}"/>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370E03C0-B634-1B7C-882F-1883C9AC3613}"/>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B1D8D615-40F5-248A-5D2A-E0F99D74DFE5}"/>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5CA6402E-D23C-C29F-4E51-771A762468A8}"/>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58DE4794-CDF4-48BA-F4DE-2E92F50DF641}"/>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965F84DA-6B0E-1969-67F8-FE6F93AAF0CE}"/>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5DD5F2FB-1F6C-EC37-CA77-5AC18CBA5EE4}"/>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201F6179-64EE-6A96-BC1F-38686570015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3D629C7-ACD0-7E88-DB63-BEDA97417B0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C7B3520-AEA7-EB4A-7D5A-37C787F4217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2BE344A7-980F-E4F1-2F8C-6027A63DAF1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6391F6F-22EA-3ED2-C079-D6DD11CC39FC}"/>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92BCF52E-A3A4-F2A7-D37E-65D0DA948564}"/>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8B13FD8-50D6-6818-D137-F0762DE6E158}"/>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5096B51F-551A-C0DC-15D8-D06FF3F8203E}"/>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C1DCD3EF-466B-5335-E3CF-C1616C54F03F}"/>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2BB9E5CD-236C-4A7A-C6D6-4DD3A7722411}"/>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DE2E12FA-E169-53D1-58A3-C6D692975DD5}"/>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9BA26E58-61CC-0CEB-6B31-D052CD11EEC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11C17355-FE76-51B5-C86C-44E8B2981F66}"/>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1265113-C03B-E0D0-CD3E-047E80EDF561}"/>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6F0A7214-B39B-89D9-2866-3DB534D47621}"/>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475B964E-4704-DA97-318E-D4B0941DFF0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96870AFE-49B6-DF1A-423D-01DC35B1643F}"/>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4A1966C3-A3DB-E275-E4B9-58D75EF117C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1AAED3CC-059C-F896-1A13-F384C870C8D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5E50841-0500-F0F6-FD22-DC86CC967DC1}"/>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FA2F0186-6C4F-D4A1-EE80-F2BD9BDFB72B}"/>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48338882-AC9E-D1D8-2D6E-A86170F13C07}"/>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BB6B5298-3307-C22C-2967-D6403B1D7C71}"/>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ACF7431D-1936-830F-9A3B-7DC9DC360B75}"/>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2591D916-E9F8-FE2D-BB40-BC9CFB6FB671}"/>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37AC67F5-069B-CB60-25D3-DC3EC9E54FD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FE6CC329-C0D8-D4F9-E579-A10B2124C6F6}"/>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43E9635C-76BC-92A7-A7F9-2363B9ABAE9D}"/>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FFE52703-DDE3-AF2F-2BE4-B1CA4B4EB5CC}"/>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0BF97490-C22E-C54A-5164-1B273D89FCD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3C3901AA-C93A-344E-421C-52252586262A}"/>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1CDBDE8C-967A-BD8A-16A2-4AF62DAB6DFD}"/>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2A08B83F-8665-2789-D9A0-51558A069BA1}"/>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93CC6131-603A-9F70-40DB-19A60339FF0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6E1A15FC-6188-71EA-5BFB-0FA4D6499A04}"/>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6BB10CD-711B-E9B7-431A-9195557A9E8F}"/>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5036BED1-1955-9EAB-8392-470AB68CA7E9}"/>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C49CC452-5180-E891-3B66-246880F79F45}"/>
              </a:ext>
            </a:extLst>
          </p:cNvPr>
          <p:cNvSpPr txBox="1"/>
          <p:nvPr/>
        </p:nvSpPr>
        <p:spPr>
          <a:xfrm>
            <a:off x="4143022" y="3406653"/>
            <a:ext cx="570089" cy="230832"/>
          </a:xfrm>
          <a:prstGeom prst="rect">
            <a:avLst/>
          </a:prstGeom>
          <a:noFill/>
        </p:spPr>
        <p:txBody>
          <a:bodyPr wrap="square" rtlCol="0">
            <a:spAutoFit/>
          </a:bodyPr>
          <a:lstStyle/>
          <a:p>
            <a:pPr algn="ctr"/>
            <a:r>
              <a:rPr lang="en-US" sz="900" dirty="0"/>
              <a:t>35678</a:t>
            </a:r>
          </a:p>
        </p:txBody>
      </p:sp>
      <p:sp>
        <p:nvSpPr>
          <p:cNvPr id="63" name="TextBox 62">
            <a:extLst>
              <a:ext uri="{FF2B5EF4-FFF2-40B4-BE49-F238E27FC236}">
                <a16:creationId xmlns:a16="http://schemas.microsoft.com/office/drawing/2014/main" id="{B5A9651F-C2CC-82E3-B271-993CC155D7C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124</a:t>
            </a:r>
          </a:p>
        </p:txBody>
      </p:sp>
      <p:sp>
        <p:nvSpPr>
          <p:cNvPr id="64" name="TextBox 63">
            <a:extLst>
              <a:ext uri="{FF2B5EF4-FFF2-40B4-BE49-F238E27FC236}">
                <a16:creationId xmlns:a16="http://schemas.microsoft.com/office/drawing/2014/main" id="{91E608D2-3B94-DD50-BA9A-6D0B757A995F}"/>
              </a:ext>
            </a:extLst>
          </p:cNvPr>
          <p:cNvSpPr txBox="1"/>
          <p:nvPr/>
        </p:nvSpPr>
        <p:spPr>
          <a:xfrm>
            <a:off x="4143022" y="4408541"/>
            <a:ext cx="570089" cy="230832"/>
          </a:xfrm>
          <a:prstGeom prst="rect">
            <a:avLst/>
          </a:prstGeom>
          <a:noFill/>
        </p:spPr>
        <p:txBody>
          <a:bodyPr wrap="square" rtlCol="0">
            <a:spAutoFit/>
          </a:bodyPr>
          <a:lstStyle/>
          <a:p>
            <a:pPr algn="ctr"/>
            <a:r>
              <a:rPr lang="en-US" sz="900" dirty="0"/>
              <a:t>124</a:t>
            </a:r>
          </a:p>
        </p:txBody>
      </p:sp>
    </p:spTree>
    <p:extLst>
      <p:ext uri="{BB962C8B-B14F-4D97-AF65-F5344CB8AC3E}">
        <p14:creationId xmlns:p14="http://schemas.microsoft.com/office/powerpoint/2010/main" val="2395182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02A76-ED09-6BD7-FFFB-BCCDEB47F6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355370-75B1-32D7-391F-C6BBD3EECD3F}"/>
              </a:ext>
            </a:extLst>
          </p:cNvPr>
          <p:cNvSpPr>
            <a:spLocks noGrp="1"/>
          </p:cNvSpPr>
          <p:nvPr>
            <p:ph sz="half" idx="1"/>
          </p:nvPr>
        </p:nvSpPr>
        <p:spPr/>
        <p:txBody>
          <a:bodyPr/>
          <a:lstStyle/>
          <a:p>
            <a:r>
              <a:rPr lang="en-US" dirty="0"/>
              <a:t>In Column 3, [20 in 4] must contain 1. It cannot also contain 2. If it did, the remaining cells would have to sum to 17, which must be 89, but 9 is not available.</a:t>
            </a:r>
          </a:p>
        </p:txBody>
      </p:sp>
      <p:pic>
        <p:nvPicPr>
          <p:cNvPr id="4" name="Picture 3" descr="A grid of sudoku puzzle&#10;&#10;Description automatically generated">
            <a:extLst>
              <a:ext uri="{FF2B5EF4-FFF2-40B4-BE49-F238E27FC236}">
                <a16:creationId xmlns:a16="http://schemas.microsoft.com/office/drawing/2014/main" id="{33928236-E939-A9DA-B905-3A94107475A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8A916F-2AD5-D7FE-AF95-9C1291A4F10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AB7CE8-DEBA-98C8-2459-E1D0F50B37E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845DD57-153C-3770-AFB6-CDDE4D7D32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3429358-42D4-9E4F-14A4-FDFC7576D323}"/>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F5496172-E831-8A28-4964-B4FA49C07812}"/>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5BD0E39F-A63F-42C0-D1BF-D4F0C6705158}"/>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AB8C1C78-6D96-62B9-5FCB-770A166745FA}"/>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D71B3241-503C-7027-E7AE-CB2AE0477ACA}"/>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9BA17781-0788-7417-7607-FC9A23C944D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214CCAFF-0DD8-8294-FFEE-4C62524695E6}"/>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5FAA6A9F-E1D8-7CBD-F708-92FD4022FA80}"/>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6131CA77-DA3B-6DE7-3C14-879E40EBA49B}"/>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A86235BD-1382-8D7D-9F0D-300426297841}"/>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082BADAA-CB20-821F-EC5A-72C3DE2B6D35}"/>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B2C02355-9A9F-8FEC-CFBE-EDB8FD84C942}"/>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2D579238-1460-3114-A392-FB96E2527FA4}"/>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D8B8CFE2-CAB4-06A1-F1CC-C50A29765BEB}"/>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530F04AD-A20E-F689-AFD5-6DA7B6FC960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155D2E1-0035-3CA2-5F8C-E5F5A28C8CFC}"/>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5B66275B-AD84-236C-496C-6D373CB8D24E}"/>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8FF1C778-7EA7-7E9E-C551-3446504D4F65}"/>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E0AB21C-C178-CB3B-DB30-E8DCBDBB695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18FFB49-3798-6952-8710-043E4DD72589}"/>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66D1CF3-1C25-75B8-135A-442B03750DC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C7591536-76BA-DB10-EE3B-43706CA3DC9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04C70B3-9F3F-8B20-A701-FAE8EEF91E52}"/>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AEE5D4A0-78A6-14E7-03FA-71D84F9CC628}"/>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F10701FB-5949-1406-8027-88A8FF396841}"/>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DD586D6D-419C-F0AD-5D05-5EDC78073E03}"/>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07D0739C-39C4-84B4-6B6E-38898C6F45ED}"/>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1BAC2EE1-582E-356C-A118-34C19F7F7F72}"/>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BA4D5A1A-CD46-C1CC-EBF6-1B2206DC1259}"/>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8466E02C-C222-3F24-052A-35A97FB2FE1C}"/>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E0560832-424B-2BC3-1034-5551CC84382D}"/>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1F513C25-C22D-597A-A198-E743B5D75851}"/>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0A694CE4-D3A9-3161-825F-89B1A1A10FC5}"/>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9F94B716-3A67-89E7-E78C-C91F08DCB45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0439B2E3-8179-2188-62E4-39FFE5C421A3}"/>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08D650D4-14BF-E067-A2F8-5A96D87AB06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534CD18-7D5A-61A4-9716-2C46833F214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7911584-18DA-944F-9529-A6227863C445}"/>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4D1E2B91-4B8B-87DF-EBF1-18EE15717D3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49856866-8399-7FB0-2AA1-F5A79202C2F9}"/>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891B4051-A552-73B4-CF29-32A7F33E4E0C}"/>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F37CFDB-D82A-7E9C-A815-9410FB6FC2A5}"/>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4038AC54-1E37-6FBC-D328-799887F56B08}"/>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8764369B-07D5-6461-D95C-299BB2EDC90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30B50204-DB1F-AFC8-AD11-600E610918DF}"/>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B0044DDA-7DEC-8736-9AF8-5B21EA509EE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0D1BD1B2-0A36-5627-F5F0-8D065D8062B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4D1E4CFF-AA1F-98A3-DC03-4B64182E049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2EA334C9-5459-19E4-7E46-875467793D9D}"/>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B5CFDC09-7B6F-5528-D995-D06FE6CF63D3}"/>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71BF2106-EF7C-E9FC-6F0B-2B70583E65C9}"/>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5DAEB682-016E-8C78-C761-696753F499C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DF23F1C5-663D-DCA3-12AA-89AEAA63E2A1}"/>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075EBEB-836E-55DD-2A6D-B8E299C7C41A}"/>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85C76E52-F863-D923-E766-4243A6A68451}"/>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F54D06A3-660F-E365-6174-3C55C1C01D5F}"/>
              </a:ext>
            </a:extLst>
          </p:cNvPr>
          <p:cNvSpPr txBox="1"/>
          <p:nvPr/>
        </p:nvSpPr>
        <p:spPr>
          <a:xfrm>
            <a:off x="4143022" y="3406653"/>
            <a:ext cx="570089" cy="230832"/>
          </a:xfrm>
          <a:prstGeom prst="rect">
            <a:avLst/>
          </a:prstGeom>
          <a:noFill/>
        </p:spPr>
        <p:txBody>
          <a:bodyPr wrap="square" rtlCol="0">
            <a:spAutoFit/>
          </a:bodyPr>
          <a:lstStyle/>
          <a:p>
            <a:pPr algn="ctr"/>
            <a:r>
              <a:rPr lang="en-US" sz="900" dirty="0"/>
              <a:t>35678</a:t>
            </a:r>
          </a:p>
        </p:txBody>
      </p:sp>
      <p:sp>
        <p:nvSpPr>
          <p:cNvPr id="63" name="TextBox 62">
            <a:extLst>
              <a:ext uri="{FF2B5EF4-FFF2-40B4-BE49-F238E27FC236}">
                <a16:creationId xmlns:a16="http://schemas.microsoft.com/office/drawing/2014/main" id="{AC117DD3-A4E3-A922-28A3-4FFA95DA36F4}"/>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56F48808-13B5-19CD-FEF0-0FC75DB0C63B}"/>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Tree>
    <p:extLst>
      <p:ext uri="{BB962C8B-B14F-4D97-AF65-F5344CB8AC3E}">
        <p14:creationId xmlns:p14="http://schemas.microsoft.com/office/powerpoint/2010/main" val="2843643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AF080-1A70-0A1C-416F-071DA7B0F6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0515FB-1358-AF56-E961-63BF7D8FB7DC}"/>
              </a:ext>
            </a:extLst>
          </p:cNvPr>
          <p:cNvSpPr>
            <a:spLocks noGrp="1"/>
          </p:cNvSpPr>
          <p:nvPr>
            <p:ph sz="half" idx="1"/>
          </p:nvPr>
        </p:nvSpPr>
        <p:spPr/>
        <p:txBody>
          <a:bodyPr/>
          <a:lstStyle/>
          <a:p>
            <a:r>
              <a:rPr lang="en-US" dirty="0"/>
              <a:t>[20 in 4] -&gt; [15 in 2] must be 78. 9 is still not available.</a:t>
            </a:r>
          </a:p>
        </p:txBody>
      </p:sp>
      <p:pic>
        <p:nvPicPr>
          <p:cNvPr id="4" name="Picture 3" descr="A grid of sudoku puzzle&#10;&#10;Description automatically generated">
            <a:extLst>
              <a:ext uri="{FF2B5EF4-FFF2-40B4-BE49-F238E27FC236}">
                <a16:creationId xmlns:a16="http://schemas.microsoft.com/office/drawing/2014/main" id="{6C0E665C-0462-E384-0A8C-C699107817B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CB85E0F-7FBC-574C-9088-A2C3BD0006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BFF1CF5-F94E-0EAD-CF1C-670701389C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0F07F67-C4B0-2AD6-2280-8C7908A4B93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9E5A848-38BF-F396-6AB7-0A8186FA0F72}"/>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1B95FF74-75F2-B0C8-541A-3F606E5AB370}"/>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C73635CC-FCEA-645C-A83D-B1EFA7FBEF8D}"/>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7601AF74-8A96-0C68-1942-D55C749A4271}"/>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3122ED51-05D3-994B-A5F7-C47E3EAED04A}"/>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62344B07-6D51-B5B0-81A8-675FF4F21B0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D28D553C-7ECE-AC52-D344-145CAC63333C}"/>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961E5D92-D4E3-22A7-0AEF-5DFF563E0A5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19" name="TextBox 18">
            <a:extLst>
              <a:ext uri="{FF2B5EF4-FFF2-40B4-BE49-F238E27FC236}">
                <a16:creationId xmlns:a16="http://schemas.microsoft.com/office/drawing/2014/main" id="{89C003BD-9257-FB7F-99C3-ACEC7D2A259A}"/>
              </a:ext>
            </a:extLst>
          </p:cNvPr>
          <p:cNvSpPr txBox="1"/>
          <p:nvPr/>
        </p:nvSpPr>
        <p:spPr>
          <a:xfrm>
            <a:off x="3640666" y="1903821"/>
            <a:ext cx="570089" cy="230832"/>
          </a:xfrm>
          <a:prstGeom prst="rect">
            <a:avLst/>
          </a:prstGeom>
          <a:noFill/>
        </p:spPr>
        <p:txBody>
          <a:bodyPr wrap="square" rtlCol="0">
            <a:spAutoFit/>
          </a:bodyPr>
          <a:lstStyle/>
          <a:p>
            <a:pPr algn="ctr"/>
            <a:r>
              <a:rPr lang="en-US" sz="900" dirty="0"/>
              <a:t>24</a:t>
            </a:r>
          </a:p>
        </p:txBody>
      </p:sp>
      <p:sp>
        <p:nvSpPr>
          <p:cNvPr id="20" name="TextBox 19">
            <a:extLst>
              <a:ext uri="{FF2B5EF4-FFF2-40B4-BE49-F238E27FC236}">
                <a16:creationId xmlns:a16="http://schemas.microsoft.com/office/drawing/2014/main" id="{CB794E68-6C7B-BF8F-A502-A8435F25D440}"/>
              </a:ext>
            </a:extLst>
          </p:cNvPr>
          <p:cNvSpPr txBox="1"/>
          <p:nvPr/>
        </p:nvSpPr>
        <p:spPr>
          <a:xfrm>
            <a:off x="4143022" y="1903821"/>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A2BD5F5-C060-0B64-F1E5-E8A9ED4BC1B5}"/>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CB528870-5BCE-1E68-C2B0-E64EE618684F}"/>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11FCC3E9-71DD-02D8-7025-27E86F90926A}"/>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3134CB16-649C-F9D8-A5BB-6E8BF624EE07}"/>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1F78AAD2-EC17-0EA9-0DFC-B882CA877EB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218B7246-DE1F-C6DA-390A-2041523800C2}"/>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3F20E8E5-B9BC-E039-2EE7-CBE1313CD4EE}"/>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99455D48-624E-2AF1-78F8-36C35EF99B68}"/>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735BA97-CDFB-D482-DAC2-49FFE4BA1AE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3181CB08-0E05-1E77-019C-2DA131492CD8}"/>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995775C9-BC78-6C3D-2D35-CB7AFC40A2D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4AEEEC7-C88C-4374-0CB8-566882F134E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0B41A11-84DC-0670-D69C-23C2C3A6E1EF}"/>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45FAB53D-610F-0FD1-2605-25851F7C56A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4BB4F368-85FB-DD08-CCAA-F8AFD44F75DF}"/>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1348EE4E-B03B-DAB6-6E91-E57B52216CC9}"/>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D20FC0C4-73BD-E325-DE79-432A79786F12}"/>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D381A6EF-8C93-54B9-C5CF-08F9CFB3BD54}"/>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994714E9-98FE-7A66-3693-C5885B5CFD7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7E12B76B-FE45-C294-E511-9E6A7A2FC5EE}"/>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577E23A6-CA5C-FE70-6DA7-CF8CBD1C24C7}"/>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99E05E92-42B4-6863-DF42-6288A310CE03}"/>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0B1AB916-83D7-ED81-CFB6-1B84542E420E}"/>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43AFDEC-9821-EF8F-E443-88A2B638B10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6517132F-1A2A-0081-986D-2DCD9A21B916}"/>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93037D42-2064-3C2B-0D73-7ACC657994B7}"/>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C1DC454A-48BC-DAF0-E542-3BD3F6069C1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AD2B014-8FA8-A085-3C10-BFCA2233AC18}"/>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D1C11282-5896-929F-86A6-23C007875A08}"/>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552749B0-3083-8E99-732F-010100D02081}"/>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92006EBF-74C2-DCA8-6D84-BF9A24B85989}"/>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5AE175B0-DB29-3EF2-FE80-3E61ADF22630}"/>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2405DFA2-0F5D-52EB-293F-152331A558EA}"/>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E492F7AF-4355-DA0F-E099-A690E042A81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A438B6FC-465A-CEDC-8EEC-5B51609F7A7B}"/>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2D969DE4-2898-F87B-A732-8082CBE387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9004A182-621E-E891-D2C8-1611C86FA556}"/>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1C2E7DB7-3A88-55C2-F1DB-859632471DE6}"/>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9DCD54E5-1F3E-C561-5A21-CB5E9A95EC6F}"/>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79C7810D-9A89-6356-9277-70EDB4AC8A5E}"/>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1B4896A6-938E-70FD-0E2C-0381A5564DC3}"/>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EE53D3FC-87CF-18CE-69E0-C139FF719A6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DDD4D0F3-ADCD-0EF1-2DB1-E4708532A11F}"/>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8FBF238-DA3E-E350-924F-5319D9E4F71D}"/>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6CF8E8F1-7D73-0B15-DD11-6DFA4FDBEADB}"/>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5C770166-29D3-7AD7-5FB1-A320E7C2C47E}"/>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82375E40-C357-3867-BFB3-985AFF369EDA}"/>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6867CF47-FD28-2A3F-9148-EFF1E1EFFC9A}"/>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3D62A837-5980-88D2-C73A-E68A86D0E2FA}"/>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347258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34DA9-D9B0-2FC7-44E5-EA697631ED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C5BB0F-328A-FE8C-7215-8BC5D2D3DC5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08B5243-9B40-1FEE-4849-096F45472E8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4EE3E6-A704-97B8-1B67-045DDF3AA21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8A0FC8-A961-6F68-0EBB-9B3F44A2FA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F7D805-CA59-BABE-0815-F3427423972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F14DFFE-E6F2-B4B9-B07B-4A6817C7B06F}"/>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15FD87B3-BF52-7674-3ACB-8C080CD9D980}"/>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F09112A0-71CD-3E4C-9485-71A7B7376C8F}"/>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8C47ABF8-ABB6-32D0-12A3-B1D66475DC2D}"/>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BAF3FC06-8DF5-91DE-C64E-886891C27E36}"/>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B26B2BF1-1801-6A08-AFC6-3822C616FC9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CF4A2209-7CD6-583D-697C-3CD0F40EDD2B}"/>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18075576-1340-3CDA-6B7B-6E5BEDC1328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ECC63986-9D2E-F60C-6688-8CAD15BD4FD2}"/>
              </a:ext>
            </a:extLst>
          </p:cNvPr>
          <p:cNvSpPr txBox="1"/>
          <p:nvPr/>
        </p:nvSpPr>
        <p:spPr>
          <a:xfrm>
            <a:off x="7157158" y="1903821"/>
            <a:ext cx="570089" cy="230832"/>
          </a:xfrm>
          <a:prstGeom prst="rect">
            <a:avLst/>
          </a:prstGeom>
          <a:noFill/>
        </p:spPr>
        <p:txBody>
          <a:bodyPr wrap="square" rtlCol="0">
            <a:spAutoFit/>
          </a:bodyPr>
          <a:lstStyle/>
          <a:p>
            <a:pPr algn="ctr"/>
            <a:r>
              <a:rPr lang="en-US" sz="900" dirty="0"/>
              <a:t>678</a:t>
            </a:r>
          </a:p>
        </p:txBody>
      </p:sp>
      <p:sp>
        <p:nvSpPr>
          <p:cNvPr id="24" name="TextBox 23">
            <a:extLst>
              <a:ext uri="{FF2B5EF4-FFF2-40B4-BE49-F238E27FC236}">
                <a16:creationId xmlns:a16="http://schemas.microsoft.com/office/drawing/2014/main" id="{517E9355-CC3D-26DE-40C5-40A57F8EA613}"/>
              </a:ext>
            </a:extLst>
          </p:cNvPr>
          <p:cNvSpPr txBox="1"/>
          <p:nvPr/>
        </p:nvSpPr>
        <p:spPr>
          <a:xfrm>
            <a:off x="3138310" y="1903821"/>
            <a:ext cx="570089" cy="230832"/>
          </a:xfrm>
          <a:prstGeom prst="rect">
            <a:avLst/>
          </a:prstGeom>
          <a:noFill/>
        </p:spPr>
        <p:txBody>
          <a:bodyPr wrap="square" rtlCol="0">
            <a:spAutoFit/>
          </a:bodyPr>
          <a:lstStyle/>
          <a:p>
            <a:pPr algn="ctr"/>
            <a:r>
              <a:rPr lang="en-US" sz="900" dirty="0"/>
              <a:t>5678</a:t>
            </a:r>
          </a:p>
        </p:txBody>
      </p:sp>
      <p:sp>
        <p:nvSpPr>
          <p:cNvPr id="25" name="TextBox 24">
            <a:extLst>
              <a:ext uri="{FF2B5EF4-FFF2-40B4-BE49-F238E27FC236}">
                <a16:creationId xmlns:a16="http://schemas.microsoft.com/office/drawing/2014/main" id="{44E351B6-015A-A1E4-7C09-736763CC635F}"/>
              </a:ext>
            </a:extLst>
          </p:cNvPr>
          <p:cNvSpPr txBox="1"/>
          <p:nvPr/>
        </p:nvSpPr>
        <p:spPr>
          <a:xfrm>
            <a:off x="4645378" y="1903821"/>
            <a:ext cx="570089" cy="230832"/>
          </a:xfrm>
          <a:prstGeom prst="rect">
            <a:avLst/>
          </a:prstGeom>
          <a:noFill/>
        </p:spPr>
        <p:txBody>
          <a:bodyPr wrap="square" rtlCol="0">
            <a:spAutoFit/>
          </a:bodyPr>
          <a:lstStyle/>
          <a:p>
            <a:pPr algn="ctr"/>
            <a:r>
              <a:rPr lang="en-US" sz="900" dirty="0"/>
              <a:t>56789</a:t>
            </a:r>
          </a:p>
        </p:txBody>
      </p:sp>
      <p:sp>
        <p:nvSpPr>
          <p:cNvPr id="26" name="TextBox 25">
            <a:extLst>
              <a:ext uri="{FF2B5EF4-FFF2-40B4-BE49-F238E27FC236}">
                <a16:creationId xmlns:a16="http://schemas.microsoft.com/office/drawing/2014/main" id="{9BDB84D2-6A65-A436-4C8D-CEB259B6940C}"/>
              </a:ext>
            </a:extLst>
          </p:cNvPr>
          <p:cNvSpPr txBox="1"/>
          <p:nvPr/>
        </p:nvSpPr>
        <p:spPr>
          <a:xfrm>
            <a:off x="5147734" y="1903821"/>
            <a:ext cx="570089" cy="230832"/>
          </a:xfrm>
          <a:prstGeom prst="rect">
            <a:avLst/>
          </a:prstGeom>
          <a:noFill/>
        </p:spPr>
        <p:txBody>
          <a:bodyPr wrap="square" rtlCol="0">
            <a:spAutoFit/>
          </a:bodyPr>
          <a:lstStyle/>
          <a:p>
            <a:pPr algn="ctr"/>
            <a:r>
              <a:rPr lang="en-US" sz="900" dirty="0"/>
              <a:t>56789</a:t>
            </a:r>
          </a:p>
        </p:txBody>
      </p:sp>
      <p:sp>
        <p:nvSpPr>
          <p:cNvPr id="27" name="TextBox 26">
            <a:extLst>
              <a:ext uri="{FF2B5EF4-FFF2-40B4-BE49-F238E27FC236}">
                <a16:creationId xmlns:a16="http://schemas.microsoft.com/office/drawing/2014/main" id="{B46A754F-47D7-25BC-CCA3-63CD565B6025}"/>
              </a:ext>
            </a:extLst>
          </p:cNvPr>
          <p:cNvSpPr txBox="1"/>
          <p:nvPr/>
        </p:nvSpPr>
        <p:spPr>
          <a:xfrm>
            <a:off x="5650090" y="1903821"/>
            <a:ext cx="570089" cy="230832"/>
          </a:xfrm>
          <a:prstGeom prst="rect">
            <a:avLst/>
          </a:prstGeom>
          <a:noFill/>
        </p:spPr>
        <p:txBody>
          <a:bodyPr wrap="square" rtlCol="0">
            <a:spAutoFit/>
          </a:bodyPr>
          <a:lstStyle/>
          <a:p>
            <a:pPr algn="ctr"/>
            <a:r>
              <a:rPr lang="en-US" sz="900" dirty="0"/>
              <a:t>56789</a:t>
            </a:r>
          </a:p>
        </p:txBody>
      </p:sp>
      <p:sp>
        <p:nvSpPr>
          <p:cNvPr id="28" name="TextBox 27">
            <a:extLst>
              <a:ext uri="{FF2B5EF4-FFF2-40B4-BE49-F238E27FC236}">
                <a16:creationId xmlns:a16="http://schemas.microsoft.com/office/drawing/2014/main" id="{46AF05A4-CB23-65E8-8A25-3D1C85C40AAF}"/>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5959A205-E8F3-9B8B-9606-52F9439E41EB}"/>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158C3308-936E-BB7C-7CAD-0B9D388D8348}"/>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AE55E77C-78D7-886A-E199-1944D35ED1E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956E9FC-0CA6-ED47-3885-76BC67F6D44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CFE2456-EE9F-F1E4-B131-2D851B40233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FB37575-3E2A-037B-1709-85ADCB01AC3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95922DD-D247-C76C-9E54-D1D295C7D248}"/>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CFA7751C-9FE4-8E37-B13C-6D1EA0959F9E}"/>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71B6F74F-55BD-B605-DE35-84DC7934FABA}"/>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46C3FC9F-C860-604F-F1F8-EFF9CFEBD970}"/>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D30F4DA4-76B6-AB9E-C6C1-FC73CC09445C}"/>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98B4229A-EE94-82C6-3E6E-2A559EFC4DB4}"/>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74B8352C-8F1C-DC7C-86FD-EAFC9D75BD66}"/>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398A636E-B9FE-625D-601D-3DD7966740F0}"/>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E214EA2E-3EC7-3666-E35E-9F2F5DF21055}"/>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CA3120D6-5804-88D2-3591-DE6ADAD1A616}"/>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1C67393C-E213-26F9-2579-CAEF747CF2D2}"/>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FC0EDFE-4633-8D30-9A68-C703844EED7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822CE497-4C81-F1C6-13D9-69D9527B9144}"/>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2206F2FA-8E02-D1B0-46A9-1B27C3E6BF7B}"/>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6D6A1152-5EAE-B8F5-2145-2C9BEED46D9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1FDCD95-04C3-90A3-C93C-0002742BA42A}"/>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02B2554F-E54A-078D-47AE-41358A555A9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BDB03996-9BA9-DE60-621F-C097D242E634}"/>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F750E09C-16CD-B4BD-38B7-205B9A31CC55}"/>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376E0B07-F802-DAC2-BA42-B712A82A29DA}"/>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416779C5-F195-BCE1-B45A-175F2FEF2E66}"/>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B7367576-8CD8-4C53-B9B2-38EE20CE590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1A97DE0F-5467-0708-EE02-E0DAF9D081F4}"/>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4AA03DF0-7DA9-80EC-FA91-BB95E188F261}"/>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746B6256-A983-607E-256F-5567D9BDA06B}"/>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516FAA39-9212-6047-6622-84FE377DE63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A48B41F9-D65E-2E15-A561-86CEED5670AE}"/>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A86A9588-E103-496F-DCF3-27ED49BF2A97}"/>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2A56E5E2-AB49-9239-8C89-952E2E426AEB}"/>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34E29211-1CCB-5268-C94E-A5F3448DC56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D716CBA9-1319-C243-B81B-6D2F7D422EB6}"/>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89D2AEA8-C7E7-C33B-E794-252A0F1C75C7}"/>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BEAC63AF-EA68-FFEF-8A62-FBEE7567D39F}"/>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EF916019-7C6D-2BA2-92E5-457334F604B9}"/>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C3459187-82C9-71D1-15EB-3CB0AE39F2A3}"/>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FCBCE8A2-4698-326D-36FB-315B8E6C8D26}"/>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168DBFED-5B1E-EA1D-7CEC-15545043B21B}"/>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787A4A6D-324A-4D15-F87E-6D9C423EC9B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3850F93B-F2FD-7680-698D-0B6487829BF1}"/>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2339744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3EBE1-8F9D-E84F-8A0F-D0F46F0FBB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899D6E-A237-B323-51C0-A68A84A64ACB}"/>
              </a:ext>
            </a:extLst>
          </p:cNvPr>
          <p:cNvSpPr>
            <a:spLocks noGrp="1"/>
          </p:cNvSpPr>
          <p:nvPr>
            <p:ph sz="half" idx="1"/>
          </p:nvPr>
        </p:nvSpPr>
        <p:spPr/>
        <p:txBody>
          <a:bodyPr/>
          <a:lstStyle/>
          <a:p>
            <a:r>
              <a:rPr lang="en-US" dirty="0"/>
              <a:t>In Row 3, [24 in 5] must contain 1, 2, and 9. The remaining two cells must sum to 12, and 57 is the only possible combination.</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ECCA8992-24A8-4348-8054-7CD1310EE50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2672C1-ECED-BBF1-56FE-7618BC9B03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E6F4CDD-371B-90DD-F83B-DBABCA0675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E29F31-12A0-D414-5C79-76C938D4DA6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B6E07AC-C326-CFF4-9073-176B4E0076BF}"/>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0A048E98-FFDB-6101-1AE3-BBD169CAF6D4}"/>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2628B093-2BED-F547-4F59-4207E27C8C44}"/>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EAC3A9FB-225A-81D4-73AE-4CE57F15080F}"/>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DCAF234D-3553-E093-3116-707B7E435AA9}"/>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C811A933-97F9-D907-E82C-D752F7B16678}"/>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BA04E30A-46C6-BE14-23A6-44DF624C60B8}"/>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F43CF3C1-8EA0-46CC-2E07-BD2771D8D0B7}"/>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D9C09FB2-2FDD-F493-CC54-448172A5A44B}"/>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D91ED899-01E2-433A-B073-AC8BCFE9B229}"/>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18B9ECAC-651C-6B8E-84D1-6AFD60D54077}"/>
              </a:ext>
            </a:extLst>
          </p:cNvPr>
          <p:cNvSpPr txBox="1"/>
          <p:nvPr/>
        </p:nvSpPr>
        <p:spPr>
          <a:xfrm>
            <a:off x="4645378" y="1903821"/>
            <a:ext cx="570089" cy="230832"/>
          </a:xfrm>
          <a:prstGeom prst="rect">
            <a:avLst/>
          </a:prstGeom>
          <a:noFill/>
        </p:spPr>
        <p:txBody>
          <a:bodyPr wrap="square" rtlCol="0">
            <a:spAutoFit/>
          </a:bodyPr>
          <a:lstStyle/>
          <a:p>
            <a:pPr algn="ctr"/>
            <a:r>
              <a:rPr lang="en-US" sz="900" dirty="0"/>
              <a:t>579</a:t>
            </a:r>
          </a:p>
        </p:txBody>
      </p:sp>
      <p:sp>
        <p:nvSpPr>
          <p:cNvPr id="26" name="TextBox 25">
            <a:extLst>
              <a:ext uri="{FF2B5EF4-FFF2-40B4-BE49-F238E27FC236}">
                <a16:creationId xmlns:a16="http://schemas.microsoft.com/office/drawing/2014/main" id="{77ADE5C9-43FE-F8BE-6FD0-20DD9E4F2979}"/>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94CBCE13-EF61-767D-41F7-CA6ED6DA21A0}"/>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C4F210BB-B540-1D68-B7BF-B7F09F596FDF}"/>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A3AC092F-B8BF-FAE3-50CC-3C92686F7FCB}"/>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1CB4F971-565C-696F-C85E-B98909C25186}"/>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70A392AD-3762-FCD9-6F67-E3CB8F79126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3F332E3C-7775-6D69-7D15-A5A021B2FA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E0F353FA-ABC7-3A86-656E-4CB64C226F9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B6A843B9-7648-B1B3-094D-AA0DD183C66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36E4ED7-5D6B-1FFE-2D62-6C1762EE3C85}"/>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A6CF3E53-ED1C-ABD2-6DC3-34C6802AC3BB}"/>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2D572A1B-B31F-11DA-4381-CD336A3926F1}"/>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01B780AE-C138-869A-6C88-881E3D668C3B}"/>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A8C3EB5C-11E9-41B3-35AE-7D75A6E8F006}"/>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A054C7E7-4AAF-FB7B-3ED4-F335C50B74F2}"/>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FA46D4F3-DEBD-81D7-7011-91B4C628B390}"/>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0896B9E5-E8FF-42ED-3447-563194B70B95}"/>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85F618D0-FDED-DB21-1435-43D1ADB8F32C}"/>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AAB34E8-6020-C99B-3B0A-93C1FED5D478}"/>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D935CB9B-2EF6-D363-86CD-F1D7ED4666B1}"/>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6949D51A-25A4-56C0-A793-E22AAA8150C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2BBD0B7A-CFA0-726E-BF88-CEB52B6D8566}"/>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168E18BE-EBE2-5544-FBAF-641EFBF610A6}"/>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1DB311A-4AB2-36B4-851F-6C7E00E3B84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86DAC4A-10C1-C9A1-D48F-1A76E57C9A81}"/>
              </a:ext>
            </a:extLst>
          </p:cNvPr>
          <p:cNvSpPr txBox="1"/>
          <p:nvPr/>
        </p:nvSpPr>
        <p:spPr>
          <a:xfrm>
            <a:off x="4645378" y="4408541"/>
            <a:ext cx="570089" cy="230832"/>
          </a:xfrm>
          <a:prstGeom prst="rect">
            <a:avLst/>
          </a:prstGeom>
          <a:noFill/>
        </p:spPr>
        <p:txBody>
          <a:bodyPr wrap="square" rtlCol="0">
            <a:spAutoFit/>
          </a:bodyPr>
          <a:lstStyle/>
          <a:p>
            <a:pPr algn="ctr"/>
            <a:r>
              <a:rPr lang="en-US" sz="900" dirty="0"/>
              <a:t>456789</a:t>
            </a:r>
          </a:p>
        </p:txBody>
      </p:sp>
      <p:sp>
        <p:nvSpPr>
          <p:cNvPr id="43" name="TextBox 42">
            <a:extLst>
              <a:ext uri="{FF2B5EF4-FFF2-40B4-BE49-F238E27FC236}">
                <a16:creationId xmlns:a16="http://schemas.microsoft.com/office/drawing/2014/main" id="{0EB55032-2086-5C8F-0793-DA5D7077E6E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D39EBF64-137B-A9BB-6B5B-BEDCA85FD7B7}"/>
              </a:ext>
            </a:extLst>
          </p:cNvPr>
          <p:cNvSpPr txBox="1"/>
          <p:nvPr/>
        </p:nvSpPr>
        <p:spPr>
          <a:xfrm>
            <a:off x="4143022" y="4909484"/>
            <a:ext cx="570089" cy="230832"/>
          </a:xfrm>
          <a:prstGeom prst="rect">
            <a:avLst/>
          </a:prstGeom>
          <a:noFill/>
        </p:spPr>
        <p:txBody>
          <a:bodyPr wrap="square" rtlCol="0">
            <a:spAutoFit/>
          </a:bodyPr>
          <a:lstStyle/>
          <a:p>
            <a:pPr algn="ctr"/>
            <a:r>
              <a:rPr lang="en-US" sz="900" dirty="0"/>
              <a:t>568</a:t>
            </a:r>
          </a:p>
        </p:txBody>
      </p:sp>
      <p:sp>
        <p:nvSpPr>
          <p:cNvPr id="49" name="TextBox 48">
            <a:extLst>
              <a:ext uri="{FF2B5EF4-FFF2-40B4-BE49-F238E27FC236}">
                <a16:creationId xmlns:a16="http://schemas.microsoft.com/office/drawing/2014/main" id="{5FAB0C8F-C719-5D7E-93F4-C25624CF63DE}"/>
              </a:ext>
            </a:extLst>
          </p:cNvPr>
          <p:cNvSpPr txBox="1"/>
          <p:nvPr/>
        </p:nvSpPr>
        <p:spPr>
          <a:xfrm>
            <a:off x="4645378" y="4909484"/>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502835A-7284-5438-EDCE-C1D649C5FA8A}"/>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35B6914D-2169-03AD-48AB-65CD4D7E2EE7}"/>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0FE95B98-B373-9BEB-278C-EA60E91D18B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92CE05AE-F510-AF73-6A1C-46CC6B7DEE90}"/>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6702A55F-DD94-0CD7-CCC8-334134945711}"/>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EDEFCD70-8045-0F9D-790E-659E9BD8AEC5}"/>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9DA310F1-8B93-9527-617E-E3B3DA4593E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5CD19E92-73D2-DFDD-DC30-20733E303729}"/>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9B5C7CFB-D762-5CAB-D779-11408431BF8A}"/>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D0108D2A-5665-8E18-AD27-7F196180C0AC}"/>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9859E083-860C-0E26-BAD1-F1F62ABB710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6174E7B6-8777-BC60-314B-E010113EDC96}"/>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F0A184D-2A9E-F9AE-D71C-71FD126F8C1E}"/>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F33C4BE3-DCAE-F06D-3E32-F0B3A31C7375}"/>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951F21A7-583D-F9B3-299F-9B5513D00961}"/>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C83C53F5-E796-5731-CE83-A23C568F4760}"/>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120C5B0B-EC21-D3C6-3757-6DBBFCE2440F}"/>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2B2BAF93-480D-7E15-1745-C84F23B0BB6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7D5261F7-9679-7E62-37E3-965893C2B1D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FA87C0DB-BD21-BB7F-14FF-A3200BB69A54}"/>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3349559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8EB5C-3E2B-701D-5D3D-5CA51A4D09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39CC55-58DE-862C-48AC-6C48A2B3DAE4}"/>
              </a:ext>
            </a:extLst>
          </p:cNvPr>
          <p:cNvSpPr>
            <a:spLocks noGrp="1"/>
          </p:cNvSpPr>
          <p:nvPr>
            <p:ph sz="half" idx="1"/>
          </p:nvPr>
        </p:nvSpPr>
        <p:spPr/>
        <p:txBody>
          <a:bodyPr/>
          <a:lstStyle/>
          <a:p>
            <a:r>
              <a:rPr lang="en-US" dirty="0"/>
              <a:t>The left cell of the [21 in 3] sees both cells of the 78/87 pair. So, it can’t be 8. This eliminates 489 as a possible solution, leaving only 579 and 678, with a 7 guaranteed.</a:t>
            </a:r>
          </a:p>
        </p:txBody>
      </p:sp>
      <p:pic>
        <p:nvPicPr>
          <p:cNvPr id="4" name="Picture 3" descr="A grid of sudoku puzzle&#10;&#10;Description automatically generated">
            <a:extLst>
              <a:ext uri="{FF2B5EF4-FFF2-40B4-BE49-F238E27FC236}">
                <a16:creationId xmlns:a16="http://schemas.microsoft.com/office/drawing/2014/main" id="{FDBDCB59-A0E2-C8B0-893E-9A86F84560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AB2F26-AF7C-B0D0-A3B5-0347305C534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B9FB2AD-3BB1-7B3B-0162-95461D9B34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B4E431D-E8C6-C85F-228B-41F386AAA80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4C4E73D-E5A8-72D5-0A5D-3E8188BA7B38}"/>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3F3D601B-01A7-ACA6-B018-0FAA6C70B8F0}"/>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307CB2F6-2460-9225-F979-C3AB3979522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BE9AFEDA-5212-0284-C867-EAFD232C58D8}"/>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CA5A8959-7ED2-5EBA-BB2D-7D3AA15B630B}"/>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222679D9-3498-D5BE-92A8-B7ED58A37B70}"/>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D5F05670-B3C0-2D02-0A76-8B1D0AB93C61}"/>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E35F6C1B-46E5-4127-9E67-1FF6EBF89FC5}"/>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09BD4A7D-9069-1C0E-B0EC-9D94D89FC271}"/>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4D457171-FDFD-6ED4-1424-02D94F317E2A}"/>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CBA4171B-3292-4D0F-1209-48265E52F5CE}"/>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51B7E440-A14B-720E-9ED8-62B77CE5D475}"/>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BF13932B-0247-FD4C-D4DC-A0668D5F4C07}"/>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CD020FD7-C8B5-39D8-DB4B-371582240202}"/>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50EA6B6F-A408-CF39-45BE-B16D4A41B9AA}"/>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7C2B8F65-688C-9D9C-2661-D53B5E117A3B}"/>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451D19A5-BC44-D72F-A83B-FD5B818BE81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93BE50B-EEC2-C5D8-FA03-5672EA2F06B2}"/>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89E73B7-D35A-B0EF-2DF1-0499B545AB9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1FDE6B0-3762-8481-2181-B77002E6704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00A792B1-761E-6180-65C2-62179ECB6AD4}"/>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8286F95F-EE3B-4F15-9884-3180DFC443C6}"/>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3F62F463-F460-99AA-5478-842EBFF7FC29}"/>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D6771F37-318C-0504-B394-9C2721433EA4}"/>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D81F4AB7-643D-E93D-F7AF-9BF0728DCF1D}"/>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400922A8-2151-023B-5402-4E1893A14BB3}"/>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7E0BE3AF-5844-DE12-D03E-51E2E2086487}"/>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61795CD5-D013-C1D0-371D-3140F6243E54}"/>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86FE091B-E388-8307-D053-4A6C834369F8}"/>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4D367C7B-AC9F-E421-27CF-AF2FED551D3F}"/>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69B99521-8B3D-24A3-B11E-24E3D785B1BB}"/>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4168874-2B64-2325-B055-47851854E5C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DFB6F840-1754-22FC-FBCC-C73E68FB9C88}"/>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DEEA0D06-872B-E302-827B-75D787138CE5}"/>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57935C5E-1295-0ED5-6224-06AD6A18C74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A5DBABA-BD02-FAB2-7FEA-B4EE265ECEAF}"/>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B2CF9097-3C0A-8B80-2AD0-15D5A336DAD8}"/>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06E89335-8DAD-5020-759C-D5DAC3BC910C}"/>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1E2533C9-105D-493B-094F-E124959E2D70}"/>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394A637-8B2B-9316-F326-FE6578804E4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3DA5F23D-9EE9-392B-FD70-8480E9CB1A46}"/>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D8ADB52D-C89D-35DA-D9FE-C3CD2D3399A5}"/>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55AB681A-1F7C-5903-EB7F-02F36F1C2671}"/>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1AD13AB-A18D-CFBB-26E1-FC7FD0DBA1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D73AF330-0FD4-A1FA-0E1F-55EF0521CF25}"/>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4B5FE43C-4F41-7577-82FA-B04FA9D6C63D}"/>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11C65282-7AF6-EED9-B56B-8A2FE186AA56}"/>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1E044608-9590-B164-262E-BD0BECAFB087}"/>
              </a:ext>
            </a:extLst>
          </p:cNvPr>
          <p:cNvSpPr txBox="1"/>
          <p:nvPr/>
        </p:nvSpPr>
        <p:spPr>
          <a:xfrm>
            <a:off x="3640666" y="2905709"/>
            <a:ext cx="570089" cy="230832"/>
          </a:xfrm>
          <a:prstGeom prst="rect">
            <a:avLst/>
          </a:prstGeom>
          <a:noFill/>
        </p:spPr>
        <p:txBody>
          <a:bodyPr wrap="square" rtlCol="0">
            <a:spAutoFit/>
          </a:bodyPr>
          <a:lstStyle/>
          <a:p>
            <a:pPr algn="ctr"/>
            <a:r>
              <a:rPr lang="en-US" sz="900" dirty="0"/>
              <a:t>3568</a:t>
            </a:r>
          </a:p>
        </p:txBody>
      </p:sp>
      <p:sp>
        <p:nvSpPr>
          <p:cNvPr id="59" name="TextBox 58">
            <a:extLst>
              <a:ext uri="{FF2B5EF4-FFF2-40B4-BE49-F238E27FC236}">
                <a16:creationId xmlns:a16="http://schemas.microsoft.com/office/drawing/2014/main" id="{FE768183-3D5D-A688-7968-B51271F7C6B8}"/>
              </a:ext>
            </a:extLst>
          </p:cNvPr>
          <p:cNvSpPr txBox="1"/>
          <p:nvPr/>
        </p:nvSpPr>
        <p:spPr>
          <a:xfrm>
            <a:off x="3640666" y="3406653"/>
            <a:ext cx="570089" cy="230832"/>
          </a:xfrm>
          <a:prstGeom prst="rect">
            <a:avLst/>
          </a:prstGeom>
          <a:noFill/>
        </p:spPr>
        <p:txBody>
          <a:bodyPr wrap="square" rtlCol="0">
            <a:spAutoFit/>
          </a:bodyPr>
          <a:lstStyle/>
          <a:p>
            <a:pPr algn="ctr"/>
            <a:r>
              <a:rPr lang="en-US" sz="900" dirty="0"/>
              <a:t>8653</a:t>
            </a:r>
          </a:p>
        </p:txBody>
      </p:sp>
      <p:sp>
        <p:nvSpPr>
          <p:cNvPr id="60" name="TextBox 59">
            <a:extLst>
              <a:ext uri="{FF2B5EF4-FFF2-40B4-BE49-F238E27FC236}">
                <a16:creationId xmlns:a16="http://schemas.microsoft.com/office/drawing/2014/main" id="{64176D18-72B4-25F5-0F91-77CB85B0E1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61D2A9DA-06C7-5BD8-0CF1-CCE30C46327C}"/>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6B30352-FC0F-034B-FC04-96BB7C1FDBD0}"/>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80422279-E38E-01C2-A090-D47AF5A130DD}"/>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BECAB154-ADBB-865B-9539-46D7F93A2489}"/>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14FE058C-6B19-5581-18A6-23FA4A2531E5}"/>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037FD7C8-4370-B18E-71C3-2A541F4AC772}"/>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1393313F-63D6-21A2-DE61-B2E24FB1A30E}"/>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E0057E68-F5A2-2464-5837-5AFA18BB957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E89F7851-288D-1A66-1889-763F58ACD12F}"/>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3829197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8022-8EB1-570B-7D75-BAB9F1AE36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4B3A0F-F761-BC57-80DC-128B9A86CBF7}"/>
              </a:ext>
            </a:extLst>
          </p:cNvPr>
          <p:cNvSpPr>
            <a:spLocks noGrp="1"/>
          </p:cNvSpPr>
          <p:nvPr>
            <p:ph sz="half" idx="1"/>
          </p:nvPr>
        </p:nvSpPr>
        <p:spPr/>
        <p:txBody>
          <a:bodyPr/>
          <a:lstStyle/>
          <a:p>
            <a:r>
              <a:rPr lang="en-US" dirty="0"/>
              <a:t>In the left center block, 3 must be in Column 3.</a:t>
            </a:r>
          </a:p>
        </p:txBody>
      </p:sp>
      <p:pic>
        <p:nvPicPr>
          <p:cNvPr id="4" name="Picture 3" descr="A grid of sudoku puzzle&#10;&#10;Description automatically generated">
            <a:extLst>
              <a:ext uri="{FF2B5EF4-FFF2-40B4-BE49-F238E27FC236}">
                <a16:creationId xmlns:a16="http://schemas.microsoft.com/office/drawing/2014/main" id="{5570F3E9-2241-579D-74B4-C4409318F1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90F6F2-47C1-F523-35CD-DD21065B1A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F54F7A-3880-975A-6397-F3D25C6DB91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4F53C7-3F70-1B86-6912-8367F5BB06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140489-6F8E-A4D5-C7F3-19274CC64BD1}"/>
              </a:ext>
            </a:extLst>
          </p:cNvPr>
          <p:cNvSpPr txBox="1"/>
          <p:nvPr/>
        </p:nvSpPr>
        <p:spPr>
          <a:xfrm>
            <a:off x="3640666" y="901933"/>
            <a:ext cx="570089" cy="230832"/>
          </a:xfrm>
          <a:prstGeom prst="rect">
            <a:avLst/>
          </a:prstGeom>
          <a:noFill/>
        </p:spPr>
        <p:txBody>
          <a:bodyPr wrap="square" rtlCol="0">
            <a:spAutoFit/>
          </a:bodyPr>
          <a:lstStyle/>
          <a:p>
            <a:pPr algn="ctr"/>
            <a:r>
              <a:rPr lang="en-US" sz="900" dirty="0"/>
              <a:t>5678</a:t>
            </a:r>
          </a:p>
        </p:txBody>
      </p:sp>
      <p:sp>
        <p:nvSpPr>
          <p:cNvPr id="8" name="TextBox 7">
            <a:extLst>
              <a:ext uri="{FF2B5EF4-FFF2-40B4-BE49-F238E27FC236}">
                <a16:creationId xmlns:a16="http://schemas.microsoft.com/office/drawing/2014/main" id="{A5D89A0A-7C09-E2C0-645D-A474B1CBC29C}"/>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F12C17A5-58BD-C11C-CE87-F330CE49120E}"/>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CB726D12-49D6-D567-E717-5A908E58E5D0}"/>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99823F3B-1A0D-4431-112C-A2A46C8AAF9D}"/>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A13FBF24-66F8-134D-E9CC-0DFB26257D5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8004A6C9-7860-E82B-DE6A-D01BBC01EF50}"/>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9BCFCB39-1AF3-7CCF-9F86-BCC34B48B2DA}"/>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67E87190-3FF0-6466-8C21-49D887EF0DF8}"/>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CD99F4B9-8C03-FB62-331E-4BDB43985209}"/>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D8BD2B76-D38B-E6F3-0091-F6BC5BC82978}"/>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50923770-E6B0-ABC3-5DA9-8A0477BD35A5}"/>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45C7B503-E253-DC27-2ABF-9CEE6CEF5343}"/>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61E87E20-1C27-BCA3-CD9C-A5A929D3F5F7}"/>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22665BFF-88C0-AB87-CDD7-7C9D1FBAF832}"/>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A479D7D3-06A4-9022-B337-B33C0566B238}"/>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31133E2E-3ECF-F502-17B9-732D751613B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EF25B93-FC22-A667-A9B5-0D162D115457}"/>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7DF8A0B-ABA3-8D70-D579-1C7B55CBA3F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45B1269F-4E25-3E3E-962C-485A383DBAE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339D5A7-FAF0-AD46-6181-AA2FAA766242}"/>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3D7A6298-E69D-3BC9-BA07-53DDDE5DA76B}"/>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103DD59D-AAFC-C90E-2DAF-BB8FB4121314}"/>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02B7A532-ED0F-9836-4952-8B4B763D4A33}"/>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04E44DE9-9469-14F4-EE13-382F21CE3D5C}"/>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6CAF15BD-6954-D0D9-FF3A-27D51D3D4AA3}"/>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2414C12C-8855-4967-3F45-7E184F05CDF2}"/>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1CE3462E-DA81-B1DF-4E6A-2804704C4CB4}"/>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5AF476FF-9F25-6C7E-8549-3C85C62E5C23}"/>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8D2FD7A9-094E-963E-D43A-99F79B1CAD63}"/>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E0B7803A-90A1-A13D-FA07-8FF96D956CBB}"/>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BC7F7ACC-06C0-EA9C-21AD-F0DCF57150FC}"/>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C0D08317-A019-AE9C-4EB2-CF5582661367}"/>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4AD1F436-08ED-7113-8B22-F68B1C510EB4}"/>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9530E7F-AE5F-B0B5-EBCD-B0E75FE81F0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523C7B6-D6D5-C881-E0D9-5B3C46D5EB9C}"/>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DC32377-1C21-9885-A1F4-72E1B36E162A}"/>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ADCD0B3C-8471-85BD-6025-A7944415F97C}"/>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52542798-2A98-602B-11A8-A0188B1D8C5C}"/>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1628E457-7F49-39DD-0337-4F423E6F08EB}"/>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0D5ABE62-34A7-3608-B029-F9F0E74E3DFA}"/>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B535F521-6B30-D72C-7F11-E5A3450F7C3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C8C8522A-E02D-B15C-48BB-22C971657C33}"/>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6416E53F-719A-40DB-C4F5-AA03216A70FA}"/>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C162BC86-9EE6-08F4-6182-D6598AE13118}"/>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3263DFFE-8BDB-8757-1320-1C86C4AF6A7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10322150-255B-C26F-DE12-82422B5B7CE8}"/>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76C8C837-01AA-9E51-78F3-DF933253A53E}"/>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4ED1124B-B9C7-1F3D-B599-80E73D14337B}"/>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AAB78751-CDB8-EA94-C967-1BADB520F73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56B3E38C-E3DE-5F3B-7444-1CC51025CA32}"/>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FF72533-6B7B-4CD7-7415-D5E3ECC8B213}"/>
              </a:ext>
            </a:extLst>
          </p:cNvPr>
          <p:cNvSpPr txBox="1"/>
          <p:nvPr/>
        </p:nvSpPr>
        <p:spPr>
          <a:xfrm>
            <a:off x="4143022" y="2404765"/>
            <a:ext cx="570089" cy="230832"/>
          </a:xfrm>
          <a:prstGeom prst="rect">
            <a:avLst/>
          </a:prstGeom>
          <a:noFill/>
        </p:spPr>
        <p:txBody>
          <a:bodyPr wrap="square" rtlCol="0">
            <a:spAutoFit/>
          </a:bodyPr>
          <a:lstStyle/>
          <a:p>
            <a:pPr algn="ctr"/>
            <a:r>
              <a:rPr lang="en-US" sz="900" dirty="0"/>
              <a:t>35678</a:t>
            </a:r>
          </a:p>
        </p:txBody>
      </p:sp>
      <p:sp>
        <p:nvSpPr>
          <p:cNvPr id="57" name="TextBox 56">
            <a:extLst>
              <a:ext uri="{FF2B5EF4-FFF2-40B4-BE49-F238E27FC236}">
                <a16:creationId xmlns:a16="http://schemas.microsoft.com/office/drawing/2014/main" id="{3CE70669-A246-C307-6682-75F0F0386D8B}"/>
              </a:ext>
            </a:extLst>
          </p:cNvPr>
          <p:cNvSpPr txBox="1"/>
          <p:nvPr/>
        </p:nvSpPr>
        <p:spPr>
          <a:xfrm>
            <a:off x="4143022" y="2905709"/>
            <a:ext cx="570089" cy="230832"/>
          </a:xfrm>
          <a:prstGeom prst="rect">
            <a:avLst/>
          </a:prstGeom>
          <a:noFill/>
        </p:spPr>
        <p:txBody>
          <a:bodyPr wrap="square" rtlCol="0">
            <a:spAutoFit/>
          </a:bodyPr>
          <a:lstStyle/>
          <a:p>
            <a:pPr algn="ctr"/>
            <a:r>
              <a:rPr lang="en-US" sz="900" dirty="0"/>
              <a:t>35678</a:t>
            </a:r>
          </a:p>
        </p:txBody>
      </p:sp>
      <p:sp>
        <p:nvSpPr>
          <p:cNvPr id="62" name="TextBox 61">
            <a:extLst>
              <a:ext uri="{FF2B5EF4-FFF2-40B4-BE49-F238E27FC236}">
                <a16:creationId xmlns:a16="http://schemas.microsoft.com/office/drawing/2014/main" id="{44683967-785D-51D7-9132-5B9B418BEA79}"/>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B874DE46-BC0E-7A56-20C9-3D1D2B5EAC90}"/>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3CC50AA8-D1A9-A2D0-BDB5-6C661FAA3907}"/>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C939567C-7F1A-F001-A977-977881E6EC0B}"/>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B4E3AF61-9CA5-D67D-A919-095BBF8270E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3FD02683-5C96-03A6-F54F-84BC903B2850}"/>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2069572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9070-1567-1BA8-4C00-BFAD22B626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70060F-13EA-40F3-D91F-E72FB339673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0EF7408-AA9C-E71C-A5A8-CF07B3AA988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D50D7FE-AB1D-0193-ADFA-0CA10A38A33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CF9A5B-BB2B-FC76-E56E-BFA9C3605A1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CDB6DDB-EAD5-899B-FA44-FE32692B32C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73A002-BF07-C15C-4398-F79DBAAEA30B}"/>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26A4661A-4A40-2CD2-2C6C-05D91CBE4677}"/>
              </a:ext>
            </a:extLst>
          </p:cNvPr>
          <p:cNvSpPr txBox="1"/>
          <p:nvPr/>
        </p:nvSpPr>
        <p:spPr>
          <a:xfrm>
            <a:off x="4143022" y="901933"/>
            <a:ext cx="570089" cy="230832"/>
          </a:xfrm>
          <a:prstGeom prst="rect">
            <a:avLst/>
          </a:prstGeom>
          <a:noFill/>
        </p:spPr>
        <p:txBody>
          <a:bodyPr wrap="square" rtlCol="0">
            <a:spAutoFit/>
          </a:bodyPr>
          <a:lstStyle/>
          <a:p>
            <a:pPr algn="ctr"/>
            <a:r>
              <a:rPr lang="en-US" sz="900" dirty="0"/>
              <a:t>568</a:t>
            </a:r>
          </a:p>
        </p:txBody>
      </p:sp>
      <p:sp>
        <p:nvSpPr>
          <p:cNvPr id="9" name="TextBox 8">
            <a:extLst>
              <a:ext uri="{FF2B5EF4-FFF2-40B4-BE49-F238E27FC236}">
                <a16:creationId xmlns:a16="http://schemas.microsoft.com/office/drawing/2014/main" id="{894F9223-5C80-3205-7443-AC411D40EC4A}"/>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9AB7FAB1-E14A-25F1-91F3-6AD3B7EDB8DE}"/>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24ABDAE9-60FE-1E33-0693-FEC416BB61E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C517BB6C-87A6-9041-328E-E314928532D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0FD0A7D3-797B-2475-3CC3-3E56E2BF25B0}"/>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BCC0B55A-E395-32E7-41BB-118E3B80656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4458E255-AA54-5851-2A6F-4F438924BA1C}"/>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3D8C20A1-6EE2-5282-F97B-B47141B27213}"/>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FDE1EFC4-C549-518C-CB07-16FC044D790D}"/>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7D865B0B-5023-33FB-DEFC-726C83BF9EED}"/>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54432812-B620-B097-AC0D-34B94DF5F8F6}"/>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6A4A01D4-09F3-FE95-B8EA-B41C1838701D}"/>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7C241C5B-0E01-EB12-1B28-39F50DBCCBE6}"/>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6376CC4E-2743-5B95-708F-65D9040774AD}"/>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45FF6A93-9875-F476-D5F5-F4CBC5C37E5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BD10FDE-8128-F3C4-A75D-7961DC386C92}"/>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D230931-A133-D431-EB95-824C1329CC6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8D441F78-67F9-D50D-A661-6C41FF55C06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B5DD960-1063-DBE4-E3E0-061EA3A404E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F7AB05D1-388C-CBB4-A6A7-92D2A438322B}"/>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D6288034-E474-9D8B-45E4-8C5B82F38D84}"/>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861C4F20-8B33-E8BC-ABD9-05A90AB17230}"/>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59DCD7F2-8D74-59A9-10E5-01876793BC07}"/>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499CE51D-A3D2-AB66-CCC9-9B47E0A997F5}"/>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C02E9F68-93AD-840B-D37D-3DCC9CD883B4}"/>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EA405FF9-8698-4082-ECAE-DEC5AF849260}"/>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C2ED5A66-F48C-2CC5-820C-61E34A8FFCB7}"/>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F3D3FE1E-F540-AEE1-3640-CAA15BC54F9E}"/>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75F0D9CE-9275-5080-FB48-F959AC1641CE}"/>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9F6C3155-AC2E-F4A7-950F-D3F8FEDD322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C54D04BC-EFFA-DE21-EB46-28668A910B3D}"/>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6D797FBC-92A7-458E-7A4F-CFED2EDAE3DD}"/>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DE5BC179-32C4-ED3F-3168-9F46C4C375E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7EB5A58-50E9-99D7-422F-2E4048AB63A4}"/>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CC962DBA-C907-1FBF-0D55-E0D982AE1A84}"/>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3989BB5C-DCA0-41C7-13BB-B1F4428E71D4}"/>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B23F9E68-6E5A-CD44-BA36-DE4B6013FA31}"/>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D50DBA8F-494B-51D5-B274-B3AE1CDBB90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4C69F326-C128-2A4A-0037-87A653D0E183}"/>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469E7084-ABDD-51BD-9B50-1815D641470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C3A1ECFD-2F8E-F4DD-3353-83D3DCE91442}"/>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7D9AF654-01A7-351D-D0EB-013877E3EC8B}"/>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DD71294B-5F27-68EA-8940-FE1EC5101C03}"/>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9BAC481F-1E72-12A2-A0B9-803A0213870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CDDF6E0E-6AB7-B538-521F-F5E7B45AF391}"/>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860C8191-5127-EF86-9465-35ADED5A06B5}"/>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A9B6D2DF-0CD9-169C-B077-815FD0E2B708}"/>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410943D6-200A-268E-529B-D2DB824118A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4E102DA8-A3A9-3308-40C9-6EA680E17072}"/>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1FB8CD9-531E-3ADD-6E13-FF90C67C07B4}"/>
              </a:ext>
            </a:extLst>
          </p:cNvPr>
          <p:cNvSpPr txBox="1"/>
          <p:nvPr/>
        </p:nvSpPr>
        <p:spPr>
          <a:xfrm>
            <a:off x="4143022" y="2404765"/>
            <a:ext cx="570089" cy="230832"/>
          </a:xfrm>
          <a:prstGeom prst="rect">
            <a:avLst/>
          </a:prstGeom>
          <a:noFill/>
        </p:spPr>
        <p:txBody>
          <a:bodyPr wrap="square" rtlCol="0">
            <a:spAutoFit/>
          </a:bodyPr>
          <a:lstStyle/>
          <a:p>
            <a:pPr algn="ctr"/>
            <a:r>
              <a:rPr lang="en-US" sz="900" dirty="0"/>
              <a:t>378</a:t>
            </a:r>
          </a:p>
        </p:txBody>
      </p:sp>
      <p:sp>
        <p:nvSpPr>
          <p:cNvPr id="57" name="TextBox 56">
            <a:extLst>
              <a:ext uri="{FF2B5EF4-FFF2-40B4-BE49-F238E27FC236}">
                <a16:creationId xmlns:a16="http://schemas.microsoft.com/office/drawing/2014/main" id="{4E9D5E99-ADDA-72F0-ED42-F680B8C0FC4E}"/>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BEA02B91-DAB5-6217-D6C6-D84496BD6061}"/>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EDCA3B50-E228-4D05-09ED-DD1466828D1D}"/>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B6C1C99D-FBFE-E45D-24E1-4015A8DCB811}"/>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451CBC4D-E7A2-843D-96CD-79117173E69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12207DF-3762-B519-4D42-4871AA3774B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1B5F9742-FF73-DD65-264C-E8D65D35603E}"/>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4172993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ED6F-9AD0-7BBC-5B38-0DD1156DC0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CB082B-AAFF-753B-424B-C35587071DB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7193327-AA08-99BC-23D4-FF8275A3140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7FB3A8-8640-1112-9BA4-B1D91D5896F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A3F50D2-7D76-44DC-E13B-BB50C74876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CE28B98-86D1-5100-7A19-641B6414049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2FA8409-5753-2B41-A57C-52E545CDBACF}"/>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3CC2E66D-BF5D-F6B0-92DC-A50D498A5BA1}"/>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60E15EBE-7C46-1043-5547-2D3284D5800B}"/>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5D7A1477-C57B-8D39-454B-4156A47EDE0B}"/>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2389325B-CA7D-F641-17AE-E96A8E61A43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F1590E9C-1695-D9DE-9613-33845F719D70}"/>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1AF54881-8352-C154-D036-211133179691}"/>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F4936CB5-AD33-6364-EE58-11F683C67792}"/>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E95504EA-9E6A-C0F4-72C0-7CF527EA65C4}"/>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AA0CAC7D-9B5F-83E8-713B-48078F450E57}"/>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BA437B5C-7678-5745-A704-78F213760879}"/>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C11F66D2-723A-5841-7C54-2555BC3E26C0}"/>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F6407D29-786F-6CEB-D2E8-E029EECAB176}"/>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D079DC1A-9570-0A01-A92C-649F836C0AD8}"/>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00499F85-0E68-054C-DB2C-54688343B8FC}"/>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B7B48781-0B65-A50F-FDE8-D472423932DF}"/>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1F6F2998-1407-3A72-168D-89B08B710CD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9CF684E-31E6-D811-3C5E-A3ED5F4D7D3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1987D79-CAC9-BE5A-5C17-9199AAF70B1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51E9651-605E-A275-111A-ED55A953CCB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20358AFF-1A68-9AF7-9396-0D8CA506CF8E}"/>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F878B0F5-64FC-17D6-F698-D01811356D3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E93A09A4-4D39-D1CB-254C-F33683379EE7}"/>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CB10B53F-E3EB-F0D8-C0AE-18236A707ECA}"/>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FC555120-54BF-8198-0481-4FB0F670E236}"/>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C306BC50-F462-62CC-F56C-EAD4893ECE88}"/>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AD5FC381-2089-6262-2464-34D27B3E5CA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51990BB8-01E6-B74B-0811-839F07DA7CFC}"/>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679E5943-9ABC-2E8E-44CA-0CA3C7F0DD35}"/>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9B34FC38-12BA-3C87-A288-70ECAC39888F}"/>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153AB38D-8387-3FA9-536A-3E4C99ECC22D}"/>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1DDAA72A-F0A3-1C01-5B46-0E8375255A8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8D61B764-1025-D18F-F716-4BDC395A17A9}"/>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89D982AB-63A1-5B6E-DCD4-8FAA8CE40678}"/>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893DD51-0E67-A1E7-3FE2-55B6100A4EB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61C690F-8FB0-36C5-DC2B-CDA295743FF0}"/>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A80DB9F6-17D4-2D66-F8B4-05A3F61D70EE}"/>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7A103B9E-ED08-FD56-E48D-45D6496AC8B7}"/>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4940595B-7B20-BC3E-0DFE-96D16CAFF169}"/>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6D3605D6-A042-DCD7-00F8-CAE2BCB9FB8B}"/>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5A60E92-7F22-A740-7263-508DDCB2635F}"/>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FF7C3E9C-EA48-A236-D8B9-798F85A3E5A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7D1018E1-7A12-760A-843B-343D1459ABCE}"/>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57E3F8F9-90DB-0A33-DB48-64C0129AC0E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E80589AD-9FBB-F6C1-E874-518B485D3900}"/>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F97A6EB4-FDAA-8AED-660B-D19386F0E36F}"/>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5B33F566-AB12-2735-1382-0F08D1825B66}"/>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C885BDC3-220A-2EA7-8E9F-4A20B599E698}"/>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D9A8975B-4A04-F646-C2AA-79C37E22BF01}"/>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2B60C701-0574-CBA2-34FD-DA1C5046C5C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D4566578-B5CC-BDF4-230A-96CAA371EB0F}"/>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B851E5B-07A7-9B39-0C5C-6DC9C2FB00B5}"/>
              </a:ext>
            </a:extLst>
          </p:cNvPr>
          <p:cNvSpPr txBox="1"/>
          <p:nvPr/>
        </p:nvSpPr>
        <p:spPr>
          <a:xfrm>
            <a:off x="4143022" y="2404765"/>
            <a:ext cx="570089" cy="230832"/>
          </a:xfrm>
          <a:prstGeom prst="rect">
            <a:avLst/>
          </a:prstGeom>
          <a:noFill/>
        </p:spPr>
        <p:txBody>
          <a:bodyPr wrap="square" rtlCol="0">
            <a:spAutoFit/>
          </a:bodyPr>
          <a:lstStyle/>
          <a:p>
            <a:pPr algn="ctr"/>
            <a:r>
              <a:rPr lang="en-US" sz="900" dirty="0"/>
              <a:t>378</a:t>
            </a:r>
          </a:p>
        </p:txBody>
      </p:sp>
      <p:sp>
        <p:nvSpPr>
          <p:cNvPr id="57" name="TextBox 56">
            <a:extLst>
              <a:ext uri="{FF2B5EF4-FFF2-40B4-BE49-F238E27FC236}">
                <a16:creationId xmlns:a16="http://schemas.microsoft.com/office/drawing/2014/main" id="{DD6EF6C4-83B7-CFFB-FAEC-50B52B46FEF8}"/>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E108A0F2-986F-57BE-E71D-03C06E6A6590}"/>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AE0EF65D-82D3-9E72-7A2D-A339FA563DDC}"/>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0EDDA356-00AD-1EEB-7025-31D8997A0311}"/>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BD351B08-A481-6847-B2D2-5F0268C126F6}"/>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314C3998-4034-0BEA-04D1-959D44C76B4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2F95246E-0235-30E3-076F-C97A3D5E3A9E}"/>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4009461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855AE-33C0-40D0-CCC6-7559613B5D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3E74BA-65D0-FB65-B8DE-617D6ADDD38E}"/>
              </a:ext>
            </a:extLst>
          </p:cNvPr>
          <p:cNvSpPr>
            <a:spLocks noGrp="1"/>
          </p:cNvSpPr>
          <p:nvPr>
            <p:ph sz="half" idx="1"/>
          </p:nvPr>
        </p:nvSpPr>
        <p:spPr/>
        <p:txBody>
          <a:bodyPr/>
          <a:lstStyle/>
          <a:p>
            <a:r>
              <a:rPr lang="en-US" dirty="0"/>
              <a:t>Complete Column 2.</a:t>
            </a:r>
          </a:p>
        </p:txBody>
      </p:sp>
      <p:pic>
        <p:nvPicPr>
          <p:cNvPr id="4" name="Picture 3" descr="A grid of sudoku puzzle&#10;&#10;Description automatically generated">
            <a:extLst>
              <a:ext uri="{FF2B5EF4-FFF2-40B4-BE49-F238E27FC236}">
                <a16:creationId xmlns:a16="http://schemas.microsoft.com/office/drawing/2014/main" id="{D1F4E4C3-4DFB-13AE-78CF-482F1D0A9E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41C3019-E886-D23A-EB02-16D3F1B5A9A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38B7120-0D4E-F248-AC02-3792E44638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F43942-5E4A-27B1-1A26-A9CA296DE2D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EDEEC7-2691-C9C3-9AD3-082F092FE272}"/>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E018A56F-8649-84BF-1E52-0F3BC20128F9}"/>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947B7AF4-0F18-7232-3934-AB6E92BB309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89394F81-ABF0-16A3-0432-57ADD853CC10}"/>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43E77650-7F85-0868-CEA0-709A894349C3}"/>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4420ED9C-DA8F-04A5-A92A-C41FDA820C3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47F3BDB8-67F0-ECC7-296B-1480006006B3}"/>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44CE2FFB-33BA-5483-58B4-8BF81BE7A16D}"/>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A4340440-7054-8011-3366-E194A4D7C47C}"/>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6E8425AD-1A7D-1236-C5E3-9D4BA2D1A24C}"/>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2C7C1F51-43A4-BECF-34DE-7C1D54D3F784}"/>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172E87E8-1239-67AD-3630-55380D7AAED4}"/>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E8602365-10B8-083C-CA63-D126B196A683}"/>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5DA7ED54-B03E-2EE0-7951-B6391AC8C26D}"/>
              </a:ext>
            </a:extLst>
          </p:cNvPr>
          <p:cNvSpPr txBox="1"/>
          <p:nvPr/>
        </p:nvSpPr>
        <p:spPr>
          <a:xfrm>
            <a:off x="6654802" y="2404765"/>
            <a:ext cx="570089" cy="230832"/>
          </a:xfrm>
          <a:prstGeom prst="rect">
            <a:avLst/>
          </a:prstGeom>
          <a:noFill/>
        </p:spPr>
        <p:txBody>
          <a:bodyPr wrap="square" rtlCol="0">
            <a:spAutoFit/>
          </a:bodyPr>
          <a:lstStyle/>
          <a:p>
            <a:pPr algn="ctr"/>
            <a:r>
              <a:rPr lang="en-US" sz="900" dirty="0"/>
              <a:t>145</a:t>
            </a:r>
          </a:p>
        </p:txBody>
      </p:sp>
      <p:sp>
        <p:nvSpPr>
          <p:cNvPr id="29" name="TextBox 28">
            <a:extLst>
              <a:ext uri="{FF2B5EF4-FFF2-40B4-BE49-F238E27FC236}">
                <a16:creationId xmlns:a16="http://schemas.microsoft.com/office/drawing/2014/main" id="{F0204D02-CCE5-FE03-95B7-233EDA8392DF}"/>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FA920D63-713A-2167-5988-413023B19E31}"/>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9A426476-B06C-A781-6961-1F962DE4A4E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3A6DA34B-31E7-0BEC-5C12-4913A0E9099D}"/>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EC0142D-BFD1-CEA3-BF41-55AF01C0843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FB06CCA5-8E25-FF33-02EB-99AD30D0597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38D8EEB-045B-CF0C-F4C5-D62DECA83DCF}"/>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EB66CB00-99A2-1156-9E98-4D3B34863333}"/>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8E482F39-C7B4-9333-610C-A61D99F20123}"/>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7F497B7C-2CDB-21A2-2F31-661874E49EA0}"/>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E459E4D7-84A0-1612-C232-00454E062E69}"/>
              </a:ext>
            </a:extLst>
          </p:cNvPr>
          <p:cNvSpPr txBox="1"/>
          <p:nvPr/>
        </p:nvSpPr>
        <p:spPr>
          <a:xfrm>
            <a:off x="7157158" y="2404765"/>
            <a:ext cx="570089" cy="230832"/>
          </a:xfrm>
          <a:prstGeom prst="rect">
            <a:avLst/>
          </a:prstGeom>
          <a:noFill/>
        </p:spPr>
        <p:txBody>
          <a:bodyPr wrap="square" rtlCol="0">
            <a:spAutoFit/>
          </a:bodyPr>
          <a:lstStyle/>
          <a:p>
            <a:pPr algn="ctr"/>
            <a:r>
              <a:rPr lang="en-US" sz="900" dirty="0"/>
              <a:t>23678</a:t>
            </a:r>
          </a:p>
        </p:txBody>
      </p:sp>
      <p:sp>
        <p:nvSpPr>
          <p:cNvPr id="37" name="TextBox 36">
            <a:extLst>
              <a:ext uri="{FF2B5EF4-FFF2-40B4-BE49-F238E27FC236}">
                <a16:creationId xmlns:a16="http://schemas.microsoft.com/office/drawing/2014/main" id="{45AFE381-6DB9-8563-21D9-500CFCA5BA5A}"/>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1EC2922E-4978-0AB8-7790-70F8E5447257}"/>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44657377-73EE-7B1B-CEF2-1192F1A1C88C}"/>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827327C1-BADA-2E28-507D-CA6EC16EBB50}"/>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98DCBDB8-E943-C247-CAEF-78575D1C73F3}"/>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AC35A0BB-743D-F55B-713B-AB3B2D80F949}"/>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7FE32798-546F-79C4-559A-E8FDC03E11B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13CA910D-970E-1848-29FD-3A294F065C06}"/>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38FFE83B-AEEB-F229-FAF2-BBEC5B193DB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9AB6C455-82A9-1A43-9C3F-7EB5138FB80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009B61C-0CDB-60F3-F4D9-222D07F218E9}"/>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4C7A138A-3D99-A22D-9494-7FF8800E856A}"/>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835C7EAD-591E-939A-002A-E5CCADAC55DE}"/>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FCF24839-89A9-4754-4837-64465BBE792B}"/>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C694A14-135E-BBDF-BDF2-16DFE99FA854}"/>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94F295E-1F56-2EC5-AE24-9EC353CBD3AE}"/>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4A7A12D7-5829-9FA2-9E1B-EC9EDC5C128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A1606677-6218-5719-EDBE-15306E59ECE1}"/>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7FCEE120-EDB5-0E95-797B-0A8DC38C38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97F9B468-6658-E28F-4119-5BA756ECAC00}"/>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a:t>
            </a:r>
          </a:p>
        </p:txBody>
      </p:sp>
      <p:sp>
        <p:nvSpPr>
          <p:cNvPr id="55" name="TextBox 54">
            <a:extLst>
              <a:ext uri="{FF2B5EF4-FFF2-40B4-BE49-F238E27FC236}">
                <a16:creationId xmlns:a16="http://schemas.microsoft.com/office/drawing/2014/main" id="{E2F59A79-4B5C-C6DC-B8CC-E43C26F26F9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5A40085B-DB67-94FA-EFD6-7012B011CA79}"/>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0FB47DA3-3BB3-58E1-4C42-DA6A88A80885}"/>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D6D12F75-16EA-7892-07F9-0EE4BA68D0EF}"/>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3F0A05B0-6AF1-71D9-4BA9-E9A065BB84D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67239784-78A3-AEFA-FE24-6144355C9849}"/>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D34A1DA-C98B-3DAD-44C8-9ACC41196780}"/>
              </a:ext>
            </a:extLst>
          </p:cNvPr>
          <p:cNvSpPr txBox="1"/>
          <p:nvPr/>
        </p:nvSpPr>
        <p:spPr>
          <a:xfrm>
            <a:off x="4143022" y="2404765"/>
            <a:ext cx="570089" cy="230832"/>
          </a:xfrm>
          <a:prstGeom prst="rect">
            <a:avLst/>
          </a:prstGeom>
          <a:noFill/>
        </p:spPr>
        <p:txBody>
          <a:bodyPr wrap="square" rtlCol="0">
            <a:spAutoFit/>
          </a:bodyPr>
          <a:lstStyle/>
          <a:p>
            <a:pPr algn="ctr"/>
            <a:r>
              <a:rPr lang="en-US" sz="900" dirty="0"/>
              <a:t>378</a:t>
            </a:r>
          </a:p>
        </p:txBody>
      </p:sp>
      <p:sp>
        <p:nvSpPr>
          <p:cNvPr id="57" name="TextBox 56">
            <a:extLst>
              <a:ext uri="{FF2B5EF4-FFF2-40B4-BE49-F238E27FC236}">
                <a16:creationId xmlns:a16="http://schemas.microsoft.com/office/drawing/2014/main" id="{2F633C75-2D50-9F82-06D4-3A1F808F756B}"/>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206A643C-9397-08D4-A47C-3BB4715F41B0}"/>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67D5AEB4-8C1F-47C2-7539-A2922D5C218D}"/>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F2DE2533-D649-D600-88BA-9039A95B7059}"/>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BF0BE3DB-DD5D-0D83-113B-BC315ACEB1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2BC61CC-79D4-E6A9-9E21-50434CA1F92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BA8585A6-2712-ED4E-BDDB-2AC534099360}"/>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CF3BD44E-AD9C-0DB1-4167-4B10BBD20441}"/>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08EF1753-8AF4-1BA1-D96F-BD32F5B007CF}"/>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Tree>
    <p:extLst>
      <p:ext uri="{BB962C8B-B14F-4D97-AF65-F5344CB8AC3E}">
        <p14:creationId xmlns:p14="http://schemas.microsoft.com/office/powerpoint/2010/main" val="885807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47A9-5B53-9E45-C169-83CA21CC1A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7E08F7-30E6-53BC-C9FD-4795901FFB7F}"/>
              </a:ext>
            </a:extLst>
          </p:cNvPr>
          <p:cNvSpPr>
            <a:spLocks noGrp="1"/>
          </p:cNvSpPr>
          <p:nvPr>
            <p:ph sz="half" idx="1"/>
          </p:nvPr>
        </p:nvSpPr>
        <p:spPr/>
        <p:txBody>
          <a:bodyPr>
            <a:normAutofit lnSpcReduction="10000"/>
          </a:bodyPr>
          <a:lstStyle/>
          <a:p>
            <a:r>
              <a:rPr lang="en-US" dirty="0"/>
              <a:t>In Row 4, [19 in 5] must contain 1. 23456 sums to 20, which exceeds 19. Then, [19 in 5] must contain 2. 13456 sums to 19, which fits, but which conflicts with the 145 cell. It must also contain 3. 12457 conflicts with the 124 cell. Only 12358 and 12367 are possible fits.</a:t>
            </a:r>
          </a:p>
        </p:txBody>
      </p:sp>
      <p:pic>
        <p:nvPicPr>
          <p:cNvPr id="4" name="Picture 3" descr="A grid of sudoku puzzle&#10;&#10;Description automatically generated">
            <a:extLst>
              <a:ext uri="{FF2B5EF4-FFF2-40B4-BE49-F238E27FC236}">
                <a16:creationId xmlns:a16="http://schemas.microsoft.com/office/drawing/2014/main" id="{751CF3DC-DF24-5CEA-D890-65B23AF889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1FD3DF3-BF9B-FCF1-92C6-2F84A3F246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8116A4A-CF76-E125-5221-F57ED1FEBC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7065AC-B5B5-2F68-F2DF-4C3F3A688F2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9DBCA51-6EB8-83A5-FC1A-56A721B0F680}"/>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294F3C7F-E2FC-ED99-B8E3-EC1F16DD1B5D}"/>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CA4A19A4-58C0-C44F-573C-351FE494E64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3043823B-D4BB-E44F-8067-AA9C35F41E0E}"/>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98167F04-4B1F-AF50-C0A2-52913B0C0819}"/>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1D912140-EFEC-EC32-50E3-F5448BFFEEA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5A1116A2-F7BB-D190-F5AC-07B6F0E8BFD3}"/>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62F55D9B-A107-56B9-B1AF-F4E93308CA16}"/>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FB33B653-7515-FFF4-C422-80B509932593}"/>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0708FC4F-74A3-3FD1-39D0-426C623559C7}"/>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D911A34B-A196-63CC-196C-8B2FDF6EFE2B}"/>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687260BE-FB31-B504-40A6-E44FD39E9616}"/>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DA46D6D7-61E4-F48B-00E1-066228DAD3E4}"/>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8" name="TextBox 27">
            <a:extLst>
              <a:ext uri="{FF2B5EF4-FFF2-40B4-BE49-F238E27FC236}">
                <a16:creationId xmlns:a16="http://schemas.microsoft.com/office/drawing/2014/main" id="{1CE7096F-9B8F-82F6-0196-C83BAF81388B}"/>
              </a:ext>
            </a:extLst>
          </p:cNvPr>
          <p:cNvSpPr txBox="1"/>
          <p:nvPr/>
        </p:nvSpPr>
        <p:spPr>
          <a:xfrm>
            <a:off x="6654802" y="2404765"/>
            <a:ext cx="570089" cy="230832"/>
          </a:xfrm>
          <a:prstGeom prst="rect">
            <a:avLst/>
          </a:prstGeom>
          <a:noFill/>
        </p:spPr>
        <p:txBody>
          <a:bodyPr wrap="square" rtlCol="0">
            <a:spAutoFit/>
          </a:bodyPr>
          <a:lstStyle/>
          <a:p>
            <a:pPr algn="ctr"/>
            <a:r>
              <a:rPr lang="en-US" sz="900" dirty="0"/>
              <a:t>45</a:t>
            </a:r>
          </a:p>
        </p:txBody>
      </p:sp>
      <p:sp>
        <p:nvSpPr>
          <p:cNvPr id="29" name="TextBox 28">
            <a:extLst>
              <a:ext uri="{FF2B5EF4-FFF2-40B4-BE49-F238E27FC236}">
                <a16:creationId xmlns:a16="http://schemas.microsoft.com/office/drawing/2014/main" id="{E33E63E7-025A-823E-F563-60F173E38EA7}"/>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1A9D2CA8-F4B3-E347-7258-962C5708DF79}"/>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3C32CFBF-7517-4F21-02C8-61F553F6917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5E29924-66B2-32D6-E032-543F21A09C96}"/>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C39D7E9-7E6A-DC8B-9BD8-73EF75FA04D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06F008A3-135F-DCCB-C58E-72C706FB6F6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C9EA83C-88D4-DA62-27E2-F560044F108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FA45BA24-D533-1F0D-5A3D-ED19EAF9F12D}"/>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75FCE56-E41C-6035-FD59-94FEC0426D3F}"/>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C84D03DA-5D4F-D409-D301-80531EADF97B}"/>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FD4ADDF9-96C4-58CF-7621-DF7E3539F7D8}"/>
              </a:ext>
            </a:extLst>
          </p:cNvPr>
          <p:cNvSpPr txBox="1"/>
          <p:nvPr/>
        </p:nvSpPr>
        <p:spPr>
          <a:xfrm>
            <a:off x="7157158" y="2404765"/>
            <a:ext cx="570089" cy="230832"/>
          </a:xfrm>
          <a:prstGeom prst="rect">
            <a:avLst/>
          </a:prstGeom>
          <a:noFill/>
        </p:spPr>
        <p:txBody>
          <a:bodyPr wrap="square" rtlCol="0">
            <a:spAutoFit/>
          </a:bodyPr>
          <a:lstStyle/>
          <a:p>
            <a:pPr algn="ctr"/>
            <a:r>
              <a:rPr lang="en-US" sz="900" dirty="0"/>
              <a:t>678</a:t>
            </a:r>
          </a:p>
        </p:txBody>
      </p:sp>
      <p:sp>
        <p:nvSpPr>
          <p:cNvPr id="37" name="TextBox 36">
            <a:extLst>
              <a:ext uri="{FF2B5EF4-FFF2-40B4-BE49-F238E27FC236}">
                <a16:creationId xmlns:a16="http://schemas.microsoft.com/office/drawing/2014/main" id="{7E0F6E9C-F00B-A688-BB20-4A3A136831F4}"/>
              </a:ext>
            </a:extLst>
          </p:cNvPr>
          <p:cNvSpPr txBox="1"/>
          <p:nvPr/>
        </p:nvSpPr>
        <p:spPr>
          <a:xfrm>
            <a:off x="7157158" y="2905709"/>
            <a:ext cx="570089" cy="230832"/>
          </a:xfrm>
          <a:prstGeom prst="rect">
            <a:avLst/>
          </a:prstGeom>
          <a:noFill/>
        </p:spPr>
        <p:txBody>
          <a:bodyPr wrap="square" rtlCol="0">
            <a:spAutoFit/>
          </a:bodyPr>
          <a:lstStyle/>
          <a:p>
            <a:pPr algn="ctr"/>
            <a:r>
              <a:rPr lang="en-US" sz="900" dirty="0"/>
              <a:t>23678</a:t>
            </a:r>
          </a:p>
        </p:txBody>
      </p:sp>
      <p:sp>
        <p:nvSpPr>
          <p:cNvPr id="38" name="TextBox 37">
            <a:extLst>
              <a:ext uri="{FF2B5EF4-FFF2-40B4-BE49-F238E27FC236}">
                <a16:creationId xmlns:a16="http://schemas.microsoft.com/office/drawing/2014/main" id="{48D7C829-BB30-8CCB-014F-DBCA812D528A}"/>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86866B7A-51E9-9724-F8D3-794B438451E0}"/>
              </a:ext>
            </a:extLst>
          </p:cNvPr>
          <p:cNvSpPr txBox="1"/>
          <p:nvPr/>
        </p:nvSpPr>
        <p:spPr>
          <a:xfrm>
            <a:off x="7157158" y="3406653"/>
            <a:ext cx="570089" cy="230832"/>
          </a:xfrm>
          <a:prstGeom prst="rect">
            <a:avLst/>
          </a:prstGeom>
          <a:noFill/>
        </p:spPr>
        <p:txBody>
          <a:bodyPr wrap="square" rtlCol="0">
            <a:spAutoFit/>
          </a:bodyPr>
          <a:lstStyle/>
          <a:p>
            <a:pPr algn="ctr"/>
            <a:r>
              <a:rPr lang="en-US" sz="900" dirty="0"/>
              <a:t>23678</a:t>
            </a:r>
          </a:p>
        </p:txBody>
      </p:sp>
      <p:sp>
        <p:nvSpPr>
          <p:cNvPr id="40" name="TextBox 39">
            <a:extLst>
              <a:ext uri="{FF2B5EF4-FFF2-40B4-BE49-F238E27FC236}">
                <a16:creationId xmlns:a16="http://schemas.microsoft.com/office/drawing/2014/main" id="{8E548E38-7A42-C340-DCAD-46A6D43398F4}"/>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B5F65B2F-AA45-84B0-98E3-C69934847974}"/>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AB868A75-4652-4B0B-8957-897E97530122}"/>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557CEED7-13AD-CEEC-90D8-93397BBD675A}"/>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AE4DD2B7-47F6-3EEE-F68F-49B8A18551AD}"/>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3D403E4D-1F5D-EF45-C4E6-9BDED614E048}"/>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1F1718A3-4868-2FE2-B688-E8F5B97EFAA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4D9895D-3678-4021-121A-06A03656D675}"/>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677B252-BECC-BFA3-11C8-6547FD5356D9}"/>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CCDC92DC-CF09-01B6-1E93-F6B6190EB1CD}"/>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4CEBA5E3-5275-37C9-D087-96A02179782B}"/>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49D3A8AF-AF9A-DE26-4EA2-F02E38F6BE03}"/>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76D24F5-8D34-2933-5EFA-31BCA367F253}"/>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8A8750EE-32DC-BAD9-D6EA-69DD7871BFB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C4AD99DC-8C71-9137-9841-37B45740A711}"/>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BECB1523-F434-8554-497E-72C4FC0637E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AADDCC6A-97A7-0BD7-69E4-D8F5A88CD68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124</a:t>
            </a:r>
          </a:p>
        </p:txBody>
      </p:sp>
      <p:sp>
        <p:nvSpPr>
          <p:cNvPr id="56" name="TextBox 55">
            <a:extLst>
              <a:ext uri="{FF2B5EF4-FFF2-40B4-BE49-F238E27FC236}">
                <a16:creationId xmlns:a16="http://schemas.microsoft.com/office/drawing/2014/main" id="{45F229FB-BF9A-71E8-B09C-42A7119BA7B1}"/>
              </a:ext>
            </a:extLst>
          </p:cNvPr>
          <p:cNvSpPr txBox="1"/>
          <p:nvPr/>
        </p:nvSpPr>
        <p:spPr>
          <a:xfrm>
            <a:off x="3138310" y="3406653"/>
            <a:ext cx="570089" cy="230832"/>
          </a:xfrm>
          <a:prstGeom prst="rect">
            <a:avLst/>
          </a:prstGeom>
          <a:noFill/>
        </p:spPr>
        <p:txBody>
          <a:bodyPr wrap="square" rtlCol="0">
            <a:spAutoFit/>
          </a:bodyPr>
          <a:lstStyle/>
          <a:p>
            <a:pPr algn="ctr"/>
            <a:r>
              <a:rPr lang="en-US" sz="900" dirty="0"/>
              <a:t>124</a:t>
            </a:r>
          </a:p>
        </p:txBody>
      </p:sp>
      <p:sp>
        <p:nvSpPr>
          <p:cNvPr id="58" name="TextBox 57">
            <a:extLst>
              <a:ext uri="{FF2B5EF4-FFF2-40B4-BE49-F238E27FC236}">
                <a16:creationId xmlns:a16="http://schemas.microsoft.com/office/drawing/2014/main" id="{90C8AEB1-1011-F943-10FB-78337201A521}"/>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BAD0B5E3-55D6-A693-13A5-7E40F9280FFB}"/>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7D17CB0A-95BB-B63A-CC71-54DE1CF8A0A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C75528D7-8E7C-2734-AACB-9C6A6962D6B0}"/>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CA4E3BEB-7F62-2FC2-36B6-AB402C36CF51}"/>
              </a:ext>
            </a:extLst>
          </p:cNvPr>
          <p:cNvSpPr txBox="1"/>
          <p:nvPr/>
        </p:nvSpPr>
        <p:spPr>
          <a:xfrm>
            <a:off x="4143022" y="2404765"/>
            <a:ext cx="570089" cy="230832"/>
          </a:xfrm>
          <a:prstGeom prst="rect">
            <a:avLst/>
          </a:prstGeom>
          <a:noFill/>
        </p:spPr>
        <p:txBody>
          <a:bodyPr wrap="square" rtlCol="0">
            <a:spAutoFit/>
          </a:bodyPr>
          <a:lstStyle/>
          <a:p>
            <a:pPr algn="ctr"/>
            <a:r>
              <a:rPr lang="en-US" sz="900" dirty="0"/>
              <a:t>378</a:t>
            </a:r>
          </a:p>
        </p:txBody>
      </p:sp>
      <p:sp>
        <p:nvSpPr>
          <p:cNvPr id="57" name="TextBox 56">
            <a:extLst>
              <a:ext uri="{FF2B5EF4-FFF2-40B4-BE49-F238E27FC236}">
                <a16:creationId xmlns:a16="http://schemas.microsoft.com/office/drawing/2014/main" id="{11D740A9-CAE2-FF41-C494-DB99418C9AB9}"/>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D8FC7107-4021-D99D-2E1C-70AB505273FD}"/>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A9B12D3A-C6C8-6256-77B7-4962CC81D8EC}"/>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76AB1684-5BEC-077B-3DAD-7DD6542DEAF2}"/>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D1EE1B41-8CCA-064C-C230-DFFCFC69B82E}"/>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B7AE2F53-3CF6-F592-0698-BE3F9E5246D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037C12B-4094-3C09-F0FE-CD278DB45E2D}"/>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D7DF4F1F-7AD6-7D2E-2BE8-EF5A817B27A7}"/>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6D1322AD-3399-7383-2FBB-E341022586DB}"/>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16548681-7CCC-D0B1-2B60-6E5B4ABD69B8}"/>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0225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36D6C-48F0-58AD-4B83-D8B0359585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A91C5A-967D-D05B-5B39-4A3980873AB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06222AF-ED1E-831A-40A4-D47A225A176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B0A21D-7BCB-1468-FD6A-19C171FA4CC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6795112-66B5-F929-416F-34496DA01A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741F14-5592-EFEC-35D1-1077A0BC7A4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8246DE-4863-7165-E484-34F4118EF144}"/>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651757E1-07A5-4FC7-8CAA-FB30C1CC32DD}"/>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FA3A5B80-147B-B377-B208-B01F05A0BF5F}"/>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E6AADD4C-2502-B20F-0FA4-1BEFA12C9100}"/>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BA711502-49B3-C65F-46D5-9C9249EA61D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5B85B5CA-F5B9-7F16-09A1-D3B6B466D6C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42C3401C-FB0A-D44A-3A28-8AA55E423C45}"/>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2D86A375-BB36-090A-C419-C8BAE79E81AC}"/>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497E14CF-0E6B-D4D3-156A-F4E001B9B712}"/>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4C6CFC22-A836-A1DC-E575-22E944FCB3E2}"/>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EF7F5A30-AD42-CC95-CEA2-AE7ECCA4DC1C}"/>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94729C0D-12EF-65BB-0BB2-CC701CA6B42C}"/>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BC284D7C-189C-FFF9-B2EC-964B17075F4E}"/>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2D2A8528-7412-AAD2-FB09-DB6EB1DFE0A9}"/>
              </a:ext>
            </a:extLst>
          </p:cNvPr>
          <p:cNvSpPr txBox="1"/>
          <p:nvPr/>
        </p:nvSpPr>
        <p:spPr>
          <a:xfrm>
            <a:off x="6654802" y="2905709"/>
            <a:ext cx="570089" cy="230832"/>
          </a:xfrm>
          <a:prstGeom prst="rect">
            <a:avLst/>
          </a:prstGeom>
          <a:noFill/>
        </p:spPr>
        <p:txBody>
          <a:bodyPr wrap="square" rtlCol="0">
            <a:spAutoFit/>
          </a:bodyPr>
          <a:lstStyle/>
          <a:p>
            <a:pPr algn="ctr"/>
            <a:r>
              <a:rPr lang="en-US" sz="900" dirty="0"/>
              <a:t>145</a:t>
            </a:r>
          </a:p>
        </p:txBody>
      </p:sp>
      <p:sp>
        <p:nvSpPr>
          <p:cNvPr id="30" name="TextBox 29">
            <a:extLst>
              <a:ext uri="{FF2B5EF4-FFF2-40B4-BE49-F238E27FC236}">
                <a16:creationId xmlns:a16="http://schemas.microsoft.com/office/drawing/2014/main" id="{600353B0-679E-3950-5C31-DCFD9486961F}"/>
              </a:ext>
            </a:extLst>
          </p:cNvPr>
          <p:cNvSpPr txBox="1"/>
          <p:nvPr/>
        </p:nvSpPr>
        <p:spPr>
          <a:xfrm>
            <a:off x="6654802" y="3406653"/>
            <a:ext cx="570089" cy="230832"/>
          </a:xfrm>
          <a:prstGeom prst="rect">
            <a:avLst/>
          </a:prstGeom>
          <a:noFill/>
        </p:spPr>
        <p:txBody>
          <a:bodyPr wrap="square" rtlCol="0">
            <a:spAutoFit/>
          </a:bodyPr>
          <a:lstStyle/>
          <a:p>
            <a:pPr algn="ctr"/>
            <a:r>
              <a:rPr lang="en-US" sz="900" dirty="0"/>
              <a:t>145</a:t>
            </a:r>
          </a:p>
        </p:txBody>
      </p:sp>
      <p:sp>
        <p:nvSpPr>
          <p:cNvPr id="31" name="TextBox 30">
            <a:extLst>
              <a:ext uri="{FF2B5EF4-FFF2-40B4-BE49-F238E27FC236}">
                <a16:creationId xmlns:a16="http://schemas.microsoft.com/office/drawing/2014/main" id="{D9E66B12-4F87-2A04-51E1-CD6576ED05B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5CD198F-D578-54DB-2F25-6E1B3C9F3107}"/>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C3F7536C-0C1F-7C5D-45F9-26FF375F7C15}"/>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67E7858-9596-3401-71DB-F8785CDA6CB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F60D1AF-5CA9-D1CA-ABC8-E3A90E4C4D8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B048EFDE-8E61-912C-6C26-66A001784D19}"/>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DF9366B0-C407-7B6B-26A1-DD101EFFBC88}"/>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A4CD1C97-69E5-FD8E-339F-1E6BB3B819DE}"/>
              </a:ext>
            </a:extLst>
          </p:cNvPr>
          <p:cNvSpPr txBox="1"/>
          <p:nvPr/>
        </p:nvSpPr>
        <p:spPr>
          <a:xfrm>
            <a:off x="6152446" y="2404765"/>
            <a:ext cx="570089" cy="230832"/>
          </a:xfrm>
          <a:prstGeom prst="rect">
            <a:avLst/>
          </a:prstGeom>
          <a:noFill/>
        </p:spPr>
        <p:txBody>
          <a:bodyPr wrap="square" rtlCol="0">
            <a:spAutoFit/>
          </a:bodyPr>
          <a:lstStyle/>
          <a:p>
            <a:pPr algn="ctr"/>
            <a:r>
              <a:rPr lang="en-US" sz="900" dirty="0"/>
              <a:t>678</a:t>
            </a:r>
          </a:p>
        </p:txBody>
      </p:sp>
      <p:sp>
        <p:nvSpPr>
          <p:cNvPr id="35" name="TextBox 34">
            <a:extLst>
              <a:ext uri="{FF2B5EF4-FFF2-40B4-BE49-F238E27FC236}">
                <a16:creationId xmlns:a16="http://schemas.microsoft.com/office/drawing/2014/main" id="{727FB416-35AE-2638-E4DB-2D0B3A984434}"/>
              </a:ext>
            </a:extLst>
          </p:cNvPr>
          <p:cNvSpPr txBox="1"/>
          <p:nvPr/>
        </p:nvSpPr>
        <p:spPr>
          <a:xfrm>
            <a:off x="7157158" y="2404765"/>
            <a:ext cx="570089" cy="230832"/>
          </a:xfrm>
          <a:prstGeom prst="rect">
            <a:avLst/>
          </a:prstGeom>
          <a:noFill/>
        </p:spPr>
        <p:txBody>
          <a:bodyPr wrap="square" rtlCol="0">
            <a:spAutoFit/>
          </a:bodyPr>
          <a:lstStyle/>
          <a:p>
            <a:pPr algn="ctr"/>
            <a:r>
              <a:rPr lang="en-US" sz="900" dirty="0"/>
              <a:t>678</a:t>
            </a:r>
          </a:p>
        </p:txBody>
      </p:sp>
      <p:sp>
        <p:nvSpPr>
          <p:cNvPr id="37" name="TextBox 36">
            <a:extLst>
              <a:ext uri="{FF2B5EF4-FFF2-40B4-BE49-F238E27FC236}">
                <a16:creationId xmlns:a16="http://schemas.microsoft.com/office/drawing/2014/main" id="{F0572495-32B0-2F45-85F3-7D3E46B33973}"/>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BDFFA9E3-B0BB-51D4-E8A2-B8DC3A8FDE8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D95187AC-1BB9-6716-6EB3-B8D6B616997B}"/>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127F102C-3682-0353-5B59-E66213903FD2}"/>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05EAA038-8829-3D97-1258-EFFDD849648D}"/>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AC0DEC1C-8AAF-D810-6496-91636B88D88C}"/>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96347CC0-D105-45B3-AF88-2F7AABC2595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8784843B-8A06-0A7E-9238-8C0D844AB8BF}"/>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A0501AC2-4C3D-D92B-C63A-352EF7A03917}"/>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756EE12-371A-E0B0-D7B1-50649E4505D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C9034AD-9F4D-8E43-3496-5A9A8EE4F738}"/>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BEF228A-7EA8-1946-BDFD-20C195B7928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357231F9-9BA9-DE17-AC9B-19EF47794447}"/>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E658C09D-EE79-896E-5701-192EC8889102}"/>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7AF33E09-EDB3-85FE-598E-FC1E1FE00A80}"/>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991E521D-DEEF-2062-A111-D73B846F680A}"/>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277BF3D6-A200-4E51-74AD-A652E69E06D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7C738B9C-2381-B9D4-048D-414E52FCC18D}"/>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99A9C66E-A129-7F4E-3BB8-901DE993E265}"/>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74199B25-1D9C-B7C5-34FD-9FA602AB809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E746F59C-6CF0-2BC0-3A9D-2C7700ED8CDF}"/>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774D9B09-1178-E558-B208-3010CEC71CB7}"/>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050E10A0-8298-FA1A-2C8C-96159BE0BC8E}"/>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02E279B1-2051-E2C7-337A-48ABF717126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7497A33B-81E2-B542-3669-C054B8C1C79F}"/>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25EE212-E565-0D5F-E9C6-11A50F146959}"/>
              </a:ext>
            </a:extLst>
          </p:cNvPr>
          <p:cNvSpPr txBox="1"/>
          <p:nvPr/>
        </p:nvSpPr>
        <p:spPr>
          <a:xfrm>
            <a:off x="4143022" y="2404765"/>
            <a:ext cx="570089" cy="230832"/>
          </a:xfrm>
          <a:prstGeom prst="rect">
            <a:avLst/>
          </a:prstGeom>
          <a:noFill/>
        </p:spPr>
        <p:txBody>
          <a:bodyPr wrap="square" rtlCol="0">
            <a:spAutoFit/>
          </a:bodyPr>
          <a:lstStyle/>
          <a:p>
            <a:pPr algn="ctr"/>
            <a:r>
              <a:rPr lang="en-US" sz="900" dirty="0"/>
              <a:t>378</a:t>
            </a:r>
          </a:p>
        </p:txBody>
      </p:sp>
      <p:sp>
        <p:nvSpPr>
          <p:cNvPr id="57" name="TextBox 56">
            <a:extLst>
              <a:ext uri="{FF2B5EF4-FFF2-40B4-BE49-F238E27FC236}">
                <a16:creationId xmlns:a16="http://schemas.microsoft.com/office/drawing/2014/main" id="{15C1890A-DAFA-6B87-FDAA-211744735FA8}"/>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E292035A-602D-4643-2B14-04AD81E61DF4}"/>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79D2EF9C-A41A-15AF-3662-EA1C01EC0967}"/>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A8DC3EA6-C0E8-E6CE-1DC4-51B1D1BFD708}"/>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C8E46176-0665-31D1-8F31-A92D5995D72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6A2DB81D-AFAD-CF70-436B-7E1D0C8F941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0AA2E5EF-AC87-C2A9-00C1-95CE42169AB4}"/>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4270E834-DFFA-075D-314F-7AC871751C9B}"/>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CA981D80-1EB4-9DC0-D1B0-657C495DAF33}"/>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9B035881-A7EF-AF71-1A99-28F6113B5F2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11C9149-B223-A427-C224-9674838841F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633621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9B30-596E-2E7E-2E09-C3AA271864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D06495-0927-6A63-E284-1BE999AE22E2}"/>
              </a:ext>
            </a:extLst>
          </p:cNvPr>
          <p:cNvSpPr>
            <a:spLocks noGrp="1"/>
          </p:cNvSpPr>
          <p:nvPr>
            <p:ph sz="half" idx="1"/>
          </p:nvPr>
        </p:nvSpPr>
        <p:spPr/>
        <p:txBody>
          <a:bodyPr>
            <a:normAutofit/>
          </a:bodyPr>
          <a:lstStyle/>
          <a:p>
            <a:r>
              <a:rPr lang="en-US" dirty="0"/>
              <a:t>Reduce. Note that this eliminates 12358 as a solution for [19 in 5], leaving only 12367.</a:t>
            </a:r>
          </a:p>
        </p:txBody>
      </p:sp>
      <p:pic>
        <p:nvPicPr>
          <p:cNvPr id="4" name="Picture 3" descr="A grid of sudoku puzzle&#10;&#10;Description automatically generated">
            <a:extLst>
              <a:ext uri="{FF2B5EF4-FFF2-40B4-BE49-F238E27FC236}">
                <a16:creationId xmlns:a16="http://schemas.microsoft.com/office/drawing/2014/main" id="{84659BCC-E739-9C2A-9F2B-F44585A66C2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462FC4-C5F6-2831-8A61-9C143D69488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5A44E7-C366-91B5-F606-A4F9D9892D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579088F-DF9F-1837-99E4-71C62038D1F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BB4509-D6C7-FD12-E802-7653C2E2D006}"/>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1FFFF4D2-A696-245B-0585-0861AD17279B}"/>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EBC2154E-24FA-BAB4-940E-3F54AB714637}"/>
              </a:ext>
            </a:extLst>
          </p:cNvPr>
          <p:cNvSpPr txBox="1"/>
          <p:nvPr/>
        </p:nvSpPr>
        <p:spPr>
          <a:xfrm>
            <a:off x="6152446" y="901933"/>
            <a:ext cx="570089" cy="230832"/>
          </a:xfrm>
          <a:prstGeom prst="rect">
            <a:avLst/>
          </a:prstGeom>
          <a:noFill/>
        </p:spPr>
        <p:txBody>
          <a:bodyPr wrap="square" rtlCol="0">
            <a:spAutoFit/>
          </a:bodyPr>
          <a:lstStyle/>
          <a:p>
            <a:pPr algn="ctr"/>
            <a:r>
              <a:rPr lang="en-US" sz="900" dirty="0"/>
              <a:t>5678</a:t>
            </a:r>
          </a:p>
        </p:txBody>
      </p:sp>
      <p:sp>
        <p:nvSpPr>
          <p:cNvPr id="11" name="TextBox 10">
            <a:extLst>
              <a:ext uri="{FF2B5EF4-FFF2-40B4-BE49-F238E27FC236}">
                <a16:creationId xmlns:a16="http://schemas.microsoft.com/office/drawing/2014/main" id="{8B4D7EA2-71F2-9714-36F8-ABEA578BEA4A}"/>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5FF588E4-309F-54BC-18FC-6F65A42CE842}"/>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D18C9E2B-9C75-8422-76E9-F1CE34F336A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17" name="TextBox 16">
            <a:extLst>
              <a:ext uri="{FF2B5EF4-FFF2-40B4-BE49-F238E27FC236}">
                <a16:creationId xmlns:a16="http://schemas.microsoft.com/office/drawing/2014/main" id="{9D08EADE-7CF3-A805-8A39-915E4904FABD}"/>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9CD5529E-D141-A3BB-87D0-1FBE5EA05432}"/>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BDA66F35-D11F-482A-D5DB-6AE828D5A27B}"/>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AF4EF345-6D2E-F060-42C9-F60A7C461F0D}"/>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93FABFCE-47B6-DA34-05AF-BA3B6E14FB59}"/>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C27D1387-B35F-4F72-205A-1AECC1C3D9AF}"/>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4DE3C2E5-4D5A-2193-0048-A9AC1702F5C1}"/>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AE83D435-1EC0-F70C-57D5-CFFE4A4C639C}"/>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13BAD822-23D5-D08C-5285-6341B0078C9E}"/>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AE08AC64-0338-CA56-EA3B-21BF07823B9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22151B0-66A8-2E51-AD0E-A7B62C9552D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0B29F24-FB80-8992-3D7A-287A42A266D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29FD0BCC-F978-7E0A-F83B-525886DE0E7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41B8CD0-CB21-7914-94DB-14C280B525BF}"/>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AD6962FB-C5D8-B3CE-5C97-81A2A6614341}"/>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25C4CC62-E081-9353-7FF6-D33016840603}"/>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B2DFBADD-B0A2-5BEE-B36E-B0140E51BB8F}"/>
              </a:ext>
            </a:extLst>
          </p:cNvPr>
          <p:cNvSpPr txBox="1"/>
          <p:nvPr/>
        </p:nvSpPr>
        <p:spPr>
          <a:xfrm>
            <a:off x="6152446" y="2404765"/>
            <a:ext cx="570089" cy="230832"/>
          </a:xfrm>
          <a:prstGeom prst="rect">
            <a:avLst/>
          </a:prstGeom>
          <a:noFill/>
        </p:spPr>
        <p:txBody>
          <a:bodyPr wrap="square" rtlCol="0">
            <a:spAutoFit/>
          </a:bodyPr>
          <a:lstStyle/>
          <a:p>
            <a:pPr algn="ctr"/>
            <a:r>
              <a:rPr lang="en-US" sz="900" dirty="0"/>
              <a:t>76</a:t>
            </a:r>
          </a:p>
        </p:txBody>
      </p:sp>
      <p:sp>
        <p:nvSpPr>
          <p:cNvPr id="35" name="TextBox 34">
            <a:extLst>
              <a:ext uri="{FF2B5EF4-FFF2-40B4-BE49-F238E27FC236}">
                <a16:creationId xmlns:a16="http://schemas.microsoft.com/office/drawing/2014/main" id="{87209C0C-408A-5BDE-66EF-D3994F053FEB}"/>
              </a:ext>
            </a:extLst>
          </p:cNvPr>
          <p:cNvSpPr txBox="1"/>
          <p:nvPr/>
        </p:nvSpPr>
        <p:spPr>
          <a:xfrm>
            <a:off x="7157158" y="2404765"/>
            <a:ext cx="570089" cy="230832"/>
          </a:xfrm>
          <a:prstGeom prst="rect">
            <a:avLst/>
          </a:prstGeom>
          <a:noFill/>
        </p:spPr>
        <p:txBody>
          <a:bodyPr wrap="square" rtlCol="0">
            <a:spAutoFit/>
          </a:bodyPr>
          <a:lstStyle/>
          <a:p>
            <a:pPr algn="ctr"/>
            <a:r>
              <a:rPr lang="en-US" sz="900" dirty="0"/>
              <a:t>678</a:t>
            </a:r>
          </a:p>
        </p:txBody>
      </p:sp>
      <p:sp>
        <p:nvSpPr>
          <p:cNvPr id="37" name="TextBox 36">
            <a:extLst>
              <a:ext uri="{FF2B5EF4-FFF2-40B4-BE49-F238E27FC236}">
                <a16:creationId xmlns:a16="http://schemas.microsoft.com/office/drawing/2014/main" id="{2B523111-520F-C51A-2DDA-A8F5C0278EF2}"/>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F8E477DE-8088-29F3-4378-39F33106ED56}"/>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56B97ECC-08D3-04D1-B9DD-0B470F0C8BCA}"/>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D6AF2BF4-C836-5375-9764-2DF0BC7DC75A}"/>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6AC80408-DB54-6F55-F049-0CC1913D56FA}"/>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6680CA64-877B-DE30-F887-B1883A40F1E3}"/>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C63BAB47-C18F-BCB9-58CD-7E24BBFA32A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AEDA3EC3-A94A-5389-65C3-607B36341610}"/>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47C62558-A8AD-CE21-9828-4A6D498508C1}"/>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0F245EF6-5856-79DB-7208-862FF7746ED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7A1FAD3D-3CC9-616F-94FA-A7D7BEEB6256}"/>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44203786-FE2A-6182-3384-FF7C5DDE43E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96D502E0-96F6-C113-FE99-AF1EA70DF99E}"/>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EE3C68C1-0F05-33A4-B8E1-B43BCBDF67AC}"/>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E2E13DF-4689-521E-3319-5B802C238990}"/>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CE8E0089-61BF-C443-EAC4-9F4CF2938E2C}"/>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9ED6CA32-36EE-6ABF-B767-FA629CFBDFA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A52F9711-5EB3-256E-1318-9935162535D4}"/>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3AE02799-1624-5B1F-3A74-E83E26638FDF}"/>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3CD4DAF6-65FB-8A05-7523-1836A6D6D0E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A30B1602-1A02-E3AE-7DEE-162D7BDBF8B5}"/>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AC190CA1-1894-BE07-C88A-3BAD970815DE}"/>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AFA6955B-62E4-B6A7-7F78-1D5EBD97D75B}"/>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69167C27-D583-9C42-D904-DE178D92FBB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E7FFAC53-4A4B-9AE7-6013-41F475A5F39A}"/>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902DA12-0C70-0E45-83C2-594C7942E519}"/>
              </a:ext>
            </a:extLst>
          </p:cNvPr>
          <p:cNvSpPr txBox="1"/>
          <p:nvPr/>
        </p:nvSpPr>
        <p:spPr>
          <a:xfrm>
            <a:off x="4143022" y="2404765"/>
            <a:ext cx="570089" cy="230832"/>
          </a:xfrm>
          <a:prstGeom prst="rect">
            <a:avLst/>
          </a:prstGeom>
          <a:noFill/>
        </p:spPr>
        <p:txBody>
          <a:bodyPr wrap="square" rtlCol="0">
            <a:spAutoFit/>
          </a:bodyPr>
          <a:lstStyle/>
          <a:p>
            <a:pPr algn="ctr"/>
            <a:r>
              <a:rPr lang="en-US" sz="900" dirty="0"/>
              <a:t>37</a:t>
            </a:r>
          </a:p>
        </p:txBody>
      </p:sp>
      <p:sp>
        <p:nvSpPr>
          <p:cNvPr id="57" name="TextBox 56">
            <a:extLst>
              <a:ext uri="{FF2B5EF4-FFF2-40B4-BE49-F238E27FC236}">
                <a16:creationId xmlns:a16="http://schemas.microsoft.com/office/drawing/2014/main" id="{BB2F0BE3-76C7-5A37-59DD-6A1B29F2D1C7}"/>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B9A2C0CC-09A9-6E21-4662-CCBFB8523F60}"/>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594BCD07-3510-6214-1B86-4B7C0EDF1872}"/>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0E501F84-C14E-969E-4586-0F8B12D8C94A}"/>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44EE6F5E-F1BD-6C83-1198-E1A6373BFF6A}"/>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E91B04A-1C6E-9884-3C38-1372E97B520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BB281C08-D31A-04A9-EF9A-2A43DDB0F317}"/>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F280B6AA-E767-E24A-F42E-7F48D1F5FFCE}"/>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674EAA2C-9E47-CE86-7F92-81CF6B46841B}"/>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B5C2517E-0E3D-1A22-CBBB-BED28892265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8B81811-CF4E-198B-E63D-EC86142C0A81}"/>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F1236F2B-558D-2D4E-4B5C-3C4D58616B8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1236</a:t>
            </a:r>
          </a:p>
        </p:txBody>
      </p:sp>
      <p:sp>
        <p:nvSpPr>
          <p:cNvPr id="69" name="TextBox 68">
            <a:extLst>
              <a:ext uri="{FF2B5EF4-FFF2-40B4-BE49-F238E27FC236}">
                <a16:creationId xmlns:a16="http://schemas.microsoft.com/office/drawing/2014/main" id="{827ACADC-0A16-9A66-2233-BF27B3C4504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12367</a:t>
            </a:r>
          </a:p>
        </p:txBody>
      </p:sp>
      <p:sp>
        <p:nvSpPr>
          <p:cNvPr id="70" name="TextBox 69">
            <a:extLst>
              <a:ext uri="{FF2B5EF4-FFF2-40B4-BE49-F238E27FC236}">
                <a16:creationId xmlns:a16="http://schemas.microsoft.com/office/drawing/2014/main" id="{1DC369EE-EE5E-4DED-586F-DADCADEB765A}"/>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Tree>
    <p:extLst>
      <p:ext uri="{BB962C8B-B14F-4D97-AF65-F5344CB8AC3E}">
        <p14:creationId xmlns:p14="http://schemas.microsoft.com/office/powerpoint/2010/main" val="1505763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D67F5-094A-289C-BAC6-519D5F797B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9E2088-14C3-FC9F-920B-C75FA54CE79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65618C4-CE39-6375-D9F6-02BEBAF6E84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727849-CF44-3DF9-007E-87E66178608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65F474B-DDD8-2D6D-3CA0-7C206135E8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32EF60-A93A-B5B1-8547-34353BA79F8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63B6E81-3F6B-D41A-5BC9-8162EF213C58}"/>
              </a:ext>
            </a:extLst>
          </p:cNvPr>
          <p:cNvSpPr txBox="1"/>
          <p:nvPr/>
        </p:nvSpPr>
        <p:spPr>
          <a:xfrm>
            <a:off x="3640666" y="901933"/>
            <a:ext cx="570089" cy="230832"/>
          </a:xfrm>
          <a:prstGeom prst="rect">
            <a:avLst/>
          </a:prstGeom>
          <a:no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3625BA6D-5F37-4CFC-BB4F-FF616B14216E}"/>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04348BD8-2C48-B712-790D-95817FCDD293}"/>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1" name="TextBox 10">
            <a:extLst>
              <a:ext uri="{FF2B5EF4-FFF2-40B4-BE49-F238E27FC236}">
                <a16:creationId xmlns:a16="http://schemas.microsoft.com/office/drawing/2014/main" id="{E00D4910-2D24-31C9-6AE2-D8846B73CE13}"/>
              </a:ext>
            </a:extLst>
          </p:cNvPr>
          <p:cNvSpPr txBox="1"/>
          <p:nvPr/>
        </p:nvSpPr>
        <p:spPr>
          <a:xfrm>
            <a:off x="7157158" y="901933"/>
            <a:ext cx="570089" cy="230832"/>
          </a:xfrm>
          <a:prstGeom prst="rect">
            <a:avLst/>
          </a:prstGeom>
          <a:noFill/>
        </p:spPr>
        <p:txBody>
          <a:bodyPr wrap="square" rtlCol="0">
            <a:spAutoFit/>
          </a:bodyPr>
          <a:lstStyle/>
          <a:p>
            <a:pPr algn="ctr"/>
            <a:r>
              <a:rPr lang="en-US" sz="900" dirty="0"/>
              <a:t>4678</a:t>
            </a:r>
          </a:p>
        </p:txBody>
      </p:sp>
      <p:sp>
        <p:nvSpPr>
          <p:cNvPr id="12" name="TextBox 11">
            <a:extLst>
              <a:ext uri="{FF2B5EF4-FFF2-40B4-BE49-F238E27FC236}">
                <a16:creationId xmlns:a16="http://schemas.microsoft.com/office/drawing/2014/main" id="{B0F98B3C-5FE4-06D1-BFB7-338AEC98327C}"/>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C3FE5A07-96EF-BD42-687C-DADCA9044B86}"/>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7" name="TextBox 16">
            <a:extLst>
              <a:ext uri="{FF2B5EF4-FFF2-40B4-BE49-F238E27FC236}">
                <a16:creationId xmlns:a16="http://schemas.microsoft.com/office/drawing/2014/main" id="{B2B0AFCD-F239-4EE1-8B1D-8C4F0A7837D6}"/>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FBF077D2-F9B4-97EC-3C50-62B88C6803E0}"/>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3" name="TextBox 22">
            <a:extLst>
              <a:ext uri="{FF2B5EF4-FFF2-40B4-BE49-F238E27FC236}">
                <a16:creationId xmlns:a16="http://schemas.microsoft.com/office/drawing/2014/main" id="{F9E59F21-0491-ABC5-15F5-4FF21874A923}"/>
              </a:ext>
            </a:extLst>
          </p:cNvPr>
          <p:cNvSpPr txBox="1"/>
          <p:nvPr/>
        </p:nvSpPr>
        <p:spPr>
          <a:xfrm>
            <a:off x="7157158" y="1903821"/>
            <a:ext cx="570089" cy="230832"/>
          </a:xfrm>
          <a:prstGeom prst="rect">
            <a:avLst/>
          </a:prstGeom>
          <a:noFill/>
        </p:spPr>
        <p:txBody>
          <a:bodyPr wrap="square" rtlCol="0">
            <a:spAutoFit/>
          </a:bodyPr>
          <a:lstStyle/>
          <a:p>
            <a:pPr algn="ctr"/>
            <a:r>
              <a:rPr lang="en-US" sz="900" dirty="0"/>
              <a:t>86</a:t>
            </a:r>
          </a:p>
        </p:txBody>
      </p:sp>
      <p:sp>
        <p:nvSpPr>
          <p:cNvPr id="24" name="TextBox 23">
            <a:extLst>
              <a:ext uri="{FF2B5EF4-FFF2-40B4-BE49-F238E27FC236}">
                <a16:creationId xmlns:a16="http://schemas.microsoft.com/office/drawing/2014/main" id="{76D31D94-8FE7-8AF3-4E5C-17C596A51076}"/>
              </a:ext>
            </a:extLst>
          </p:cNvPr>
          <p:cNvSpPr txBox="1"/>
          <p:nvPr/>
        </p:nvSpPr>
        <p:spPr>
          <a:xfrm>
            <a:off x="3138310" y="1903821"/>
            <a:ext cx="570089" cy="230832"/>
          </a:xfrm>
          <a:prstGeom prst="rect">
            <a:avLst/>
          </a:prstGeom>
          <a:noFill/>
        </p:spPr>
        <p:txBody>
          <a:bodyPr wrap="square" rtlCol="0">
            <a:spAutoFit/>
          </a:bodyPr>
          <a:lstStyle/>
          <a:p>
            <a:pPr algn="ctr"/>
            <a:r>
              <a:rPr lang="en-US" sz="900" dirty="0"/>
              <a:t>68</a:t>
            </a:r>
          </a:p>
        </p:txBody>
      </p:sp>
      <p:sp>
        <p:nvSpPr>
          <p:cNvPr id="25" name="TextBox 24">
            <a:extLst>
              <a:ext uri="{FF2B5EF4-FFF2-40B4-BE49-F238E27FC236}">
                <a16:creationId xmlns:a16="http://schemas.microsoft.com/office/drawing/2014/main" id="{5F1604A4-7248-7BFC-AE87-21D724F89B53}"/>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C6707007-C8AC-D198-D565-B82BA9F32262}"/>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763E5AEB-8AC2-B3DE-BC99-5EB233CF2812}"/>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F0227817-F265-75D2-ACFD-D740FF01E34F}"/>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C79A4A37-2452-13B9-272C-F8AE0AD86E2A}"/>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45BD93A7-38F1-5B6B-8E94-233A23DB901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A5390E6-D0DD-01D8-557B-4D5F09D175E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C2092315-50A7-3611-8E64-1B438C676A24}"/>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CBDD9AA6-6D58-4998-93E5-9506D065700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CCDDA23-DA21-8535-4743-62F2C546182C}"/>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32C6922D-2E38-B69A-24AD-5EB287580BE5}"/>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CF35AFD5-47AD-256E-A0DD-F218C2A169EB}"/>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4A53ECA2-A56D-E5BD-72BC-70670CEF5A63}"/>
              </a:ext>
            </a:extLst>
          </p:cNvPr>
          <p:cNvSpPr txBox="1"/>
          <p:nvPr/>
        </p:nvSpPr>
        <p:spPr>
          <a:xfrm>
            <a:off x="6152446" y="2404765"/>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B56F957C-23E0-42A1-06FC-D64E21D92FF8}"/>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93AC82D5-4AE3-1A4D-7E13-B31407710EAF}"/>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28C1C124-0230-24B4-AD41-FB79C5DBF6F0}"/>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7680EA2C-2E8D-DB0B-4C4D-FC436F7DD2A1}"/>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3AB9D51F-DFCA-8F88-C562-643213F09A1E}"/>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46D4E7CB-E49F-4589-F16F-8084AC8CD63A}"/>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DEF5BAE3-3553-ECD5-D65F-863A24D5B11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6BBB3776-A473-DAFA-2BBB-CC6673F670E7}"/>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B1F064B1-AB13-1C47-3755-14F2827F0FC5}"/>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C25F698F-B5E6-4C8A-4A74-F0FBEC0CDE3A}"/>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BA11420-92CE-5089-E6CE-9A904146CC0D}"/>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0849952D-40B6-9970-395A-16CD9BAC8853}"/>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E649DDB7-7C3A-54BE-B952-0804B4F00124}"/>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2D71E0EB-2F8B-A572-2714-D8010418F313}"/>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F3DE29D9-FD67-DDFC-D4F2-1D4CFDC1384D}"/>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8251B2FA-2BF8-B70C-401C-48E2E85FE06A}"/>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CBCD0162-6ACF-F059-1829-26D254CFAD37}"/>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BA54D0E1-1E89-10B1-182A-FA4DA1F4154F}"/>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54C8178-D239-AAB0-0C40-94FE6E7FC0B0}"/>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4BB273C6-2C6B-6DFE-B98F-01E02885D9B6}"/>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83B61B9A-28C1-FB4D-3D71-FB124045067F}"/>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EFFE9F6E-1ABA-C049-612E-84FEDD5235C0}"/>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4361CB42-401E-FA22-7F2B-87CAE90DBCCC}"/>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F4DE7815-8CDA-214C-C697-2EBA1E991CA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4F8EF900-D34A-3878-120B-1433C52530B3}"/>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638E308-4025-00D8-2708-F36642AA6AA9}"/>
              </a:ext>
            </a:extLst>
          </p:cNvPr>
          <p:cNvSpPr txBox="1"/>
          <p:nvPr/>
        </p:nvSpPr>
        <p:spPr>
          <a:xfrm>
            <a:off x="4143022" y="2404765"/>
            <a:ext cx="570089" cy="230832"/>
          </a:xfrm>
          <a:prstGeom prst="rect">
            <a:avLst/>
          </a:prstGeom>
          <a:noFill/>
        </p:spPr>
        <p:txBody>
          <a:bodyPr wrap="square" rtlCol="0">
            <a:spAutoFit/>
          </a:bodyPr>
          <a:lstStyle/>
          <a:p>
            <a:pPr algn="ctr"/>
            <a:r>
              <a:rPr lang="en-US" sz="900" dirty="0"/>
              <a:t>37</a:t>
            </a:r>
          </a:p>
        </p:txBody>
      </p:sp>
      <p:sp>
        <p:nvSpPr>
          <p:cNvPr id="57" name="TextBox 56">
            <a:extLst>
              <a:ext uri="{FF2B5EF4-FFF2-40B4-BE49-F238E27FC236}">
                <a16:creationId xmlns:a16="http://schemas.microsoft.com/office/drawing/2014/main" id="{5CDD4388-D464-FA57-8E57-9369133771D1}"/>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569B85FC-DE3A-EF23-C2A9-37388F08D60B}"/>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AA535AE9-F8BA-0709-C8B6-739F5EE87C38}"/>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C5E0BC4D-475E-E41C-72D0-39ED36B4D2EA}"/>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F983C01F-46A4-DFCC-3B99-5CBA1704AEA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0A7C437F-B9C9-06D7-4DB5-4D1BF5334A3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E46D58A7-3195-8F5E-7661-3367F2DC8F7C}"/>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21C55081-9062-678B-D8B8-71055A595A55}"/>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D81D8628-046B-BA55-948E-B56000A364FE}"/>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DC358D91-AD2A-D8F0-7679-5942AB8DDB9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ED2CE14-C434-E7E2-8DBB-F2335279A3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4BC5E61B-ADC9-A914-FAAA-94182E21543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1236</a:t>
            </a:r>
          </a:p>
        </p:txBody>
      </p:sp>
      <p:sp>
        <p:nvSpPr>
          <p:cNvPr id="69" name="TextBox 68">
            <a:extLst>
              <a:ext uri="{FF2B5EF4-FFF2-40B4-BE49-F238E27FC236}">
                <a16:creationId xmlns:a16="http://schemas.microsoft.com/office/drawing/2014/main" id="{8B9F4548-7D22-CAF6-9563-B45477E69843}"/>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12367</a:t>
            </a:r>
          </a:p>
        </p:txBody>
      </p:sp>
      <p:sp>
        <p:nvSpPr>
          <p:cNvPr id="70" name="TextBox 69">
            <a:extLst>
              <a:ext uri="{FF2B5EF4-FFF2-40B4-BE49-F238E27FC236}">
                <a16:creationId xmlns:a16="http://schemas.microsoft.com/office/drawing/2014/main" id="{B67B9281-1093-5CFA-D2CB-5EF7F74D274D}"/>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71" name="TextBox 70">
            <a:extLst>
              <a:ext uri="{FF2B5EF4-FFF2-40B4-BE49-F238E27FC236}">
                <a16:creationId xmlns:a16="http://schemas.microsoft.com/office/drawing/2014/main" id="{7CCDB680-BDA9-E4E3-8D6A-A804C6357C17}"/>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261966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540F7-806B-0204-D3F3-987801146D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7F6EB9-7E17-E7CA-AC01-D2A409102D0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D92F0C4-89CB-AB13-1EBB-C0C304147CA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AA94DF-2862-5F81-CE2B-5F8790A03A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051B935-D46B-E5AD-0B56-6781692AE6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8B08E7D-0A26-EACB-A753-35086ACAFEF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758DE6A-7E41-825F-0155-35E51F6EEF3B}"/>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8" name="TextBox 7">
            <a:extLst>
              <a:ext uri="{FF2B5EF4-FFF2-40B4-BE49-F238E27FC236}">
                <a16:creationId xmlns:a16="http://schemas.microsoft.com/office/drawing/2014/main" id="{AD80ED33-ED11-BFED-83BB-E8753ED9D049}"/>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AC5CFA0D-505F-3278-0E7B-757652CA5E87}"/>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1" name="TextBox 10">
            <a:extLst>
              <a:ext uri="{FF2B5EF4-FFF2-40B4-BE49-F238E27FC236}">
                <a16:creationId xmlns:a16="http://schemas.microsoft.com/office/drawing/2014/main" id="{62A326AF-E7CC-208E-61BF-409A190B36E6}"/>
              </a:ext>
            </a:extLst>
          </p:cNvPr>
          <p:cNvSpPr txBox="1"/>
          <p:nvPr/>
        </p:nvSpPr>
        <p:spPr>
          <a:xfrm>
            <a:off x="7157158" y="901933"/>
            <a:ext cx="570089" cy="230832"/>
          </a:xfrm>
          <a:prstGeom prst="rect">
            <a:avLst/>
          </a:prstGeom>
          <a:noFill/>
        </p:spPr>
        <p:txBody>
          <a:bodyPr wrap="square" rtlCol="0">
            <a:spAutoFit/>
          </a:bodyPr>
          <a:lstStyle/>
          <a:p>
            <a:pPr algn="ctr"/>
            <a:r>
              <a:rPr lang="en-US" sz="900" dirty="0"/>
              <a:t>467</a:t>
            </a:r>
          </a:p>
        </p:txBody>
      </p:sp>
      <p:sp>
        <p:nvSpPr>
          <p:cNvPr id="12" name="TextBox 11">
            <a:extLst>
              <a:ext uri="{FF2B5EF4-FFF2-40B4-BE49-F238E27FC236}">
                <a16:creationId xmlns:a16="http://schemas.microsoft.com/office/drawing/2014/main" id="{E980CB08-EA6E-5E1E-F94B-E8A3A8F0240B}"/>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35678</a:t>
            </a:r>
          </a:p>
        </p:txBody>
      </p:sp>
      <p:sp>
        <p:nvSpPr>
          <p:cNvPr id="15" name="TextBox 14">
            <a:extLst>
              <a:ext uri="{FF2B5EF4-FFF2-40B4-BE49-F238E27FC236}">
                <a16:creationId xmlns:a16="http://schemas.microsoft.com/office/drawing/2014/main" id="{0168B055-13E9-3A58-6613-994787A0C367}"/>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7" name="TextBox 16">
            <a:extLst>
              <a:ext uri="{FF2B5EF4-FFF2-40B4-BE49-F238E27FC236}">
                <a16:creationId xmlns:a16="http://schemas.microsoft.com/office/drawing/2014/main" id="{C2AAF8EB-5602-CAB8-AE07-D50B92BE2912}"/>
              </a:ext>
            </a:extLst>
          </p:cNvPr>
          <p:cNvSpPr txBox="1"/>
          <p:nvPr/>
        </p:nvSpPr>
        <p:spPr>
          <a:xfrm>
            <a:off x="7157158" y="1402877"/>
            <a:ext cx="570089" cy="230832"/>
          </a:xfrm>
          <a:prstGeom prst="rect">
            <a:avLst/>
          </a:prstGeom>
          <a:noFill/>
        </p:spPr>
        <p:txBody>
          <a:bodyPr wrap="square" rtlCol="0">
            <a:spAutoFit/>
          </a:bodyPr>
          <a:lstStyle/>
          <a:p>
            <a:pPr algn="ctr"/>
            <a:r>
              <a:rPr lang="en-US" sz="900" dirty="0"/>
              <a:t>467</a:t>
            </a:r>
          </a:p>
        </p:txBody>
      </p:sp>
      <p:sp>
        <p:nvSpPr>
          <p:cNvPr id="18" name="TextBox 17">
            <a:extLst>
              <a:ext uri="{FF2B5EF4-FFF2-40B4-BE49-F238E27FC236}">
                <a16:creationId xmlns:a16="http://schemas.microsoft.com/office/drawing/2014/main" id="{8FF7DBC0-0871-52AE-A176-850B09278C13}"/>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35678</a:t>
            </a:r>
          </a:p>
        </p:txBody>
      </p:sp>
      <p:sp>
        <p:nvSpPr>
          <p:cNvPr id="25" name="TextBox 24">
            <a:extLst>
              <a:ext uri="{FF2B5EF4-FFF2-40B4-BE49-F238E27FC236}">
                <a16:creationId xmlns:a16="http://schemas.microsoft.com/office/drawing/2014/main" id="{C293AC94-6D91-301E-4B91-AA6C19459C68}"/>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1AA09225-510D-9982-4ED8-DBEBCC7B01C1}"/>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90EC2F31-0EE7-C01D-48F7-CF9862A16B9A}"/>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15FB6A4E-CA17-7D5C-57CA-39864C8BF838}"/>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0D1BAF23-2CB1-F37E-C304-10F7CD3A207C}"/>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00308BC2-75E7-727C-0FF2-C0A1A6B58DF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0212266-C352-D623-ED33-8876E7D3E380}"/>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11469A4-DA41-A439-DA42-AB9F4E59D72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99CA259-8401-BC71-D926-6C07B20C661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B17F5B0-CF80-0B5F-6429-D7E2EB5FBF91}"/>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68E6702A-E732-DE74-6BBD-EE550730EE33}"/>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0E3AEF56-C93F-6D53-A3E4-E5C7ABB5664C}"/>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B117FAC4-2396-2B82-C0CC-B66190DEDF47}"/>
              </a:ext>
            </a:extLst>
          </p:cNvPr>
          <p:cNvSpPr txBox="1"/>
          <p:nvPr/>
        </p:nvSpPr>
        <p:spPr>
          <a:xfrm>
            <a:off x="6152446" y="2404765"/>
            <a:ext cx="570089" cy="230832"/>
          </a:xfrm>
          <a:prstGeom prst="rect">
            <a:avLst/>
          </a:prstGeom>
          <a:no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E908A3E2-1E7D-CE93-BAA7-3DD5497C5006}"/>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D430E9DD-787E-3A40-DA2E-901BEC6942CD}"/>
              </a:ext>
            </a:extLst>
          </p:cNvPr>
          <p:cNvSpPr txBox="1"/>
          <p:nvPr/>
        </p:nvSpPr>
        <p:spPr>
          <a:xfrm>
            <a:off x="6152446" y="3406653"/>
            <a:ext cx="570089" cy="230832"/>
          </a:xfrm>
          <a:prstGeom prst="rect">
            <a:avLst/>
          </a:prstGeom>
          <a:no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CA72FBA3-5AC9-405B-B3D6-0536C5A7B55D}"/>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E75632A2-3D8D-9EA0-D2A6-FDE39FE0CFA6}"/>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D0995415-1C46-9A4B-8B88-2E791BAFDE7D}"/>
              </a:ext>
            </a:extLst>
          </p:cNvPr>
          <p:cNvSpPr txBox="1"/>
          <p:nvPr/>
        </p:nvSpPr>
        <p:spPr>
          <a:xfrm>
            <a:off x="6654802" y="4408541"/>
            <a:ext cx="570089" cy="230832"/>
          </a:xfrm>
          <a:prstGeom prst="rect">
            <a:avLst/>
          </a:prstGeom>
          <a:no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32EAEF64-0AD3-CE37-3891-4314CA4BBAA0}"/>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2D895887-BDBE-3125-976B-13416D9F5B4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089350FE-63B3-B2F2-E355-189D7529B883}"/>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E20B28AC-F307-C466-F507-6C4380343AF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B646889-9862-9620-E910-98391EFD7E1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EC30AF3-622B-F3F3-F7A5-3DF81B54372B}"/>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3BD3B2F7-24A3-0C83-CA01-6D3828F248E8}"/>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6634046D-A4BC-4DE1-5B88-FE0DE474564E}"/>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8D4572A3-3482-6CC8-55D2-5FAFE01C5023}"/>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9FA4CE03-485B-C304-EB6A-9E5A10D8FF0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31A5B5C2-B4FD-381F-15C2-EB305B145411}"/>
              </a:ext>
            </a:extLst>
          </p:cNvPr>
          <p:cNvSpPr txBox="1"/>
          <p:nvPr/>
        </p:nvSpPr>
        <p:spPr>
          <a:xfrm>
            <a:off x="3138310" y="3907597"/>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E8A56B0D-5E18-BE22-86A1-00743FB9B2FB}"/>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3" name="TextBox 52">
            <a:extLst>
              <a:ext uri="{FF2B5EF4-FFF2-40B4-BE49-F238E27FC236}">
                <a16:creationId xmlns:a16="http://schemas.microsoft.com/office/drawing/2014/main" id="{EF03F7BD-6894-63CA-32AF-43055B4D0263}"/>
              </a:ext>
            </a:extLst>
          </p:cNvPr>
          <p:cNvSpPr txBox="1"/>
          <p:nvPr/>
        </p:nvSpPr>
        <p:spPr>
          <a:xfrm>
            <a:off x="3138310" y="4909484"/>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D40C57BB-D2CE-74BE-876E-629909F70F97}"/>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C95454F4-A0DD-D4D2-969D-CAA5109FB768}"/>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DAA55E05-1CCB-579D-39DF-2A5F2791DC87}"/>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153AD257-4DF4-1BAD-C1B3-05295CD0892D}"/>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E83D7803-6F0E-7D3B-4BAD-9D8A412511CA}"/>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6BD28B4B-2BC6-7DEA-7F9B-4E5911FE706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09383C15-A78E-B30C-D949-4228D192A342}"/>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FB83FB4-B69A-50E7-A59C-9C54150BBABE}"/>
              </a:ext>
            </a:extLst>
          </p:cNvPr>
          <p:cNvSpPr txBox="1"/>
          <p:nvPr/>
        </p:nvSpPr>
        <p:spPr>
          <a:xfrm>
            <a:off x="4143022" y="2404765"/>
            <a:ext cx="570089" cy="230832"/>
          </a:xfrm>
          <a:prstGeom prst="rect">
            <a:avLst/>
          </a:prstGeom>
          <a:noFill/>
        </p:spPr>
        <p:txBody>
          <a:bodyPr wrap="square" rtlCol="0">
            <a:spAutoFit/>
          </a:bodyPr>
          <a:lstStyle/>
          <a:p>
            <a:pPr algn="ctr"/>
            <a:r>
              <a:rPr lang="en-US" sz="900" dirty="0"/>
              <a:t>37</a:t>
            </a:r>
          </a:p>
        </p:txBody>
      </p:sp>
      <p:sp>
        <p:nvSpPr>
          <p:cNvPr id="57" name="TextBox 56">
            <a:extLst>
              <a:ext uri="{FF2B5EF4-FFF2-40B4-BE49-F238E27FC236}">
                <a16:creationId xmlns:a16="http://schemas.microsoft.com/office/drawing/2014/main" id="{625EDED9-7228-72AA-7EC1-74DBB28ED4D5}"/>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2" name="TextBox 61">
            <a:extLst>
              <a:ext uri="{FF2B5EF4-FFF2-40B4-BE49-F238E27FC236}">
                <a16:creationId xmlns:a16="http://schemas.microsoft.com/office/drawing/2014/main" id="{19C48D4C-1652-D61C-C0C3-7E74DD08218D}"/>
              </a:ext>
            </a:extLst>
          </p:cNvPr>
          <p:cNvSpPr txBox="1"/>
          <p:nvPr/>
        </p:nvSpPr>
        <p:spPr>
          <a:xfrm>
            <a:off x="4143022"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87</a:t>
            </a:r>
          </a:p>
        </p:txBody>
      </p:sp>
      <p:sp>
        <p:nvSpPr>
          <p:cNvPr id="63" name="TextBox 62">
            <a:extLst>
              <a:ext uri="{FF2B5EF4-FFF2-40B4-BE49-F238E27FC236}">
                <a16:creationId xmlns:a16="http://schemas.microsoft.com/office/drawing/2014/main" id="{726BFD49-9041-DA0A-57E8-D43D14CCA8C4}"/>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B10F331E-96EA-3847-DCAB-54BF14CFCE3A}"/>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9F123712-C93A-0CA5-2465-CF8BCA3BACD8}"/>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8327AB2-2CB1-4025-4778-A7C6BF996CF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8C58A0D0-0567-2D12-2B2B-1515B84E1C61}"/>
              </a:ext>
            </a:extLst>
          </p:cNvPr>
          <p:cNvSpPr txBox="1"/>
          <p:nvPr/>
        </p:nvSpPr>
        <p:spPr>
          <a:xfrm>
            <a:off x="364066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78</a:t>
            </a:r>
          </a:p>
        </p:txBody>
      </p:sp>
      <p:sp>
        <p:nvSpPr>
          <p:cNvPr id="20" name="TextBox 19">
            <a:extLst>
              <a:ext uri="{FF2B5EF4-FFF2-40B4-BE49-F238E27FC236}">
                <a16:creationId xmlns:a16="http://schemas.microsoft.com/office/drawing/2014/main" id="{4815927E-CCC3-9525-5590-0DDEF3D15A8C}"/>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632036DD-DE31-BB4B-7FF1-3D8A98026119}"/>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D052DF01-033E-D79D-F90B-F939D75574DC}"/>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27E30A2-EED2-DAC5-D2DF-46551BD33A45}"/>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215F5C3A-7891-3D0A-7BF0-AD30CACF6E3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1236</a:t>
            </a:r>
          </a:p>
        </p:txBody>
      </p:sp>
      <p:sp>
        <p:nvSpPr>
          <p:cNvPr id="69" name="TextBox 68">
            <a:extLst>
              <a:ext uri="{FF2B5EF4-FFF2-40B4-BE49-F238E27FC236}">
                <a16:creationId xmlns:a16="http://schemas.microsoft.com/office/drawing/2014/main" id="{D8093221-9A98-4E39-87E8-915FB1CDE8E8}"/>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12367</a:t>
            </a:r>
          </a:p>
        </p:txBody>
      </p:sp>
      <p:sp>
        <p:nvSpPr>
          <p:cNvPr id="70" name="TextBox 69">
            <a:extLst>
              <a:ext uri="{FF2B5EF4-FFF2-40B4-BE49-F238E27FC236}">
                <a16:creationId xmlns:a16="http://schemas.microsoft.com/office/drawing/2014/main" id="{82CBC7B2-6251-9F56-1580-C04B61BCC15D}"/>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71" name="TextBox 70">
            <a:extLst>
              <a:ext uri="{FF2B5EF4-FFF2-40B4-BE49-F238E27FC236}">
                <a16:creationId xmlns:a16="http://schemas.microsoft.com/office/drawing/2014/main" id="{C8C403D5-45BE-3FBE-170D-3C20C14A2440}"/>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7A6BDA04-7C25-3D1C-26D4-FE3128079990}"/>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CC5EB305-A87F-4617-2C96-1256278FA695}"/>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717689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1640-C573-655E-62BB-23922616CD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4BC62D-1C33-B8D1-EE07-81DF7C8039DB}"/>
              </a:ext>
            </a:extLst>
          </p:cNvPr>
          <p:cNvSpPr>
            <a:spLocks noGrp="1"/>
          </p:cNvSpPr>
          <p:nvPr>
            <p:ph sz="half" idx="1"/>
          </p:nvPr>
        </p:nvSpPr>
        <p:spPr/>
        <p:txBody>
          <a:bodyPr>
            <a:normAutofit/>
          </a:bodyPr>
          <a:lstStyle/>
          <a:p>
            <a:r>
              <a:rPr lang="en-US" dirty="0"/>
              <a:t>Reduce. Note that [22 in 3] must be 679, rather than 589.</a:t>
            </a:r>
          </a:p>
        </p:txBody>
      </p:sp>
      <p:pic>
        <p:nvPicPr>
          <p:cNvPr id="4" name="Picture 3" descr="A grid of sudoku puzzle&#10;&#10;Description automatically generated">
            <a:extLst>
              <a:ext uri="{FF2B5EF4-FFF2-40B4-BE49-F238E27FC236}">
                <a16:creationId xmlns:a16="http://schemas.microsoft.com/office/drawing/2014/main" id="{31C234A3-9888-F13A-C848-9D2A216760D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83A2694-F697-C350-F050-A0EC1E5095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3D661FC-C576-E57C-626F-2DA733DD34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F132386-9707-955A-041A-74184904CB86}"/>
              </a:ext>
            </a:extLst>
          </p:cNvPr>
          <p:cNvPicPr>
            <a:picLocks noChangeAspect="1"/>
          </p:cNvPicPr>
          <p:nvPr/>
        </p:nvPicPr>
        <p:blipFill>
          <a:blip r:embed="rId6"/>
          <a:stretch>
            <a:fillRect/>
          </a:stretch>
        </p:blipFill>
        <p:spPr>
          <a:xfrm>
            <a:off x="4584700" y="2311400"/>
            <a:ext cx="0" cy="0"/>
          </a:xfrm>
          <a:prstGeom prst="rect">
            <a:avLst/>
          </a:prstGeom>
        </p:spPr>
      </p:pic>
      <p:sp>
        <p:nvSpPr>
          <p:cNvPr id="8" name="TextBox 7">
            <a:extLst>
              <a:ext uri="{FF2B5EF4-FFF2-40B4-BE49-F238E27FC236}">
                <a16:creationId xmlns:a16="http://schemas.microsoft.com/office/drawing/2014/main" id="{8B4E9C9B-D43D-02B7-8650-117CA4E214F6}"/>
              </a:ext>
            </a:extLst>
          </p:cNvPr>
          <p:cNvSpPr txBox="1"/>
          <p:nvPr/>
        </p:nvSpPr>
        <p:spPr>
          <a:xfrm>
            <a:off x="4143022" y="901933"/>
            <a:ext cx="570089" cy="230832"/>
          </a:xfrm>
          <a:prstGeom prst="rect">
            <a:avLst/>
          </a:prstGeom>
          <a:noFill/>
        </p:spPr>
        <p:txBody>
          <a:bodyPr wrap="square" rtlCol="0">
            <a:spAutoFit/>
          </a:bodyPr>
          <a:lstStyle/>
          <a:p>
            <a:pPr algn="ctr"/>
            <a:r>
              <a:rPr lang="en-US" sz="900" dirty="0"/>
              <a:t>65</a:t>
            </a:r>
          </a:p>
        </p:txBody>
      </p:sp>
      <p:sp>
        <p:nvSpPr>
          <p:cNvPr id="9" name="TextBox 8">
            <a:extLst>
              <a:ext uri="{FF2B5EF4-FFF2-40B4-BE49-F238E27FC236}">
                <a16:creationId xmlns:a16="http://schemas.microsoft.com/office/drawing/2014/main" id="{79AC54A4-8BE0-8A43-A1A1-8C24E6D76FD8}"/>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1" name="TextBox 10">
            <a:extLst>
              <a:ext uri="{FF2B5EF4-FFF2-40B4-BE49-F238E27FC236}">
                <a16:creationId xmlns:a16="http://schemas.microsoft.com/office/drawing/2014/main" id="{09B48160-4A46-B463-04A1-C20F4C21EB38}"/>
              </a:ext>
            </a:extLst>
          </p:cNvPr>
          <p:cNvSpPr txBox="1"/>
          <p:nvPr/>
        </p:nvSpPr>
        <p:spPr>
          <a:xfrm>
            <a:off x="7157158" y="901933"/>
            <a:ext cx="570089" cy="230832"/>
          </a:xfrm>
          <a:prstGeom prst="rect">
            <a:avLst/>
          </a:prstGeom>
          <a:noFill/>
        </p:spPr>
        <p:txBody>
          <a:bodyPr wrap="square" rtlCol="0">
            <a:spAutoFit/>
          </a:bodyPr>
          <a:lstStyle/>
          <a:p>
            <a:pPr algn="ctr"/>
            <a:r>
              <a:rPr lang="en-US" sz="900" dirty="0"/>
              <a:t>47</a:t>
            </a:r>
          </a:p>
        </p:txBody>
      </p:sp>
      <p:sp>
        <p:nvSpPr>
          <p:cNvPr id="12" name="TextBox 11">
            <a:extLst>
              <a:ext uri="{FF2B5EF4-FFF2-40B4-BE49-F238E27FC236}">
                <a16:creationId xmlns:a16="http://schemas.microsoft.com/office/drawing/2014/main" id="{AA1CAD30-B3E6-3B49-3752-B764829E64D3}"/>
              </a:ext>
            </a:extLst>
          </p:cNvPr>
          <p:cNvSpPr txBox="1"/>
          <p:nvPr/>
        </p:nvSpPr>
        <p:spPr>
          <a:xfrm>
            <a:off x="3138310" y="901933"/>
            <a:ext cx="570089" cy="230832"/>
          </a:xfrm>
          <a:prstGeom prst="rect">
            <a:avLst/>
          </a:prstGeom>
          <a:noFill/>
        </p:spPr>
        <p:txBody>
          <a:bodyPr wrap="square" rtlCol="0">
            <a:spAutoFit/>
          </a:bodyPr>
          <a:lstStyle/>
          <a:p>
            <a:pPr algn="ctr"/>
            <a:r>
              <a:rPr lang="en-US" sz="900" dirty="0"/>
              <a:t>3567</a:t>
            </a:r>
          </a:p>
        </p:txBody>
      </p:sp>
      <p:sp>
        <p:nvSpPr>
          <p:cNvPr id="15" name="TextBox 14">
            <a:extLst>
              <a:ext uri="{FF2B5EF4-FFF2-40B4-BE49-F238E27FC236}">
                <a16:creationId xmlns:a16="http://schemas.microsoft.com/office/drawing/2014/main" id="{E00DCE56-BA25-156A-91FB-FECECED6BC1D}"/>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7" name="TextBox 16">
            <a:extLst>
              <a:ext uri="{FF2B5EF4-FFF2-40B4-BE49-F238E27FC236}">
                <a16:creationId xmlns:a16="http://schemas.microsoft.com/office/drawing/2014/main" id="{E3AAD68C-CD7E-BAF9-6F51-AF084FA79149}"/>
              </a:ext>
            </a:extLst>
          </p:cNvPr>
          <p:cNvSpPr txBox="1"/>
          <p:nvPr/>
        </p:nvSpPr>
        <p:spPr>
          <a:xfrm>
            <a:off x="7157158" y="1402877"/>
            <a:ext cx="570089" cy="230832"/>
          </a:xfrm>
          <a:prstGeom prst="rect">
            <a:avLst/>
          </a:prstGeom>
          <a:noFill/>
        </p:spPr>
        <p:txBody>
          <a:bodyPr wrap="square" rtlCol="0">
            <a:spAutoFit/>
          </a:bodyPr>
          <a:lstStyle/>
          <a:p>
            <a:pPr algn="ctr"/>
            <a:r>
              <a:rPr lang="en-US" sz="900" dirty="0"/>
              <a:t>74</a:t>
            </a:r>
          </a:p>
        </p:txBody>
      </p:sp>
      <p:sp>
        <p:nvSpPr>
          <p:cNvPr id="18" name="TextBox 17">
            <a:extLst>
              <a:ext uri="{FF2B5EF4-FFF2-40B4-BE49-F238E27FC236}">
                <a16:creationId xmlns:a16="http://schemas.microsoft.com/office/drawing/2014/main" id="{E9A541E0-38E6-01E2-2315-12F7CA09C671}"/>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3567</a:t>
            </a:r>
          </a:p>
        </p:txBody>
      </p:sp>
      <p:sp>
        <p:nvSpPr>
          <p:cNvPr id="25" name="TextBox 24">
            <a:extLst>
              <a:ext uri="{FF2B5EF4-FFF2-40B4-BE49-F238E27FC236}">
                <a16:creationId xmlns:a16="http://schemas.microsoft.com/office/drawing/2014/main" id="{58A5C2D1-5D03-59E3-5027-1C2139AEF729}"/>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FE6C6FB2-55A8-A6E1-1996-6F75627BC470}"/>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B8D11B5A-B6E4-D579-90A8-CBCEA3933FEC}"/>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18E171F1-CBC1-0A0E-24EF-6E1A22B88FDA}"/>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6982EC35-3FEA-404B-C849-05EF344DB106}"/>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CA632341-F0EA-54DB-B638-FE59805D9D5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FD6253B-8084-D89B-C1B7-00C5239CE63B}"/>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A03C9E6F-AF33-FCF0-0ADE-F540AD1166C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73D2B95C-6B55-3D13-DCE6-47E3AFBBEE1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7BC58C9-574D-D825-A8AB-07C740B98F04}"/>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F3BCF82C-F619-8002-0320-E51093D7D3DB}"/>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98CEDD16-CFEF-3310-2AF4-D59D07D1CA9E}"/>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4" name="TextBox 33">
            <a:extLst>
              <a:ext uri="{FF2B5EF4-FFF2-40B4-BE49-F238E27FC236}">
                <a16:creationId xmlns:a16="http://schemas.microsoft.com/office/drawing/2014/main" id="{02DFEF74-AC84-4A10-D3CF-A00999FCE82B}"/>
              </a:ext>
            </a:extLst>
          </p:cNvPr>
          <p:cNvSpPr txBox="1"/>
          <p:nvPr/>
        </p:nvSpPr>
        <p:spPr>
          <a:xfrm>
            <a:off x="615244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76</a:t>
            </a:r>
          </a:p>
        </p:txBody>
      </p:sp>
      <p:sp>
        <p:nvSpPr>
          <p:cNvPr id="37" name="TextBox 36">
            <a:extLst>
              <a:ext uri="{FF2B5EF4-FFF2-40B4-BE49-F238E27FC236}">
                <a16:creationId xmlns:a16="http://schemas.microsoft.com/office/drawing/2014/main" id="{06D8A18A-EF8B-8F6D-E498-74710997DB3D}"/>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3906053F-411B-F351-F4AF-95B17CFFD414}"/>
              </a:ext>
            </a:extLst>
          </p:cNvPr>
          <p:cNvSpPr txBox="1"/>
          <p:nvPr/>
        </p:nvSpPr>
        <p:spPr>
          <a:xfrm>
            <a:off x="615244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67</a:t>
            </a:r>
          </a:p>
        </p:txBody>
      </p:sp>
      <p:sp>
        <p:nvSpPr>
          <p:cNvPr id="39" name="TextBox 38">
            <a:extLst>
              <a:ext uri="{FF2B5EF4-FFF2-40B4-BE49-F238E27FC236}">
                <a16:creationId xmlns:a16="http://schemas.microsoft.com/office/drawing/2014/main" id="{BBF4B10A-77F0-5A69-9061-C24EDE3D7A9A}"/>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D81E5745-F225-A892-8CAF-7792106C5974}"/>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8D738085-2DE2-6C14-F421-04CB76BE05B0}"/>
              </a:ext>
            </a:extLst>
          </p:cNvPr>
          <p:cNvSpPr txBox="1"/>
          <p:nvPr/>
        </p:nvSpPr>
        <p:spPr>
          <a:xfrm>
            <a:off x="6654802"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76</a:t>
            </a:r>
          </a:p>
        </p:txBody>
      </p:sp>
      <p:sp>
        <p:nvSpPr>
          <p:cNvPr id="42" name="TextBox 41">
            <a:extLst>
              <a:ext uri="{FF2B5EF4-FFF2-40B4-BE49-F238E27FC236}">
                <a16:creationId xmlns:a16="http://schemas.microsoft.com/office/drawing/2014/main" id="{53674C98-06FA-58B9-68D1-A6803203B1ED}"/>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11F25EC5-EB0F-3DE6-B8BF-680C6A8938F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3E4AE480-C89D-F7C2-34DA-DEF85C73DAA7}"/>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E99C1AE1-B2B6-CE39-02C8-24E9F5F7D6CB}"/>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FA7A238-5F7D-A9A8-FB17-D471ADAD3A3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BCB3746-1894-3B34-CB99-B42203BC589E}"/>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43" name="TextBox 42">
            <a:extLst>
              <a:ext uri="{FF2B5EF4-FFF2-40B4-BE49-F238E27FC236}">
                <a16:creationId xmlns:a16="http://schemas.microsoft.com/office/drawing/2014/main" id="{15E40FD1-8496-D7C3-1D98-81CA180F2765}"/>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8" name="TextBox 47">
            <a:extLst>
              <a:ext uri="{FF2B5EF4-FFF2-40B4-BE49-F238E27FC236}">
                <a16:creationId xmlns:a16="http://schemas.microsoft.com/office/drawing/2014/main" id="{4CDCB1F7-400C-D914-55FF-1C94D618A320}"/>
              </a:ext>
            </a:extLst>
          </p:cNvPr>
          <p:cNvSpPr txBox="1"/>
          <p:nvPr/>
        </p:nvSpPr>
        <p:spPr>
          <a:xfrm>
            <a:off x="4143022" y="4909484"/>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8C136D3D-686D-C679-E928-167142AB1EA3}"/>
              </a:ext>
            </a:extLst>
          </p:cNvPr>
          <p:cNvSpPr txBox="1"/>
          <p:nvPr/>
        </p:nvSpPr>
        <p:spPr>
          <a:xfrm>
            <a:off x="4645378" y="4909484"/>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72D819DA-830D-BBCB-45BE-2DDED00BF90E}"/>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42195293-D699-C39C-FE0E-3DA2A52D6DA5}"/>
              </a:ext>
            </a:extLst>
          </p:cNvPr>
          <p:cNvSpPr txBox="1"/>
          <p:nvPr/>
        </p:nvSpPr>
        <p:spPr>
          <a:xfrm>
            <a:off x="3138310" y="3907597"/>
            <a:ext cx="570089" cy="230832"/>
          </a:xfrm>
          <a:prstGeom prst="rect">
            <a:avLst/>
          </a:prstGeom>
          <a:noFill/>
        </p:spPr>
        <p:txBody>
          <a:bodyPr wrap="square" rtlCol="0">
            <a:spAutoFit/>
          </a:bodyPr>
          <a:lstStyle/>
          <a:p>
            <a:pPr algn="ctr"/>
            <a:r>
              <a:rPr lang="en-US" sz="900" dirty="0"/>
              <a:t>679</a:t>
            </a:r>
          </a:p>
        </p:txBody>
      </p:sp>
      <p:sp>
        <p:nvSpPr>
          <p:cNvPr id="52" name="TextBox 51">
            <a:extLst>
              <a:ext uri="{FF2B5EF4-FFF2-40B4-BE49-F238E27FC236}">
                <a16:creationId xmlns:a16="http://schemas.microsoft.com/office/drawing/2014/main" id="{FBDFB2FC-DF1B-F55E-B7F8-12B326C00F46}"/>
              </a:ext>
            </a:extLst>
          </p:cNvPr>
          <p:cNvSpPr txBox="1"/>
          <p:nvPr/>
        </p:nvSpPr>
        <p:spPr>
          <a:xfrm>
            <a:off x="3138310" y="4408541"/>
            <a:ext cx="570089" cy="230832"/>
          </a:xfrm>
          <a:prstGeom prst="rect">
            <a:avLst/>
          </a:prstGeom>
          <a:noFill/>
        </p:spPr>
        <p:txBody>
          <a:bodyPr wrap="square" rtlCol="0">
            <a:spAutoFit/>
          </a:bodyPr>
          <a:lstStyle/>
          <a:p>
            <a:pPr algn="ctr"/>
            <a:r>
              <a:rPr lang="en-US" sz="900" dirty="0"/>
              <a:t>679</a:t>
            </a:r>
          </a:p>
        </p:txBody>
      </p:sp>
      <p:sp>
        <p:nvSpPr>
          <p:cNvPr id="53" name="TextBox 52">
            <a:extLst>
              <a:ext uri="{FF2B5EF4-FFF2-40B4-BE49-F238E27FC236}">
                <a16:creationId xmlns:a16="http://schemas.microsoft.com/office/drawing/2014/main" id="{E061C163-5B04-DFAB-FF70-A60862C39DED}"/>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54" name="TextBox 53">
            <a:extLst>
              <a:ext uri="{FF2B5EF4-FFF2-40B4-BE49-F238E27FC236}">
                <a16:creationId xmlns:a16="http://schemas.microsoft.com/office/drawing/2014/main" id="{FFECB480-4520-5EFB-4CBD-85B574693186}"/>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3F21AD54-1A44-6C17-4F33-E7888452598B}"/>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569DD742-3B49-8628-FA58-314B6A071256}"/>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D767ABD1-A4C7-FB81-C405-FAF770B40F70}"/>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212F647D-E82C-90AC-234C-B25D85CF99D8}"/>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DC32FA71-994B-3920-E4F1-5035532F319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D56CFA11-A938-0C97-142E-E598B0C3E16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4588CAE-966D-C531-90CD-96BC40974DBC}"/>
              </a:ext>
            </a:extLst>
          </p:cNvPr>
          <p:cNvSpPr txBox="1"/>
          <p:nvPr/>
        </p:nvSpPr>
        <p:spPr>
          <a:xfrm>
            <a:off x="4143022" y="2404765"/>
            <a:ext cx="570089" cy="230832"/>
          </a:xfrm>
          <a:prstGeom prst="rect">
            <a:avLst/>
          </a:prstGeom>
          <a:noFill/>
        </p:spPr>
        <p:txBody>
          <a:bodyPr wrap="square" rtlCol="0">
            <a:spAutoFit/>
          </a:bodyPr>
          <a:lstStyle/>
          <a:p>
            <a:pPr algn="ctr"/>
            <a:r>
              <a:rPr lang="en-US" sz="900" dirty="0"/>
              <a:t>37</a:t>
            </a:r>
          </a:p>
        </p:txBody>
      </p:sp>
      <p:sp>
        <p:nvSpPr>
          <p:cNvPr id="57" name="TextBox 56">
            <a:extLst>
              <a:ext uri="{FF2B5EF4-FFF2-40B4-BE49-F238E27FC236}">
                <a16:creationId xmlns:a16="http://schemas.microsoft.com/office/drawing/2014/main" id="{B63E9C0A-A357-0FA7-8CB9-B4698FBD7BFF}"/>
              </a:ext>
            </a:extLst>
          </p:cNvPr>
          <p:cNvSpPr txBox="1"/>
          <p:nvPr/>
        </p:nvSpPr>
        <p:spPr>
          <a:xfrm>
            <a:off x="4143022" y="2905709"/>
            <a:ext cx="570089" cy="230832"/>
          </a:xfrm>
          <a:prstGeom prst="rect">
            <a:avLst/>
          </a:prstGeom>
          <a:noFill/>
        </p:spPr>
        <p:txBody>
          <a:bodyPr wrap="square" rtlCol="0">
            <a:spAutoFit/>
          </a:bodyPr>
          <a:lstStyle/>
          <a:p>
            <a:pPr algn="ctr"/>
            <a:r>
              <a:rPr lang="en-US" sz="900" dirty="0"/>
              <a:t>378</a:t>
            </a:r>
          </a:p>
        </p:txBody>
      </p:sp>
      <p:sp>
        <p:nvSpPr>
          <p:cNvPr id="63" name="TextBox 62">
            <a:extLst>
              <a:ext uri="{FF2B5EF4-FFF2-40B4-BE49-F238E27FC236}">
                <a16:creationId xmlns:a16="http://schemas.microsoft.com/office/drawing/2014/main" id="{AE939A99-C4CA-C953-D345-42F809D3E660}"/>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47907994-A18C-4EA5-9DA9-6366225ADB14}"/>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95884E6A-D40A-46DF-7C4C-D3990481156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CF40D014-817C-4F64-1A6D-854C1CE4002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659C2C71-2FAF-AA8F-0F9D-EF0F14F3E153}"/>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020187CA-A802-7720-A260-4DAA2C758625}"/>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0B2A1569-3DA0-DD18-E219-5A518E7F62C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0BC84FD-A937-A6E7-F4F0-D3CA111142DB}"/>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C15D1A1B-58FD-DC79-83DA-C7EF5053268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1236</a:t>
            </a:r>
          </a:p>
        </p:txBody>
      </p:sp>
      <p:sp>
        <p:nvSpPr>
          <p:cNvPr id="69" name="TextBox 68">
            <a:extLst>
              <a:ext uri="{FF2B5EF4-FFF2-40B4-BE49-F238E27FC236}">
                <a16:creationId xmlns:a16="http://schemas.microsoft.com/office/drawing/2014/main" id="{37085FEC-2565-4494-DAFA-89597209A70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12367</a:t>
            </a:r>
          </a:p>
        </p:txBody>
      </p:sp>
      <p:sp>
        <p:nvSpPr>
          <p:cNvPr id="70" name="TextBox 69">
            <a:extLst>
              <a:ext uri="{FF2B5EF4-FFF2-40B4-BE49-F238E27FC236}">
                <a16:creationId xmlns:a16="http://schemas.microsoft.com/office/drawing/2014/main" id="{CB58919E-C500-51CC-6799-E5C7070BA3D2}"/>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71" name="TextBox 70">
            <a:extLst>
              <a:ext uri="{FF2B5EF4-FFF2-40B4-BE49-F238E27FC236}">
                <a16:creationId xmlns:a16="http://schemas.microsoft.com/office/drawing/2014/main" id="{906763D7-6CC3-24DC-F663-7A904D88E24D}"/>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8EF0758-F16C-1D89-1DF2-5F08A90D978E}"/>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354FCC0-C131-8E6A-4270-2D42AFB6ABA4}"/>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9BD488BB-D655-2ED1-D338-927FD620E183}"/>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8B155AD-A9F0-EF55-68A0-F48DE9016BB9}"/>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B890E44-E5D9-B0D5-EB67-7A821FEF3AF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152851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74A99-EA0A-54FA-4948-151BC36675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5E82B5-088F-4902-1A8B-41F5E733539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D19CF55-8546-4509-6ACF-19E978304EE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8DD2FD-E872-3AF3-4A3D-75433B6DFBC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5517898-ACBA-67BA-8845-81820FE6DF0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236CFE-CC52-17C1-A9AE-3A1DD86640E6}"/>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4FEB3337-0BD2-A69C-C793-C01528DCA81B}"/>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02743EFF-B05E-EF87-0C3F-EBD8C1EC21E7}"/>
              </a:ext>
            </a:extLst>
          </p:cNvPr>
          <p:cNvSpPr txBox="1"/>
          <p:nvPr/>
        </p:nvSpPr>
        <p:spPr>
          <a:xfrm>
            <a:off x="3138310" y="901933"/>
            <a:ext cx="570089" cy="230832"/>
          </a:xfrm>
          <a:prstGeom prst="rect">
            <a:avLst/>
          </a:prstGeom>
          <a:noFill/>
        </p:spPr>
        <p:txBody>
          <a:bodyPr wrap="square" rtlCol="0">
            <a:spAutoFit/>
          </a:bodyPr>
          <a:lstStyle/>
          <a:p>
            <a:pPr algn="ctr"/>
            <a:r>
              <a:rPr lang="en-US" sz="900" dirty="0"/>
              <a:t>356</a:t>
            </a:r>
          </a:p>
        </p:txBody>
      </p:sp>
      <p:sp>
        <p:nvSpPr>
          <p:cNvPr id="15" name="TextBox 14">
            <a:extLst>
              <a:ext uri="{FF2B5EF4-FFF2-40B4-BE49-F238E27FC236}">
                <a16:creationId xmlns:a16="http://schemas.microsoft.com/office/drawing/2014/main" id="{D5792DB7-31CC-DD3D-5E0B-949453D94D50}"/>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AEC9F710-1960-48C9-A532-7E557CFF0721}"/>
              </a:ext>
            </a:extLst>
          </p:cNvPr>
          <p:cNvSpPr txBox="1"/>
          <p:nvPr/>
        </p:nvSpPr>
        <p:spPr>
          <a:xfrm>
            <a:off x="3138310" y="1402877"/>
            <a:ext cx="570089" cy="230832"/>
          </a:xfrm>
          <a:prstGeom prst="rect">
            <a:avLst/>
          </a:prstGeom>
          <a:noFill/>
        </p:spPr>
        <p:txBody>
          <a:bodyPr wrap="square" rtlCol="0">
            <a:spAutoFit/>
          </a:bodyPr>
          <a:lstStyle/>
          <a:p>
            <a:pPr algn="ctr"/>
            <a:r>
              <a:rPr lang="en-US" sz="900" dirty="0"/>
              <a:t>356</a:t>
            </a:r>
          </a:p>
        </p:txBody>
      </p:sp>
      <p:sp>
        <p:nvSpPr>
          <p:cNvPr id="25" name="TextBox 24">
            <a:extLst>
              <a:ext uri="{FF2B5EF4-FFF2-40B4-BE49-F238E27FC236}">
                <a16:creationId xmlns:a16="http://schemas.microsoft.com/office/drawing/2014/main" id="{01CE81A9-5C0D-8B38-7E0E-C9C8DE7D318A}"/>
              </a:ext>
            </a:extLst>
          </p:cNvPr>
          <p:cNvSpPr txBox="1"/>
          <p:nvPr/>
        </p:nvSpPr>
        <p:spPr>
          <a:xfrm>
            <a:off x="4645378" y="1903821"/>
            <a:ext cx="570089" cy="230832"/>
          </a:xfrm>
          <a:prstGeom prst="rect">
            <a:avLst/>
          </a:prstGeom>
          <a:noFill/>
        </p:spPr>
        <p:txBody>
          <a:bodyPr wrap="square" rtlCol="0">
            <a:spAutoFit/>
          </a:bodyPr>
          <a:lstStyle/>
          <a:p>
            <a:pPr algn="ctr"/>
            <a:r>
              <a:rPr lang="en-US" sz="900" dirty="0"/>
              <a:t>59</a:t>
            </a:r>
          </a:p>
        </p:txBody>
      </p:sp>
      <p:sp>
        <p:nvSpPr>
          <p:cNvPr id="26" name="TextBox 25">
            <a:extLst>
              <a:ext uri="{FF2B5EF4-FFF2-40B4-BE49-F238E27FC236}">
                <a16:creationId xmlns:a16="http://schemas.microsoft.com/office/drawing/2014/main" id="{A889834E-32A8-2AA9-B950-997AF6F1CBA7}"/>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11B8C027-2309-9952-EF6F-49414FCB53DE}"/>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81B5025D-3FD5-BF77-71C8-3DC6DC9CED90}"/>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30A2D846-63BF-7D69-F600-9CBF8B3F4948}"/>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89A93BF4-12DB-3678-7F1D-C719CFD55D6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3E84D10-F3B7-A691-ACD8-30B1E6EEA90A}"/>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9DFD4E45-C826-25AD-6A13-1ABEE7287CD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9E845EC-3430-7D70-7320-B149C5D7E1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224C008-F1E1-7B65-480E-F766BF31B307}"/>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50892267-2086-EB6E-B6CC-1AF0CB5D2769}"/>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3F3A6CE2-81EF-1BBA-0105-82B02EA4478F}"/>
              </a:ext>
            </a:extLst>
          </p:cNvPr>
          <p:cNvSpPr txBox="1"/>
          <p:nvPr/>
        </p:nvSpPr>
        <p:spPr>
          <a:xfrm>
            <a:off x="7157158" y="4909484"/>
            <a:ext cx="570089" cy="230832"/>
          </a:xfrm>
          <a:prstGeom prst="rect">
            <a:avLst/>
          </a:prstGeom>
          <a:noFill/>
        </p:spPr>
        <p:txBody>
          <a:bodyPr wrap="square" rtlCol="0">
            <a:spAutoFit/>
          </a:bodyPr>
          <a:lstStyle/>
          <a:p>
            <a:pPr algn="ctr"/>
            <a:r>
              <a:rPr lang="en-US" sz="900" dirty="0"/>
              <a:t>159</a:t>
            </a:r>
          </a:p>
        </p:txBody>
      </p:sp>
      <p:sp>
        <p:nvSpPr>
          <p:cNvPr id="37" name="TextBox 36">
            <a:extLst>
              <a:ext uri="{FF2B5EF4-FFF2-40B4-BE49-F238E27FC236}">
                <a16:creationId xmlns:a16="http://schemas.microsoft.com/office/drawing/2014/main" id="{7E57A0EA-3F4F-D030-9B91-1C2C30065CA5}"/>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917B6F13-B5FC-1725-A094-A38290474CB4}"/>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6DF18B2E-6C10-A8A3-1198-D932087ED8E0}"/>
              </a:ext>
            </a:extLst>
          </p:cNvPr>
          <p:cNvSpPr txBox="1"/>
          <p:nvPr/>
        </p:nvSpPr>
        <p:spPr>
          <a:xfrm>
            <a:off x="6654802" y="3907597"/>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34E03C28-C111-9C3B-DBAE-EED726E9C021}"/>
              </a:ext>
            </a:extLst>
          </p:cNvPr>
          <p:cNvSpPr txBox="1"/>
          <p:nvPr/>
        </p:nvSpPr>
        <p:spPr>
          <a:xfrm>
            <a:off x="6654802" y="490948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FF9F5409-2DB5-DF9B-BA8E-F609ABCD163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D28FF39B-4C73-F852-8406-B049074A8DAE}"/>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E51E8C5A-4DDC-0E11-100D-41446CA1626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5147054-EDC6-C63E-4992-EECA2E9BEDF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09E6D950-BF02-F482-F836-E3E4A9330C5B}"/>
              </a:ext>
            </a:extLst>
          </p:cNvPr>
          <p:cNvSpPr txBox="1"/>
          <p:nvPr/>
        </p:nvSpPr>
        <p:spPr>
          <a:xfrm>
            <a:off x="4645378" y="4408541"/>
            <a:ext cx="570089" cy="230832"/>
          </a:xfrm>
          <a:prstGeom prst="rect">
            <a:avLst/>
          </a:prstGeom>
          <a:noFill/>
        </p:spPr>
        <p:txBody>
          <a:bodyPr wrap="square" rtlCol="0">
            <a:spAutoFit/>
          </a:bodyPr>
          <a:lstStyle/>
          <a:p>
            <a:pPr algn="ctr"/>
            <a:r>
              <a:rPr lang="en-US" sz="900" dirty="0"/>
              <a:t>79</a:t>
            </a:r>
          </a:p>
        </p:txBody>
      </p:sp>
      <p:sp>
        <p:nvSpPr>
          <p:cNvPr id="43" name="TextBox 42">
            <a:extLst>
              <a:ext uri="{FF2B5EF4-FFF2-40B4-BE49-F238E27FC236}">
                <a16:creationId xmlns:a16="http://schemas.microsoft.com/office/drawing/2014/main" id="{1FA716CA-430F-4EB3-BE62-58AD782CD970}"/>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49" name="TextBox 48">
            <a:extLst>
              <a:ext uri="{FF2B5EF4-FFF2-40B4-BE49-F238E27FC236}">
                <a16:creationId xmlns:a16="http://schemas.microsoft.com/office/drawing/2014/main" id="{12BD7DDC-436B-2A8C-8567-A51C9CF3790B}"/>
              </a:ext>
            </a:extLst>
          </p:cNvPr>
          <p:cNvSpPr txBox="1"/>
          <p:nvPr/>
        </p:nvSpPr>
        <p:spPr>
          <a:xfrm>
            <a:off x="4645378" y="4909484"/>
            <a:ext cx="570089" cy="230832"/>
          </a:xfrm>
          <a:prstGeom prst="rect">
            <a:avLst/>
          </a:prstGeom>
          <a:noFill/>
        </p:spPr>
        <p:txBody>
          <a:bodyPr wrap="square" rtlCol="0">
            <a:spAutoFit/>
          </a:bodyPr>
          <a:lstStyle/>
          <a:p>
            <a:pPr algn="ctr"/>
            <a:r>
              <a:rPr lang="en-US" sz="900" dirty="0"/>
              <a:t>97</a:t>
            </a:r>
          </a:p>
        </p:txBody>
      </p:sp>
      <p:sp>
        <p:nvSpPr>
          <p:cNvPr id="50" name="TextBox 49">
            <a:extLst>
              <a:ext uri="{FF2B5EF4-FFF2-40B4-BE49-F238E27FC236}">
                <a16:creationId xmlns:a16="http://schemas.microsoft.com/office/drawing/2014/main" id="{3E5EB73F-CA43-A89D-9EF2-14704C535461}"/>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897EBAA9-245A-3818-8986-C54CA2C5BD3D}"/>
              </a:ext>
            </a:extLst>
          </p:cNvPr>
          <p:cNvSpPr txBox="1"/>
          <p:nvPr/>
        </p:nvSpPr>
        <p:spPr>
          <a:xfrm>
            <a:off x="3138310" y="3907597"/>
            <a:ext cx="570089" cy="230832"/>
          </a:xfrm>
          <a:prstGeom prst="rect">
            <a:avLst/>
          </a:prstGeom>
          <a:noFill/>
        </p:spPr>
        <p:txBody>
          <a:bodyPr wrap="square" rtlCol="0">
            <a:spAutoFit/>
          </a:bodyPr>
          <a:lstStyle/>
          <a:p>
            <a:pPr algn="ctr"/>
            <a:r>
              <a:rPr lang="en-US" sz="900" dirty="0"/>
              <a:t>679</a:t>
            </a:r>
          </a:p>
        </p:txBody>
      </p:sp>
      <p:sp>
        <p:nvSpPr>
          <p:cNvPr id="52" name="TextBox 51">
            <a:extLst>
              <a:ext uri="{FF2B5EF4-FFF2-40B4-BE49-F238E27FC236}">
                <a16:creationId xmlns:a16="http://schemas.microsoft.com/office/drawing/2014/main" id="{B4B8DEE3-94AA-AB07-1E77-68F20A2BC7C6}"/>
              </a:ext>
            </a:extLst>
          </p:cNvPr>
          <p:cNvSpPr txBox="1"/>
          <p:nvPr/>
        </p:nvSpPr>
        <p:spPr>
          <a:xfrm>
            <a:off x="3138310" y="4408541"/>
            <a:ext cx="570089" cy="230832"/>
          </a:xfrm>
          <a:prstGeom prst="rect">
            <a:avLst/>
          </a:prstGeom>
          <a:noFill/>
        </p:spPr>
        <p:txBody>
          <a:bodyPr wrap="square" rtlCol="0">
            <a:spAutoFit/>
          </a:bodyPr>
          <a:lstStyle/>
          <a:p>
            <a:pPr algn="ctr"/>
            <a:r>
              <a:rPr lang="en-US" sz="900" dirty="0"/>
              <a:t>679</a:t>
            </a:r>
          </a:p>
        </p:txBody>
      </p:sp>
      <p:sp>
        <p:nvSpPr>
          <p:cNvPr id="53" name="TextBox 52">
            <a:extLst>
              <a:ext uri="{FF2B5EF4-FFF2-40B4-BE49-F238E27FC236}">
                <a16:creationId xmlns:a16="http://schemas.microsoft.com/office/drawing/2014/main" id="{9CC213FD-DAD6-66D7-6C71-CE7648979C84}"/>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54" name="TextBox 53">
            <a:extLst>
              <a:ext uri="{FF2B5EF4-FFF2-40B4-BE49-F238E27FC236}">
                <a16:creationId xmlns:a16="http://schemas.microsoft.com/office/drawing/2014/main" id="{38399720-7893-3E9E-472C-8E6C3E527E27}"/>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9E711991-7A7A-04C3-9529-E73FD700104F}"/>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FB60F3D1-3752-86E7-8715-BFD30CD2C5B1}"/>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58" name="TextBox 57">
            <a:extLst>
              <a:ext uri="{FF2B5EF4-FFF2-40B4-BE49-F238E27FC236}">
                <a16:creationId xmlns:a16="http://schemas.microsoft.com/office/drawing/2014/main" id="{27C618A1-47EE-B14A-B3BE-888010723DE3}"/>
              </a:ext>
            </a:extLst>
          </p:cNvPr>
          <p:cNvSpPr txBox="1"/>
          <p:nvPr/>
        </p:nvSpPr>
        <p:spPr>
          <a:xfrm>
            <a:off x="3640666" y="2905709"/>
            <a:ext cx="570089" cy="230832"/>
          </a:xfrm>
          <a:prstGeom prst="rect">
            <a:avLst/>
          </a:prstGeom>
          <a:noFill/>
        </p:spPr>
        <p:txBody>
          <a:bodyPr wrap="square" rtlCol="0">
            <a:spAutoFit/>
          </a:bodyPr>
          <a:lstStyle/>
          <a:p>
            <a:pPr algn="ctr"/>
            <a:r>
              <a:rPr lang="en-US" sz="900" dirty="0"/>
              <a:t>56</a:t>
            </a:r>
          </a:p>
        </p:txBody>
      </p:sp>
      <p:sp>
        <p:nvSpPr>
          <p:cNvPr id="59" name="TextBox 58">
            <a:extLst>
              <a:ext uri="{FF2B5EF4-FFF2-40B4-BE49-F238E27FC236}">
                <a16:creationId xmlns:a16="http://schemas.microsoft.com/office/drawing/2014/main" id="{CEA12331-0994-0633-AA05-3FC199FA4B93}"/>
              </a:ext>
            </a:extLst>
          </p:cNvPr>
          <p:cNvSpPr txBox="1"/>
          <p:nvPr/>
        </p:nvSpPr>
        <p:spPr>
          <a:xfrm>
            <a:off x="3640666" y="3406653"/>
            <a:ext cx="570089" cy="230832"/>
          </a:xfrm>
          <a:prstGeom prst="rect">
            <a:avLst/>
          </a:prstGeom>
          <a:noFill/>
        </p:spPr>
        <p:txBody>
          <a:bodyPr wrap="square" rtlCol="0">
            <a:spAutoFit/>
          </a:bodyPr>
          <a:lstStyle/>
          <a:p>
            <a:pPr algn="ctr"/>
            <a:r>
              <a:rPr lang="en-US" sz="900" dirty="0"/>
              <a:t>65</a:t>
            </a:r>
          </a:p>
        </p:txBody>
      </p:sp>
      <p:sp>
        <p:nvSpPr>
          <p:cNvPr id="60" name="TextBox 59">
            <a:extLst>
              <a:ext uri="{FF2B5EF4-FFF2-40B4-BE49-F238E27FC236}">
                <a16:creationId xmlns:a16="http://schemas.microsoft.com/office/drawing/2014/main" id="{3C088469-27E3-5A6A-36AB-378D60BAAF3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B4F21C10-DE32-3CE0-A219-4409A146CF83}"/>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ED48AF3-7953-B709-AA44-C15350E73395}"/>
              </a:ext>
            </a:extLst>
          </p:cNvPr>
          <p:cNvSpPr txBox="1"/>
          <p:nvPr/>
        </p:nvSpPr>
        <p:spPr>
          <a:xfrm>
            <a:off x="4143022" y="2905709"/>
            <a:ext cx="570089" cy="230832"/>
          </a:xfrm>
          <a:prstGeom prst="rect">
            <a:avLst/>
          </a:prstGeom>
          <a:noFill/>
        </p:spPr>
        <p:txBody>
          <a:bodyPr wrap="square" rtlCol="0">
            <a:spAutoFit/>
          </a:bodyPr>
          <a:lstStyle/>
          <a:p>
            <a:pPr algn="ctr"/>
            <a:r>
              <a:rPr lang="en-US" sz="900" dirty="0"/>
              <a:t>38</a:t>
            </a:r>
          </a:p>
        </p:txBody>
      </p:sp>
      <p:sp>
        <p:nvSpPr>
          <p:cNvPr id="63" name="TextBox 62">
            <a:extLst>
              <a:ext uri="{FF2B5EF4-FFF2-40B4-BE49-F238E27FC236}">
                <a16:creationId xmlns:a16="http://schemas.microsoft.com/office/drawing/2014/main" id="{9C699B9B-48C7-8715-4A5A-DE6465FBB08E}"/>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C2D80F29-E0B7-196D-43D5-4FB45CFB21A2}"/>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00392C80-913A-11CB-D977-475A873087FB}"/>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0AB1944B-606A-936C-DBEB-B3C6E77BF01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7E687B7E-3086-5356-AEB9-BF0E2925ECFF}"/>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55C57807-9C69-9999-0C97-D447EB339ECD}"/>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CF45B744-1509-F7EA-4FD4-BFC0C30786C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4CA27B1-5DFE-C685-5D82-C6972D473AA9}"/>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793E195A-5078-41C8-A25E-C0ED6823CD5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1236</a:t>
            </a:r>
          </a:p>
        </p:txBody>
      </p:sp>
      <p:sp>
        <p:nvSpPr>
          <p:cNvPr id="69" name="TextBox 68">
            <a:extLst>
              <a:ext uri="{FF2B5EF4-FFF2-40B4-BE49-F238E27FC236}">
                <a16:creationId xmlns:a16="http://schemas.microsoft.com/office/drawing/2014/main" id="{302E48C0-2ECF-2C51-51CA-52B31E93686F}"/>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12367</a:t>
            </a:r>
          </a:p>
        </p:txBody>
      </p:sp>
      <p:sp>
        <p:nvSpPr>
          <p:cNvPr id="70" name="TextBox 69">
            <a:extLst>
              <a:ext uri="{FF2B5EF4-FFF2-40B4-BE49-F238E27FC236}">
                <a16:creationId xmlns:a16="http://schemas.microsoft.com/office/drawing/2014/main" id="{A8BC6B75-127B-A739-E562-F0018DFCBD96}"/>
              </a:ext>
            </a:extLst>
          </p:cNvPr>
          <p:cNvSpPr txBox="1"/>
          <p:nvPr/>
        </p:nvSpPr>
        <p:spPr>
          <a:xfrm>
            <a:off x="5650090" y="2404765"/>
            <a:ext cx="570089" cy="230832"/>
          </a:xfrm>
          <a:prstGeom prst="rect">
            <a:avLst/>
          </a:prstGeom>
          <a:noFill/>
        </p:spPr>
        <p:txBody>
          <a:bodyPr wrap="square" rtlCol="0">
            <a:spAutoFit/>
          </a:bodyPr>
          <a:lstStyle/>
          <a:p>
            <a:pPr algn="ctr"/>
            <a:r>
              <a:rPr lang="en-US" sz="900" dirty="0"/>
              <a:t>267</a:t>
            </a:r>
          </a:p>
        </p:txBody>
      </p:sp>
      <p:sp>
        <p:nvSpPr>
          <p:cNvPr id="71" name="TextBox 70">
            <a:extLst>
              <a:ext uri="{FF2B5EF4-FFF2-40B4-BE49-F238E27FC236}">
                <a16:creationId xmlns:a16="http://schemas.microsoft.com/office/drawing/2014/main" id="{60F78211-B9C1-4B1A-7789-1A69A0953B2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A8D7294-5290-322B-98FD-E009CEDEE56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73239964-F085-A632-95E1-D9E95E7A5F2D}"/>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054E63B9-49CF-2AD0-73C1-3CEA9A31728D}"/>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246D4C9-FB0C-6D55-3420-FEBB380F604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C5553A4-5081-B36A-DF5F-3EB9779D545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823802A-810E-F965-A191-07A9484E8B6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0CFF0FD-A8FD-216E-CE95-14562B86B141}"/>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1D570BFE-8ED0-9559-85A0-231D9BF06479}"/>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64836B6F-F7CA-7252-9F32-60BC45AF4B37}"/>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78141CFF-F3D2-B271-CEF5-58DE89F3874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1D88202B-D8B7-B3F7-8E48-8E23F53A0B8B}"/>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9A1E65DF-9FB0-A657-0DE0-76A184AE0E4B}"/>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A23276B3-DC45-6971-65B6-75065DA7FED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0020647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A74E2-3C7B-F43B-EF83-1F5E46AF8D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41BC44-7AB9-ECE3-B419-5168C99F087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E4D88AD-DB7E-E9EC-BC7F-2E823AC65E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270BA0B-957E-19C4-485C-2F879BF1EA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AC143B8-9268-1FAF-1703-6EB79266F7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6C65FA3-1113-34EF-626D-A49BCA75A5B6}"/>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97A37186-054B-2B4F-26D3-6E556BF10D8D}"/>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D6DE6198-01E1-AB9F-CDA6-F07D4A3BD7C4}"/>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6B2AD1C4-34A5-BEC6-40CE-4D0460C6B217}"/>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D8612A2E-B398-B8F9-98B3-193D37DEC64A}"/>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65257768-703B-6703-EB50-EFC0B776E4A1}"/>
              </a:ext>
            </a:extLst>
          </p:cNvPr>
          <p:cNvSpPr txBox="1"/>
          <p:nvPr/>
        </p:nvSpPr>
        <p:spPr>
          <a:xfrm>
            <a:off x="5147734" y="1903821"/>
            <a:ext cx="570089" cy="230832"/>
          </a:xfrm>
          <a:prstGeom prst="rect">
            <a:avLst/>
          </a:prstGeom>
          <a:noFill/>
        </p:spPr>
        <p:txBody>
          <a:bodyPr wrap="square" rtlCol="0">
            <a:spAutoFit/>
          </a:bodyPr>
          <a:lstStyle/>
          <a:p>
            <a:pPr algn="ctr"/>
            <a:r>
              <a:rPr lang="en-US" sz="900" dirty="0"/>
              <a:t>579</a:t>
            </a:r>
          </a:p>
        </p:txBody>
      </p:sp>
      <p:sp>
        <p:nvSpPr>
          <p:cNvPr id="27" name="TextBox 26">
            <a:extLst>
              <a:ext uri="{FF2B5EF4-FFF2-40B4-BE49-F238E27FC236}">
                <a16:creationId xmlns:a16="http://schemas.microsoft.com/office/drawing/2014/main" id="{57067A24-3458-AB01-9309-3F1A4B1D5083}"/>
              </a:ext>
            </a:extLst>
          </p:cNvPr>
          <p:cNvSpPr txBox="1"/>
          <p:nvPr/>
        </p:nvSpPr>
        <p:spPr>
          <a:xfrm>
            <a:off x="5650090" y="1903821"/>
            <a:ext cx="570089" cy="230832"/>
          </a:xfrm>
          <a:prstGeom prst="rect">
            <a:avLst/>
          </a:prstGeom>
          <a:noFill/>
        </p:spPr>
        <p:txBody>
          <a:bodyPr wrap="square" rtlCol="0">
            <a:spAutoFit/>
          </a:bodyPr>
          <a:lstStyle/>
          <a:p>
            <a:pPr algn="ctr"/>
            <a:r>
              <a:rPr lang="en-US" sz="900" dirty="0"/>
              <a:t>579</a:t>
            </a:r>
          </a:p>
        </p:txBody>
      </p:sp>
      <p:sp>
        <p:nvSpPr>
          <p:cNvPr id="29" name="TextBox 28">
            <a:extLst>
              <a:ext uri="{FF2B5EF4-FFF2-40B4-BE49-F238E27FC236}">
                <a16:creationId xmlns:a16="http://schemas.microsoft.com/office/drawing/2014/main" id="{C9445870-63CC-5802-CAD3-1347EC93609C}"/>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0FE1309B-69F7-A4C1-1A50-88F4317F1F5D}"/>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0983820B-1943-16DB-4034-12EE5BDF93C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FB14888-C229-E4B6-BBD2-B2C04E0D379E}"/>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CF37D8F-2927-4AEC-4048-4E47618FC46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1301E267-DB5C-FFC3-4418-535A5D9A651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CF77386-81E1-2410-E755-64FE0D1745AF}"/>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9E524D3B-111D-3F8D-3B5E-20228A90928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159</a:t>
            </a:r>
          </a:p>
        </p:txBody>
      </p:sp>
      <p:sp>
        <p:nvSpPr>
          <p:cNvPr id="33" name="TextBox 32">
            <a:extLst>
              <a:ext uri="{FF2B5EF4-FFF2-40B4-BE49-F238E27FC236}">
                <a16:creationId xmlns:a16="http://schemas.microsoft.com/office/drawing/2014/main" id="{92594B30-FDFA-1941-9D51-713FAC8D86F2}"/>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37" name="TextBox 36">
            <a:extLst>
              <a:ext uri="{FF2B5EF4-FFF2-40B4-BE49-F238E27FC236}">
                <a16:creationId xmlns:a16="http://schemas.microsoft.com/office/drawing/2014/main" id="{EB4D9CC7-1051-2612-2DD0-8DA93883D79F}"/>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EF4213E3-DD8B-9F94-E4EB-15E81E198F56}"/>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338DF03A-CEED-3CB5-435A-5313C9C076F8}"/>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88ACE9CE-44D5-135B-2E68-D001F2192754}"/>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B1F86C8D-A831-AA8E-9E40-2AB81885BB3C}"/>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75D47C5E-96BA-311A-1889-FE25E65EEFDF}"/>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68A674F6-E480-E819-15DD-E479D945E027}"/>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CA2F725-B56B-D1F7-FAD0-9C57CE45391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2A06F1BA-4FC4-C522-0CC6-83E8656548D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50" name="TextBox 49">
            <a:extLst>
              <a:ext uri="{FF2B5EF4-FFF2-40B4-BE49-F238E27FC236}">
                <a16:creationId xmlns:a16="http://schemas.microsoft.com/office/drawing/2014/main" id="{95B634A3-2F3D-6087-BC6A-45A2270AB080}"/>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D84F30E7-DFA2-152E-67EA-116AAADB13BD}"/>
              </a:ext>
            </a:extLst>
          </p:cNvPr>
          <p:cNvSpPr txBox="1"/>
          <p:nvPr/>
        </p:nvSpPr>
        <p:spPr>
          <a:xfrm>
            <a:off x="3138310" y="3907597"/>
            <a:ext cx="570089" cy="230832"/>
          </a:xfrm>
          <a:prstGeom prst="rect">
            <a:avLst/>
          </a:prstGeom>
          <a:noFill/>
        </p:spPr>
        <p:txBody>
          <a:bodyPr wrap="square" rtlCol="0">
            <a:spAutoFit/>
          </a:bodyPr>
          <a:lstStyle/>
          <a:p>
            <a:pPr algn="ctr"/>
            <a:r>
              <a:rPr lang="en-US" sz="900" dirty="0"/>
              <a:t>679</a:t>
            </a:r>
          </a:p>
        </p:txBody>
      </p:sp>
      <p:sp>
        <p:nvSpPr>
          <p:cNvPr id="52" name="TextBox 51">
            <a:extLst>
              <a:ext uri="{FF2B5EF4-FFF2-40B4-BE49-F238E27FC236}">
                <a16:creationId xmlns:a16="http://schemas.microsoft.com/office/drawing/2014/main" id="{0B5FCCF9-B640-76E9-441E-821BC7797FB7}"/>
              </a:ext>
            </a:extLst>
          </p:cNvPr>
          <p:cNvSpPr txBox="1"/>
          <p:nvPr/>
        </p:nvSpPr>
        <p:spPr>
          <a:xfrm>
            <a:off x="3138310" y="4408541"/>
            <a:ext cx="570089" cy="230832"/>
          </a:xfrm>
          <a:prstGeom prst="rect">
            <a:avLst/>
          </a:prstGeom>
          <a:noFill/>
        </p:spPr>
        <p:txBody>
          <a:bodyPr wrap="square" rtlCol="0">
            <a:spAutoFit/>
          </a:bodyPr>
          <a:lstStyle/>
          <a:p>
            <a:pPr algn="ctr"/>
            <a:r>
              <a:rPr lang="en-US" sz="900" dirty="0"/>
              <a:t>69</a:t>
            </a:r>
          </a:p>
        </p:txBody>
      </p:sp>
      <p:sp>
        <p:nvSpPr>
          <p:cNvPr id="53" name="TextBox 52">
            <a:extLst>
              <a:ext uri="{FF2B5EF4-FFF2-40B4-BE49-F238E27FC236}">
                <a16:creationId xmlns:a16="http://schemas.microsoft.com/office/drawing/2014/main" id="{D174F41B-7C30-FC7C-DA6A-4DDF7B49A079}"/>
              </a:ext>
            </a:extLst>
          </p:cNvPr>
          <p:cNvSpPr txBox="1"/>
          <p:nvPr/>
        </p:nvSpPr>
        <p:spPr>
          <a:xfrm>
            <a:off x="3138310" y="4909484"/>
            <a:ext cx="570089" cy="230832"/>
          </a:xfrm>
          <a:prstGeom prst="rect">
            <a:avLst/>
          </a:prstGeom>
          <a:noFill/>
        </p:spPr>
        <p:txBody>
          <a:bodyPr wrap="square" rtlCol="0">
            <a:spAutoFit/>
          </a:bodyPr>
          <a:lstStyle/>
          <a:p>
            <a:pPr algn="ctr"/>
            <a:r>
              <a:rPr lang="en-US" sz="900" dirty="0"/>
              <a:t>679</a:t>
            </a:r>
          </a:p>
        </p:txBody>
      </p:sp>
      <p:sp>
        <p:nvSpPr>
          <p:cNvPr id="54" name="TextBox 53">
            <a:extLst>
              <a:ext uri="{FF2B5EF4-FFF2-40B4-BE49-F238E27FC236}">
                <a16:creationId xmlns:a16="http://schemas.microsoft.com/office/drawing/2014/main" id="{0E5043A9-1A76-B2CF-A679-627E85E7EFA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24F67385-DC41-2DD4-FACC-90313C4472C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BD6FD205-A431-81A7-6D72-2E9B30733E3F}"/>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6904D95D-EAF2-EDF0-FA5D-B14C6C188E5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1FC259FE-0F27-F4FE-75AA-F8B7824631CD}"/>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774E7FA8-2882-830C-B8F6-6A8C7DAAF752}"/>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7F07AB4E-09E8-FC05-40D1-E7D600D80FD0}"/>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95151276-5A9D-06D2-4193-AC193244C50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CEF6D44C-416D-6127-B24D-48C804907E4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3DE5DFE6-2B59-C494-3E40-514F37A02289}"/>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F5944ABE-7160-5D89-DC18-C3D15B01FF01}"/>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0B64D191-7843-ACD1-04F7-1D37FB3C511C}"/>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662DE84-FB7F-DC73-6EBA-22E3685200BE}"/>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C2B919F8-A65F-E534-1A30-DFAF43CB67CA}"/>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23F5D8F7-91EC-6966-C32C-D3ECCE94E75D}"/>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E29A9CC2-A4F1-AD68-7D1D-82083983D344}"/>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2D281B32-AB2A-F1E0-FC3F-D5B8E47F088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7B61151-0662-DDA1-29BB-F2D76928FF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328B67FC-6D79-3DFA-ECD1-C993F19D8AFA}"/>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54A2F1C4-4211-41D3-1527-4F78BE3385E3}"/>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7AB16DD7-33E1-5B1A-145E-A156C2C1C23B}"/>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4D65F09-1B2D-FA50-107C-44FF35BDE14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10A1E11-B64F-64EC-378C-FBC7386D4DF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233C818-CB9D-B984-00B9-E409CD75BCA3}"/>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D35D5390-50A0-BE3E-450E-2E913A757C61}"/>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56A98E97-8178-3366-1D77-14155F3BFBC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0B022331-71C4-59B8-4642-F70F97ABCDF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EA89CE13-533A-5282-1B67-EAAC1EE007BB}"/>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AB772BEE-24B8-B997-C7A4-3EE1D822E3FB}"/>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4A5E05FA-5996-5A90-EDD7-EF026D3A65B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D490EA6-9A69-C0C2-9FE4-9D3A86806681}"/>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7220402-5919-6DCB-63E0-3B98C060A051}"/>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25FA4653-824E-5ACA-AC8C-2B1F900ECE7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AD566BD-219C-2D7B-770D-7D086AF18527}"/>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26CB072-2525-E760-3179-5C3D94AC0DC1}"/>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EEBF8174-CCBA-787E-EFA3-BE8A46071911}"/>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8114722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5A1B3-4730-F8ED-6934-0A5561567F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FB8F1B-9DFC-ECE0-D0FD-A594082BBE3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8C1E67A-BBF2-9D62-F511-F2538AEEA03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BB6D48-43A1-B080-A088-A821D45168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D66E153-3223-ABFD-19F2-AA02C528CFD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24707EC-81E9-3C79-FB7F-50F8A361BB7E}"/>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E0B739D2-8C83-1D6A-570D-BA586ADD21E9}"/>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61083F0A-387B-22A3-C734-C36FBD19DF0D}"/>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74D83821-CABF-FA14-6FE9-90F757F057C0}"/>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E67DAD3A-0A25-F925-1CB9-080ACB910685}"/>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F912D1E1-57DC-A9C9-2DAF-B913CDDBAA73}"/>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13B0A931-472E-AD0D-538D-38EF32B0A1C9}"/>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1DDD7DE1-028B-28E9-3D55-F343704229DA}"/>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C36B4DD9-A444-8AF1-DE30-E75AC40DDA4E}"/>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219EF616-E935-EB62-A5B6-A1BCBA8B1B5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BD6549E-34BE-E3B3-A749-D4E95740156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27F7BE76-5CED-9149-086E-F1D1886D646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8EBDB400-2757-BF13-3847-463394B6FBF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4BBDD656-BFC6-0BA8-C7D9-62EF53B740A8}"/>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2025D640-6680-4660-D5D8-C935C6A8C2AE}"/>
              </a:ext>
            </a:extLst>
          </p:cNvPr>
          <p:cNvSpPr txBox="1"/>
          <p:nvPr/>
        </p:nvSpPr>
        <p:spPr>
          <a:xfrm>
            <a:off x="7157158" y="4408541"/>
            <a:ext cx="570089" cy="230832"/>
          </a:xfrm>
          <a:prstGeom prst="rect">
            <a:avLst/>
          </a:prstGeom>
          <a:noFill/>
        </p:spPr>
        <p:txBody>
          <a:bodyPr wrap="square" rtlCol="0">
            <a:spAutoFit/>
          </a:bodyPr>
          <a:lstStyle/>
          <a:p>
            <a:pPr algn="ctr"/>
            <a:r>
              <a:rPr lang="en-US" sz="900" dirty="0"/>
              <a:t>15</a:t>
            </a:r>
          </a:p>
        </p:txBody>
      </p:sp>
      <p:sp>
        <p:nvSpPr>
          <p:cNvPr id="33" name="TextBox 32">
            <a:extLst>
              <a:ext uri="{FF2B5EF4-FFF2-40B4-BE49-F238E27FC236}">
                <a16:creationId xmlns:a16="http://schemas.microsoft.com/office/drawing/2014/main" id="{BE140321-BC78-72C6-19CA-C90F1C72CB2F}"/>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37" name="TextBox 36">
            <a:extLst>
              <a:ext uri="{FF2B5EF4-FFF2-40B4-BE49-F238E27FC236}">
                <a16:creationId xmlns:a16="http://schemas.microsoft.com/office/drawing/2014/main" id="{1FB6BC65-6844-A654-3BE2-AF13E52AA9F6}"/>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74595FF2-1AC1-F27E-20A2-436BC2CA8442}"/>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5DFEB438-0ED0-4606-7C02-0F075AA957F8}"/>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B619742A-5583-E6DB-63BD-EFFF98C5D407}"/>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0D561DFA-BE00-DC5F-3F55-5B73815B432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551F63A4-1B27-127B-6985-DCB5C668407D}"/>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8728B54B-E6F4-5BD9-EC06-02CBB23089E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DADC5EA6-A4BF-4B76-B780-75E82DBC593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ABC6A23-8D56-24DA-15FC-9911FB6EC05F}"/>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50" name="TextBox 49">
            <a:extLst>
              <a:ext uri="{FF2B5EF4-FFF2-40B4-BE49-F238E27FC236}">
                <a16:creationId xmlns:a16="http://schemas.microsoft.com/office/drawing/2014/main" id="{697EA355-5437-8D79-797F-9FCF9AC4A55A}"/>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63976ACB-6589-180A-5BBB-7983C496B006}"/>
              </a:ext>
            </a:extLst>
          </p:cNvPr>
          <p:cNvSpPr txBox="1"/>
          <p:nvPr/>
        </p:nvSpPr>
        <p:spPr>
          <a:xfrm>
            <a:off x="3138310" y="3907597"/>
            <a:ext cx="570089" cy="230832"/>
          </a:xfrm>
          <a:prstGeom prst="rect">
            <a:avLst/>
          </a:prstGeom>
          <a:noFill/>
        </p:spPr>
        <p:txBody>
          <a:bodyPr wrap="square" rtlCol="0">
            <a:spAutoFit/>
          </a:bodyPr>
          <a:lstStyle/>
          <a:p>
            <a:pPr algn="ctr"/>
            <a:r>
              <a:rPr lang="en-US" sz="900" dirty="0"/>
              <a:t>679</a:t>
            </a:r>
          </a:p>
        </p:txBody>
      </p:sp>
      <p:sp>
        <p:nvSpPr>
          <p:cNvPr id="53" name="TextBox 52">
            <a:extLst>
              <a:ext uri="{FF2B5EF4-FFF2-40B4-BE49-F238E27FC236}">
                <a16:creationId xmlns:a16="http://schemas.microsoft.com/office/drawing/2014/main" id="{EB4F0594-5051-A433-E899-E19CB4138BE3}"/>
              </a:ext>
            </a:extLst>
          </p:cNvPr>
          <p:cNvSpPr txBox="1"/>
          <p:nvPr/>
        </p:nvSpPr>
        <p:spPr>
          <a:xfrm>
            <a:off x="3138310" y="4909484"/>
            <a:ext cx="570089" cy="230832"/>
          </a:xfrm>
          <a:prstGeom prst="rect">
            <a:avLst/>
          </a:prstGeom>
          <a:noFill/>
        </p:spPr>
        <p:txBody>
          <a:bodyPr wrap="square" rtlCol="0">
            <a:spAutoFit/>
          </a:bodyPr>
          <a:lstStyle/>
          <a:p>
            <a:pPr algn="ctr"/>
            <a:r>
              <a:rPr lang="en-US" sz="900" dirty="0"/>
              <a:t>69</a:t>
            </a:r>
          </a:p>
        </p:txBody>
      </p:sp>
      <p:sp>
        <p:nvSpPr>
          <p:cNvPr id="54" name="TextBox 53">
            <a:extLst>
              <a:ext uri="{FF2B5EF4-FFF2-40B4-BE49-F238E27FC236}">
                <a16:creationId xmlns:a16="http://schemas.microsoft.com/office/drawing/2014/main" id="{84F45DDD-357F-3FE3-02A2-9A1D9C54997B}"/>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0BB49C7-8A7F-CD03-5204-AF2E8A53ECF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1F0F0E95-2EA3-2445-C646-F8E467CE187E}"/>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DFCF5983-A525-0B6D-DB70-D52F5E9B4A0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94B923D2-8ABA-3063-D8FB-5F9E8370716B}"/>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39AFF7B6-C79A-DE8A-23C6-9C8CA4E9B287}"/>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262228CF-AFAF-7287-6628-541034279236}"/>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C23E74B1-7993-A3A2-AFB3-A73D663A6DE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C3A86986-B580-1269-68F0-4DE2D974D7E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B5F6E517-B88F-FF79-BE19-555F651768BB}"/>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B59B4B95-D1AF-6BEE-5732-1FC9711F0BAE}"/>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2E39D1A3-CAE0-471B-3F1C-C12303C2CFA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56D80A1-5C71-72F0-7B9F-5D8DD8C8D28B}"/>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6FF1EE04-1E0D-6FC5-A550-F0E5F7A1DF0B}"/>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122F1F40-0BDE-9F85-7219-904CB0FE2A4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835BA06B-6D2B-DFE2-3803-E1F8311F4B91}"/>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627B12BC-2506-C7D5-8636-8D4A3080EE6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6739B608-58D8-3736-84FA-31BE3ED4919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22A91E5-C4CF-04D2-BB59-BE0A7DC30DC9}"/>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E3ADA619-F403-DC71-28D6-C3F3F35B0FEC}"/>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DF7BCC3D-45F5-B629-9200-121E3CE2204F}"/>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1A374DE-5284-58CC-E799-358B2962E23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0FD40EF-6C57-EFD7-B498-473960C2BCA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3E42685-11A2-3E84-E093-C8E4BF576F7F}"/>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931B6F44-4217-082B-35E6-D7D869FD7EE2}"/>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C9563D57-8A5C-D1E0-D456-4373B04C902E}"/>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9183904F-7A44-CC4D-9936-F72BA53BA320}"/>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CF5B0708-DEAE-D071-C72E-E114F78EAC97}"/>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D2384435-4C86-0E2B-99FC-59351E5F8B5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BB230802-0EBE-487B-8756-113889C6B96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38F6224-522A-444F-D3D6-5469F87ACC2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4C3D1AA-A36C-4E6A-F056-BB30440DABF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8617B00F-58F9-3695-2768-85A92E0474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99D7923A-6712-A7E2-D89A-1D7C3B8726F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8E208F0-5B75-302A-A790-16BF78C41281}"/>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919D2E79-6904-93C4-A9AA-2CB41796349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E27673E7-D638-5A12-B12E-84D27E915A85}"/>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84362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1FF3-2668-D0C7-3354-6E207AB321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C3D32D-4541-480B-7A5D-0F5899733DE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6004B18-0842-6BD1-9478-10A181D6A4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20F039C-832C-469F-C1BF-29D81F4E11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91BF70-40A4-0E42-2800-D8F25CB6DE7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9713322-79D8-E279-D3BC-CBEDE5B6B89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9B7D4828-3E12-BFB7-F095-E5264093DD06}"/>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85922E9D-2C9B-EEEC-98CC-AC4F96198A7C}"/>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650FDDD8-5BEA-E6D5-DC93-43C2068BCFE3}"/>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AB97EB0F-95C5-2CDE-5273-B2C3D0E38428}"/>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28F3DA7C-F4D8-1806-692B-C3F0293C3AAE}"/>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D822C4F3-7F29-B3CB-61BA-90D6499B28D4}"/>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7C91E017-2C1B-5191-2D6B-2CA901BBACCB}"/>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B336C789-AF5B-C18F-C5AA-0C1705047607}"/>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43036AF8-DA10-F2B0-6D40-86C03926E0F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3288DA8-8B94-D53C-3FFE-0BC9F3769D70}"/>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A4FAABC-1A35-E2CF-FB5A-08D1BA56262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55C5B98E-D024-1E33-0476-5E83CAE80A9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03D95C5-A2CD-09F2-71F2-9F5F3C09D666}"/>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41FCB63B-6D34-5C5C-32DD-6DDE83A67CBC}"/>
              </a:ext>
            </a:extLst>
          </p:cNvPr>
          <p:cNvSpPr txBox="1"/>
          <p:nvPr/>
        </p:nvSpPr>
        <p:spPr>
          <a:xfrm>
            <a:off x="7157158" y="4408541"/>
            <a:ext cx="570089" cy="230832"/>
          </a:xfrm>
          <a:prstGeom prst="rect">
            <a:avLst/>
          </a:prstGeom>
          <a:noFill/>
        </p:spPr>
        <p:txBody>
          <a:bodyPr wrap="square" rtlCol="0">
            <a:spAutoFit/>
          </a:bodyPr>
          <a:lstStyle/>
          <a:p>
            <a:pPr algn="ctr"/>
            <a:r>
              <a:rPr lang="en-US" sz="900" dirty="0"/>
              <a:t>15</a:t>
            </a:r>
          </a:p>
        </p:txBody>
      </p:sp>
      <p:sp>
        <p:nvSpPr>
          <p:cNvPr id="33" name="TextBox 32">
            <a:extLst>
              <a:ext uri="{FF2B5EF4-FFF2-40B4-BE49-F238E27FC236}">
                <a16:creationId xmlns:a16="http://schemas.microsoft.com/office/drawing/2014/main" id="{D7CDEF91-13C3-F8C3-9C48-BEFFF171CCB1}"/>
              </a:ext>
            </a:extLst>
          </p:cNvPr>
          <p:cNvSpPr txBox="1"/>
          <p:nvPr/>
        </p:nvSpPr>
        <p:spPr>
          <a:xfrm>
            <a:off x="7157158" y="4909484"/>
            <a:ext cx="570089" cy="230832"/>
          </a:xfrm>
          <a:prstGeom prst="rect">
            <a:avLst/>
          </a:prstGeom>
          <a:noFill/>
        </p:spPr>
        <p:txBody>
          <a:bodyPr wrap="square" rtlCol="0">
            <a:spAutoFit/>
          </a:bodyPr>
          <a:lstStyle/>
          <a:p>
            <a:pPr algn="ctr"/>
            <a:r>
              <a:rPr lang="en-US" sz="900" dirty="0"/>
              <a:t>19</a:t>
            </a:r>
          </a:p>
        </p:txBody>
      </p:sp>
      <p:sp>
        <p:nvSpPr>
          <p:cNvPr id="37" name="TextBox 36">
            <a:extLst>
              <a:ext uri="{FF2B5EF4-FFF2-40B4-BE49-F238E27FC236}">
                <a16:creationId xmlns:a16="http://schemas.microsoft.com/office/drawing/2014/main" id="{61C58F6C-01C3-BB33-3EEF-3F26A0E1FECF}"/>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81F7F9EA-CA7F-6D29-318E-B32578075BF0}"/>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1AF7C89D-C983-641F-9A65-8CC2D727CD19}"/>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FFD23F0B-484D-F32B-3C12-BD373A4073E6}"/>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DC8DA563-D1F7-3BC7-829C-82729B01F16A}"/>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39FED1A7-C77D-1E38-5F71-2864E61EE85E}"/>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B181BD5E-692E-38FE-B347-6CA52AB2EB7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1CA29ED3-A857-25F3-1739-AE9D5EAD551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358F57C-35E5-3F47-4369-892B921A43D0}"/>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50" name="TextBox 49">
            <a:extLst>
              <a:ext uri="{FF2B5EF4-FFF2-40B4-BE49-F238E27FC236}">
                <a16:creationId xmlns:a16="http://schemas.microsoft.com/office/drawing/2014/main" id="{5C9CF412-572D-E76A-24D5-8B753B1E4B17}"/>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1" name="TextBox 50">
            <a:extLst>
              <a:ext uri="{FF2B5EF4-FFF2-40B4-BE49-F238E27FC236}">
                <a16:creationId xmlns:a16="http://schemas.microsoft.com/office/drawing/2014/main" id="{F9B24EB7-A5CF-18E0-B861-BB04A86E9ABB}"/>
              </a:ext>
            </a:extLst>
          </p:cNvPr>
          <p:cNvSpPr txBox="1"/>
          <p:nvPr/>
        </p:nvSpPr>
        <p:spPr>
          <a:xfrm>
            <a:off x="3138310" y="3907597"/>
            <a:ext cx="570089" cy="230832"/>
          </a:xfrm>
          <a:prstGeom prst="rect">
            <a:avLst/>
          </a:prstGeom>
          <a:noFill/>
        </p:spPr>
        <p:txBody>
          <a:bodyPr wrap="square" rtlCol="0">
            <a:spAutoFit/>
          </a:bodyPr>
          <a:lstStyle/>
          <a:p>
            <a:pPr algn="ctr"/>
            <a:r>
              <a:rPr lang="en-US" sz="900" dirty="0"/>
              <a:t>79</a:t>
            </a:r>
          </a:p>
        </p:txBody>
      </p:sp>
      <p:sp>
        <p:nvSpPr>
          <p:cNvPr id="54" name="TextBox 53">
            <a:extLst>
              <a:ext uri="{FF2B5EF4-FFF2-40B4-BE49-F238E27FC236}">
                <a16:creationId xmlns:a16="http://schemas.microsoft.com/office/drawing/2014/main" id="{ADC0E296-F08A-6D95-6597-E1914F10844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1CA9BA8F-3CDF-3D15-5DD2-0EA7B28B255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C0EB8EEE-A01D-9D80-2834-5BDBD3E86297}"/>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B81B5E46-0671-B525-7BAD-9E959A6E4B6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9662611A-A397-53CB-7FAA-1D550CF6C788}"/>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F68E920A-5E08-C30D-3750-4145F6B6E20D}"/>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7F31938C-F03C-1C07-41D9-BC692E4EC99B}"/>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A6D68742-8BA7-C116-81BA-C6425CD22D4F}"/>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A2BD437-26AF-2EA3-0DA7-0878EC4A862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7E773754-28B4-C4C0-9833-75F143A69247}"/>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4B5198F4-023F-0E37-48B8-E75AB8DDC36C}"/>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FD7D4F97-13A4-1D99-C894-C28CCBDD444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215655F-4C84-ED23-8DB2-523B8749F62F}"/>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1D7F29EB-34D5-4AB9-F0DA-16BFFF952FC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93BC5733-19E5-B96D-1E6E-FFA66B2BABA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74039C7D-95AE-DA36-32F6-F4CB7B858AE2}"/>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67263044-FA02-DE33-D6F1-054F385CCF98}"/>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9B7950E1-C53F-C4A0-3C45-944431B699D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92FD604F-1431-AFBA-FF47-1B11BD0EFD8F}"/>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65F48AEB-72CF-2275-B7B4-5A50A3A931A9}"/>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B7A32DCF-04C7-BDEE-2029-45B077BF0CC0}"/>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3263616-C9D7-00AE-4913-9675709D2A1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894720DB-688A-E991-5B47-B43B9439E81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7302187-D9C9-F35E-E183-4B531AF93E6B}"/>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5AB89219-29D5-75D9-ADA9-0482810673DA}"/>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FDE805AC-FC9A-A228-F7DB-21BFADD89981}"/>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AA91EF78-A0A6-37CA-62FC-B71759C0840A}"/>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8C20B2FB-FAEF-85E2-593A-A8F526509D3E}"/>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B642B3A9-A31E-96D5-7642-AEA1ACFCEE2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85307404-D31B-708B-9F1D-0B643835CC8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6BA4984-4864-2B11-9A2B-3D40E02A516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2FDB00E9-9EC0-6291-E579-28A450D6FF9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33940CCC-55F5-8FC1-FA8F-ABF7BD5F4D0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DC6D15A6-628C-349E-6B4F-ECD21C8F75F9}"/>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50B678F-C942-7F29-DD35-6431A3DC05EA}"/>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227BB6C6-B03D-4E4B-30DE-A444442D5CF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36E22123-0A4A-2FCF-7CE8-CD8D72392AD4}"/>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E5E1799-9079-9914-EBD6-65C16607B1DA}"/>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6593798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00069-1D6D-5B25-D4D2-E8E4118A85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BD6F30-A80B-82D6-39B0-EEC39C0B239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1B06A97-5A99-4FD0-656D-D52F92E76B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B93319-9459-E514-2499-1C525DB3CC9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3906660-442D-BD4A-C1C8-F4893CEC094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5D298A6-F1A0-93D4-3214-F3F9FF1EC1C5}"/>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D22E28A-980D-0549-C566-208409FCB879}"/>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9DE781C7-04BE-BEC9-6A18-30161837C811}"/>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11171287-3288-028F-6EB8-312D72B0FC89}"/>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9B2CA8C4-668B-B794-5778-86DADE45BE98}"/>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F0349C31-A6E4-C103-F41D-973CA0953117}"/>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4F50805A-0EC9-CE76-024E-B4FD9970A3DA}"/>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E99F1575-0C9F-0BCA-3F3F-A58F0B2C522A}"/>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591ACEF4-8353-3467-DDFD-580E579D3764}"/>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726E6423-2099-3A9D-10C5-5A1C2AA6F86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49713477-F0A9-BEE0-0D10-E99ECE61D50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494D7573-A514-5FF3-D145-9DF51F9389A6}"/>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1E957E22-EFE3-8763-3B6F-C40A95A4A14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63B6363-DEC8-923C-8D50-926A22E783D9}"/>
              </a:ext>
            </a:extLst>
          </p:cNvPr>
          <p:cNvSpPr txBox="1"/>
          <p:nvPr/>
        </p:nvSpPr>
        <p:spPr>
          <a:xfrm>
            <a:off x="7157158" y="3907597"/>
            <a:ext cx="570089" cy="230832"/>
          </a:xfrm>
          <a:prstGeom prst="rect">
            <a:avLst/>
          </a:prstGeom>
          <a:noFill/>
        </p:spPr>
        <p:txBody>
          <a:bodyPr wrap="square" rtlCol="0">
            <a:spAutoFit/>
          </a:bodyPr>
          <a:lstStyle/>
          <a:p>
            <a:pPr algn="ctr"/>
            <a:r>
              <a:rPr lang="en-US" sz="900" dirty="0"/>
              <a:t>159</a:t>
            </a:r>
          </a:p>
        </p:txBody>
      </p:sp>
      <p:sp>
        <p:nvSpPr>
          <p:cNvPr id="22" name="TextBox 21">
            <a:extLst>
              <a:ext uri="{FF2B5EF4-FFF2-40B4-BE49-F238E27FC236}">
                <a16:creationId xmlns:a16="http://schemas.microsoft.com/office/drawing/2014/main" id="{3F4A32FE-AE76-F57C-11BF-BAE09C3C8730}"/>
              </a:ext>
            </a:extLst>
          </p:cNvPr>
          <p:cNvSpPr txBox="1"/>
          <p:nvPr/>
        </p:nvSpPr>
        <p:spPr>
          <a:xfrm>
            <a:off x="7157158" y="4408541"/>
            <a:ext cx="570089" cy="230832"/>
          </a:xfrm>
          <a:prstGeom prst="rect">
            <a:avLst/>
          </a:prstGeom>
          <a:noFill/>
        </p:spPr>
        <p:txBody>
          <a:bodyPr wrap="square" rtlCol="0">
            <a:spAutoFit/>
          </a:bodyPr>
          <a:lstStyle/>
          <a:p>
            <a:pPr algn="ctr"/>
            <a:r>
              <a:rPr lang="en-US" sz="900" dirty="0"/>
              <a:t>15</a:t>
            </a:r>
          </a:p>
        </p:txBody>
      </p:sp>
      <p:sp>
        <p:nvSpPr>
          <p:cNvPr id="37" name="TextBox 36">
            <a:extLst>
              <a:ext uri="{FF2B5EF4-FFF2-40B4-BE49-F238E27FC236}">
                <a16:creationId xmlns:a16="http://schemas.microsoft.com/office/drawing/2014/main" id="{1CF6295C-4744-59F6-9EDD-751B2AE6B21F}"/>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300EED6-D551-C3F7-AA24-8978FD5B62B0}"/>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9783159F-9009-5469-F54F-1956D028F4CD}"/>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3F99E1D7-AE77-A43F-D4F2-D14437B35F48}"/>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6E56B8FC-B89D-65B0-304D-BF005400DF5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21B55954-B328-BD80-5F6B-5AA9FE05AFC7}"/>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473232C0-DD7D-333B-1D83-4FD374416CB4}"/>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A81B89C-270C-D988-DB16-5AC06EE19DA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C31BCB3B-9A2D-2795-5943-5CBDC0D11CF0}"/>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50" name="TextBox 49">
            <a:extLst>
              <a:ext uri="{FF2B5EF4-FFF2-40B4-BE49-F238E27FC236}">
                <a16:creationId xmlns:a16="http://schemas.microsoft.com/office/drawing/2014/main" id="{6EC5D868-0877-0ECA-E850-B4EB0F53EF28}"/>
              </a:ext>
            </a:extLst>
          </p:cNvPr>
          <p:cNvSpPr txBox="1"/>
          <p:nvPr/>
        </p:nvSpPr>
        <p:spPr>
          <a:xfrm>
            <a:off x="5650090" y="4909484"/>
            <a:ext cx="570089" cy="230832"/>
          </a:xfrm>
          <a:prstGeom prst="rect">
            <a:avLst/>
          </a:prstGeom>
          <a:noFill/>
        </p:spPr>
        <p:txBody>
          <a:bodyPr wrap="square" rtlCol="0">
            <a:spAutoFit/>
          </a:bodyPr>
          <a:lstStyle/>
          <a:p>
            <a:pPr algn="ctr"/>
            <a:r>
              <a:rPr lang="en-US" sz="900" dirty="0"/>
              <a:t>31</a:t>
            </a:r>
          </a:p>
        </p:txBody>
      </p:sp>
      <p:sp>
        <p:nvSpPr>
          <p:cNvPr id="54" name="TextBox 53">
            <a:extLst>
              <a:ext uri="{FF2B5EF4-FFF2-40B4-BE49-F238E27FC236}">
                <a16:creationId xmlns:a16="http://schemas.microsoft.com/office/drawing/2014/main" id="{1D3E56D1-2D9D-9F31-F413-84476F298C02}"/>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4F5A842C-C84D-A07E-F095-200A342E7CE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79B70E25-C93D-389F-624A-1C4A72624517}"/>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1DDADDAB-86CF-7726-223A-F8EE34DF437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07D2167E-36CC-A46C-A81B-86C365D75330}"/>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FAA3F9B9-C2F6-E4B5-2405-3A9F2A143CC3}"/>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E7691630-C307-DFEC-7D1B-9B5D823BC285}"/>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ED30EC1A-343B-E035-052A-84D3389F0F27}"/>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22330B0-57A6-7258-1A85-4E879C44D20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009A0013-A184-473C-CD2D-B60A544ED5FE}"/>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6EC26FF8-5522-A53E-10AE-C04A16337054}"/>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559B198F-BC38-3456-8DF2-6B65D16A60A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CF70CCF-1DC3-8E77-E71B-996E96FFE6E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917B1E8E-2D2B-6101-11A9-040924E3A8AE}"/>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8983E63F-9166-49E4-0661-BDF039D63C29}"/>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F8E32919-DBBE-D36A-3A7F-3E57DE409B7E}"/>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734F01A4-761B-7A1E-0966-21CC5B91EF6A}"/>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68AC9AC-3AA3-980A-236E-CC8038617971}"/>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91DB0372-F063-353A-539F-9C19CF85E1D7}"/>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D7DE3479-4314-EAC0-88C6-E36DDC2E3714}"/>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FB0DCB5-2E2A-C81D-84D6-D1172AD4A9A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96E8915-B69F-15C2-A022-9284E2073663}"/>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59713F91-02C8-CB90-DC29-16A0D32D916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D460110-7D58-DDD7-9198-663106AE28F7}"/>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5409CEFB-6464-8D9D-08D2-756910058AF5}"/>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34EC7DBB-0EF8-9FD5-C342-DDD1B597B72B}"/>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8DB79168-14F3-90C9-A0AF-2349931420F9}"/>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032487B7-C5E0-2A9F-503E-9511013829D4}"/>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DD41683B-5D7C-C477-3469-A2F8D3E851FE}"/>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6E1971DA-A11F-BF7E-87E2-956D0B4159A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81C19F7-59B2-CF3E-819F-0B8D19D032A2}"/>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1F1D1963-8623-4822-7BC4-2EBFD68E2D4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86A91607-CF8A-2474-BDF0-358AB4D378B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44B652AB-FD1C-4782-9BD1-5FC91CCB202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ED58121-7FF8-A73A-03C4-A77F35B2322F}"/>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731EE999-6ED2-D971-32C0-800194110F57}"/>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DBB73008-67EA-91CC-94CB-7FE313CC2A88}"/>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BC272BF-05DB-A36F-912D-913D44005328}"/>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B00BC2A-95E2-6026-2173-E3860CCC26D1}"/>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49261055-3D28-24F9-C590-9236C0D9F2BD}"/>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738444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A4CD-7C97-4FAB-5999-AC3EA3325D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433F54-A852-4F78-F2DF-60CD6A880C8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19E45ED-F903-998F-8C27-2CFD9A03614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56B915-A9CB-4CEC-615B-8C30FE4306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F1C76D-E03D-B29E-1D36-D78F0DB35BB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148271D-6BC0-9CEE-B756-A67058C80174}"/>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C679101B-BB30-3380-FCBC-C5D8C24E7657}"/>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E39D6054-9F23-9418-FD06-758735314F4F}"/>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BB3D8BE6-8444-BCC0-D2D5-43256B7ECC30}"/>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BEEF6536-132C-3FBE-6EB7-DD6D0BD2505A}"/>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0371610D-7352-C241-1910-BE553FE5931B}"/>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36011B3A-8A3A-2907-404D-E3DD75BD2391}"/>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719B9FB9-E5E8-73BF-F012-2CCD086AED53}"/>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130E9CC7-DAEC-11A5-2D31-F28C23FDB720}"/>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0D3BA39A-2C22-4D43-089F-82EF577C951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442E31C-68E6-7668-AE7E-B40E0DEB9B20}"/>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27A17C4-1CC0-B459-5B84-F0C7EF1858BA}"/>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2E5C5DBD-10C4-4356-5ACF-A88100D31CD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498E1F9-D579-3A62-9F28-9D341F06C788}"/>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E3D58AA-F114-D041-BFAC-F532421837F6}"/>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1D38DB58-E507-6B7E-558D-94B930E742C2}"/>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269BA768-D1FA-CCF2-93F0-A5BDFE73BE90}"/>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D183E93F-1F73-C845-8059-B77869D5292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B535D910-0E54-F5C0-ABCF-631D80334EE4}"/>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4C2AB558-57F1-BE59-844E-25543DD4BED1}"/>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EF8A58B-CA5A-8EAE-1C49-761F29C2FA0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43DAA9C2-36C3-3729-1170-D729589DC6FA}"/>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D26AD8CE-BFEB-0CF9-6B89-E0DC881B9E7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41941093-D813-BD41-F1E0-5222ACEA1246}"/>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7079D9AB-C60A-3955-9E58-2B2562D1E71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7EF09B34-6452-06A1-6718-66C2EC3D82F0}"/>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0782BCAF-A098-6A3F-7B36-AFB0191E1B42}"/>
              </a:ext>
            </a:extLst>
          </p:cNvPr>
          <p:cNvSpPr txBox="1"/>
          <p:nvPr/>
        </p:nvSpPr>
        <p:spPr>
          <a:xfrm>
            <a:off x="4143022" y="3907597"/>
            <a:ext cx="570089" cy="230832"/>
          </a:xfrm>
          <a:prstGeom prst="rect">
            <a:avLst/>
          </a:prstGeom>
          <a:noFill/>
        </p:spPr>
        <p:txBody>
          <a:bodyPr wrap="square" rtlCol="0">
            <a:spAutoFit/>
          </a:bodyPr>
          <a:lstStyle/>
          <a:p>
            <a:pPr algn="ctr"/>
            <a:r>
              <a:rPr lang="en-US" sz="900" dirty="0"/>
              <a:t>14</a:t>
            </a:r>
          </a:p>
        </p:txBody>
      </p:sp>
      <p:sp>
        <p:nvSpPr>
          <p:cNvPr id="64" name="TextBox 63">
            <a:extLst>
              <a:ext uri="{FF2B5EF4-FFF2-40B4-BE49-F238E27FC236}">
                <a16:creationId xmlns:a16="http://schemas.microsoft.com/office/drawing/2014/main" id="{965258CC-643E-1D0C-6D2A-B292F939DE1F}"/>
              </a:ext>
            </a:extLst>
          </p:cNvPr>
          <p:cNvSpPr txBox="1"/>
          <p:nvPr/>
        </p:nvSpPr>
        <p:spPr>
          <a:xfrm>
            <a:off x="4143022" y="4408541"/>
            <a:ext cx="570089" cy="230832"/>
          </a:xfrm>
          <a:prstGeom prst="rect">
            <a:avLst/>
          </a:prstGeom>
          <a:noFill/>
        </p:spPr>
        <p:txBody>
          <a:bodyPr wrap="square" rtlCol="0">
            <a:spAutoFit/>
          </a:bodyPr>
          <a:lstStyle/>
          <a:p>
            <a:pPr algn="ctr"/>
            <a:r>
              <a:rPr lang="en-US" sz="900" dirty="0"/>
              <a:t>41</a:t>
            </a:r>
          </a:p>
        </p:txBody>
      </p:sp>
      <p:sp>
        <p:nvSpPr>
          <p:cNvPr id="65" name="TextBox 64">
            <a:extLst>
              <a:ext uri="{FF2B5EF4-FFF2-40B4-BE49-F238E27FC236}">
                <a16:creationId xmlns:a16="http://schemas.microsoft.com/office/drawing/2014/main" id="{E233D0C7-5D20-E426-4BDB-5415CC65E877}"/>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7D7947DD-C710-6F9B-BA1E-79BD76E8411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EEB6CC6A-9A31-3B84-B675-6DA8D24289DD}"/>
              </a:ext>
            </a:extLst>
          </p:cNvPr>
          <p:cNvSpPr txBox="1"/>
          <p:nvPr/>
        </p:nvSpPr>
        <p:spPr>
          <a:xfrm>
            <a:off x="3640666" y="3907597"/>
            <a:ext cx="570089" cy="230832"/>
          </a:xfrm>
          <a:prstGeom prst="rect">
            <a:avLst/>
          </a:prstGeom>
          <a:noFill/>
        </p:spPr>
        <p:txBody>
          <a:bodyPr wrap="square" rtlCol="0">
            <a:spAutoFit/>
          </a:bodyPr>
          <a:lstStyle/>
          <a:p>
            <a:pPr algn="ctr"/>
            <a:r>
              <a:rPr lang="en-US" sz="900" dirty="0"/>
              <a:t>32</a:t>
            </a:r>
          </a:p>
        </p:txBody>
      </p:sp>
      <p:sp>
        <p:nvSpPr>
          <p:cNvPr id="67" name="TextBox 66">
            <a:extLst>
              <a:ext uri="{FF2B5EF4-FFF2-40B4-BE49-F238E27FC236}">
                <a16:creationId xmlns:a16="http://schemas.microsoft.com/office/drawing/2014/main" id="{10616686-0514-40D6-969B-00CE040AA3F2}"/>
              </a:ext>
            </a:extLst>
          </p:cNvPr>
          <p:cNvSpPr txBox="1"/>
          <p:nvPr/>
        </p:nvSpPr>
        <p:spPr>
          <a:xfrm>
            <a:off x="3640666" y="4909484"/>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95D0A171-CB84-9638-6ADA-172F1541A45E}"/>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CE4A755-78B4-7112-1BA0-14DF019813B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44458E48-5D62-7CC5-BA8F-E6DDB30BA4E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ED6D27BC-8C9A-FDF6-72BF-803BE421EA9B}"/>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83F582B1-4209-9D97-2C89-E9076C552379}"/>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E310E4D9-EAFC-EDDE-3077-B0A6C17F59E8}"/>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A7C67022-8E8B-336F-FBB7-B6AC13CA34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B3E5FDE-BFF6-C1D5-0867-BA7AF7166DD3}"/>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EFAE45C0-00E6-7733-CBB9-1127365B175A}"/>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08AA2A1D-EBE7-B226-9EE6-83438A4B9B63}"/>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E8A3A1D-E06B-4AD5-DE84-0247BB71D6A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6559CCD-528E-B81A-B456-F9C8F310234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E45065B-0C83-B0B2-8C4B-8C53B0FE564A}"/>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A7E3ABD7-14D8-4183-6D44-3488AADDB10F}"/>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F291C73F-2F97-9FB2-31F7-27132D1A73C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BD712B18-28ED-C2F2-437E-CDA1978CA7C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1F868A17-0FF2-33DA-5980-30DC0315983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FD47C3B-6104-7EFD-F01C-197AFE653DC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6D332B91-BF17-0438-28E8-602DA0D5F5E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2685A52-CBA4-8D50-22E5-8C5C84D3E2EC}"/>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B8E225CC-FEA7-FC1E-D111-EF4476D874F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1FE9E74B-FC88-B2E9-B1DB-1220F120639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2514BEA2-A43F-CD3A-1107-D5EB5F5C0EB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0EC5322-F5E2-BB9F-5C2F-F1656D995F12}"/>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AD109DE0-7F9C-E507-CCAC-13C4BAA5797C}"/>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595938D5-1710-7779-28BB-7A88B280BF0D}"/>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F3392BE-EB45-C23D-66CA-7607A65DD964}"/>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1CB3B7F-E7F2-3F15-F9EA-DF4B0B78E723}"/>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6FDD084-31F6-8601-3BB6-160F8E3A058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309B266E-4EEC-158F-46D5-7A27A81BDE51}"/>
              </a:ext>
            </a:extLst>
          </p:cNvPr>
          <p:cNvSpPr txBox="1"/>
          <p:nvPr/>
        </p:nvSpPr>
        <p:spPr>
          <a:xfrm>
            <a:off x="7157158" y="3907597"/>
            <a:ext cx="570089" cy="230832"/>
          </a:xfrm>
          <a:prstGeom prst="rect">
            <a:avLst/>
          </a:prstGeom>
          <a:noFill/>
        </p:spPr>
        <p:txBody>
          <a:bodyPr wrap="square" rtlCol="0">
            <a:spAutoFit/>
          </a:bodyPr>
          <a:lstStyle/>
          <a:p>
            <a:pPr algn="ctr"/>
            <a:r>
              <a:rPr lang="en-US" sz="900" dirty="0"/>
              <a:t>59</a:t>
            </a:r>
          </a:p>
        </p:txBody>
      </p:sp>
      <p:sp>
        <p:nvSpPr>
          <p:cNvPr id="52" name="TextBox 51">
            <a:extLst>
              <a:ext uri="{FF2B5EF4-FFF2-40B4-BE49-F238E27FC236}">
                <a16:creationId xmlns:a16="http://schemas.microsoft.com/office/drawing/2014/main" id="{7BDFD0A9-13CA-F5E6-B6AC-3A27EE30B274}"/>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DE379C60-0FF3-B23C-B62D-44759E3021E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B0B8BFAB-1591-FD82-F512-71432B570D80}"/>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534087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676D6-43DC-C84E-77BD-298F9DE66E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F0FA99-3974-C71A-6815-A85E91A72F8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039BC36-D853-0333-219B-F74418636B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4599F8-256D-47EA-A3CC-F89666DE692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71CF1C-9C10-DDDA-08C1-588BD1BE35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60869A-C5D0-3BCD-3B38-DD8F80B33DC7}"/>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44996B93-443E-9931-2672-8DDE37C7A6C9}"/>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B6E4D223-EE6B-4C4F-3B55-5EFA740958BE}"/>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FE59C5B9-8073-15BA-11A6-4B263B8262F9}"/>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E6E3DD94-3C22-CA5A-E892-D2E04BA308E1}"/>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CEA77C2B-EE7C-959B-E97B-F2919B6764D5}"/>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52A592BD-066A-B55F-C926-9B45178B291B}"/>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329DF754-F394-CACD-88B4-94B02F868D34}"/>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399D2971-7B30-F8FE-ACFB-9D0BD1690DE2}"/>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D3F6560F-C7C6-4CF3-B45F-49C0953808D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3F9A9173-3D57-783B-6A60-FA3EAADE494E}"/>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61C1369D-28C1-FC5D-3D7F-0D7D35C764B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EF22AB44-3AB1-6BA3-27D5-0312F44E7F8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D11109E9-0B44-8C1D-7D7D-C66E38B50983}"/>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174D9D89-850A-6051-98C4-B3DDBF18C78B}"/>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078C93ED-F299-2E6B-B9CF-1EF90B01E444}"/>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E55DF4AE-D0EE-1A51-C19C-41E6D2A324F4}"/>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4" name="TextBox 43">
            <a:extLst>
              <a:ext uri="{FF2B5EF4-FFF2-40B4-BE49-F238E27FC236}">
                <a16:creationId xmlns:a16="http://schemas.microsoft.com/office/drawing/2014/main" id="{14A89FED-651D-8306-890C-EC62618433C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5" name="TextBox 44">
            <a:extLst>
              <a:ext uri="{FF2B5EF4-FFF2-40B4-BE49-F238E27FC236}">
                <a16:creationId xmlns:a16="http://schemas.microsoft.com/office/drawing/2014/main" id="{F507F5CC-A515-757A-1419-849C54D686FF}"/>
              </a:ext>
            </a:extLst>
          </p:cNvPr>
          <p:cNvSpPr txBox="1"/>
          <p:nvPr/>
        </p:nvSpPr>
        <p:spPr>
          <a:xfrm>
            <a:off x="6152446" y="4408541"/>
            <a:ext cx="570089" cy="230832"/>
          </a:xfrm>
          <a:prstGeom prst="rect">
            <a:avLst/>
          </a:prstGeom>
          <a:noFill/>
        </p:spPr>
        <p:txBody>
          <a:bodyPr wrap="square" rtlCol="0">
            <a:spAutoFit/>
          </a:bodyPr>
          <a:lstStyle/>
          <a:p>
            <a:pPr algn="ctr"/>
            <a:r>
              <a:rPr lang="en-US" sz="900" dirty="0"/>
              <a:t>32</a:t>
            </a:r>
          </a:p>
        </p:txBody>
      </p:sp>
      <p:sp>
        <p:nvSpPr>
          <p:cNvPr id="46" name="TextBox 45">
            <a:extLst>
              <a:ext uri="{FF2B5EF4-FFF2-40B4-BE49-F238E27FC236}">
                <a16:creationId xmlns:a16="http://schemas.microsoft.com/office/drawing/2014/main" id="{9499C15B-DFAA-8441-707D-96F6469E33C1}"/>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5E488A3-B2A9-4F7E-5490-4B9BBB6509C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FF3A13D6-838F-F1F8-E6C9-4102061E90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F99BFFE1-A45C-EFD1-2849-92C3DD7E1E18}"/>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168195A4-9154-E595-426E-2C4B25590275}"/>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8154DC19-8681-B1E8-5D56-F30E95C8A8B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BC9F0FA8-88EB-46EF-986F-1F7EE3684B06}"/>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3AADFC05-EF3B-C0C8-0190-297745CE374D}"/>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DD917C5-ABD2-AD17-E42B-EA6CC96DD98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2D176227-1A96-D7EA-1A9A-799A142D46F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4196C2A4-EDC1-BE77-5D33-ACDD7133D59E}"/>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C31BADF7-EA2E-76F9-540D-5D77E469E00B}"/>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87A08CFD-AF35-F35F-2583-22D1F1953F21}"/>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49F91892-31FF-F825-F408-ECFBDFF46039}"/>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88B01557-A168-A872-C25B-C23555DD878A}"/>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C0C8573B-9B46-23BA-4D6D-2A633840AE5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3D3D70FD-BB48-7C95-9FC8-0B4971089C47}"/>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41F8A777-FC5B-E8AC-7B57-47C2B5C68384}"/>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6F566600-316A-BBAF-EE8C-BD2E2A25593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0F49C53-45A0-6EC4-C40E-67CA43E9F56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1277905-A091-D682-F26E-943DD615155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EC99AFD8-7891-F0C2-2E09-91B3B9CBB440}"/>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283FB921-2A3E-DF12-9FE2-315DA7D89011}"/>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62F7F0D2-0419-16CA-4755-22ABF6D39CDB}"/>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44581DD5-887C-14E5-359F-BB1A365C27A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9329B27E-0B03-6BE1-AA4B-9FD8D6D2E8C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4F310233-47E9-A4F4-9140-A62BCF762441}"/>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51891251-2AB4-4409-13FD-41133DB2A4D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409AC0F-E44B-31C4-F8A0-205B87CE0DC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086FFC95-D7E9-D890-0CE4-B69B5AF1FEA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1CDA1C29-0E6B-906A-2582-8889554D6F92}"/>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C2FB7408-4650-9B70-5155-F908343F6A8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1673279-C0ED-813B-C482-95206B3F2BB4}"/>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9AE63667-42C5-BE9C-7BB7-F363E91A189C}"/>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F2F8BED8-8AC0-DA02-ABDD-E5F2BE4FB406}"/>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EF866F6-0592-B4B2-6DFB-41D72D4A3E6D}"/>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019276E-7984-084F-AEEE-ED958EA57606}"/>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D9000D50-EE4E-68B5-E810-E742DF81390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8F91F9A4-655F-5F8B-F995-BC8D4E568CCE}"/>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89ED4BEC-FF73-E845-2F4B-2B183623109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4EF62C1C-512B-081B-0A4A-5D7EB7402458}"/>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C5B672D-701A-2801-E8C8-FA3064D23C56}"/>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504A93BA-D811-1680-2411-B14D4160FEF6}"/>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4A6614B4-328E-E881-C3DC-BFFE156F5B0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A8FFD523-7659-E881-FF8D-8006E300DB1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AF4EB6E8-DDB5-9CB1-A1BC-160385F8A85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333493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0FC57-1241-F411-C795-ACF663BC53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46F0FA-93E1-9D74-B452-B4F0947A3B1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35C1BFF-E14A-F18C-013E-9031F54075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2FC61F2-6A52-F4E8-5024-6C7418C52F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3251E6-7B95-F069-1E22-D9DE7C094BF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29B634A-1DA4-510F-D1BE-4684CF56AAE1}"/>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345FF1AD-5EC0-E140-C942-735561FE0C43}"/>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4514454E-FF9D-84E9-908A-C9B84FAC6CF8}"/>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5ED6F25D-72E8-B865-9430-159509023E51}"/>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ADB8EF1A-BCE2-E048-1D6A-1425A9E60F18}"/>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3E6B5018-6AB7-37D0-04C1-29F3EDC292B8}"/>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5EE3871E-8FCE-65B0-FA6F-8D597ACD1482}"/>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57E69B2A-3808-D603-BFB4-FE8658F84AFE}"/>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08914BFC-6F67-8577-E2BD-62FA28D8BAA2}"/>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EAAC3C19-C52E-AD8E-6417-6BF5386A017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D1D2C37-6839-621F-E762-F6F3E9B594C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5472635-5E9A-27D0-4033-4CE4E5FF9EF6}"/>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D5009C1-89E9-F57A-E5E3-4D5D02FFC94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73E3920-FCCC-B533-E62A-551E5B960E31}"/>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C2684B75-7AAB-6C5A-BF86-93652ABB7255}"/>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46E12153-AE49-AACF-20E7-F544FA5D8434}"/>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44BB7B09-C952-D544-72F0-D84E0F59EAC5}"/>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B14E1066-30B2-199F-F620-7FB263310F5E}"/>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864F1BFD-A717-B40A-8961-277048368DB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E32CACAD-C5C9-B09D-2163-BC4B51BEE6C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555B8B07-4E1F-2822-E4C8-EE8F9CFC0C1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9459C5AC-427A-F581-D7DA-1A1F709DCBE9}"/>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01D4D1F1-3D2C-0116-00C4-728F0CD318C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F7370610-B949-9BFB-F5F5-5E69FD60386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83D971C0-5B38-369F-46FB-AC0D7C0EFB47}"/>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6AB6F434-DA80-09D7-C8DE-D5BE8616A65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8180ED5-77F7-78D1-92B7-B84B9E71A50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A65EE20-AC74-899F-9D5B-B735C2E92DE1}"/>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C1902463-A4CD-7321-84FA-5BF6A6EB3BC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B7B5B0C0-D3F8-0DDD-0F4B-AF03D47D5C3C}"/>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FA57BCE8-0D90-13A8-AF6B-8D8D34EC4E94}"/>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1EFB41C0-8E67-061A-9102-B590C3F74B9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2643393-BE20-6652-3099-6B8218BF144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89E40FEB-DBE8-557B-311E-C59F6D113256}"/>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1F0007FA-E89C-BC00-B140-444ECA20C2AB}"/>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D5E72EE-01E4-878A-6E9C-A632F16C9422}"/>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5DCAD41-5798-1C49-24F8-4C98300E279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6969F10-1A2D-40CF-D724-B4FAED5F192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EF37F71-F535-BC9E-F917-F635DF002CCD}"/>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46048AED-4A51-53A7-9AB6-08B784BA1A9B}"/>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6C810A92-07FE-C47E-4622-664B0B2184E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91CBF97C-C3CC-62DA-5DF4-640BDE3F563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9BAA4559-95C8-DDFF-5E17-2814654D3B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3987214D-ADA1-2304-A962-730C4C37698E}"/>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664BD852-8E36-8491-48A7-364AC5EED3F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8A21B5D-7F7E-2025-6ED2-D50008AD2A1D}"/>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7265414-6C21-0307-5E4E-B4964B722993}"/>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03E58CA8-9E1C-9611-A578-BDF40109C60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8E5DCC86-1861-AD68-57A5-90A5BF1DA916}"/>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6B3E03E9-ECD9-CC78-E92B-AFC24E70D967}"/>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9BFB818-75C4-28A0-A860-8278E8ADFD75}"/>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6EA72423-50BC-CBC9-AE1D-7D8B2458FD6B}"/>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2739365-95A4-2D89-60AD-013B0A0E6350}"/>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4ECEB9E-51F1-9E69-0137-23292DF5EB46}"/>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A7007C8D-1515-4B03-E194-3E9D4D91755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02DD2A4-0A16-57A7-5A2C-A6EC5A67DBEF}"/>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77D1FF63-AE7A-4740-3BAA-45EC1D7B8973}"/>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8A6BF06B-B4DD-8E17-05F0-FCD6D6E4FCFE}"/>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73D2DD6-507C-139E-B448-C1F99C0738F4}"/>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95DB4A64-CB21-20C6-C29B-EB9FE5C57FD7}"/>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EBE43A86-AA3D-5789-39EB-E511CC11424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8C12A997-E2E8-8259-AA3E-C23108BCE54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7B400039-F84D-EFA4-18D3-F07EAF2E224C}"/>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C1AB5259-9821-2363-90C5-EB5DC7E676B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6197514-30C5-8894-F484-FD1D2397DB1A}"/>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1005487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E8D75-80C0-3214-F0E6-1FD178F7D9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2EBF6-246F-7360-ABD5-EFE550078BCF}"/>
              </a:ext>
            </a:extLst>
          </p:cNvPr>
          <p:cNvSpPr>
            <a:spLocks noGrp="1"/>
          </p:cNvSpPr>
          <p:nvPr>
            <p:ph sz="half" idx="1"/>
          </p:nvPr>
        </p:nvSpPr>
        <p:spPr/>
        <p:txBody>
          <a:bodyPr>
            <a:normAutofit/>
          </a:bodyPr>
          <a:lstStyle/>
          <a:p>
            <a:r>
              <a:rPr lang="en-US" dirty="0"/>
              <a:t>In Row 6, [20 in 3] must contain 8 and 9, and therefore 3 as well.</a:t>
            </a:r>
          </a:p>
        </p:txBody>
      </p:sp>
      <p:pic>
        <p:nvPicPr>
          <p:cNvPr id="4" name="Picture 3" descr="A grid of sudoku puzzle&#10;&#10;Description automatically generated">
            <a:extLst>
              <a:ext uri="{FF2B5EF4-FFF2-40B4-BE49-F238E27FC236}">
                <a16:creationId xmlns:a16="http://schemas.microsoft.com/office/drawing/2014/main" id="{1E7EDCFA-D0BF-D0D0-46EB-4863EA7B5FA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34CEE32-35E3-9E6B-0021-AA42F6FB45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820242-FED2-20A7-7974-FA3886EFA8C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E1E609-7FEE-8938-3D69-FAF60BD646C5}"/>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3D312C51-EC35-C640-27A2-EDDEEFFF1887}"/>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2F809AAA-0FD2-547F-37B3-01A90B694DB2}"/>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CF3A5D42-BEA4-CA0F-417E-F438C00B3D8B}"/>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D641A78F-C415-A259-4BF7-5AEF58B29A9B}"/>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8CFCFAA4-B11F-E565-F038-1A5C9C27CFDB}"/>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804750AB-20EB-4868-5AB2-69A412CF5910}"/>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9DB9BDBF-536F-4414-2C38-2EC96ABA73E4}"/>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71F7F541-8B24-AF2A-7C37-F23203DCF0D1}"/>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41BE035C-7679-32D6-84B6-A793B44E73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7F8CB5A-87B7-30B3-0D32-0F9695C9AEF6}"/>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9FE9041B-FB10-CD4C-B985-2E223CDAA66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918E6962-B318-0CD4-DEFC-ABB129D716F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8EC346F3-EB3A-5B81-31AB-7D1B97352CCB}"/>
              </a:ext>
            </a:extLst>
          </p:cNvPr>
          <p:cNvSpPr txBox="1"/>
          <p:nvPr/>
        </p:nvSpPr>
        <p:spPr>
          <a:xfrm>
            <a:off x="7157158" y="2905709"/>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B2F490B-628E-CC24-E6C6-5AB91C168326}"/>
              </a:ext>
            </a:extLst>
          </p:cNvPr>
          <p:cNvSpPr txBox="1"/>
          <p:nvPr/>
        </p:nvSpPr>
        <p:spPr>
          <a:xfrm>
            <a:off x="7157158" y="3406653"/>
            <a:ext cx="570089" cy="230832"/>
          </a:xfrm>
          <a:prstGeom prst="rect">
            <a:avLst/>
          </a:prstGeom>
          <a:noFill/>
        </p:spPr>
        <p:txBody>
          <a:bodyPr wrap="square" rtlCol="0">
            <a:spAutoFit/>
          </a:bodyPr>
          <a:lstStyle/>
          <a:p>
            <a:pPr algn="ctr"/>
            <a:r>
              <a:rPr lang="en-US" sz="900" dirty="0"/>
              <a:t>32</a:t>
            </a:r>
          </a:p>
        </p:txBody>
      </p:sp>
      <p:sp>
        <p:nvSpPr>
          <p:cNvPr id="40" name="TextBox 39">
            <a:extLst>
              <a:ext uri="{FF2B5EF4-FFF2-40B4-BE49-F238E27FC236}">
                <a16:creationId xmlns:a16="http://schemas.microsoft.com/office/drawing/2014/main" id="{753DA8ED-F281-172F-C0DF-84C49DFFB933}"/>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83F41F74-6189-A2CF-C022-647CE54D3165}"/>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1A04E3B8-41F5-588E-EDA3-8D4DD53D6284}"/>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FC7B99B-E150-345C-7690-B03AFE6CC15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A39EBA42-3AA7-28AF-AA0C-AAD673EB8795}"/>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9FA01E41-0BB3-F21E-0E71-FF91AE06873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31BB98B8-480B-69B4-5038-669EA98E45CB}"/>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7539ECE4-9836-50D8-D461-243D2C31C94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F470ADAC-2B78-045C-F01D-82C15E6C83FA}"/>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AF350B0F-2D53-2FEB-B062-DD6260F70A4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28F8AB5F-46AE-04DB-373B-9C43F160178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571F2AF-F695-7CE9-3813-2F585B870B3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41B2EE5-8802-04D9-03D2-A07E34145756}"/>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50C5CFA6-B864-C11E-E184-6B1CABAEFC1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FE7B19AA-3CF5-7A13-DC68-19B3B52FD7DA}"/>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95327827-710D-539B-657B-082A23823E10}"/>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1FC2389A-31D2-FEE4-50F0-C622A56A65C2}"/>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37327662-C18D-308F-B094-B6022F6ECCE5}"/>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CBEC9C08-D1B6-8422-DA4A-537DEB7CC64A}"/>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D3AD21C3-D529-F1B4-79E2-0A61F0960F1B}"/>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3FBDBFC-033E-5E57-147C-89440094D54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D260A29-8F34-DA6B-56EF-EF66901D6667}"/>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4786BD3-C6AE-FC60-676F-BDEDC685036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67587BC-22B9-6966-DC3D-F793AA5313B6}"/>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52505C76-418D-0171-5780-0061B7233A74}"/>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FE0F9624-0F6E-E20D-300E-73CCD7E6904E}"/>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686E43B2-B45A-A481-4CB6-3302A3555C49}"/>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D2AA544-7520-6A9C-D1BA-27425AE3D990}"/>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D853E96-FA65-3ADC-0B34-572ED1E92C03}"/>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020F227D-28A3-CB10-47D0-5EE4C714F8F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A8414ED-211A-ABC9-93C0-26997E9062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696F9E3-7799-B55B-5D09-D61F9CD6B63E}"/>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744787E7-D231-DBE2-87EF-DF3F527DB6F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F4C2214F-038B-792F-67F3-1612303D38D9}"/>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23C76A3-50A4-4CF9-8DDC-15D41CA767A8}"/>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CDDB0BAE-3B56-EDFC-F7C0-B11356671EF7}"/>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7B2FEF4B-714A-A427-111A-696FC0E6BE5A}"/>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487A8DB-DF6D-8B0B-50C5-C8C6C8E20EE6}"/>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B7CA80E-2031-1A00-C7D4-B148376557FC}"/>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79BFB767-F0C1-777B-D533-64D8D556452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41F6BCE-2AD6-F7B5-33AB-27EE99A0AB3C}"/>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9CB754A1-3CE8-2D47-E1C6-727872FD0E7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B0651ED0-72DD-715F-D82F-6B7E9A81BCA1}"/>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A95BCD6-07E4-0675-DC20-CBEF1D88753F}"/>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3F5A1EA-94EF-447B-DCB1-FB7CE55B2AE9}"/>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BFD862E4-0590-FD52-D18F-70272F8E9F9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2195388-26B1-ED17-E2B7-D1B736FFE41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9ED84D21-05E6-9407-ECDC-59CAF44D2D4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46037D42-F3E6-D635-7579-6EA204B3C39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8A48AE0F-34B5-8F90-C8DE-2496BCE4753A}"/>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A0725536-2823-0E0B-5B58-12AE25B67C19}"/>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B3D7B9EE-1E17-63E4-F776-43AECB9A870D}"/>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FD76F531-6D9D-636A-F389-E5CC27310742}"/>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2015910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C7F7-47DA-327D-BB1B-85D07759CD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EFE103-E048-2E56-A684-20986BD1DA6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0A1E38-DE13-0F5D-A354-DD30A1CAD4D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D508E3C-CEF0-E165-8D4B-ED6B64911E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E331A89-A81B-BCF5-97DA-1B0D8DECC3E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6E8212-72D4-DE8D-E477-4D5E9DDE695E}"/>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2F3C7A38-A519-9F50-1E1F-461A2A2F946B}"/>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98DA424D-DAA6-5823-B95F-5B2285EA5CFA}"/>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3258554A-7D9D-BAE5-5838-FCD86DA383EF}"/>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4061CCB9-F1F1-8B76-CDE4-6DCFE1BAA103}"/>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85171E4E-578F-FE29-6B65-74A3DB5FDC10}"/>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840CB5A0-687B-7A9D-7A75-F591DC819EF0}"/>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E5DC8406-DB1A-64B2-41CA-5A6D22CDADAE}"/>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03E30F60-5571-4079-D8FA-4C66C4CBD693}"/>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7FB37704-25B6-773B-752C-EB585889A77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6F7263E-85DC-804F-BF36-9F929D5E326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461314A-4636-36EF-9254-E9452FD716F4}"/>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B1721468-70FA-1C45-FA8C-B7EEDBA9EAA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0E442D8-DC89-0D1D-A787-590D56C36928}"/>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38D28EDF-9491-8720-89C9-0A681E55D69A}"/>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988F32B2-66C5-4DCE-BD85-EE712935338C}"/>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54249136-36CF-D265-11B4-6C9C18FCDFE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D9BC7E7B-27FA-D4FF-3B08-E0A613CDD167}"/>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1F340950-476E-7B4F-8932-9E8F9485C34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56" name="TextBox 55">
            <a:extLst>
              <a:ext uri="{FF2B5EF4-FFF2-40B4-BE49-F238E27FC236}">
                <a16:creationId xmlns:a16="http://schemas.microsoft.com/office/drawing/2014/main" id="{052A2187-6F73-7FEB-CC37-130FDDEFD52C}"/>
              </a:ext>
            </a:extLst>
          </p:cNvPr>
          <p:cNvSpPr txBox="1"/>
          <p:nvPr/>
        </p:nvSpPr>
        <p:spPr>
          <a:xfrm>
            <a:off x="3138310" y="3406653"/>
            <a:ext cx="570089" cy="230832"/>
          </a:xfrm>
          <a:prstGeom prst="rect">
            <a:avLst/>
          </a:prstGeom>
          <a:noFill/>
        </p:spPr>
        <p:txBody>
          <a:bodyPr wrap="square" rtlCol="0">
            <a:spAutoFit/>
          </a:bodyPr>
          <a:lstStyle/>
          <a:p>
            <a:pPr algn="ctr"/>
            <a:r>
              <a:rPr lang="en-US" sz="900" dirty="0"/>
              <a:t>21</a:t>
            </a:r>
          </a:p>
        </p:txBody>
      </p:sp>
      <p:sp>
        <p:nvSpPr>
          <p:cNvPr id="60" name="TextBox 59">
            <a:extLst>
              <a:ext uri="{FF2B5EF4-FFF2-40B4-BE49-F238E27FC236}">
                <a16:creationId xmlns:a16="http://schemas.microsoft.com/office/drawing/2014/main" id="{938C65A5-4E35-3DEC-F3D8-4634DABCE21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9FA9E20E-6255-EED6-9C69-C9213309E46D}"/>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4F94C118-BE3E-0D46-BB38-85426D8B5706}"/>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30D60121-C79D-7EB7-1B6F-5BC4B5C3BCD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A6E972AD-9F9E-1DCA-6032-FC48F7147C4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0240B2C2-5C92-7CA6-50EE-FDDCD35A1575}"/>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DB9C8F1D-25E6-B05E-98FA-1EEEAD50F63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FAFBA3AE-CC0B-54C9-76BD-E9504CC97517}"/>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27B247BE-FAF8-5557-9B0F-EAC327DA22D3}"/>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B7BF79F3-5372-19E1-4E0B-458DE444C8E0}"/>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76EA484-BDC0-A3E0-EA4E-F929B05E1C2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77E23E3C-65DC-E874-FD00-399132BDAC93}"/>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09B06287-17CF-092B-BE1A-194AD764D383}"/>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9532F523-821E-D42C-EF8B-96C844FB881C}"/>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07C20283-9D30-A91E-4A42-455D4F57C2B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5D32D73-B838-9453-047B-DDCD7E1C984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5C2A66A-97EA-76F4-D5A8-7A48E729C782}"/>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3487FAC4-B750-FA62-2490-1866DB258E27}"/>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720EF97B-0E32-D5B6-971C-12B1FFBE1B59}"/>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4682DA40-49EE-43FB-712E-ADDF333289A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5298691F-DC21-D779-8F7E-8EA9EF1A0A24}"/>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5C73297-A394-1F0D-9643-E181B9B641E2}"/>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17E49DF0-33FB-37E5-1A8E-D7B7B7D607C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7D21041-1D6D-DF74-65F3-B95AF993CF0F}"/>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8065745-2230-2E65-3E29-1A8EF2D50AFE}"/>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47DF961A-A151-DBA4-9BC7-B1CB602412C0}"/>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C6449E1B-EEE6-8FCE-2E1B-E9C874E7A4E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0F1B0F4-791F-B8B1-B705-68029DFE79E0}"/>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0EC24DA6-A81E-B47E-34E5-60B711559CB4}"/>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7A376362-8DFE-3898-4531-7E6E273C4AB2}"/>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8E19016-6238-FAC6-A93C-8B50A0F7CAF3}"/>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C7C2A24-2F60-C899-4235-0C3936CD3BE8}"/>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2305E354-BE38-3828-A88D-39867F0A57E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E8EB46DB-C39F-BACF-6F87-882B5E62842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91CC6411-0D01-A373-BBA1-53114B62EFE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ED30159E-2990-FE71-FE5A-C656594A8684}"/>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1C0D6D7-8409-57B5-3B01-54E6DF856742}"/>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1B52084C-8C46-4315-1BEB-BD031438A103}"/>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9CB87A8D-D8D2-E4CF-5A8F-BFA5AB3EE60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5EB2814-F776-5B16-A9E0-FFEE25A7292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BF04C999-FFAE-8431-7E15-CEDFB0F0DEA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08AFDF2D-ECC1-D354-16D2-5E7D041FF35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EA5FD23-85B9-D1C2-87CB-ECB2B3B436DC}"/>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84593335-515C-01C7-8FCF-F34CC3E16D9A}"/>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77EAD706-C143-61A5-FE86-B27A68BA8057}"/>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18A929A2-DE97-8AEB-41FA-8F746198A184}"/>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2ED9670B-16A8-948F-DA7E-0C3FC0061FA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AD965A95-BC1F-B278-D22B-C4EDF9BD0781}"/>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497207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AF13-29D8-7C53-D27F-48571DC39A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9B9E29-0E8B-B9FD-A62A-E8364C4C9C1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0E8CFD5-3EF7-91A9-2782-418B9E21B2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5136852-B22C-6D24-C216-914BD90904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734BCA-FE5F-7EEA-BAF4-C6CFAF130A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5319479-372B-8B3A-7D1D-F7D6146B02D0}"/>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F806622F-7FA9-C096-41C8-642A7B85F1FF}"/>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BF0B9458-2956-893C-3100-D0AC3246D47B}"/>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A92A6537-08A3-B62C-BDFA-0416F7BC207E}"/>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01782970-335D-A7C5-873B-F8F857916F5E}"/>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1F2FE93F-2304-06F1-A7A2-FF919FBB0F2B}"/>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6D1EFD5E-D2C4-FB4D-4FDB-B30926F92C93}"/>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29" name="TextBox 28">
            <a:extLst>
              <a:ext uri="{FF2B5EF4-FFF2-40B4-BE49-F238E27FC236}">
                <a16:creationId xmlns:a16="http://schemas.microsoft.com/office/drawing/2014/main" id="{B460654C-CD62-8A83-909B-F7F40EC176B6}"/>
              </a:ext>
            </a:extLst>
          </p:cNvPr>
          <p:cNvSpPr txBox="1"/>
          <p:nvPr/>
        </p:nvSpPr>
        <p:spPr>
          <a:xfrm>
            <a:off x="6654802" y="2905709"/>
            <a:ext cx="570089" cy="230832"/>
          </a:xfrm>
          <a:prstGeom prst="rect">
            <a:avLst/>
          </a:prstGeom>
          <a:noFill/>
        </p:spPr>
        <p:txBody>
          <a:bodyPr wrap="square" rtlCol="0">
            <a:spAutoFit/>
          </a:bodyPr>
          <a:lstStyle/>
          <a:p>
            <a:pPr algn="ctr"/>
            <a:r>
              <a:rPr lang="en-US" sz="900" dirty="0"/>
              <a:t>41</a:t>
            </a:r>
          </a:p>
        </p:txBody>
      </p:sp>
      <p:sp>
        <p:nvSpPr>
          <p:cNvPr id="30" name="TextBox 29">
            <a:extLst>
              <a:ext uri="{FF2B5EF4-FFF2-40B4-BE49-F238E27FC236}">
                <a16:creationId xmlns:a16="http://schemas.microsoft.com/office/drawing/2014/main" id="{FF21192A-2F31-F684-16AC-267DD7720C87}"/>
              </a:ext>
            </a:extLst>
          </p:cNvPr>
          <p:cNvSpPr txBox="1"/>
          <p:nvPr/>
        </p:nvSpPr>
        <p:spPr>
          <a:xfrm>
            <a:off x="6654802" y="3406653"/>
            <a:ext cx="570089" cy="230832"/>
          </a:xfrm>
          <a:prstGeom prst="rect">
            <a:avLst/>
          </a:prstGeom>
          <a:noFill/>
        </p:spPr>
        <p:txBody>
          <a:bodyPr wrap="square" rtlCol="0">
            <a:spAutoFit/>
          </a:bodyPr>
          <a:lstStyle/>
          <a:p>
            <a:pPr algn="ctr"/>
            <a:r>
              <a:rPr lang="en-US" sz="900" dirty="0"/>
              <a:t>14</a:t>
            </a:r>
          </a:p>
        </p:txBody>
      </p:sp>
      <p:sp>
        <p:nvSpPr>
          <p:cNvPr id="31" name="TextBox 30">
            <a:extLst>
              <a:ext uri="{FF2B5EF4-FFF2-40B4-BE49-F238E27FC236}">
                <a16:creationId xmlns:a16="http://schemas.microsoft.com/office/drawing/2014/main" id="{FC3EDE35-2B5A-384A-712C-6ECFC8233C2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5FAB71C-0721-B57D-B119-E274ED472A4C}"/>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0175717-2BBA-4DA9-EBBF-13A82BE4249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C903E6C-5B4C-0ACE-1239-931F76F9F40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532280EF-7F07-D96E-E5CB-46002000FAA9}"/>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8727E1C7-AE62-B51D-1EF6-5D36AE59CD58}"/>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4518F1CF-2EBB-A65F-73DE-2B52CF31217E}"/>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AE4FBD22-621A-330D-F39E-D395A4A12A4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D1958E8B-53FF-F2D2-3F72-9E05407F1E05}"/>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3B401B2A-0E0E-C880-151E-A35F271D8BC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9EF313F0-70E6-1176-4E54-8D14A548C139}"/>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F91236DC-1F69-49FB-98FF-EBA1692C067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21E4275-8C2E-393E-A5B2-C044222AD41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67ED09E1-FAF2-D5C5-280C-40F72D5AED7E}"/>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C261D10-CA84-0AF2-CDB2-3924E7BB7C04}"/>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873CE21D-A169-BD9B-D3BF-20C6DE84CCBD}"/>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1513952E-255E-BFE7-C36D-AFA49A3DE7C5}"/>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24612610-4A32-5889-AF5E-F9B879B91EAF}"/>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64E4ED37-45B9-B8BD-CA12-B0CC91A62B6B}"/>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40C9AA2-294D-2C18-9722-2C9FA780C329}"/>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9BACBABD-AA56-71C6-9E4E-A57C28E592DB}"/>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5616324F-5ABB-E619-30FE-EEAF542541B6}"/>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4CB21BC1-D91C-9648-1847-2D7907D4CB20}"/>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B3816DB-CF34-1F9A-097D-A8F4200D5DB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D5369FA-F361-DF32-14FB-570E503074D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71EB9A6-72E2-2C22-9826-A68FEDB5BEA9}"/>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F62BEFDB-8826-2F84-72CE-47AD4462EFBB}"/>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C15A9467-FCD1-5146-DA2C-D7C8D9772E4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C07FE83F-AA91-2D7C-4636-455593F8844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46A4E58A-9AEA-E405-704B-35049892CAE7}"/>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4BEB3DD3-7C87-F094-F3D3-9C3DF088BEB0}"/>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3E970830-472A-69BB-53F9-A3763404E4E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7521C9C-34F4-C980-B581-F0DBA185F853}"/>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756DF55-3A60-BF0F-B2BF-D82E5C3CDBB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B584A3C1-CA5D-3AC1-32E4-1F0E5F7DC2F0}"/>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11C843EA-9506-EB1B-BEB1-98ED500A3AE0}"/>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C9313D8-51C3-120A-ECA1-B6E7E5433B95}"/>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33D9F14-E92E-89E5-0C37-EDFF0A385DC5}"/>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00D9750C-B822-3E48-97E2-BADD75E7BBA5}"/>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361E9AE-61DA-42C2-10F1-A9C0A5A2701C}"/>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23E8665-6734-EEDB-1C7D-A6A6197FC0BE}"/>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F426E567-2F27-B6DB-3A58-A4ABD1726FBE}"/>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E676D37C-BDDB-FE52-C824-EB67D1FB3E45}"/>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3D1A9811-15FB-C248-AA1B-701297EEFA1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DF10AF0D-3EA9-1E91-3157-4F2B6C0DCA23}"/>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71CA405-B887-29E2-918D-1903C883F9D0}"/>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C811DF94-9DFA-E388-53C0-F52C29CB0D4E}"/>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0D79A039-C4CB-A6E6-208C-4C89612987E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01CE1924-F2DF-1D6A-4959-6F9DA15B1F4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22932D75-53BA-20C1-B217-3B8B5FD66CF2}"/>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832DA5A9-2DAE-F37C-71E3-A08DDC24C89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A9186821-9FF1-6D7C-A2B6-6ADD00C51ACE}"/>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83DB4497-E8F3-A9EF-FF0B-76C3DA16034A}"/>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E805F96C-9BA7-2096-D5C8-8B8FD39A384F}"/>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B1F80D7B-C9EB-8933-9D77-B42DB772005C}"/>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78FF8D71-8E83-8324-1152-F17013A5409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6F7FBF09-EF31-8D2A-7E7A-CAAB3BE15A5D}"/>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F65D35D1-FA56-BAC2-EB8A-786EBE29B772}"/>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AB318189-93AF-9D83-6635-CE30DE94E244}"/>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8846004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BA97-AE30-36DF-67E9-1DF4FA4EBB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E9B6CC-4C7F-6E6E-9248-7E22E0A97A2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BDFB072-73CA-26A0-9D0B-0119D91315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D3991D-172E-07A0-EDD3-67A07C9DF68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BA855B7-7AF2-83B7-978A-52BFBFFC015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5619195-D7E9-54B2-C68F-83C0000A774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0E170C6C-E2F3-0354-EB51-2B86FABB9C73}"/>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F3B0F6E6-7BE4-C00C-4D8B-2818A4C8F7B6}"/>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10048EFE-8EB5-9B9B-9338-0490C63809D5}"/>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FC0273F5-08AF-8867-50DC-219E073AD604}"/>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20F8B16D-9FE0-C609-FF25-495D2B1E91F6}"/>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D07DD0FD-6CFE-267E-066D-67397F658502}"/>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31" name="TextBox 30">
            <a:extLst>
              <a:ext uri="{FF2B5EF4-FFF2-40B4-BE49-F238E27FC236}">
                <a16:creationId xmlns:a16="http://schemas.microsoft.com/office/drawing/2014/main" id="{D7705224-2057-72BF-472A-41B6B07A391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17733A6-837C-0BC2-7899-29D24F4D6B5B}"/>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F8237B0D-AEAD-B26B-A894-D6B2D7515B2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6E03345-BE42-C25A-E925-79A29924EE4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2FEB5C84-9800-84BA-92DE-B879AAFEAE33}"/>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F1D2910F-62E7-59BD-D983-6CA1D829696B}"/>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772F0896-D0D7-3064-8E19-EC67699080E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C45B274-D0F9-F161-E67E-17EB5377241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C826EDD3-2994-B3EC-F594-B29EA8B23DFB}"/>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3B9FC2E6-A974-32C0-7A55-0DDF516EC80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52FC931B-7B36-7B7B-7BAB-97FCDDF5E36A}"/>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B990F8B8-7490-6D47-C5F5-9816C65D3D2F}"/>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89832095-4398-83D2-1194-3443DD761CB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411BF667-B126-6805-773E-86244D4F879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9C27315-6B37-1B02-8CFB-DDDF92DFC3A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E22E59B0-3787-857B-FCBB-5B04C80FB37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61930769-DB7F-AD42-68DF-47A88B67E430}"/>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41414097-2546-CE90-9E5E-4FB2856D447A}"/>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BA2821C7-008E-3BF8-0605-31D944C4C44F}"/>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E3F209D-5276-8B18-57E0-AA1CFD1E88D8}"/>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814A0FF4-A145-6D89-9407-984F547CD638}"/>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220C6893-F9F9-1549-EF5C-D3A3236528E8}"/>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CC13BB87-C4AB-54F4-13B7-ADC847D4E67A}"/>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92A8D8A7-8203-F87D-FD01-88D24D11DA8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45D6729-7799-ECD6-90FA-056AA756524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601FCB5-A538-704B-3020-D6EF995A3391}"/>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27FED7D2-50D8-61DE-0B6B-56601759D2F7}"/>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1AA6D05E-E1D2-A35B-0CEA-A4465AE14BDF}"/>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C2C58FE6-F0A3-4152-B0E2-128163B1C3AE}"/>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46686763-2958-FC38-ECD8-F01C05CE3A3E}"/>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B0A05818-A726-FF75-A430-5C2B4CA8BE0F}"/>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69BD896C-C9F4-4925-8357-6AB5C5AA8A6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14E48B6-FCA3-D78F-5BEC-B7B294B6473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3A9D896-9629-B3A9-8F73-071D4A2C97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075F9229-64F9-7D83-B10A-93F805CB11A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F66ED87-E7F9-BC38-0648-F0A7EC1D1643}"/>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C895966B-DB7E-74EC-C650-081883274DCE}"/>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D6766C5F-FB3B-E16A-078C-3B92048FE4C7}"/>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95D97314-F59D-6AA3-5766-95EDB8BB7DF0}"/>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3F9DA9C-DE62-321E-6912-C8F9B6D95244}"/>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25F9582-6EC9-1F97-40BA-4025C0E0C6BB}"/>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F8FA7063-36B5-A917-DE14-A35417E282B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EBA51AE-98E9-F1A1-11A2-BBDD2895C30E}"/>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E2252BF4-DA86-9CED-14C9-A83B58427AB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D17ED1BF-F686-7B0D-80E2-025164ACB9CC}"/>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E75C045-7C82-E620-87D6-C9EF54B101AC}"/>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CBB47C21-80FA-A82C-DD0B-AF0432382275}"/>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254F96BA-2616-E8EE-05EF-FF1FD757180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BB3BD18-ABCC-8EFD-7848-724028E85A9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01E6CDF8-E20B-0603-9616-A93D742F748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89DECD96-1421-65EC-93E2-9F44E02383B0}"/>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932B4151-E9B9-7759-79E7-8029C854CE7E}"/>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49A99DAA-9DBF-F364-26D2-A66BF7164772}"/>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C3E75DD7-82C0-4EAF-21D2-79EECF888B61}"/>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D217509B-9A51-D5F6-AE09-DF8C8598638C}"/>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6EC2AE52-9576-C45F-505D-ADEA56512DC4}"/>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A3B4F47C-497A-3074-A13C-90542B60E0B2}"/>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C7A6592D-547B-E0B4-9939-5E6816A722D6}"/>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11AEA369-61D2-47B4-094E-2F1CFDB72BBC}"/>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ABCD13B2-C6AC-1AE8-466C-A8A20A32A6CE}"/>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AE7AE722-A025-C9E4-16B3-28E09EDD51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109686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E477-5609-7EEC-7755-EE7CAD8C16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6AF746-8448-0797-2E65-377F5E435402}"/>
              </a:ext>
            </a:extLst>
          </p:cNvPr>
          <p:cNvSpPr>
            <a:spLocks noGrp="1"/>
          </p:cNvSpPr>
          <p:nvPr>
            <p:ph sz="half" idx="1"/>
          </p:nvPr>
        </p:nvSpPr>
        <p:spPr/>
        <p:txBody>
          <a:bodyPr>
            <a:normAutofit/>
          </a:bodyPr>
          <a:lstStyle/>
          <a:p>
            <a:r>
              <a:rPr lang="en-US" dirty="0"/>
              <a:t>Complete Rows 5 and 7–9.</a:t>
            </a:r>
          </a:p>
        </p:txBody>
      </p:sp>
      <p:pic>
        <p:nvPicPr>
          <p:cNvPr id="4" name="Picture 3" descr="A grid of sudoku puzzle&#10;&#10;Description automatically generated">
            <a:extLst>
              <a:ext uri="{FF2B5EF4-FFF2-40B4-BE49-F238E27FC236}">
                <a16:creationId xmlns:a16="http://schemas.microsoft.com/office/drawing/2014/main" id="{DB472E8D-2F42-53AC-A7B8-12419DF9DE8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AF59A80-06C5-0A7F-7D9E-118A4375C46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0A88625-646D-3F61-A523-79C93BF4E6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EE04D9-D664-75A0-16BD-31EC267CDDF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084103C-11DF-03C8-3823-DCE03C73411D}"/>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6FA1D950-BB8C-69B1-6324-25E976D5D3A2}"/>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04512A25-31FB-4C6A-B336-ABEA45845403}"/>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F1E98C7D-B86B-DB7C-F4BC-F01C5C600866}"/>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A751CBC1-EFB7-14F5-2C0B-405BFA98EB58}"/>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F316D9D6-096D-0709-1414-E6B4715C6CC2}"/>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31" name="TextBox 30">
            <a:extLst>
              <a:ext uri="{FF2B5EF4-FFF2-40B4-BE49-F238E27FC236}">
                <a16:creationId xmlns:a16="http://schemas.microsoft.com/office/drawing/2014/main" id="{E423F608-3A5A-8BCB-243B-10826B867AA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66C946C-366F-008B-EDA4-014DC25A0580}"/>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8F0B735-19E3-4E25-87F6-AE3C33746F9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3A64C2D-EBB9-0919-4587-4028101838A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471F178-9DB1-8ADB-8E67-F6BDFC23BC8C}"/>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8BDC6627-6E55-C7C6-B505-F3DB94B959C2}"/>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7C0B9082-AA0E-1A43-ED18-6065C1D7A18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587B3660-2A0A-8236-753A-9E37B16E800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10721D8E-0CD6-4A0F-C672-7E855172D135}"/>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D4BA68C6-AFD0-0F7A-5EE1-1DB7C084907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5E832A87-5104-DC94-378E-F217F9D94C81}"/>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2BF32AC3-F25B-F136-4121-1A5939B4C51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C03F14F1-D024-9C6F-40E4-259717587B8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21F8003-C9D5-958A-3024-A913B4351096}"/>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C96ECA1-91F9-D9D3-7C14-D24220C7EC4B}"/>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412FE763-9081-17B6-74FE-75043FA0E1B3}"/>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D418AA3C-8390-38C6-59C5-E4833A996736}"/>
              </a:ext>
            </a:extLst>
          </p:cNvPr>
          <p:cNvSpPr txBox="1"/>
          <p:nvPr/>
        </p:nvSpPr>
        <p:spPr>
          <a:xfrm>
            <a:off x="5147734" y="2404765"/>
            <a:ext cx="570089" cy="230832"/>
          </a:xfrm>
          <a:prstGeom prst="rect">
            <a:avLst/>
          </a:prstGeom>
          <a:noFill/>
        </p:spPr>
        <p:txBody>
          <a:bodyPr wrap="square" rtlCol="0">
            <a:spAutoFit/>
          </a:bodyPr>
          <a:lstStyle/>
          <a:p>
            <a:pPr algn="ctr"/>
            <a:r>
              <a:rPr lang="en-US" sz="900" dirty="0"/>
              <a:t>126</a:t>
            </a:r>
          </a:p>
        </p:txBody>
      </p:sp>
      <p:sp>
        <p:nvSpPr>
          <p:cNvPr id="70" name="TextBox 69">
            <a:extLst>
              <a:ext uri="{FF2B5EF4-FFF2-40B4-BE49-F238E27FC236}">
                <a16:creationId xmlns:a16="http://schemas.microsoft.com/office/drawing/2014/main" id="{AD68402A-2988-5318-E1D5-80DF99F9779B}"/>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851ED759-117A-B9EB-43F9-262A27FA600F}"/>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E5AF09A8-2484-9EEF-FA3C-50C197B448DE}"/>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56EDFEB1-BF27-A313-7F2E-00F2EF534FA0}"/>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D8B88B95-A3EF-5BD6-8BCE-93DC8AE9677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CE9F5D2-CDE5-35EB-F4D3-5F1D3E638D5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3DE5E32-BBEF-6759-73BB-E5D1829C7C7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AE84A50-3A94-2E11-0A7C-E14DC7AE008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D934586-5D5A-7CC8-659E-BE1F7C510012}"/>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9B245E4C-5F33-14EA-ADEC-16371801713F}"/>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BD12F4B0-9EE1-A386-0A41-B5040EB761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751DCB41-5F37-28BB-1DB6-4A2774C2909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DF69BC9A-492C-BA73-076A-604B52A2796A}"/>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5803CD96-64CD-8BDD-C471-DC59077B36F2}"/>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CB817401-7033-9E4C-FBE8-1DD74327E49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5FE44DB-8253-16C2-428D-5F8B6D98C1B5}"/>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4E8FFD5D-1ECA-5E78-B427-57E80D6DAB43}"/>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6EB456B7-9FA5-31BB-E2A3-F1C2A72AAAE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1D7BA5E3-17FB-3732-C5EF-6C976DB0AB48}"/>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28BD983-8273-54D7-C38F-465AD370EB89}"/>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22109182-25E4-C1C5-E209-DD7135D943F0}"/>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C921CDB3-7E2C-ADB0-E6C8-37B2A7523870}"/>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2D458BAE-A71E-02B9-A70F-F1648ED9CAA1}"/>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8A38BBB-9331-1E20-2500-F707D355B512}"/>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13C41BD4-2283-F1E5-BBFF-F67428A83E7F}"/>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D1983722-49F3-38A1-8CBC-85E9A362EFB2}"/>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B9481B83-CFE4-7F00-7229-A2B2912CCA9F}"/>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96D8C14A-57FC-04AD-AF75-057590D59407}"/>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D8E13C3-14AD-91CE-FE4A-C3163F6488E0}"/>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FBB19AD1-3378-E15A-5621-1B0927C80F9D}"/>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19C3CE8E-D34F-7B7C-C200-265A18B59B1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EA93F5B0-E1F3-6E1F-15EF-EF8887D42C7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10319532-DFAD-AF03-C3E1-B7C61DA07A1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F7C8ED77-050C-D4A4-4F35-4CCAFF9005D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6C65C1E6-4909-37B9-6972-AC726DFDA9E0}"/>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85F1329F-6F0D-40D2-54C7-5BB709E653BB}"/>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C3FE5E03-2056-9791-3A3F-D528252B8C8B}"/>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A9EFDE2C-9EAE-CCC6-DD78-AB9DA3B8BBC2}"/>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5C3086A6-0977-1E85-AC94-43B6BDC7BA66}"/>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EB7AEE6A-C779-C87E-4456-F35FDAB420D2}"/>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FEEE3F84-D4FF-98C6-9F4A-5680B8C04230}"/>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86F3EF8B-2D23-064F-22FD-BFE0EB2046AD}"/>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436CC19C-3703-7F70-1387-03EB77C04FA1}"/>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9CE2AD01-83A7-A275-10B1-37E94BDCEC11}"/>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5DAB2BB-9730-C4D7-396B-2FAFB81E8A61}"/>
              </a:ext>
            </a:extLst>
          </p:cNvPr>
          <p:cNvSpPr txBox="1"/>
          <p:nvPr/>
        </p:nvSpPr>
        <p:spPr>
          <a:xfrm>
            <a:off x="5147734" y="2905709"/>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88E6F376-6613-6673-0BD1-F4B8A5D0302A}"/>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64" name="TextBox 63">
            <a:extLst>
              <a:ext uri="{FF2B5EF4-FFF2-40B4-BE49-F238E27FC236}">
                <a16:creationId xmlns:a16="http://schemas.microsoft.com/office/drawing/2014/main" id="{4D676C96-3656-AFAB-6E7B-B1A5030610DF}"/>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7D766554-78E6-627E-AFC1-1546022BA5EC}"/>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BFDDDCBC-8463-75CE-8D58-04B6425C1E3F}"/>
              </a:ext>
            </a:extLst>
          </p:cNvPr>
          <p:cNvSpPr txBox="1"/>
          <p:nvPr/>
        </p:nvSpPr>
        <p:spPr>
          <a:xfrm>
            <a:off x="4645378" y="3907597"/>
            <a:ext cx="570089" cy="230832"/>
          </a:xfrm>
          <a:prstGeom prst="rect">
            <a:avLst/>
          </a:prstGeom>
          <a:noFill/>
        </p:spPr>
        <p:txBody>
          <a:bodyPr wrap="square" rtlCol="0">
            <a:spAutoFit/>
          </a:bodyPr>
          <a:lstStyle/>
          <a:p>
            <a:pPr algn="ctr"/>
            <a:r>
              <a:rPr lang="en-US" sz="900" dirty="0"/>
              <a:t>4568</a:t>
            </a:r>
          </a:p>
        </p:txBody>
      </p:sp>
      <p:sp>
        <p:nvSpPr>
          <p:cNvPr id="80" name="TextBox 79">
            <a:extLst>
              <a:ext uri="{FF2B5EF4-FFF2-40B4-BE49-F238E27FC236}">
                <a16:creationId xmlns:a16="http://schemas.microsoft.com/office/drawing/2014/main" id="{7EE04D05-E8F6-84BA-7388-D781BEE450FA}"/>
              </a:ext>
            </a:extLst>
          </p:cNvPr>
          <p:cNvSpPr txBox="1"/>
          <p:nvPr/>
        </p:nvSpPr>
        <p:spPr>
          <a:xfrm>
            <a:off x="5147734" y="3907597"/>
            <a:ext cx="570089" cy="230832"/>
          </a:xfrm>
          <a:prstGeom prst="rect">
            <a:avLst/>
          </a:prstGeom>
          <a:noFill/>
        </p:spPr>
        <p:txBody>
          <a:bodyPr wrap="square" rtlCol="0">
            <a:spAutoFit/>
          </a:bodyPr>
          <a:lstStyle/>
          <a:p>
            <a:pPr algn="ctr"/>
            <a:r>
              <a:rPr lang="en-US" sz="900" dirty="0"/>
              <a:t>4568</a:t>
            </a:r>
          </a:p>
        </p:txBody>
      </p:sp>
      <p:sp>
        <p:nvSpPr>
          <p:cNvPr id="81" name="TextBox 80">
            <a:extLst>
              <a:ext uri="{FF2B5EF4-FFF2-40B4-BE49-F238E27FC236}">
                <a16:creationId xmlns:a16="http://schemas.microsoft.com/office/drawing/2014/main" id="{E699A998-274A-EB20-9260-FCB4992EA793}"/>
              </a:ext>
            </a:extLst>
          </p:cNvPr>
          <p:cNvSpPr txBox="1"/>
          <p:nvPr/>
        </p:nvSpPr>
        <p:spPr>
          <a:xfrm>
            <a:off x="5650090" y="3907597"/>
            <a:ext cx="570089" cy="230832"/>
          </a:xfrm>
          <a:prstGeom prst="rect">
            <a:avLst/>
          </a:prstGeom>
          <a:noFill/>
        </p:spPr>
        <p:txBody>
          <a:bodyPr wrap="square" rtlCol="0">
            <a:spAutoFit/>
          </a:bodyPr>
          <a:lstStyle/>
          <a:p>
            <a:pPr algn="ctr"/>
            <a:r>
              <a:rPr lang="en-US" sz="900" dirty="0"/>
              <a:t>4568</a:t>
            </a:r>
          </a:p>
        </p:txBody>
      </p:sp>
      <p:sp>
        <p:nvSpPr>
          <p:cNvPr id="82" name="TextBox 81">
            <a:extLst>
              <a:ext uri="{FF2B5EF4-FFF2-40B4-BE49-F238E27FC236}">
                <a16:creationId xmlns:a16="http://schemas.microsoft.com/office/drawing/2014/main" id="{2D03D8E7-D8E2-026B-599E-45DE454FCC0F}"/>
              </a:ext>
            </a:extLst>
          </p:cNvPr>
          <p:cNvSpPr txBox="1"/>
          <p:nvPr/>
        </p:nvSpPr>
        <p:spPr>
          <a:xfrm>
            <a:off x="5147734" y="4909484"/>
            <a:ext cx="570089" cy="230832"/>
          </a:xfrm>
          <a:prstGeom prst="rect">
            <a:avLst/>
          </a:prstGeom>
          <a:noFill/>
        </p:spPr>
        <p:txBody>
          <a:bodyPr wrap="square" rtlCol="0">
            <a:spAutoFit/>
          </a:bodyPr>
          <a:lstStyle/>
          <a:p>
            <a:pPr algn="ctr"/>
            <a:r>
              <a:rPr lang="en-US" sz="900" dirty="0"/>
              <a:t>68</a:t>
            </a:r>
          </a:p>
        </p:txBody>
      </p:sp>
    </p:spTree>
    <p:extLst>
      <p:ext uri="{BB962C8B-B14F-4D97-AF65-F5344CB8AC3E}">
        <p14:creationId xmlns:p14="http://schemas.microsoft.com/office/powerpoint/2010/main" val="2109946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D202E-A208-94FD-460E-A759E9BB6A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530A5C-0B26-A251-22FF-A654640B0EF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F515911-C213-DAA7-D1B8-E32BD8CFCE6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79DA59-6C4B-9319-1A4A-C8308372DD5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C71AD26-959A-861C-8D09-49031E3E5A1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7879E62-D701-301B-527E-5A322A391678}"/>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650A1F2-59B7-FFBA-490C-2B88C227D72E}"/>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A9C0C5AB-4D5E-5A82-84A9-B9864F8E8F89}"/>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E9708A41-615D-3B2F-F633-E5A52FEDEED2}"/>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3E6C7531-EA3A-A52D-6A14-0FE6A9F8EAD8}"/>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575C73B1-FEF1-8117-0DC0-93529F075C1D}"/>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3DDC7E4E-C164-5307-0CA7-9735BF7645CA}"/>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31" name="TextBox 30">
            <a:extLst>
              <a:ext uri="{FF2B5EF4-FFF2-40B4-BE49-F238E27FC236}">
                <a16:creationId xmlns:a16="http://schemas.microsoft.com/office/drawing/2014/main" id="{DC85D688-A34E-B557-617B-E0733071C5A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9B8F283-AD55-DD8D-FFC1-6DEA13762423}"/>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58F6312-7EFD-E55C-FF24-E0E645D9B3D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33492CBA-7DA6-BA52-A3F1-14B4E7E26FD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3A021219-3310-0F69-72FF-0C3A893BD5AB}"/>
              </a:ext>
            </a:extLst>
          </p:cNvPr>
          <p:cNvSpPr txBox="1"/>
          <p:nvPr/>
        </p:nvSpPr>
        <p:spPr>
          <a:xfrm>
            <a:off x="6654802" y="3907597"/>
            <a:ext cx="570089" cy="230832"/>
          </a:xfrm>
          <a:prstGeom prst="rect">
            <a:avLst/>
          </a:prstGeom>
          <a:no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36F3647B-B4DA-F896-3D01-EFF257D3212D}"/>
              </a:ext>
            </a:extLst>
          </p:cNvPr>
          <p:cNvSpPr txBox="1"/>
          <p:nvPr/>
        </p:nvSpPr>
        <p:spPr>
          <a:xfrm>
            <a:off x="6654802" y="4909484"/>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E6E45AF4-1D13-CF88-8707-216E1CB50E3B}"/>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755C85EC-FB03-4156-DF3F-6F8C1FAB0AB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BCC20CD6-A417-D89E-679C-AEB1D20C918B}"/>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F22AEF3F-A13E-CDD4-F23C-1826CB1A70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609EBDBD-46D2-D67D-9DF5-8ABE790CA01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EFC30BF7-AD06-AB92-1CEE-9A032C0E5F0D}"/>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3868FE2-3136-119D-5282-998D4C70B33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0A71A06-0567-02AB-9842-0BA1240377F6}"/>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FA9758F-DC2B-4710-C848-7E520B7E4F9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3FBAF42E-16D4-3470-F520-345C4743EEE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736CE587-EB0E-276E-A265-4C6BFFA0D12E}"/>
              </a:ext>
            </a:extLst>
          </p:cNvPr>
          <p:cNvSpPr txBox="1"/>
          <p:nvPr/>
        </p:nvSpPr>
        <p:spPr>
          <a:xfrm>
            <a:off x="5147734" y="2404765"/>
            <a:ext cx="570089" cy="230832"/>
          </a:xfrm>
          <a:prstGeom prst="rect">
            <a:avLst/>
          </a:prstGeom>
          <a:noFill/>
        </p:spPr>
        <p:txBody>
          <a:bodyPr wrap="square" rtlCol="0">
            <a:spAutoFit/>
          </a:bodyPr>
          <a:lstStyle/>
          <a:p>
            <a:pPr algn="ctr"/>
            <a:r>
              <a:rPr lang="en-US" sz="900" dirty="0"/>
              <a:t>16</a:t>
            </a:r>
          </a:p>
        </p:txBody>
      </p:sp>
      <p:sp>
        <p:nvSpPr>
          <p:cNvPr id="70" name="TextBox 69">
            <a:extLst>
              <a:ext uri="{FF2B5EF4-FFF2-40B4-BE49-F238E27FC236}">
                <a16:creationId xmlns:a16="http://schemas.microsoft.com/office/drawing/2014/main" id="{31FD54A7-4ECA-D98C-7DE7-0AD8B6FEF000}"/>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D9E2DB42-D5FE-8C68-5A92-5C7F9AB0D6D2}"/>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4F49420E-1472-61DB-78DE-8C81A62A514B}"/>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A856E1D-0029-711B-BBB8-3564C4672C80}"/>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E7FF09F1-FEB4-972D-DDB0-0BB4D88FF9E7}"/>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3C914252-3247-5305-1AD4-70B0B16A7D83}"/>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A1A6430-96FB-84BD-1C47-5042F514E96C}"/>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ECF19C88-0D06-CC97-E700-A4629CAB78FD}"/>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9FC4D29-F03F-CA6D-7C9E-5A35A8BDFB12}"/>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7D4FEAEA-24D7-CA52-1FF3-4715FAF10CEC}"/>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C9DCF20F-F043-E8D8-EEFA-5E4EC042390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C91EE8B4-1C9B-49BB-330B-349559125523}"/>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7FD4CF5C-136F-1174-A2A9-FECF3091D75D}"/>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40647052-435C-DBA3-A639-11BDB6F67E8B}"/>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4289D4DF-00FC-0EC7-21D3-953D5A44B39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161D93A-E016-9C3F-9265-62CD668975E9}"/>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1E0F80D7-A4EF-2CE9-8211-C666596EAC8C}"/>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63A696EB-D5C2-B924-B9E6-ADA3DC169B4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7B5C7602-A191-10B7-1727-5FEF8FEAC71F}"/>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4E1D12A-999C-0525-C892-6260B0C57FC4}"/>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24D659CA-87AF-EB5F-114C-E6F3C168A9BE}"/>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41A6954D-0CA0-9406-CD1B-E4AB70DC6636}"/>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6EAFA51-8B74-A6AF-9611-4A470120813B}"/>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2DDE9E9-50FE-F1A0-3ABE-35EE9ECD840D}"/>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D6543247-B2D6-0DE4-CAD8-D2125DC93CF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4DF274F4-CB06-0AE2-2109-658A0BB802A8}"/>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0CF639BB-5F0B-7765-96A5-E63A5056B1AE}"/>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0660F3CE-41F8-E33A-0691-D85A21F7D05C}"/>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9446656-6082-A8DC-1D8B-CF6D6852B93D}"/>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89F47CF3-B114-85C1-5FD4-4E7D59DCE8DC}"/>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D0B54BFA-313F-D67F-7AC4-0C0C809C453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24C3D90C-8383-AD50-7489-5670FCAC0EB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978705A2-4302-41C7-F078-9E2F9396932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942FC004-E21F-AB1F-426E-23FF7123B2D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136D5483-1826-A152-D403-D07DB6D4A5BC}"/>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EF69501B-65A1-E891-D2D1-DAEC93E4138B}"/>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71992661-BD8A-A688-B0C9-316E5524BCF5}"/>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C2D42F5F-2FFC-F9FC-5AB9-8BCC7085B3E1}"/>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C31E51EC-4566-C728-D1B7-72925161A79A}"/>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80574352-EA62-4DDB-E7B8-60491C7B6251}"/>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7DDB38C4-9386-72F6-5071-A13E6112DADB}"/>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905D5D72-C7F3-84BF-0852-DF1EA9C8A704}"/>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822140D0-DF17-D06C-8BB2-2EB138CEB5F7}"/>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679A590E-B859-AAE7-461E-9D633A1271AF}"/>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BE09B42-78F6-F378-9B80-7A55BCD027FE}"/>
              </a:ext>
            </a:extLst>
          </p:cNvPr>
          <p:cNvSpPr txBox="1"/>
          <p:nvPr/>
        </p:nvSpPr>
        <p:spPr>
          <a:xfrm>
            <a:off x="5147734" y="2905709"/>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5C716136-8EF0-2716-23BD-6B1CB54C28F9}"/>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64" name="TextBox 63">
            <a:extLst>
              <a:ext uri="{FF2B5EF4-FFF2-40B4-BE49-F238E27FC236}">
                <a16:creationId xmlns:a16="http://schemas.microsoft.com/office/drawing/2014/main" id="{68271BE6-B833-4282-BA53-A5B7174A95A0}"/>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C11420A4-C909-EA0A-7311-31A55729A68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10EDD05B-1139-736D-7A89-083A6254A6A0}"/>
              </a:ext>
            </a:extLst>
          </p:cNvPr>
          <p:cNvSpPr txBox="1"/>
          <p:nvPr/>
        </p:nvSpPr>
        <p:spPr>
          <a:xfrm>
            <a:off x="4645378" y="3907597"/>
            <a:ext cx="570089" cy="230832"/>
          </a:xfrm>
          <a:prstGeom prst="rect">
            <a:avLst/>
          </a:prstGeom>
          <a:noFill/>
        </p:spPr>
        <p:txBody>
          <a:bodyPr wrap="square" rtlCol="0">
            <a:spAutoFit/>
          </a:bodyPr>
          <a:lstStyle/>
          <a:p>
            <a:pPr algn="ctr"/>
            <a:r>
              <a:rPr lang="en-US" sz="900" dirty="0"/>
              <a:t>86</a:t>
            </a:r>
          </a:p>
        </p:txBody>
      </p:sp>
      <p:sp>
        <p:nvSpPr>
          <p:cNvPr id="80" name="TextBox 79">
            <a:extLst>
              <a:ext uri="{FF2B5EF4-FFF2-40B4-BE49-F238E27FC236}">
                <a16:creationId xmlns:a16="http://schemas.microsoft.com/office/drawing/2014/main" id="{6368F35B-557F-4C4E-4478-3F7A90744957}"/>
              </a:ext>
            </a:extLst>
          </p:cNvPr>
          <p:cNvSpPr txBox="1"/>
          <p:nvPr/>
        </p:nvSpPr>
        <p:spPr>
          <a:xfrm>
            <a:off x="5147734" y="3907597"/>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264D5C94-1264-EFAE-9ED8-274A66749128}"/>
              </a:ext>
            </a:extLst>
          </p:cNvPr>
          <p:cNvSpPr txBox="1"/>
          <p:nvPr/>
        </p:nvSpPr>
        <p:spPr>
          <a:xfrm>
            <a:off x="5650090" y="3907597"/>
            <a:ext cx="570089" cy="230832"/>
          </a:xfrm>
          <a:prstGeom prst="rect">
            <a:avLst/>
          </a:prstGeom>
          <a:noFill/>
        </p:spPr>
        <p:txBody>
          <a:bodyPr wrap="square" rtlCol="0">
            <a:spAutoFit/>
          </a:bodyPr>
          <a:lstStyle/>
          <a:p>
            <a:pPr algn="ctr"/>
            <a:r>
              <a:rPr lang="en-US" sz="900" dirty="0"/>
              <a:t>54</a:t>
            </a:r>
          </a:p>
        </p:txBody>
      </p:sp>
      <p:sp>
        <p:nvSpPr>
          <p:cNvPr id="82" name="TextBox 81">
            <a:extLst>
              <a:ext uri="{FF2B5EF4-FFF2-40B4-BE49-F238E27FC236}">
                <a16:creationId xmlns:a16="http://schemas.microsoft.com/office/drawing/2014/main" id="{A6DE0B88-D93B-5D87-84B1-1F8A20013CFD}"/>
              </a:ext>
            </a:extLst>
          </p:cNvPr>
          <p:cNvSpPr txBox="1"/>
          <p:nvPr/>
        </p:nvSpPr>
        <p:spPr>
          <a:xfrm>
            <a:off x="5147734" y="4909484"/>
            <a:ext cx="570089" cy="230832"/>
          </a:xfrm>
          <a:prstGeom prst="rect">
            <a:avLst/>
          </a:prstGeom>
          <a:noFill/>
        </p:spPr>
        <p:txBody>
          <a:bodyPr wrap="square" rtlCol="0">
            <a:spAutoFit/>
          </a:bodyPr>
          <a:lstStyle/>
          <a:p>
            <a:pPr algn="ctr"/>
            <a:r>
              <a:rPr lang="en-US" sz="900" dirty="0"/>
              <a:t>68</a:t>
            </a:r>
          </a:p>
        </p:txBody>
      </p:sp>
    </p:spTree>
    <p:extLst>
      <p:ext uri="{BB962C8B-B14F-4D97-AF65-F5344CB8AC3E}">
        <p14:creationId xmlns:p14="http://schemas.microsoft.com/office/powerpoint/2010/main" val="3700019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E287-AC39-6ABA-6A5B-CA081E62DA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B7E2A5-1A7C-E69A-EB0F-6ADD75343646}"/>
              </a:ext>
            </a:extLst>
          </p:cNvPr>
          <p:cNvSpPr>
            <a:spLocks noGrp="1"/>
          </p:cNvSpPr>
          <p:nvPr>
            <p:ph sz="half" idx="1"/>
          </p:nvPr>
        </p:nvSpPr>
        <p:spPr/>
        <p:txBody>
          <a:bodyPr>
            <a:normAutofit/>
          </a:bodyPr>
          <a:lstStyle/>
          <a:p>
            <a:r>
              <a:rPr lang="en-US" dirty="0"/>
              <a:t>There is only one way left to fill [7 in 2] and [10 in 2].</a:t>
            </a:r>
          </a:p>
        </p:txBody>
      </p:sp>
      <p:pic>
        <p:nvPicPr>
          <p:cNvPr id="4" name="Picture 3" descr="A grid of sudoku puzzle&#10;&#10;Description automatically generated">
            <a:extLst>
              <a:ext uri="{FF2B5EF4-FFF2-40B4-BE49-F238E27FC236}">
                <a16:creationId xmlns:a16="http://schemas.microsoft.com/office/drawing/2014/main" id="{D454EBD6-9B9C-F69E-C94D-D1E8E21F349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34FC0E4-482E-17FF-6685-D26E9030C42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1FFD943-B7DC-32CC-7BDE-1BD974A7F1E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902A5C-DF36-93C1-4C0D-00D4BF0D80FA}"/>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DEBF13F1-16BC-02C0-8FA8-458ECC97C3D5}"/>
              </a:ext>
            </a:extLst>
          </p:cNvPr>
          <p:cNvSpPr txBox="1"/>
          <p:nvPr/>
        </p:nvSpPr>
        <p:spPr>
          <a:xfrm>
            <a:off x="6152446" y="901933"/>
            <a:ext cx="570089" cy="230832"/>
          </a:xfrm>
          <a:prstGeom prst="rect">
            <a:avLst/>
          </a:prstGeom>
          <a:noFill/>
        </p:spPr>
        <p:txBody>
          <a:bodyPr wrap="square" rtlCol="0">
            <a:spAutoFit/>
          </a:bodyPr>
          <a:lstStyle/>
          <a:p>
            <a:pPr algn="ctr"/>
            <a:r>
              <a:rPr lang="en-US" sz="900" dirty="0"/>
              <a:t>58</a:t>
            </a:r>
          </a:p>
        </p:txBody>
      </p:sp>
      <p:sp>
        <p:nvSpPr>
          <p:cNvPr id="12" name="TextBox 11">
            <a:extLst>
              <a:ext uri="{FF2B5EF4-FFF2-40B4-BE49-F238E27FC236}">
                <a16:creationId xmlns:a16="http://schemas.microsoft.com/office/drawing/2014/main" id="{22853DDF-65DE-BEF0-0062-C55ACB832A37}"/>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7B0FD172-C546-AD43-249A-AE757A0A3DCE}"/>
              </a:ext>
            </a:extLst>
          </p:cNvPr>
          <p:cNvSpPr txBox="1"/>
          <p:nvPr/>
        </p:nvSpPr>
        <p:spPr>
          <a:xfrm>
            <a:off x="6152446" y="1402877"/>
            <a:ext cx="570089" cy="230832"/>
          </a:xfrm>
          <a:prstGeom prst="rect">
            <a:avLst/>
          </a:prstGeom>
          <a:noFill/>
        </p:spPr>
        <p:txBody>
          <a:bodyPr wrap="square" rtlCol="0">
            <a:spAutoFit/>
          </a:bodyPr>
          <a:lstStyle/>
          <a:p>
            <a:pPr algn="ctr"/>
            <a:r>
              <a:rPr lang="en-US" sz="900" dirty="0"/>
              <a:t>85</a:t>
            </a:r>
          </a:p>
        </p:txBody>
      </p:sp>
      <p:sp>
        <p:nvSpPr>
          <p:cNvPr id="18" name="TextBox 17">
            <a:extLst>
              <a:ext uri="{FF2B5EF4-FFF2-40B4-BE49-F238E27FC236}">
                <a16:creationId xmlns:a16="http://schemas.microsoft.com/office/drawing/2014/main" id="{35373706-DE1B-E2E2-FD73-F259547C3290}"/>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642A9FF0-5EC6-CC2B-6863-F13BD40A2E08}"/>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299EA0F1-9B85-904C-5C3A-CCF7DEF67C89}"/>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31" name="TextBox 30">
            <a:extLst>
              <a:ext uri="{FF2B5EF4-FFF2-40B4-BE49-F238E27FC236}">
                <a16:creationId xmlns:a16="http://schemas.microsoft.com/office/drawing/2014/main" id="{DB48D1CA-6A14-B81E-3BF8-94B4DCDDFC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A7FA468-576E-C984-3EDB-5154F5F763BD}"/>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896A0F6-C428-53E4-9095-FE31F1FA7AD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AF7552C3-BF15-4DD8-BB3B-6D618974075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496BE2C9-6341-AE2A-D449-A898DE1D2334}"/>
              </a:ext>
            </a:extLst>
          </p:cNvPr>
          <p:cNvSpPr txBox="1"/>
          <p:nvPr/>
        </p:nvSpPr>
        <p:spPr>
          <a:xfrm>
            <a:off x="6654802"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68</a:t>
            </a:r>
          </a:p>
        </p:txBody>
      </p:sp>
      <p:sp>
        <p:nvSpPr>
          <p:cNvPr id="42" name="TextBox 41">
            <a:extLst>
              <a:ext uri="{FF2B5EF4-FFF2-40B4-BE49-F238E27FC236}">
                <a16:creationId xmlns:a16="http://schemas.microsoft.com/office/drawing/2014/main" id="{753F36B1-7844-41E1-FC4B-4C1214A842B8}"/>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D8697959-968E-2E55-7ED1-C15BD000AEA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E406101C-830F-1313-ACDA-85130B982E9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8DEF5A7E-A1FA-0D9F-4F8F-46A34A6C8F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02C83D6D-82A2-9173-7A09-50D7702463C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BDFC5781-F600-03D7-1DB1-07A3E6240633}"/>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554C7405-3237-BF07-FEBD-0BE844A78620}"/>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C92FC6AD-399B-C95B-55A0-03769D6730D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F713F19-EB9E-D04A-DDF4-7EA632143CB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2487BFB-6412-3533-0D9E-53D2107A5AD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F7068C1D-070D-FFA6-88B2-487CB4E7BF3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126</a:t>
            </a:r>
          </a:p>
        </p:txBody>
      </p:sp>
      <p:sp>
        <p:nvSpPr>
          <p:cNvPr id="69" name="TextBox 68">
            <a:extLst>
              <a:ext uri="{FF2B5EF4-FFF2-40B4-BE49-F238E27FC236}">
                <a16:creationId xmlns:a16="http://schemas.microsoft.com/office/drawing/2014/main" id="{A984F238-7DAE-728A-2B5F-02D78EB51800}"/>
              </a:ext>
            </a:extLst>
          </p:cNvPr>
          <p:cNvSpPr txBox="1"/>
          <p:nvPr/>
        </p:nvSpPr>
        <p:spPr>
          <a:xfrm>
            <a:off x="5147734" y="2404765"/>
            <a:ext cx="570089" cy="230832"/>
          </a:xfrm>
          <a:prstGeom prst="rect">
            <a:avLst/>
          </a:prstGeom>
          <a:noFill/>
        </p:spPr>
        <p:txBody>
          <a:bodyPr wrap="square" rtlCol="0">
            <a:spAutoFit/>
          </a:bodyPr>
          <a:lstStyle/>
          <a:p>
            <a:pPr algn="ctr"/>
            <a:r>
              <a:rPr lang="en-US" sz="900" dirty="0"/>
              <a:t>16</a:t>
            </a:r>
          </a:p>
        </p:txBody>
      </p:sp>
      <p:sp>
        <p:nvSpPr>
          <p:cNvPr id="70" name="TextBox 69">
            <a:extLst>
              <a:ext uri="{FF2B5EF4-FFF2-40B4-BE49-F238E27FC236}">
                <a16:creationId xmlns:a16="http://schemas.microsoft.com/office/drawing/2014/main" id="{8776B606-0D09-0D0D-0C2D-DE264210EE7F}"/>
              </a:ext>
            </a:extLst>
          </p:cNvPr>
          <p:cNvSpPr txBox="1"/>
          <p:nvPr/>
        </p:nvSpPr>
        <p:spPr>
          <a:xfrm>
            <a:off x="5650090" y="2404765"/>
            <a:ext cx="570089" cy="230832"/>
          </a:xfrm>
          <a:prstGeom prst="rect">
            <a:avLst/>
          </a:prstGeom>
          <a:noFill/>
        </p:spPr>
        <p:txBody>
          <a:bodyPr wrap="square" rtlCol="0">
            <a:spAutoFit/>
          </a:bodyPr>
          <a:lstStyle/>
          <a:p>
            <a:pPr algn="ctr"/>
            <a:r>
              <a:rPr lang="en-US" sz="900" dirty="0"/>
              <a:t>26</a:t>
            </a:r>
          </a:p>
        </p:txBody>
      </p:sp>
      <p:sp>
        <p:nvSpPr>
          <p:cNvPr id="71" name="TextBox 70">
            <a:extLst>
              <a:ext uri="{FF2B5EF4-FFF2-40B4-BE49-F238E27FC236}">
                <a16:creationId xmlns:a16="http://schemas.microsoft.com/office/drawing/2014/main" id="{B9AE9508-7C9B-BAB7-252D-9E8AF10792E5}"/>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566AC01B-0842-55A2-2CFC-C4D4829CA421}"/>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355FB9E1-71E3-7AC4-DC8E-556027A168CB}"/>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F20762AB-CD44-A35C-6A44-05258450327A}"/>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F74BDD1F-3386-71C1-9AE0-B4E551BF981B}"/>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2BC74A8-ED96-83E9-E0CE-A3701211311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E1305465-5162-4CD6-E48E-42A489EEB13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09395CB-2C40-9FA3-A929-4D841638B9DB}"/>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0E5AFD65-F44D-8119-2E3D-BC6181128E65}"/>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6749E201-91FC-EF02-C6CF-B78A7576DEE8}"/>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C3C19BFC-C0C9-1A6C-C56A-3985D2FE2C3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82FAF884-D210-6076-51F0-98333C19D733}"/>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2531896A-42AB-0272-0EA2-E1253F5CF2C2}"/>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A52C90CD-69A0-AD54-3BB0-FE44B4E0C76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547FD79-0F1E-EAB6-03C6-88C85C2D471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4B6BD00-736C-E137-127D-A20D75088FD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51935F82-DEA6-4C27-8B57-97A6E11930E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EF407976-2E41-7DDA-172A-824159A04B3B}"/>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B90B9D2-73DE-B420-A21C-72949074756E}"/>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8FD455E1-23BF-32BC-9F9C-9B82EFA6699B}"/>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64EFF0DD-3405-488B-7297-199F2E5DAEA8}"/>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F613D2E-425C-DC32-8B76-3CE04900DD07}"/>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2D5D228-56CC-D132-B0EE-DBA62389F0E9}"/>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5570BD4B-B0D3-1E77-E86D-4E310C3A2694}"/>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C65B9FF3-C62B-DFF1-67C3-86D4D29F6CD2}"/>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D0C617C9-C8D7-E957-57C4-B622A8B8656A}"/>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1DD8237A-7151-FCC7-442A-E68A3B8E8CD3}"/>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EF7C6BF-DD4F-AD0C-8FC0-F4C875749FF1}"/>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5A29DB53-69FF-1EA8-C513-15E3F6A93BEF}"/>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7E2527C3-B4E1-0648-54D1-562ADBC88488}"/>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4EC5F81-DA09-A18A-3A71-F89107C7E8B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ED7DAC37-ED3C-B8E6-BEC0-702915059C6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33C83B84-8A09-4399-9BA8-A6F5F20948D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9BE7198E-03B9-313E-6AFA-94F017952C33}"/>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70425D02-4F2D-9230-FBB3-EFE18FC40F75}"/>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C32F0D72-747C-72EB-E4F6-AE21929A5440}"/>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1" name="TextBox 50">
            <a:extLst>
              <a:ext uri="{FF2B5EF4-FFF2-40B4-BE49-F238E27FC236}">
                <a16:creationId xmlns:a16="http://schemas.microsoft.com/office/drawing/2014/main" id="{2F59E670-A46B-2FBB-4708-1F6A5B772FE5}"/>
              </a:ext>
            </a:extLst>
          </p:cNvPr>
          <p:cNvSpPr txBox="1"/>
          <p:nvPr/>
        </p:nvSpPr>
        <p:spPr>
          <a:xfrm>
            <a:off x="5650090" y="3406653"/>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B9B42375-C9E4-5DD2-FD0A-489CB903BE3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DC0EC26B-2AF4-F037-0502-260AC34CB3B4}"/>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29879237-F58F-09B3-B79F-4D557A372919}"/>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7AAFEEAC-E152-28D1-23A8-968DDB78D9EF}"/>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AC187AA7-2A74-ED32-0BE9-E24E8A423A29}"/>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3AAC06B2-3EC5-F515-EAED-842C0896455E}"/>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259DA1C-1996-AFDA-111D-BE8B0DEB5C7C}"/>
              </a:ext>
            </a:extLst>
          </p:cNvPr>
          <p:cNvSpPr txBox="1"/>
          <p:nvPr/>
        </p:nvSpPr>
        <p:spPr>
          <a:xfrm>
            <a:off x="5147734" y="2905709"/>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8991046F-53D9-19CC-2774-F9C42F303D5D}"/>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64" name="TextBox 63">
            <a:extLst>
              <a:ext uri="{FF2B5EF4-FFF2-40B4-BE49-F238E27FC236}">
                <a16:creationId xmlns:a16="http://schemas.microsoft.com/office/drawing/2014/main" id="{DB468AAE-6E11-CD8B-8E40-2377EFC3D548}"/>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AE1DE3D8-E714-9E1D-AE5E-92937BD04D0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753B025B-16AC-3FCC-17B9-871B10ED627C}"/>
              </a:ext>
            </a:extLst>
          </p:cNvPr>
          <p:cNvSpPr txBox="1"/>
          <p:nvPr/>
        </p:nvSpPr>
        <p:spPr>
          <a:xfrm>
            <a:off x="4645378"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86</a:t>
            </a:r>
          </a:p>
        </p:txBody>
      </p:sp>
      <p:sp>
        <p:nvSpPr>
          <p:cNvPr id="80" name="TextBox 79">
            <a:extLst>
              <a:ext uri="{FF2B5EF4-FFF2-40B4-BE49-F238E27FC236}">
                <a16:creationId xmlns:a16="http://schemas.microsoft.com/office/drawing/2014/main" id="{86E31529-A9AA-1FD9-5D68-1BFAA3064C0A}"/>
              </a:ext>
            </a:extLst>
          </p:cNvPr>
          <p:cNvSpPr txBox="1"/>
          <p:nvPr/>
        </p:nvSpPr>
        <p:spPr>
          <a:xfrm>
            <a:off x="5147734" y="3907597"/>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7E21EFA3-D511-1BA6-A3F8-4E8680ECF379}"/>
              </a:ext>
            </a:extLst>
          </p:cNvPr>
          <p:cNvSpPr txBox="1"/>
          <p:nvPr/>
        </p:nvSpPr>
        <p:spPr>
          <a:xfrm>
            <a:off x="5650090" y="3907597"/>
            <a:ext cx="570089" cy="230832"/>
          </a:xfrm>
          <a:prstGeom prst="rect">
            <a:avLst/>
          </a:prstGeom>
          <a:noFill/>
        </p:spPr>
        <p:txBody>
          <a:bodyPr wrap="square" rtlCol="0">
            <a:spAutoFit/>
          </a:bodyPr>
          <a:lstStyle/>
          <a:p>
            <a:pPr algn="ctr"/>
            <a:r>
              <a:rPr lang="en-US" sz="900" dirty="0"/>
              <a:t>54</a:t>
            </a:r>
          </a:p>
        </p:txBody>
      </p:sp>
      <p:sp>
        <p:nvSpPr>
          <p:cNvPr id="82" name="TextBox 81">
            <a:extLst>
              <a:ext uri="{FF2B5EF4-FFF2-40B4-BE49-F238E27FC236}">
                <a16:creationId xmlns:a16="http://schemas.microsoft.com/office/drawing/2014/main" id="{5240491E-173B-FEF8-046A-022DB6075048}"/>
              </a:ext>
            </a:extLst>
          </p:cNvPr>
          <p:cNvSpPr txBox="1"/>
          <p:nvPr/>
        </p:nvSpPr>
        <p:spPr>
          <a:xfrm>
            <a:off x="5147734"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68</a:t>
            </a:r>
          </a:p>
        </p:txBody>
      </p:sp>
      <p:sp>
        <p:nvSpPr>
          <p:cNvPr id="86" name="TextBox 85">
            <a:extLst>
              <a:ext uri="{FF2B5EF4-FFF2-40B4-BE49-F238E27FC236}">
                <a16:creationId xmlns:a16="http://schemas.microsoft.com/office/drawing/2014/main" id="{D9376C5C-A2D7-831A-9DFB-C547B2C9DB74}"/>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917E0BA4-7C3A-B06E-0C39-DF44955EB6ED}"/>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1EC4EFEB-A511-9039-25F0-0DB4F13EF47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83F181EE-0C34-6C6F-4007-6B0A5B5B48BF}"/>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699917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D7224-68FE-6483-A012-0772C5E33C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D22DBB-1563-F9B3-54ED-67271891A1C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FA294B1-0A3C-9D1D-F1E1-F73D60002E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151F3D-DA53-0071-4615-847FF5AB53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E42CB3B-D268-8486-9392-1ADE4C541B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4A3AD21-1BFA-C419-DC40-4E6BF339C916}"/>
              </a:ext>
            </a:extLst>
          </p:cNvPr>
          <p:cNvPicPr>
            <a:picLocks noChangeAspect="1"/>
          </p:cNvPicPr>
          <p:nvPr/>
        </p:nvPicPr>
        <p:blipFill>
          <a:blip r:embed="rId6"/>
          <a:stretch>
            <a:fillRect/>
          </a:stretch>
        </p:blipFill>
        <p:spPr>
          <a:xfrm>
            <a:off x="4584700" y="2311400"/>
            <a:ext cx="0" cy="0"/>
          </a:xfrm>
          <a:prstGeom prst="rect">
            <a:avLst/>
          </a:prstGeom>
        </p:spPr>
      </p:pic>
      <p:sp>
        <p:nvSpPr>
          <p:cNvPr id="12" name="TextBox 11">
            <a:extLst>
              <a:ext uri="{FF2B5EF4-FFF2-40B4-BE49-F238E27FC236}">
                <a16:creationId xmlns:a16="http://schemas.microsoft.com/office/drawing/2014/main" id="{D6F33914-E1CA-925A-48B1-02538F1D5594}"/>
              </a:ext>
            </a:extLst>
          </p:cNvPr>
          <p:cNvSpPr txBox="1"/>
          <p:nvPr/>
        </p:nvSpPr>
        <p:spPr>
          <a:xfrm>
            <a:off x="3138310" y="901933"/>
            <a:ext cx="570089" cy="230832"/>
          </a:xfrm>
          <a:prstGeom prst="rect">
            <a:avLst/>
          </a:prstGeom>
          <a:noFill/>
        </p:spPr>
        <p:txBody>
          <a:bodyPr wrap="square" rtlCol="0">
            <a:spAutoFit/>
          </a:bodyPr>
          <a:lstStyle/>
          <a:p>
            <a:pPr algn="ctr"/>
            <a:r>
              <a:rPr lang="en-US" sz="900" dirty="0"/>
              <a:t>35</a:t>
            </a:r>
          </a:p>
        </p:txBody>
      </p:sp>
      <p:sp>
        <p:nvSpPr>
          <p:cNvPr id="18" name="TextBox 17">
            <a:extLst>
              <a:ext uri="{FF2B5EF4-FFF2-40B4-BE49-F238E27FC236}">
                <a16:creationId xmlns:a16="http://schemas.microsoft.com/office/drawing/2014/main" id="{8013C918-A80F-C771-710E-EAA8EF78D755}"/>
              </a:ext>
            </a:extLst>
          </p:cNvPr>
          <p:cNvSpPr txBox="1"/>
          <p:nvPr/>
        </p:nvSpPr>
        <p:spPr>
          <a:xfrm>
            <a:off x="3138310" y="1402877"/>
            <a:ext cx="570089" cy="230832"/>
          </a:xfrm>
          <a:prstGeom prst="rect">
            <a:avLst/>
          </a:prstGeom>
          <a:noFill/>
        </p:spPr>
        <p:txBody>
          <a:bodyPr wrap="square" rtlCol="0">
            <a:spAutoFit/>
          </a:bodyPr>
          <a:lstStyle/>
          <a:p>
            <a:pPr algn="ctr"/>
            <a:r>
              <a:rPr lang="en-US" sz="900" dirty="0"/>
              <a:t>53</a:t>
            </a:r>
          </a:p>
        </p:txBody>
      </p:sp>
      <p:sp>
        <p:nvSpPr>
          <p:cNvPr id="26" name="TextBox 25">
            <a:extLst>
              <a:ext uri="{FF2B5EF4-FFF2-40B4-BE49-F238E27FC236}">
                <a16:creationId xmlns:a16="http://schemas.microsoft.com/office/drawing/2014/main" id="{36670B54-C2E7-E1AF-A217-B548AE48C460}"/>
              </a:ext>
            </a:extLst>
          </p:cNvPr>
          <p:cNvSpPr txBox="1"/>
          <p:nvPr/>
        </p:nvSpPr>
        <p:spPr>
          <a:xfrm>
            <a:off x="5147734" y="1903821"/>
            <a:ext cx="570089" cy="230832"/>
          </a:xfrm>
          <a:prstGeom prst="rect">
            <a:avLst/>
          </a:prstGeom>
          <a:noFill/>
        </p:spPr>
        <p:txBody>
          <a:bodyPr wrap="square" rtlCol="0">
            <a:spAutoFit/>
          </a:bodyPr>
          <a:lstStyle/>
          <a:p>
            <a:pPr algn="ctr"/>
            <a:r>
              <a:rPr lang="en-US" sz="900" dirty="0"/>
              <a:t>79</a:t>
            </a:r>
          </a:p>
        </p:txBody>
      </p:sp>
      <p:sp>
        <p:nvSpPr>
          <p:cNvPr id="27" name="TextBox 26">
            <a:extLst>
              <a:ext uri="{FF2B5EF4-FFF2-40B4-BE49-F238E27FC236}">
                <a16:creationId xmlns:a16="http://schemas.microsoft.com/office/drawing/2014/main" id="{03A8A93F-FB6C-F249-7A21-EEF5E50C602D}"/>
              </a:ext>
            </a:extLst>
          </p:cNvPr>
          <p:cNvSpPr txBox="1"/>
          <p:nvPr/>
        </p:nvSpPr>
        <p:spPr>
          <a:xfrm>
            <a:off x="5650090" y="1903821"/>
            <a:ext cx="570089" cy="230832"/>
          </a:xfrm>
          <a:prstGeom prst="rect">
            <a:avLst/>
          </a:prstGeom>
          <a:noFill/>
        </p:spPr>
        <p:txBody>
          <a:bodyPr wrap="square" rtlCol="0">
            <a:spAutoFit/>
          </a:bodyPr>
          <a:lstStyle/>
          <a:p>
            <a:pPr algn="ctr"/>
            <a:r>
              <a:rPr lang="en-US" sz="900" dirty="0"/>
              <a:t>97</a:t>
            </a:r>
          </a:p>
        </p:txBody>
      </p:sp>
      <p:sp>
        <p:nvSpPr>
          <p:cNvPr id="31" name="TextBox 30">
            <a:extLst>
              <a:ext uri="{FF2B5EF4-FFF2-40B4-BE49-F238E27FC236}">
                <a16:creationId xmlns:a16="http://schemas.microsoft.com/office/drawing/2014/main" id="{84E73153-0C22-2ACC-18AD-278F26B0ACC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3E4C4D7-92FB-7F6B-FCD4-E13F8027303E}"/>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1F9390F1-12D3-67FF-A9F3-9F73AFCF873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29635DDD-2891-7549-1DD9-F0C8ADAE739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5F1C3E3C-8788-C584-097D-86A94A3F617F}"/>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2BD4FCE1-F484-5AE4-CF83-0BCA2FD29E4D}"/>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800EB5DC-E5BC-9ACD-284D-2BCF00FA951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56F31982-C35E-1E2B-FA49-03FFB044ED3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341F3F3A-C27D-F04D-B2D2-4FAB90D5A69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3F2DA344-0985-5EF6-7982-1A7F2153FD9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DD9A05D9-E6DC-7F8D-656A-79ED7879125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00F8EF60-0558-9DAF-6819-6343DEE524B8}"/>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4B866CF-EBD6-02BB-9783-1506B256906B}"/>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15A9F318-122D-2254-6B09-12F96AB6A2C0}"/>
              </a:ext>
            </a:extLst>
          </p:cNvPr>
          <p:cNvSpPr txBox="1"/>
          <p:nvPr/>
        </p:nvSpPr>
        <p:spPr>
          <a:xfrm>
            <a:off x="5147734" y="2404765"/>
            <a:ext cx="570089" cy="230832"/>
          </a:xfrm>
          <a:prstGeom prst="rect">
            <a:avLst/>
          </a:prstGeom>
          <a:noFill/>
        </p:spPr>
        <p:txBody>
          <a:bodyPr wrap="square" rtlCol="0">
            <a:spAutoFit/>
          </a:bodyPr>
          <a:lstStyle/>
          <a:p>
            <a:pPr algn="ctr"/>
            <a:r>
              <a:rPr lang="en-US" sz="900" dirty="0"/>
              <a:t>16</a:t>
            </a:r>
          </a:p>
        </p:txBody>
      </p:sp>
      <p:sp>
        <p:nvSpPr>
          <p:cNvPr id="71" name="TextBox 70">
            <a:extLst>
              <a:ext uri="{FF2B5EF4-FFF2-40B4-BE49-F238E27FC236}">
                <a16:creationId xmlns:a16="http://schemas.microsoft.com/office/drawing/2014/main" id="{4C268DF8-3E6F-7565-161C-15EB3F755017}"/>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DE4E44AE-4BF1-30CE-B142-502D38364F2F}"/>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F7C7909C-CCFB-7655-912F-86FBE7C0BA25}"/>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EA6F4538-2FDD-FA9A-CEFB-F4C6A674EB38}"/>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BBC5C9C4-C93F-85AA-80A9-0F12E0401C5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36B2224-D2CE-BA6D-4554-EDD2139293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FB13565-5977-6B89-976F-A255B33BD63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85207B9-BD54-BC98-D17F-3C9B1C4FBCF4}"/>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B88DC538-5FFD-781F-8C87-66F46C6408C4}"/>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A13E0B47-5033-7742-C222-4E83C6A4CDC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4DCD8A5C-3C07-0B5D-ED55-CBD098143CF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8C0E3291-312D-DDA3-8969-6F96E22B94C1}"/>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2C24394D-5365-59A1-7F1F-4DEFD8486F27}"/>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1A462783-29FA-3E09-6AD8-065868574B2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BA43FD6-A520-3E16-1AFC-756994802BC0}"/>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436E7DC-D91A-9C65-630D-8E23A0F248A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BC4AC66B-6F29-E99C-5207-838262E5455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07261064-723C-8F28-061D-2B1FEE71A69A}"/>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0E12D0B-3317-B3C9-1B7F-BC8136132722}"/>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3DBBB996-1994-C911-AA3C-FED1619D9A17}"/>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3328EB39-2D68-78AB-7E59-544253975D1E}"/>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B520AAE-E161-C35A-AD24-8E59EE0A88EF}"/>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06BE4AF-99B6-D6CA-CD99-3508F222AE25}"/>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C30975AE-5A6F-4559-272B-24F4FB2A75D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246736FE-D8BA-E90C-EB76-E4B324FD2BB9}"/>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A81B28DD-D401-7106-1AFD-1A65051CBC5B}"/>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26CA92DF-138C-18CC-6193-389C7D115A6D}"/>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BE9EC52-3C51-7C71-5D99-8D3DCE4C9C9D}"/>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42E7951D-36AC-A110-791D-DF1EF552C032}"/>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AC0CA8DB-0B0C-A704-5867-F4726B15687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E416349D-A178-3609-DD9B-D15FC3A72AF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5BA3B546-B050-7D6C-A816-4126FBB8EBE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EB4EEA98-BAF1-DBF8-B1A6-DD699CA430B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0F5EB4F7-1986-CEEF-74B1-5D56F0252E0F}"/>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4" name="TextBox 43">
            <a:extLst>
              <a:ext uri="{FF2B5EF4-FFF2-40B4-BE49-F238E27FC236}">
                <a16:creationId xmlns:a16="http://schemas.microsoft.com/office/drawing/2014/main" id="{9D1065C5-EAAC-E8F4-9824-12D629139556}"/>
              </a:ext>
            </a:extLst>
          </p:cNvPr>
          <p:cNvSpPr txBox="1"/>
          <p:nvPr/>
        </p:nvSpPr>
        <p:spPr>
          <a:xfrm>
            <a:off x="4645378" y="3406653"/>
            <a:ext cx="570089" cy="230832"/>
          </a:xfrm>
          <a:prstGeom prst="rect">
            <a:avLst/>
          </a:prstGeom>
          <a:noFill/>
        </p:spPr>
        <p:txBody>
          <a:bodyPr wrap="square" rtlCol="0">
            <a:spAutoFit/>
          </a:bodyPr>
          <a:lstStyle/>
          <a:p>
            <a:pPr algn="ctr"/>
            <a:r>
              <a:rPr lang="en-US" sz="900" dirty="0"/>
              <a:t>38</a:t>
            </a:r>
          </a:p>
        </p:txBody>
      </p:sp>
      <p:sp>
        <p:nvSpPr>
          <p:cNvPr id="45" name="TextBox 44">
            <a:extLst>
              <a:ext uri="{FF2B5EF4-FFF2-40B4-BE49-F238E27FC236}">
                <a16:creationId xmlns:a16="http://schemas.microsoft.com/office/drawing/2014/main" id="{A69229CE-5B27-FFED-8637-C0C5B24362F7}"/>
              </a:ext>
            </a:extLst>
          </p:cNvPr>
          <p:cNvSpPr txBox="1"/>
          <p:nvPr/>
        </p:nvSpPr>
        <p:spPr>
          <a:xfrm>
            <a:off x="5147734" y="3406653"/>
            <a:ext cx="570089" cy="230832"/>
          </a:xfrm>
          <a:prstGeom prst="rect">
            <a:avLst/>
          </a:prstGeom>
          <a:noFill/>
        </p:spPr>
        <p:txBody>
          <a:bodyPr wrap="square" rtlCol="0">
            <a:spAutoFit/>
          </a:bodyPr>
          <a:lstStyle/>
          <a:p>
            <a:pPr algn="ctr"/>
            <a:r>
              <a:rPr lang="en-US" sz="900" dirty="0"/>
              <a:t>389</a:t>
            </a:r>
          </a:p>
        </p:txBody>
      </p:sp>
      <p:sp>
        <p:nvSpPr>
          <p:cNvPr id="58" name="TextBox 57">
            <a:extLst>
              <a:ext uri="{FF2B5EF4-FFF2-40B4-BE49-F238E27FC236}">
                <a16:creationId xmlns:a16="http://schemas.microsoft.com/office/drawing/2014/main" id="{2B218454-C44F-EE16-617B-1B06147C991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9D65E714-EAC6-5A93-3A81-715BDB112F96}"/>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99829C71-857B-16F6-9978-2EE3FD3192DD}"/>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188048F5-B1BF-72E6-CC6D-30A0CE3F089B}"/>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F5B84A7B-4019-3B02-24F5-5427846A0E9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74A66150-8BC2-07A2-F29B-B96848CC16F6}"/>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B43B146-D350-61FF-872A-1A4121369905}"/>
              </a:ext>
            </a:extLst>
          </p:cNvPr>
          <p:cNvSpPr txBox="1"/>
          <p:nvPr/>
        </p:nvSpPr>
        <p:spPr>
          <a:xfrm>
            <a:off x="5147734" y="2905709"/>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A181384C-68D8-D353-43E5-46F6F2ACBC6A}"/>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64" name="TextBox 63">
            <a:extLst>
              <a:ext uri="{FF2B5EF4-FFF2-40B4-BE49-F238E27FC236}">
                <a16:creationId xmlns:a16="http://schemas.microsoft.com/office/drawing/2014/main" id="{2BA975BC-5B54-D635-6A98-989129BBC1C4}"/>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97ADC30F-EF50-3A78-BD6C-0CCA09E887F2}"/>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80" name="TextBox 79">
            <a:extLst>
              <a:ext uri="{FF2B5EF4-FFF2-40B4-BE49-F238E27FC236}">
                <a16:creationId xmlns:a16="http://schemas.microsoft.com/office/drawing/2014/main" id="{1090DA47-DFAE-B3FA-6D10-C50B6BCEFD7D}"/>
              </a:ext>
            </a:extLst>
          </p:cNvPr>
          <p:cNvSpPr txBox="1"/>
          <p:nvPr/>
        </p:nvSpPr>
        <p:spPr>
          <a:xfrm>
            <a:off x="5147734" y="3907597"/>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9693911A-E9B5-113C-1064-541D6A37D347}"/>
              </a:ext>
            </a:extLst>
          </p:cNvPr>
          <p:cNvSpPr txBox="1"/>
          <p:nvPr/>
        </p:nvSpPr>
        <p:spPr>
          <a:xfrm>
            <a:off x="5650090" y="3907597"/>
            <a:ext cx="570089" cy="230832"/>
          </a:xfrm>
          <a:prstGeom prst="rect">
            <a:avLst/>
          </a:prstGeom>
          <a:noFill/>
        </p:spPr>
        <p:txBody>
          <a:bodyPr wrap="square" rtlCol="0">
            <a:spAutoFit/>
          </a:bodyPr>
          <a:lstStyle/>
          <a:p>
            <a:pPr algn="ctr"/>
            <a:r>
              <a:rPr lang="en-US" sz="900" dirty="0"/>
              <a:t>54</a:t>
            </a:r>
          </a:p>
        </p:txBody>
      </p:sp>
      <p:sp>
        <p:nvSpPr>
          <p:cNvPr id="86" name="TextBox 85">
            <a:extLst>
              <a:ext uri="{FF2B5EF4-FFF2-40B4-BE49-F238E27FC236}">
                <a16:creationId xmlns:a16="http://schemas.microsoft.com/office/drawing/2014/main" id="{F883E693-A47F-A229-43D4-736D9685372A}"/>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48C02D31-F082-67C6-980F-D154C0B666F1}"/>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466AF73D-9950-1B6D-0E19-40B33E1D8B14}"/>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4E3CCEE7-42F8-9A46-417E-B2EFE4386364}"/>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0B28319-99AD-A75E-3C57-3A4EF0244B77}"/>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99099C8D-5FAB-53D2-D07A-DDD28BE456B4}"/>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676DAA8B-956B-473C-2BD8-09CBBE208DCF}"/>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66A99B4A-8F9A-34ED-8FD0-6A84BD8E693D}"/>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B88433BC-085A-4277-BD40-79FA0D967ED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91" name="TextBox 90">
            <a:extLst>
              <a:ext uri="{FF2B5EF4-FFF2-40B4-BE49-F238E27FC236}">
                <a16:creationId xmlns:a16="http://schemas.microsoft.com/office/drawing/2014/main" id="{2B089A9F-50FF-2A08-4313-DB7593D99FB9}"/>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CDA9CA2B-34AD-F784-385A-42CBC8A25036}"/>
              </a:ext>
            </a:extLst>
          </p:cNvPr>
          <p:cNvSpPr txBox="1"/>
          <p:nvPr/>
        </p:nvSpPr>
        <p:spPr>
          <a:xfrm>
            <a:off x="5215469"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6BFD114F-81EA-C02D-8DBB-143E6FCA6C37}"/>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AEBFA316-487C-E9F8-15A1-71373141AF51}"/>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686179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70F9-4FAE-CE21-0FF3-5486171153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511F1E-6AD7-07B4-23E4-DBDE7F3880D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46F9969-26F8-C9FF-6189-8577E64C702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C01FCC-799A-00F7-8F8A-16C9AC7B3D4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867F4B8-1816-0FE2-258A-D76D6D63B8B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58F5AB-3A1B-CF69-17B3-769E54229487}"/>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39E8FAC1-25F7-320E-A00C-ACCA479B31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C952D87-F0F3-0921-7902-17F445C45B61}"/>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6E8E42F9-6E3A-AF9D-A2AA-7900DB658C1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248F4F02-0F26-02AF-3624-E26C89F437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7378DF16-9C66-2B88-1CCA-629D209E8C9F}"/>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4834DB27-5990-83AE-E813-8324DBF6465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EEF07BCF-4C01-574E-99F7-107F61F98E44}"/>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EED99F9B-E276-E977-1A01-020043EB7FFB}"/>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3C1EF1DF-1884-F7DE-DFBF-5E517C079A8B}"/>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A653D1C0-F3F6-1681-DC23-48D133FEC8CB}"/>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127AB3E9-BAE4-FD8C-446F-693E42F5221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96847CE4-0929-55F2-9D85-6225C8A4BC46}"/>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B8D17A2-C6A9-D20C-B38F-382D5EB55442}"/>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169FD3FA-C995-BA74-3529-FE275AC0D4E3}"/>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BD083705-D6B5-7C40-3767-3317288002AD}"/>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6BC1C4F7-5350-7B24-8991-58BD244D93F2}"/>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9467D49C-169F-D342-D883-702D6CC4798D}"/>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5F294B64-4CF0-906C-601B-CBFEC9003499}"/>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D44BB34C-CD21-EE11-46C0-C9CF48AE0F2A}"/>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FF8FA13-1123-D3C1-ABD1-64D289AE7F9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5F5E25E-18CF-B37E-1F67-9F544FEB4E94}"/>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377F533F-9EEE-D321-1997-15DD1CBB1384}"/>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04C58CF7-AA8D-C72E-917C-B51A48F49FE9}"/>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7AF80B8B-0D58-FA87-6F95-6D6FC82C64F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A049E59D-02E9-8CE6-288F-491D85F516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8D228D57-3F16-5E8F-98BB-62FD494BA184}"/>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9859B440-F58E-60BA-688D-7EF87AB7441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DA10F45-40F9-D5E8-4A14-38DC94F410F4}"/>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306590B5-E12D-64B2-B675-BA5DC2884E5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36D814B2-1B01-2897-E730-7FB09203AF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894398FD-8206-08F1-FCCF-564EB80E667D}"/>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D81B286-5093-6AEA-8DCA-F2A4B7A8541A}"/>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5E93666E-EFC1-6C7A-B0D9-6D71776F9173}"/>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FE60A28B-BD46-94A5-3713-1A63860167C8}"/>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108B988-F789-71CC-37E4-7D3BF287C4EF}"/>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B0C48E3-2159-21EE-3321-A4C307A8C9C5}"/>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540C1DF7-3734-0D91-D274-2CEE1919A01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91D7BF4-A4BD-245B-D9E0-53E60753E9BE}"/>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D5C9237B-FD0E-4FF0-F80A-9B0B503C408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548F93BE-BF9A-83CB-D43C-722265D8F227}"/>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DAEF6CD-6C2D-F20E-62EB-6B7E7F0E8964}"/>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753A50BD-7BF0-EE5E-267A-91F8C99FBCC4}"/>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3D1DA1A9-B4A7-BA94-5645-C77A931FAFC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187FBD80-F71D-CEF6-03E6-6230CED9B99F}"/>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A40D1DF5-B0A1-22C4-91CA-F6A4B9B5E68A}"/>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3C65AD99-210B-EF4D-64E7-8FABF70A3B0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4DF5313A-D868-BD70-B4DE-ABFF4D36CE34}"/>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8DDF1109-EE67-BBE3-199C-1ADE2C4CBFF3}"/>
              </a:ext>
            </a:extLst>
          </p:cNvPr>
          <p:cNvSpPr txBox="1"/>
          <p:nvPr/>
        </p:nvSpPr>
        <p:spPr>
          <a:xfrm>
            <a:off x="5147734" y="3406653"/>
            <a:ext cx="570089" cy="230832"/>
          </a:xfrm>
          <a:prstGeom prst="rect">
            <a:avLst/>
          </a:prstGeom>
          <a:noFill/>
        </p:spPr>
        <p:txBody>
          <a:bodyPr wrap="square" rtlCol="0">
            <a:spAutoFit/>
          </a:bodyPr>
          <a:lstStyle/>
          <a:p>
            <a:pPr algn="ctr"/>
            <a:r>
              <a:rPr lang="en-US" sz="900" dirty="0"/>
              <a:t>38</a:t>
            </a:r>
          </a:p>
        </p:txBody>
      </p:sp>
      <p:sp>
        <p:nvSpPr>
          <p:cNvPr id="58" name="TextBox 57">
            <a:extLst>
              <a:ext uri="{FF2B5EF4-FFF2-40B4-BE49-F238E27FC236}">
                <a16:creationId xmlns:a16="http://schemas.microsoft.com/office/drawing/2014/main" id="{988805EB-9015-2C90-20B4-6AFF6784F355}"/>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466F1E49-A6EB-D83C-4B38-61901159073D}"/>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163D402C-2FEF-D557-B32A-A5C318A3BEAC}"/>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E2599181-71F7-6511-1647-588B500F9C61}"/>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36E8DB3F-E89F-3540-EBEF-BEB3DB597E1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D8A2A86E-DEB3-6EF5-902A-BCD90C7415C4}"/>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4F8D859-D0A8-7446-1A26-0FA659385A83}"/>
              </a:ext>
            </a:extLst>
          </p:cNvPr>
          <p:cNvSpPr txBox="1"/>
          <p:nvPr/>
        </p:nvSpPr>
        <p:spPr>
          <a:xfrm>
            <a:off x="5147734" y="2905709"/>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9F50FB74-01C1-CA5E-856F-5C5B87D1CEF3}"/>
              </a:ext>
            </a:extLst>
          </p:cNvPr>
          <p:cNvSpPr txBox="1"/>
          <p:nvPr/>
        </p:nvSpPr>
        <p:spPr>
          <a:xfrm>
            <a:off x="5650090" y="2905709"/>
            <a:ext cx="570089" cy="230832"/>
          </a:xfrm>
          <a:prstGeom prst="rect">
            <a:avLst/>
          </a:prstGeom>
          <a:noFill/>
        </p:spPr>
        <p:txBody>
          <a:bodyPr wrap="square" rtlCol="0">
            <a:spAutoFit/>
          </a:bodyPr>
          <a:lstStyle/>
          <a:p>
            <a:pPr algn="ctr"/>
            <a:r>
              <a:rPr lang="en-US" sz="900" dirty="0"/>
              <a:t>75</a:t>
            </a:r>
          </a:p>
        </p:txBody>
      </p:sp>
      <p:sp>
        <p:nvSpPr>
          <p:cNvPr id="64" name="TextBox 63">
            <a:extLst>
              <a:ext uri="{FF2B5EF4-FFF2-40B4-BE49-F238E27FC236}">
                <a16:creationId xmlns:a16="http://schemas.microsoft.com/office/drawing/2014/main" id="{BF9AC74F-46DF-CF68-3263-536138789995}"/>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93A62092-1045-E6C1-F756-035D31B2305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80" name="TextBox 79">
            <a:extLst>
              <a:ext uri="{FF2B5EF4-FFF2-40B4-BE49-F238E27FC236}">
                <a16:creationId xmlns:a16="http://schemas.microsoft.com/office/drawing/2014/main" id="{279A08AC-9AC4-FB60-AC09-ECE8CE034F62}"/>
              </a:ext>
            </a:extLst>
          </p:cNvPr>
          <p:cNvSpPr txBox="1"/>
          <p:nvPr/>
        </p:nvSpPr>
        <p:spPr>
          <a:xfrm>
            <a:off x="5147734" y="3907597"/>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0223CDC9-D0F4-2F1C-31B3-D62BB6071838}"/>
              </a:ext>
            </a:extLst>
          </p:cNvPr>
          <p:cNvSpPr txBox="1"/>
          <p:nvPr/>
        </p:nvSpPr>
        <p:spPr>
          <a:xfrm>
            <a:off x="5650090" y="3907597"/>
            <a:ext cx="570089" cy="230832"/>
          </a:xfrm>
          <a:prstGeom prst="rect">
            <a:avLst/>
          </a:prstGeom>
          <a:noFill/>
        </p:spPr>
        <p:txBody>
          <a:bodyPr wrap="square" rtlCol="0">
            <a:spAutoFit/>
          </a:bodyPr>
          <a:lstStyle/>
          <a:p>
            <a:pPr algn="ctr"/>
            <a:r>
              <a:rPr lang="en-US" sz="900" dirty="0"/>
              <a:t>54</a:t>
            </a:r>
          </a:p>
        </p:txBody>
      </p:sp>
      <p:sp>
        <p:nvSpPr>
          <p:cNvPr id="86" name="TextBox 85">
            <a:extLst>
              <a:ext uri="{FF2B5EF4-FFF2-40B4-BE49-F238E27FC236}">
                <a16:creationId xmlns:a16="http://schemas.microsoft.com/office/drawing/2014/main" id="{1713AC7E-C076-35A4-E349-0DCACC0B8D8D}"/>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F9767FF8-DD90-7985-70F2-AF643915DDC2}"/>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16337BEB-476B-8DD4-8D59-CF8C05792F19}"/>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8B1D3BDF-E472-3A21-A1E7-56A66ECAF12A}"/>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5A374E77-3E39-5296-D400-6B4954042DC9}"/>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EC7E8F3B-A14A-4439-C613-26DAA8B346DC}"/>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E08209E1-CD14-1826-BAF3-B95444A8B64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762BCA6A-4724-1BF2-54AA-80E014CD5661}"/>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AC5C3031-4B14-2FC9-DBCA-C12C8B97F5E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91" name="TextBox 90">
            <a:extLst>
              <a:ext uri="{FF2B5EF4-FFF2-40B4-BE49-F238E27FC236}">
                <a16:creationId xmlns:a16="http://schemas.microsoft.com/office/drawing/2014/main" id="{69EC5E4D-EED1-8A2B-7E4C-052C7EB60A03}"/>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AB479FEB-2D53-3759-95F1-BA610DEB95F5}"/>
              </a:ext>
            </a:extLst>
          </p:cNvPr>
          <p:cNvSpPr txBox="1"/>
          <p:nvPr/>
        </p:nvSpPr>
        <p:spPr>
          <a:xfrm>
            <a:off x="5215469"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99377241-EA39-FE39-6187-0DD6E350E87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A3F80878-55EE-E910-1E24-E90F77EC5957}"/>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5A590CBF-F664-E547-BC9E-14837B245115}"/>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E58B4C37-2A16-22D6-8747-C7CDF749167B}"/>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5E44F501-B87A-267C-62C3-5E67381FAF5A}"/>
              </a:ext>
            </a:extLst>
          </p:cNvPr>
          <p:cNvSpPr txBox="1"/>
          <p:nvPr/>
        </p:nvSpPr>
        <p:spPr>
          <a:xfrm>
            <a:off x="4715935" y="3237891"/>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97E799A8-B4C9-CA2F-56F9-CBA9BB62010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2" name="TextBox 41">
            <a:extLst>
              <a:ext uri="{FF2B5EF4-FFF2-40B4-BE49-F238E27FC236}">
                <a16:creationId xmlns:a16="http://schemas.microsoft.com/office/drawing/2014/main" id="{42D4FAC8-80F9-088C-EC95-2F7A0048FB4F}"/>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94E388E8-3B0E-A62E-D750-CA92B0AECD9B}"/>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6860110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82B2-2F3B-AB40-3105-F18769D593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EA72B4-DBFB-B8AC-7AA7-073BB4AB7C67}"/>
              </a:ext>
            </a:extLst>
          </p:cNvPr>
          <p:cNvSpPr>
            <a:spLocks noGrp="1"/>
          </p:cNvSpPr>
          <p:nvPr>
            <p:ph sz="half" idx="1"/>
          </p:nvPr>
        </p:nvSpPr>
        <p:spPr/>
        <p:txBody>
          <a:bodyPr>
            <a:normAutofit/>
          </a:bodyPr>
          <a:lstStyle/>
          <a:p>
            <a:r>
              <a:rPr lang="en-US" dirty="0"/>
              <a:t>Reduce.</a:t>
            </a:r>
          </a:p>
          <a:p>
            <a:r>
              <a:rPr lang="en-US" dirty="0"/>
              <a:t>Complete Rows 1 and 2.</a:t>
            </a:r>
          </a:p>
        </p:txBody>
      </p:sp>
      <p:pic>
        <p:nvPicPr>
          <p:cNvPr id="4" name="Picture 3" descr="A grid of sudoku puzzle&#10;&#10;Description automatically generated">
            <a:extLst>
              <a:ext uri="{FF2B5EF4-FFF2-40B4-BE49-F238E27FC236}">
                <a16:creationId xmlns:a16="http://schemas.microsoft.com/office/drawing/2014/main" id="{D54AD4D0-EF79-0CE4-FF0C-BF84FC0070C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685D02-B57A-F98B-3E98-9DD413FA0E1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D2518F-D977-3258-435B-040EBB39DF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862877E-CC02-A104-11A3-EC62FB24EAE9}"/>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E5E3B3C5-1EDA-6A74-B825-1F83F879A6E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5E6944F-FEF7-40D5-BEF4-CED036180AC2}"/>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D5E0E84-C4EC-2E84-8E2B-1A88CF9E412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6F4FBAF5-56FD-AAE8-C568-B1ED33B3BAC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D59D49DC-DE41-4B3B-3567-1F678320CDFF}"/>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DCA70F88-B55D-3393-7118-51291F5DA07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BA7BCCB6-6E84-ECC2-43CB-DEAD3FC9EDB3}"/>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13B671D8-05B3-8E6E-9532-1993E2B4D40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AB2463E1-F9E8-A3B2-16B7-BA0AE97A9FC4}"/>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96BC17D6-C22E-F9C4-1ECC-A3BC1A19E03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57407763-470D-8025-F246-19FD29C991D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C7AFD06-E16C-0924-05FC-9FB546ECE0AE}"/>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D1BC6DE-1C23-DC31-9253-D0264510568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69A2CC96-665B-F23C-AEB8-B62CB4263DD1}"/>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1A167912-7ED7-847A-4235-CC3BCF024EF5}"/>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850BB7A4-A712-C0F4-0005-A50E89FDDD4F}"/>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19DE5D32-3E8E-7AC7-7EE6-9FD2B718EA03}"/>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E22AB8FC-6F5B-C8DB-A0A0-15B92D2D4D2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516B7BF0-75DE-98A3-F9C0-D92E59232A07}"/>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6B0172D-5BC1-0BDE-801C-7432AB60FCC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AB39F59-5844-791A-D7CA-2D71A2F3B8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BC9D7F5E-8500-90F1-2CD1-CAC59341A218}"/>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E79307B3-EC66-56B5-6B2A-6161A451D41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1926F4FE-A9D0-9FB6-23FF-0226D24BC9B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47B46733-B215-6C5C-9A70-4548708BB10E}"/>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4A77C496-A435-C896-2118-0AC0D9B84666}"/>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25A32E89-2ECD-3021-017E-16FAA2BF2A4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BB44CE5-94CA-C872-96B4-2E08CFC99F28}"/>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6759D84-941F-8A8A-9371-CF6A6A23B1B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C11F834F-6349-C5C4-98CC-2633573A69E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354FD2D3-4B7A-8531-EAAB-1D2085107629}"/>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644708AD-BA90-560F-F29E-7067EDF9D871}"/>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CEF4381A-87FE-E885-CEE5-87C6F8220FEA}"/>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5A0DD080-EBF6-F6B1-AD8B-D7E44DFC1791}"/>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A4DB761-49E8-E5DC-CB52-C4795C1C9DE9}"/>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F0A62C6-A593-F838-480C-DBAE44BB5290}"/>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97905D00-52A1-8315-02E1-68105E4AFD5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0F827186-E564-8930-6A99-5DD9221E366D}"/>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C65A4604-C48D-3388-5869-7DC5FDBB1224}"/>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71EAF40D-BA2B-A0FA-60D1-F336B63DEC5D}"/>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561C4E0-EFB9-9E72-3755-9DE30DC86285}"/>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8B9EEEEB-619C-FF0C-AB1C-7686BFCCCEE1}"/>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6B3B4712-4768-7A99-0532-1322387D1029}"/>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75B5210A-041A-47EB-58DB-73D91DA29E5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F8A72405-141F-BF28-140E-005189A61A1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6595D934-DD7D-07BD-1F2F-B881A2AFECF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206885E5-545F-BE25-707F-7F1C8DF6C9A2}"/>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D6DC7A6-3129-4686-E8E6-CCF0F63AFB1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1B6EA1A6-4D18-E887-E1C6-4BA80C74F782}"/>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D6363310-F864-25CF-04A5-0503AFFFAF32}"/>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27EFDCB8-97D7-5191-F4C3-169A4E4E0291}"/>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DAB1822-177A-B8F4-73DD-86F8B0FD0563}"/>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D8313456-307D-E76A-F85A-E347EC812483}"/>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64" name="TextBox 63">
            <a:extLst>
              <a:ext uri="{FF2B5EF4-FFF2-40B4-BE49-F238E27FC236}">
                <a16:creationId xmlns:a16="http://schemas.microsoft.com/office/drawing/2014/main" id="{56A7C582-6FA0-B8BE-31AF-EADF0150ABBB}"/>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E3675ED3-485F-E096-7BCC-42909582C0DA}"/>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80" name="TextBox 79">
            <a:extLst>
              <a:ext uri="{FF2B5EF4-FFF2-40B4-BE49-F238E27FC236}">
                <a16:creationId xmlns:a16="http://schemas.microsoft.com/office/drawing/2014/main" id="{E99E18F0-AFE6-B321-E88E-D861C60BD877}"/>
              </a:ext>
            </a:extLst>
          </p:cNvPr>
          <p:cNvSpPr txBox="1"/>
          <p:nvPr/>
        </p:nvSpPr>
        <p:spPr>
          <a:xfrm>
            <a:off x="5147734" y="3907597"/>
            <a:ext cx="570089" cy="230832"/>
          </a:xfrm>
          <a:prstGeom prst="rect">
            <a:avLst/>
          </a:prstGeom>
          <a:noFill/>
        </p:spPr>
        <p:txBody>
          <a:bodyPr wrap="square" rtlCol="0">
            <a:spAutoFit/>
          </a:bodyPr>
          <a:lstStyle/>
          <a:p>
            <a:pPr algn="ctr"/>
            <a:r>
              <a:rPr lang="en-US" sz="900" dirty="0"/>
              <a:t>45</a:t>
            </a:r>
          </a:p>
        </p:txBody>
      </p:sp>
      <p:sp>
        <p:nvSpPr>
          <p:cNvPr id="81" name="TextBox 80">
            <a:extLst>
              <a:ext uri="{FF2B5EF4-FFF2-40B4-BE49-F238E27FC236}">
                <a16:creationId xmlns:a16="http://schemas.microsoft.com/office/drawing/2014/main" id="{136E19B0-8C76-8418-86DC-72E66C74F4FB}"/>
              </a:ext>
            </a:extLst>
          </p:cNvPr>
          <p:cNvSpPr txBox="1"/>
          <p:nvPr/>
        </p:nvSpPr>
        <p:spPr>
          <a:xfrm>
            <a:off x="5650090" y="3907597"/>
            <a:ext cx="570089" cy="230832"/>
          </a:xfrm>
          <a:prstGeom prst="rect">
            <a:avLst/>
          </a:prstGeom>
          <a:noFill/>
        </p:spPr>
        <p:txBody>
          <a:bodyPr wrap="square" rtlCol="0">
            <a:spAutoFit/>
          </a:bodyPr>
          <a:lstStyle/>
          <a:p>
            <a:pPr algn="ctr"/>
            <a:r>
              <a:rPr lang="en-US" sz="900" dirty="0"/>
              <a:t>54</a:t>
            </a:r>
          </a:p>
        </p:txBody>
      </p:sp>
      <p:sp>
        <p:nvSpPr>
          <p:cNvPr id="86" name="TextBox 85">
            <a:extLst>
              <a:ext uri="{FF2B5EF4-FFF2-40B4-BE49-F238E27FC236}">
                <a16:creationId xmlns:a16="http://schemas.microsoft.com/office/drawing/2014/main" id="{B5D9925B-29FB-D259-0734-370AFC3E78C5}"/>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867D0636-1FED-095D-51B6-AB7B89F701D2}"/>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50B04E46-5516-094D-7617-76C83BC4FF1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D82C21FA-089E-3173-1065-85B9AD7055FE}"/>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A4406029-4BF2-2304-C15D-782887A6852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08C0F321-045F-294E-1039-43E20EC96295}"/>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A9F5AB89-5C51-0F45-B53D-BDBEB0E553BC}"/>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EEC52F77-B449-C0B7-483C-3899ADACF55C}"/>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5FB1AD7F-BD85-DEEA-DB5B-16A31770F97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91" name="TextBox 90">
            <a:extLst>
              <a:ext uri="{FF2B5EF4-FFF2-40B4-BE49-F238E27FC236}">
                <a16:creationId xmlns:a16="http://schemas.microsoft.com/office/drawing/2014/main" id="{790E8762-F743-457F-D8BE-495B279D464E}"/>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60329B81-4693-CC41-6A80-E459CDB2664D}"/>
              </a:ext>
            </a:extLst>
          </p:cNvPr>
          <p:cNvSpPr txBox="1"/>
          <p:nvPr/>
        </p:nvSpPr>
        <p:spPr>
          <a:xfrm>
            <a:off x="5215469"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DBCBFBC7-084A-FA02-2A24-875A3AA6167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596C2C98-4292-321B-04EE-562B14B0D242}"/>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96322EAF-8568-DA5F-028B-6431CA8A27C1}"/>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AD226B7A-E4E0-A77F-07D6-CD8FD9C3F2AA}"/>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0ED1E22D-2DD6-DD82-E871-8683C91DBC04}"/>
              </a:ext>
            </a:extLst>
          </p:cNvPr>
          <p:cNvSpPr txBox="1"/>
          <p:nvPr/>
        </p:nvSpPr>
        <p:spPr>
          <a:xfrm>
            <a:off x="4715935" y="3237891"/>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8A7FC2B8-87FA-8583-AE8E-6B0E66831A9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26" name="TextBox 25">
            <a:extLst>
              <a:ext uri="{FF2B5EF4-FFF2-40B4-BE49-F238E27FC236}">
                <a16:creationId xmlns:a16="http://schemas.microsoft.com/office/drawing/2014/main" id="{8411D093-201C-EB8A-63B7-EC67AE823A78}"/>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27" name="TextBox 26">
            <a:extLst>
              <a:ext uri="{FF2B5EF4-FFF2-40B4-BE49-F238E27FC236}">
                <a16:creationId xmlns:a16="http://schemas.microsoft.com/office/drawing/2014/main" id="{94C89219-01F7-4DBC-FC60-AEE000C66FAD}"/>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0E068B64-2C6A-4BF9-D494-CD5C8D4BE22E}"/>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02F1E7FF-F59A-BC1F-2ACC-EE3AFA245411}"/>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D8AAF261-160E-CE8A-A609-752787442B45}"/>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38FB5D82-E4AB-D999-9417-0178F5B20594}"/>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9D58C65D-3D11-BE52-003F-5927AE00838E}"/>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531191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63A74-2F4A-DD19-750D-58A3E20862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D0F9C9-BEA0-57EB-351A-9C52EC0467B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BFD108A-9368-EFFB-0175-25BC90CB871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AC85B6-B661-6224-A345-50B18013DCA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656B690-0FBE-8F0A-BD38-8F97383A1F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0EC2B0B-AE80-912B-4122-C1B870F1AE93}"/>
              </a:ext>
            </a:extLst>
          </p:cNvPr>
          <p:cNvPicPr>
            <a:picLocks noChangeAspect="1"/>
          </p:cNvPicPr>
          <p:nvPr/>
        </p:nvPicPr>
        <p:blipFill>
          <a:blip r:embed="rId6"/>
          <a:stretch>
            <a:fillRect/>
          </a:stretch>
        </p:blipFill>
        <p:spPr>
          <a:xfrm>
            <a:off x="4584700" y="2311400"/>
            <a:ext cx="0" cy="0"/>
          </a:xfrm>
          <a:prstGeom prst="rect">
            <a:avLst/>
          </a:prstGeom>
        </p:spPr>
      </p:pic>
      <p:sp>
        <p:nvSpPr>
          <p:cNvPr id="31" name="TextBox 30">
            <a:extLst>
              <a:ext uri="{FF2B5EF4-FFF2-40B4-BE49-F238E27FC236}">
                <a16:creationId xmlns:a16="http://schemas.microsoft.com/office/drawing/2014/main" id="{0220DF06-BAEB-56E5-96F7-CA3F4760DF3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0E84100-98BB-F38F-54CE-AC44A3869C54}"/>
              </a:ext>
            </a:extLst>
          </p:cNvPr>
          <p:cNvSpPr txBox="1"/>
          <p:nvPr/>
        </p:nvSpPr>
        <p:spPr>
          <a:xfrm>
            <a:off x="6714071" y="122455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E94251F5-CCA0-5C27-765D-377DEA037AAD}"/>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16" name="TextBox 15">
            <a:extLst>
              <a:ext uri="{FF2B5EF4-FFF2-40B4-BE49-F238E27FC236}">
                <a16:creationId xmlns:a16="http://schemas.microsoft.com/office/drawing/2014/main" id="{C6D79002-B0DA-733A-9C4E-CB5C3B65FF1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492D7E22-5C81-D7D6-E14A-F6C85A8C9231}"/>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D5065D81-1593-DB61-5EFA-72351848676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B514800D-F6F4-B6D9-CD47-8FE2ACD9E198}"/>
              </a:ext>
            </a:extLst>
          </p:cNvPr>
          <p:cNvSpPr txBox="1"/>
          <p:nvPr/>
        </p:nvSpPr>
        <p:spPr>
          <a:xfrm>
            <a:off x="4216401"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A07812FD-4C52-43BC-D6D7-F778D192F95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50A7E2AE-7C0C-260F-F851-B1F94438CC99}"/>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76DA2E01-CEE5-4403-7C2B-DB9BF0D2A011}"/>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66" name="TextBox 65">
            <a:extLst>
              <a:ext uri="{FF2B5EF4-FFF2-40B4-BE49-F238E27FC236}">
                <a16:creationId xmlns:a16="http://schemas.microsoft.com/office/drawing/2014/main" id="{FFC1C2C0-5417-FCD4-24C0-8549E2AADDA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27F29CDD-D131-BD2A-74F4-15A0FCC6176F}"/>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F24ECA9-8A99-857E-C36B-5422B59AA520}"/>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A3ECFBE6-6A57-9A5A-86AB-4B62286B738E}"/>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CF9CBAE6-1655-2BF5-DD4D-0E4FF4489A2B}"/>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2CCEE6FA-0B0A-9549-70B2-2E7023453243}"/>
              </a:ext>
            </a:extLst>
          </p:cNvPr>
          <p:cNvSpPr txBox="1"/>
          <p:nvPr/>
        </p:nvSpPr>
        <p:spPr>
          <a:xfrm>
            <a:off x="7213604" y="1727886"/>
            <a:ext cx="462845" cy="584775"/>
          </a:xfrm>
          <a:prstGeom prst="rect">
            <a:avLst/>
          </a:prstGeom>
          <a:noFill/>
        </p:spPr>
        <p:txBody>
          <a:bodyPr wrap="square" rtlCol="0">
            <a:spAutoFit/>
          </a:bodyPr>
          <a:lstStyle/>
          <a:p>
            <a:pPr algn="ctr"/>
            <a:r>
              <a:rPr lang="en-US" sz="3200" dirty="0"/>
              <a:t>6</a:t>
            </a:r>
          </a:p>
        </p:txBody>
      </p:sp>
      <p:sp>
        <p:nvSpPr>
          <p:cNvPr id="23" name="TextBox 22">
            <a:extLst>
              <a:ext uri="{FF2B5EF4-FFF2-40B4-BE49-F238E27FC236}">
                <a16:creationId xmlns:a16="http://schemas.microsoft.com/office/drawing/2014/main" id="{5ECEADB0-AAE9-0AEB-D24A-637F0440467B}"/>
              </a:ext>
            </a:extLst>
          </p:cNvPr>
          <p:cNvSpPr txBox="1"/>
          <p:nvPr/>
        </p:nvSpPr>
        <p:spPr>
          <a:xfrm>
            <a:off x="3716867" y="721216"/>
            <a:ext cx="462845" cy="584775"/>
          </a:xfrm>
          <a:prstGeom prst="rect">
            <a:avLst/>
          </a:prstGeom>
          <a:noFill/>
        </p:spPr>
        <p:txBody>
          <a:bodyPr wrap="square" rtlCol="0">
            <a:spAutoFit/>
          </a:bodyPr>
          <a:lstStyle/>
          <a:p>
            <a:pPr algn="ctr"/>
            <a:r>
              <a:rPr lang="en-US" sz="3200" dirty="0"/>
              <a:t>7</a:t>
            </a:r>
          </a:p>
        </p:txBody>
      </p:sp>
      <p:sp>
        <p:nvSpPr>
          <p:cNvPr id="24" name="TextBox 23">
            <a:extLst>
              <a:ext uri="{FF2B5EF4-FFF2-40B4-BE49-F238E27FC236}">
                <a16:creationId xmlns:a16="http://schemas.microsoft.com/office/drawing/2014/main" id="{ADBADF78-2566-2994-5007-931BEEF8E8FC}"/>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7400BA6-9DA0-B641-ADC8-2C4B094878A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7E462835-9380-AEC6-7A71-5C56BE69928A}"/>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A1CEAE6-BEBB-B1AB-E32A-D66527BD2F72}"/>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09C050FC-E28A-BFA4-694C-EEC74CE1F54D}"/>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8A9038BD-C905-01C3-152D-C378286282E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5ABA42F4-C06F-B36A-B542-1C8B9656BCE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76" name="TextBox 75">
            <a:extLst>
              <a:ext uri="{FF2B5EF4-FFF2-40B4-BE49-F238E27FC236}">
                <a16:creationId xmlns:a16="http://schemas.microsoft.com/office/drawing/2014/main" id="{6812F792-0A6E-5992-2F86-A4ED1B579E09}"/>
              </a:ext>
            </a:extLst>
          </p:cNvPr>
          <p:cNvSpPr txBox="1"/>
          <p:nvPr/>
        </p:nvSpPr>
        <p:spPr>
          <a:xfrm>
            <a:off x="4216401"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5360456F-6D50-47D8-9FAA-DCF8944D53E9}"/>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9E4C262A-0F6D-DBCD-715E-BC2592ABED9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D0559F7-CC40-23FD-2671-9C827518874D}"/>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76C53E32-37E9-FB7A-8E0C-07C16EBA665F}"/>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947DA24A-F69A-A92B-548C-27EBC4F5ADF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C389C6A7-22F9-C8C0-1F6A-25E51BA04A5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EA0D035-E6D2-B41C-C014-B30D494B874E}"/>
              </a:ext>
            </a:extLst>
          </p:cNvPr>
          <p:cNvSpPr txBox="1"/>
          <p:nvPr/>
        </p:nvSpPr>
        <p:spPr>
          <a:xfrm>
            <a:off x="4715935" y="4747898"/>
            <a:ext cx="462845" cy="584775"/>
          </a:xfrm>
          <a:prstGeom prst="rect">
            <a:avLst/>
          </a:prstGeom>
          <a:noFill/>
        </p:spPr>
        <p:txBody>
          <a:bodyPr wrap="square" rtlCol="0">
            <a:spAutoFit/>
          </a:bodyPr>
          <a:lstStyle/>
          <a:p>
            <a:pPr algn="ctr"/>
            <a:r>
              <a:rPr lang="en-US" sz="3200" dirty="0"/>
              <a:t>7</a:t>
            </a:r>
          </a:p>
        </p:txBody>
      </p:sp>
      <p:sp>
        <p:nvSpPr>
          <p:cNvPr id="38" name="TextBox 37">
            <a:extLst>
              <a:ext uri="{FF2B5EF4-FFF2-40B4-BE49-F238E27FC236}">
                <a16:creationId xmlns:a16="http://schemas.microsoft.com/office/drawing/2014/main" id="{FF3E2143-ED92-7187-E667-7CC6526B30B9}"/>
              </a:ext>
            </a:extLst>
          </p:cNvPr>
          <p:cNvSpPr txBox="1"/>
          <p:nvPr/>
        </p:nvSpPr>
        <p:spPr>
          <a:xfrm>
            <a:off x="4715935" y="1727886"/>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D4B75470-1F44-D586-05FC-25795025B5E5}"/>
              </a:ext>
            </a:extLst>
          </p:cNvPr>
          <p:cNvSpPr txBox="1"/>
          <p:nvPr/>
        </p:nvSpPr>
        <p:spPr>
          <a:xfrm>
            <a:off x="3217333" y="424456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C3B57D50-17A4-C141-D011-B8E7738CB914}"/>
              </a:ext>
            </a:extLst>
          </p:cNvPr>
          <p:cNvSpPr txBox="1"/>
          <p:nvPr/>
        </p:nvSpPr>
        <p:spPr>
          <a:xfrm>
            <a:off x="3217333" y="4747898"/>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C850554-699C-C3F2-1E35-2FF3BD9B78FE}"/>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E03EF384-9EA0-5A5C-A087-72DD5E2BC42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60FE3EDB-B92A-1FD6-805E-BF8BC0618AF2}"/>
              </a:ext>
            </a:extLst>
          </p:cNvPr>
          <p:cNvSpPr txBox="1"/>
          <p:nvPr/>
        </p:nvSpPr>
        <p:spPr>
          <a:xfrm>
            <a:off x="7213604" y="4244561"/>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6E339F03-8AC7-DC41-39D5-88F56FCEECF2}"/>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57" name="TextBox 56">
            <a:extLst>
              <a:ext uri="{FF2B5EF4-FFF2-40B4-BE49-F238E27FC236}">
                <a16:creationId xmlns:a16="http://schemas.microsoft.com/office/drawing/2014/main" id="{8FC5112E-A81B-7522-9446-8E4C40518119}"/>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BE0626D-E5A7-0A8C-8499-3A69BE0FD314}"/>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039C36C6-A585-E451-0FD1-2B65DCFE8AE6}"/>
              </a:ext>
            </a:extLst>
          </p:cNvPr>
          <p:cNvSpPr txBox="1"/>
          <p:nvPr/>
        </p:nvSpPr>
        <p:spPr>
          <a:xfrm>
            <a:off x="371686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767D078E-C84F-84D7-959F-05A739AC67E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43" name="TextBox 42">
            <a:extLst>
              <a:ext uri="{FF2B5EF4-FFF2-40B4-BE49-F238E27FC236}">
                <a16:creationId xmlns:a16="http://schemas.microsoft.com/office/drawing/2014/main" id="{FA1D4334-8C98-B422-96D9-CE78D281C965}"/>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48" name="TextBox 47">
            <a:extLst>
              <a:ext uri="{FF2B5EF4-FFF2-40B4-BE49-F238E27FC236}">
                <a16:creationId xmlns:a16="http://schemas.microsoft.com/office/drawing/2014/main" id="{77EB74D0-9ABC-34E0-BC74-92FECE8DCDFB}"/>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4A5AEBD3-261B-8BC7-C097-626221DA8E3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B5064AF9-0446-E949-E31E-45FC0CDECFA9}"/>
              </a:ext>
            </a:extLst>
          </p:cNvPr>
          <p:cNvSpPr txBox="1"/>
          <p:nvPr/>
        </p:nvSpPr>
        <p:spPr>
          <a:xfrm>
            <a:off x="6214537" y="4244561"/>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4485843F-AD40-BB25-59F5-9175A26A27DE}"/>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9B3FA405-FDA6-DCE0-A28F-4A0B753DAF9F}"/>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37" name="TextBox 36">
            <a:extLst>
              <a:ext uri="{FF2B5EF4-FFF2-40B4-BE49-F238E27FC236}">
                <a16:creationId xmlns:a16="http://schemas.microsoft.com/office/drawing/2014/main" id="{234406D9-BE0E-36FF-1E86-FC015E4D8A2B}"/>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9" name="TextBox 38">
            <a:extLst>
              <a:ext uri="{FF2B5EF4-FFF2-40B4-BE49-F238E27FC236}">
                <a16:creationId xmlns:a16="http://schemas.microsoft.com/office/drawing/2014/main" id="{C459F19E-71EA-4C80-B702-0FDCF76F11B2}"/>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92857869-B976-2BDF-0F1E-58842521DE30}"/>
              </a:ext>
            </a:extLst>
          </p:cNvPr>
          <p:cNvSpPr txBox="1"/>
          <p:nvPr/>
        </p:nvSpPr>
        <p:spPr>
          <a:xfrm>
            <a:off x="6714071" y="2734556"/>
            <a:ext cx="462845" cy="584775"/>
          </a:xfrm>
          <a:prstGeom prst="rect">
            <a:avLst/>
          </a:prstGeom>
          <a:noFill/>
        </p:spPr>
        <p:txBody>
          <a:bodyPr wrap="square" rtlCol="0">
            <a:spAutoFit/>
          </a:bodyPr>
          <a:lstStyle/>
          <a:p>
            <a:pPr algn="ctr"/>
            <a:r>
              <a:rPr lang="en-US" sz="3200" dirty="0"/>
              <a:t>1</a:t>
            </a:r>
          </a:p>
        </p:txBody>
      </p:sp>
      <p:sp>
        <p:nvSpPr>
          <p:cNvPr id="56" name="TextBox 55">
            <a:extLst>
              <a:ext uri="{FF2B5EF4-FFF2-40B4-BE49-F238E27FC236}">
                <a16:creationId xmlns:a16="http://schemas.microsoft.com/office/drawing/2014/main" id="{FB81CC73-1021-C59D-5CF2-5344E6C0C86A}"/>
              </a:ext>
            </a:extLst>
          </p:cNvPr>
          <p:cNvSpPr txBox="1"/>
          <p:nvPr/>
        </p:nvSpPr>
        <p:spPr>
          <a:xfrm>
            <a:off x="6714071" y="3237891"/>
            <a:ext cx="462845" cy="584775"/>
          </a:xfrm>
          <a:prstGeom prst="rect">
            <a:avLst/>
          </a:prstGeom>
          <a:noFill/>
        </p:spPr>
        <p:txBody>
          <a:bodyPr wrap="square" rtlCol="0">
            <a:spAutoFit/>
          </a:bodyPr>
          <a:lstStyle/>
          <a:p>
            <a:pPr algn="ctr"/>
            <a:r>
              <a:rPr lang="en-US" sz="3200" dirty="0"/>
              <a:t>4</a:t>
            </a:r>
          </a:p>
        </p:txBody>
      </p:sp>
      <p:sp>
        <p:nvSpPr>
          <p:cNvPr id="64" name="TextBox 63">
            <a:extLst>
              <a:ext uri="{FF2B5EF4-FFF2-40B4-BE49-F238E27FC236}">
                <a16:creationId xmlns:a16="http://schemas.microsoft.com/office/drawing/2014/main" id="{EB2EBA9D-7B78-8419-7BA8-6CA1F820CFDB}"/>
              </a:ext>
            </a:extLst>
          </p:cNvPr>
          <p:cNvSpPr txBox="1"/>
          <p:nvPr/>
        </p:nvSpPr>
        <p:spPr>
          <a:xfrm>
            <a:off x="5215469" y="4244561"/>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24553C8F-ABA9-A850-3CBE-5ED7BBC9F820}"/>
              </a:ext>
            </a:extLst>
          </p:cNvPr>
          <p:cNvSpPr txBox="1"/>
          <p:nvPr/>
        </p:nvSpPr>
        <p:spPr>
          <a:xfrm>
            <a:off x="4715935" y="273455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483DD7C9-ABF4-623B-F6CD-5FF2C1DDC1D1}"/>
              </a:ext>
            </a:extLst>
          </p:cNvPr>
          <p:cNvSpPr txBox="1"/>
          <p:nvPr/>
        </p:nvSpPr>
        <p:spPr>
          <a:xfrm>
            <a:off x="4715935" y="122455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4DD14F6D-1C7F-ED6C-CD48-42F23CB02A72}"/>
              </a:ext>
            </a:extLst>
          </p:cNvPr>
          <p:cNvSpPr txBox="1"/>
          <p:nvPr/>
        </p:nvSpPr>
        <p:spPr>
          <a:xfrm>
            <a:off x="4715935" y="721216"/>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0233E592-5B3F-ECB8-CF08-6027847E1790}"/>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CD472443-DA4C-9C63-1A77-7EFAF83DAA5B}"/>
              </a:ext>
            </a:extLst>
          </p:cNvPr>
          <p:cNvSpPr txBox="1"/>
          <p:nvPr/>
        </p:nvSpPr>
        <p:spPr>
          <a:xfrm>
            <a:off x="5715003" y="72121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C4520E2B-7EF8-F647-CBDF-09E64CD83880}"/>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83" name="TextBox 82">
            <a:extLst>
              <a:ext uri="{FF2B5EF4-FFF2-40B4-BE49-F238E27FC236}">
                <a16:creationId xmlns:a16="http://schemas.microsoft.com/office/drawing/2014/main" id="{A0D4CC3D-5CC6-CB28-7D2D-6402ABB43C3B}"/>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D7D5E242-FD01-9CE0-6098-263596448BB7}"/>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FD8131CF-783E-6582-2468-FE0041E9102F}"/>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90" name="TextBox 89">
            <a:extLst>
              <a:ext uri="{FF2B5EF4-FFF2-40B4-BE49-F238E27FC236}">
                <a16:creationId xmlns:a16="http://schemas.microsoft.com/office/drawing/2014/main" id="{12E1C8EF-466D-D22A-2DEE-AFBBB0BC9756}"/>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91" name="TextBox 90">
            <a:extLst>
              <a:ext uri="{FF2B5EF4-FFF2-40B4-BE49-F238E27FC236}">
                <a16:creationId xmlns:a16="http://schemas.microsoft.com/office/drawing/2014/main" id="{1C64054E-D22B-EB87-A609-08BC4FF25398}"/>
              </a:ext>
            </a:extLst>
          </p:cNvPr>
          <p:cNvSpPr txBox="1"/>
          <p:nvPr/>
        </p:nvSpPr>
        <p:spPr>
          <a:xfrm>
            <a:off x="6714071" y="3741226"/>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ED872EA3-21F5-C5DD-D6AF-EFAB0DB9A30C}"/>
              </a:ext>
            </a:extLst>
          </p:cNvPr>
          <p:cNvSpPr txBox="1"/>
          <p:nvPr/>
        </p:nvSpPr>
        <p:spPr>
          <a:xfrm>
            <a:off x="5215469" y="4747898"/>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E8211582-3BB1-61AB-A2B0-568FE8F2682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8EF1DCA3-442A-105C-AA2C-84B013B27B28}"/>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D29BEDB6-FDFC-6C49-21F2-A924E2DC8308}"/>
              </a:ext>
            </a:extLst>
          </p:cNvPr>
          <p:cNvSpPr txBox="1"/>
          <p:nvPr/>
        </p:nvSpPr>
        <p:spPr>
          <a:xfrm>
            <a:off x="5715003" y="172788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B3E0CC3-F3F0-0229-0B9C-11847B837D2A}"/>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8" name="TextBox 27">
            <a:extLst>
              <a:ext uri="{FF2B5EF4-FFF2-40B4-BE49-F238E27FC236}">
                <a16:creationId xmlns:a16="http://schemas.microsoft.com/office/drawing/2014/main" id="{F0B9F148-27AC-8EE0-A516-5C5529C29086}"/>
              </a:ext>
            </a:extLst>
          </p:cNvPr>
          <p:cNvSpPr txBox="1"/>
          <p:nvPr/>
        </p:nvSpPr>
        <p:spPr>
          <a:xfrm>
            <a:off x="4715935" y="3237891"/>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FFE5C358-6F30-CA23-C1F0-B5FD0838215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26" name="TextBox 25">
            <a:extLst>
              <a:ext uri="{FF2B5EF4-FFF2-40B4-BE49-F238E27FC236}">
                <a16:creationId xmlns:a16="http://schemas.microsoft.com/office/drawing/2014/main" id="{A4D3EAB7-02E1-C08C-B5FE-B10B3EC926BA}"/>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27" name="TextBox 26">
            <a:extLst>
              <a:ext uri="{FF2B5EF4-FFF2-40B4-BE49-F238E27FC236}">
                <a16:creationId xmlns:a16="http://schemas.microsoft.com/office/drawing/2014/main" id="{80CD3DF9-B494-494D-AABA-10E90782E1FA}"/>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A51C998C-E9F8-FABB-B20C-B7629476D4B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7E70A717-453A-7353-5B55-CAA8576BA3AE}"/>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7722CC16-F133-5B80-090A-E49A163AF35D}"/>
              </a:ext>
            </a:extLst>
          </p:cNvPr>
          <p:cNvSpPr txBox="1"/>
          <p:nvPr/>
        </p:nvSpPr>
        <p:spPr>
          <a:xfrm>
            <a:off x="3217333" y="72121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FAC3E5D5-CC95-6806-B241-6EBDF80898AA}"/>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620CBC3B-FE04-51C6-C407-22CE392CC497}"/>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F46E322E-C415-9EAE-FF0E-E828B9F285ED}"/>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4638641-1295-250D-AFE6-83EC7ACE5CBC}"/>
              </a:ext>
            </a:extLst>
          </p:cNvPr>
          <p:cNvSpPr txBox="1"/>
          <p:nvPr/>
        </p:nvSpPr>
        <p:spPr>
          <a:xfrm>
            <a:off x="5215469"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504112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12816</TotalTime>
  <Words>4080</Words>
  <Application>Microsoft Macintosh PowerPoint</Application>
  <PresentationFormat>Widescreen</PresentationFormat>
  <Paragraphs>3373</Paragraphs>
  <Slides>61</Slides>
  <Notes>61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425</cp:revision>
  <cp:lastPrinted>2026-09-04T05:15:04Z</cp:lastPrinted>
  <dcterms:created xsi:type="dcterms:W3CDTF">2024-03-19T02:13:08Z</dcterms:created>
  <dcterms:modified xsi:type="dcterms:W3CDTF">2026-09-06T02:10:02Z</dcterms:modified>
</cp:coreProperties>
</file>