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1"/>
  </p:notesMasterIdLst>
  <p:sldIdLst>
    <p:sldId id="457" r:id="rId2"/>
    <p:sldId id="531" r:id="rId3"/>
    <p:sldId id="532" r:id="rId4"/>
    <p:sldId id="533" r:id="rId5"/>
    <p:sldId id="534" r:id="rId6"/>
    <p:sldId id="535" r:id="rId7"/>
    <p:sldId id="536" r:id="rId8"/>
    <p:sldId id="537" r:id="rId9"/>
    <p:sldId id="538" r:id="rId10"/>
    <p:sldId id="539" r:id="rId11"/>
    <p:sldId id="540" r:id="rId12"/>
    <p:sldId id="541" r:id="rId13"/>
    <p:sldId id="542" r:id="rId14"/>
    <p:sldId id="543" r:id="rId15"/>
    <p:sldId id="544" r:id="rId16"/>
    <p:sldId id="545" r:id="rId17"/>
    <p:sldId id="562" r:id="rId18"/>
    <p:sldId id="563" r:id="rId19"/>
    <p:sldId id="564" r:id="rId20"/>
    <p:sldId id="565" r:id="rId21"/>
    <p:sldId id="566" r:id="rId22"/>
    <p:sldId id="567" r:id="rId23"/>
    <p:sldId id="568" r:id="rId24"/>
    <p:sldId id="569" r:id="rId25"/>
    <p:sldId id="570" r:id="rId26"/>
    <p:sldId id="571" r:id="rId27"/>
    <p:sldId id="572" r:id="rId28"/>
    <p:sldId id="573" r:id="rId29"/>
    <p:sldId id="574" r:id="rId30"/>
    <p:sldId id="575" r:id="rId31"/>
    <p:sldId id="576" r:id="rId32"/>
    <p:sldId id="577" r:id="rId33"/>
    <p:sldId id="578" r:id="rId34"/>
    <p:sldId id="579" r:id="rId35"/>
    <p:sldId id="580" r:id="rId36"/>
    <p:sldId id="581" r:id="rId37"/>
    <p:sldId id="582" r:id="rId38"/>
    <p:sldId id="583" r:id="rId39"/>
    <p:sldId id="584" r:id="rId40"/>
    <p:sldId id="585" r:id="rId41"/>
    <p:sldId id="586" r:id="rId42"/>
    <p:sldId id="587" r:id="rId43"/>
    <p:sldId id="588" r:id="rId44"/>
    <p:sldId id="589" r:id="rId45"/>
    <p:sldId id="590" r:id="rId46"/>
    <p:sldId id="591" r:id="rId47"/>
    <p:sldId id="592" r:id="rId48"/>
    <p:sldId id="593" r:id="rId49"/>
    <p:sldId id="594" r:id="rId50"/>
    <p:sldId id="595" r:id="rId51"/>
    <p:sldId id="596" r:id="rId52"/>
    <p:sldId id="597" r:id="rId53"/>
    <p:sldId id="598" r:id="rId54"/>
    <p:sldId id="599" r:id="rId55"/>
    <p:sldId id="600" r:id="rId56"/>
    <p:sldId id="601" r:id="rId57"/>
    <p:sldId id="602" r:id="rId58"/>
    <p:sldId id="603" r:id="rId59"/>
    <p:sldId id="614" r:id="rId60"/>
    <p:sldId id="604" r:id="rId61"/>
    <p:sldId id="605" r:id="rId62"/>
    <p:sldId id="606" r:id="rId63"/>
    <p:sldId id="607" r:id="rId64"/>
    <p:sldId id="608" r:id="rId65"/>
    <p:sldId id="609" r:id="rId66"/>
    <p:sldId id="610" r:id="rId67"/>
    <p:sldId id="611" r:id="rId68"/>
    <p:sldId id="612" r:id="rId69"/>
    <p:sldId id="613" r:id="rId70"/>
    <p:sldId id="615" r:id="rId71"/>
    <p:sldId id="617" r:id="rId72"/>
    <p:sldId id="618" r:id="rId73"/>
    <p:sldId id="619" r:id="rId74"/>
    <p:sldId id="616" r:id="rId75"/>
    <p:sldId id="633" r:id="rId76"/>
    <p:sldId id="634" r:id="rId77"/>
    <p:sldId id="635" r:id="rId78"/>
    <p:sldId id="636" r:id="rId79"/>
    <p:sldId id="637" r:id="rId80"/>
    <p:sldId id="638" r:id="rId81"/>
    <p:sldId id="639" r:id="rId82"/>
    <p:sldId id="640" r:id="rId83"/>
    <p:sldId id="641" r:id="rId84"/>
    <p:sldId id="642" r:id="rId85"/>
    <p:sldId id="643" r:id="rId86"/>
    <p:sldId id="644" r:id="rId87"/>
    <p:sldId id="645" r:id="rId88"/>
    <p:sldId id="646" r:id="rId89"/>
    <p:sldId id="647" r:id="rId9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643"/>
    <p:restoredTop sz="94568"/>
  </p:normalViewPr>
  <p:slideViewPr>
    <p:cSldViewPr snapToGrid="0">
      <p:cViewPr varScale="1">
        <p:scale>
          <a:sx n="113" d="100"/>
          <a:sy n="113" d="100"/>
        </p:scale>
        <p:origin x="1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50032-7279-CA75-EC43-FB5D00453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7A797-5F74-755A-23DC-B17150D9D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75D440-1784-6077-691B-6AA1F24473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83F782-5F2E-2349-DD44-FC50ED43B60F}"/>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803893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2E0D1-D8D4-372C-9BB6-36BDE09AA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65686-06DB-5731-987F-F3DF4714B6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500CF-891A-C153-2A19-057127AD5F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A581B0-941C-0691-29DF-8CF7356E7341}"/>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651981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5C6D8-976F-1004-80AF-6E419E0E9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31E38-A90D-D6B1-92FF-0AFB5FDEF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BB7A9-D721-53EC-D4FE-27C27E3E60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5AC6B6-A9B0-909B-7D99-ECF1D9B40221}"/>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758180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A6FD4-DECC-032C-C48E-AE0084714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0E937-2A9B-0CE4-51C5-E71BDE588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264D7-25CD-8DC3-2FCD-590A8703E0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DF67E7-1671-B18E-2BEC-01FE4A42DC37}"/>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3467515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46CDA-A25D-201D-959D-69EAF608C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75640-87B1-3260-DFED-AA721179FB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3A401-C785-0DD8-E172-AD13B3BE5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BD0398-F99C-8541-1394-343A210057FA}"/>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724240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4BCEB-8C0F-E9A2-F6FC-85B2D6A56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07BA4-1EB9-7741-DEA0-AD50175E6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653AA-1EB3-4F61-DA7B-A0245811ED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7D171F-6354-180B-C725-1269429C8C88}"/>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848394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64F1-A70A-E6D5-6892-A81370455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52F32-EFDD-578A-FBCB-355104C5E8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063C-97F4-702D-D056-E56D458741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BF8586-00BF-1DF5-7BE9-BA7ACAE4D112}"/>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1558672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E5C53-48A1-6F6F-0C22-C017DC681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60D98-DD57-1D67-A0C5-C79531CF2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933A1-FB61-261D-8A4C-C4A1D422C7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A66420-23C5-DCB9-FCED-54F453F91F9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2409842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A6039-F4A4-F2BC-E020-8AC0306354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373C7-600F-067D-5D57-7DCD9A916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A29E7A-3DFE-7719-B63D-D3A652662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B5E08C-CE07-5216-2900-FE5BE583813E}"/>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890514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9BB8-5EF1-9FDC-8597-D4C12ADDC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E5D49-26F9-07ED-A0DF-98BD7CC3F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A2F397-AD4A-F616-BE3D-71B592ACE3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5E7BA-E89F-7399-8F04-6C88C3056393}"/>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25222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77627-65E2-58BD-66A3-F414E3F96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4A072-48B3-FDE6-BCEC-ED570EED6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D7C09-B525-8D92-1BE8-C516C56600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8A652E-059D-2179-75D0-99D2F73B9523}"/>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3097735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20B5-69A4-C5FB-662C-66109CB20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67AF4A-15E1-2402-BEE3-3D6FB6D14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23679-8B4C-C3A2-64BD-1E99D35417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6BA9E0-C3BA-C2A2-DFC3-F61E9235E6A1}"/>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0958648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CFCA-446F-798E-A38B-B204D2D87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B35AC-4E4C-26C3-C609-FE2EDBFBD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DF345-B981-C735-E685-0A0B42EDBF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FFE7A-BF48-A785-B22A-42B70DC709A9}"/>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3957103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D7F49-DE55-38DB-355D-2619F5858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FC202-E568-9215-8509-1DB632B9B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A0A165-DA85-FAB9-E799-3E70FB11E4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7BE86-2AE5-2C40-DCCA-707E0BFE6604}"/>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945675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7133-ED6E-A590-D733-D4E4A2BB89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ED2F6-6725-4104-1503-2DD7BFFD34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1B492-D6EF-65CD-459A-16DD140B6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55E0C6-4468-B75A-29A6-DE6E2C137A5B}"/>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2418434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52A2F-33B3-664A-E1A4-14E7265E3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1CBF-7AE6-BD95-57D0-848BEF8DD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5DF97-E9F9-47ED-A134-0449CEFE97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A1D13E-44FA-5D2E-0876-6A9D77493297}"/>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357348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B62AB-8510-F810-CA65-6FF3865DC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8F1F9E-C1E8-0840-4CA4-2FE290561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E77BF-1EEE-467B-6DFF-99649EAD80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4FB988-7451-9B6C-E58E-715E40640FCB}"/>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4159398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3333-E8FE-D077-CF52-9BEC8560D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F0B18-FFEC-BE1C-EC5C-32EF656856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2DBCC-0259-C428-E3D1-FD1DFCE7A1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BC3D5E-12F2-3E08-2E8D-1027782FB0BF}"/>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768765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03B3-7CA8-2127-F6A7-FB0DA8E4C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3A743-C038-EE45-F32E-E94E329C4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E0C8C-D999-4CC2-8582-3F170B013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94A6C-65CF-19E1-82E9-7BC2734644F2}"/>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2139870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8E64E-1A2B-4B00-4529-3711C0F0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FBB90-5869-EA75-FB00-8F9F2D743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76D5E-7C03-8620-306B-C95342DC4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29DFFF-9820-4477-409F-876A30A568E4}"/>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4042442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305CA-1213-3D6C-EA02-2728A3132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DECEDC-08BF-50F1-0616-09FA089F6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CACE0-75AB-9870-D067-C306468664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34C9D0-E263-D35B-E4A3-B748F245848B}"/>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1148327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D8143-F210-5577-E65D-5C1E7D2DA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C82A6-0015-54FB-D2B2-852EBCDAA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C3C51-3A8F-5F37-ED71-EA5768795A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262711-63B0-D45E-1DC3-528B829E00B2}"/>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4161303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AB0A-38C2-83D9-9330-3F2DDEFB18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FBC58-2A82-CDED-B6FE-62B93CCC3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D9167-1132-2577-4EEE-4887F66CFE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4EEDFB-0D0F-4852-CF13-90E55234935B}"/>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7523685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461F-48AF-7ADE-C973-D4B543DFB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5FEC-2ACA-D7A4-E32F-83D034CA98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31136-61FC-CF9C-967A-7B7F39479A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BD4D3F-F25B-2E4D-CD37-C7FFB91A729A}"/>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36006705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DAB68-791C-0E31-C6F4-330BB72D4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7C361-79D9-4C74-C7BD-67EE900C1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2D200-955F-2A21-A010-766959D75B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F36A1-7758-5846-0A4F-66EB4B039F90}"/>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5222696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9AA54-F53D-2794-D07E-A1773566C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641C1-ED87-CDB3-49AB-D47B31BDF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59188-0EC9-7A95-B918-A29CA906E5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AC37FD-945E-7866-147A-50E05719C760}"/>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40619437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700B-AB54-5CE8-A310-C068FB6FA5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8AFC1-DED4-095E-ACBA-D9BA647A7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48D03-D3B1-8C7B-54CA-43DF53263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C6969-2BB9-B75B-3DDE-CCCE06FBBADC}"/>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1602721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6BFD6-B286-C6F3-9597-7B96E5EED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34033-15E4-4E44-5B36-E4E8A2022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3F8A08-8D8A-46B2-65B5-11E8323647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BA3EE2-519C-EF3C-FDD7-8F77269910FB}"/>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8512834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90A95-B605-9901-4CEC-69AD3E951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6F00C-C42E-1BAC-BFCE-FB1A69A28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71098-28E2-F764-AB3D-9AB47D44E4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A231F5-1797-9A3A-415E-EACADF7D56DC}"/>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4394226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2DACD-127D-778C-CC14-660C6E865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727CE-E1AA-5597-51EF-0D7B873564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AE43-B56C-A1E0-A97A-EA8D62C559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02D71A-6620-49BE-990A-9D4748D6F6D0}"/>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21502177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D935E-4447-6E3E-53F3-D1D712078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8CD31-AFD3-2119-839E-3F37B6E42E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DE6D7-7177-D7F5-1DFE-AFBBEE5CCA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061B37-A11E-74C0-F652-916DB48DD15D}"/>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505919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38A2A-6468-BFCF-857E-0B77B9219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F3E4E-0B9D-0E34-7041-A3D55E42C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0A43D-CAC4-A736-1C89-583C6C74FF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850910-0D7A-471D-1E7A-DBB77764BF7D}"/>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88140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B0C39-395F-180E-F89C-DCB796E6E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90CC7-326C-CD52-508E-99D94E77A1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F0DEC-17BD-66F6-7E30-280F78CD6F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6509FC-F1A5-79F5-656C-56774D5E8623}"/>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34893476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A9EA-6C69-60A0-FF8D-0183D0FF9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B0606-6802-71FC-09B4-53D91E654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B7C16-94C3-630D-C336-4B03ECA2B2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1B1B58-F8C1-E441-9AD2-A97AD787B867}"/>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0112368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DA1A8-19E2-2DAC-7C6E-A2243E8C3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7D788-3C23-B771-F42B-9188CA6FF9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9232D-5A4F-B055-FD78-6C665E1FDC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25DA3B-188A-CBAF-5148-66AD67F2DC4F}"/>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32944555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F518-A896-442C-0717-DFE6907E6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61BD9-91A9-4B60-5548-4554E1761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57BCE-5554-5A19-20F4-B63452F09A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25387D-1A71-6629-FE8E-7285538768DE}"/>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32319032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AB8DE-5226-B9FF-3AC1-46AC80316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A5253-0FB3-8CCC-EE05-3FBE4A7006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21C43-A13C-C503-6EC1-FCA761961C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F39E5-B827-FF42-EFFB-ED74F99E4881}"/>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31086666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0AEB-6F16-32F6-DEA4-790B2FC0D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9BF1B7-C842-2940-760A-9A184668A4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50150-5BC8-0E62-FD57-114B1BACEF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CC1E31-698F-7B0B-4E32-3C2170970117}"/>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6154460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98EBB-652A-D6DD-92C2-8F783588F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79BAA-491A-AD84-E310-EC9CD1BEDE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AEAE0-1CC2-E446-6A8C-7433B89D33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2677D2-DED6-4AC8-CD20-43FF8312EA4C}"/>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6600956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41DCB-7F3C-8490-BFD4-8A861847C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DE78C-7171-0B86-51BD-C91BF518D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9486F-454F-F0D7-7D0F-73EFD62A5D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A885FE-0494-4468-3477-9BAACDB01494}"/>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602121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CA53C-074C-70A2-80D1-02B333EDC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337B0-0A20-B81D-0FB8-523326470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3EE89-A97D-77D8-379A-CB823D3418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0F831A-211B-589B-23A5-D93A11B75892}"/>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503367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A7DE8-D960-FB78-E0B8-53E116FB2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D4C4F-AE0A-0ACE-74E1-C92031E6C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B1851-722F-9090-DD09-3C808C8487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A8EC5E-40B0-D838-76D4-B5E35B82DDDC}"/>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33346751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6B56E-5E9D-621B-BFA9-5B103FB76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FE25D-EC30-277A-3E2A-927D491A6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79AAF-4B56-4BCF-707B-208CBF5E9E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57F732-684C-7498-2914-9814AB31B94F}"/>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25491554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F6DE-54D2-E2A0-D0E7-51A83262D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25635-BAE8-7C61-83E1-B3DB29D3C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53928-1902-A4B1-4462-B44D337D24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0F600B-00E3-9C35-B779-E93ED1F835E7}"/>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6775363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F57E-1EDB-59AB-B770-01B8E2700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F7E8D-B8BE-1080-AA84-B401A6E6F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FB991-CDAE-5CC6-5A77-F6D242661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D606-F310-B0B6-E967-759B8CF82047}"/>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498679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FEB91-86B9-74D2-C6E7-AE3804953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DCCC9-7F1C-78C2-1BC9-A0B5C0106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4264A-9319-E460-B400-E47696AF80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1821B9-CCD0-0F5C-CE98-45BBDB601AB7}"/>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24762915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F143-5DFF-5E5B-D1AA-2148EB454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DB3FA-AB49-C288-1BF3-B31A53778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CA930-BD74-1FBF-E0D1-628B7A761F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D212D6-6D41-58C6-902C-4B172C45FE6A}"/>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3134128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682D7-3705-A125-7CEB-9E31F0934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05F1D-CC38-061D-E734-F6DFF1804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32BF1-33C9-9512-D80E-1D8538D289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035265-5110-9139-470E-B56CB540D7D1}"/>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7384834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15574-21E0-75EC-8310-959F1FD07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EB627-490E-F9E4-52DB-C5316247D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1F1BC-F2B8-CCC5-E130-729E53257C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4AA337-695A-138F-5294-BF789E46E132}"/>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16820087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57CC1-52DB-6A64-7D37-75DE264FC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E7E5B-C0A5-D7B2-CEB5-AF8FE2E3AE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57537-3206-8C3C-7A7B-850A2A983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ED6398-04ED-E6D4-F151-88DC730DD85E}"/>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9925040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A76C-2C5E-37C1-B474-A6D76CF07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3BBDC-1EF6-9A5D-67E9-90695A4181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8054B-726C-EEAB-ED20-BBE8EE631F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20010B-7D1F-526A-6616-1A77171A98EF}"/>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17656214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4532B-84E0-6DF2-AB2D-74D67CA9E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0EF25-3610-A387-FDC9-DFC095443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89B79-15FD-9A2D-89D0-33C21B2C64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67F972-CE4F-7F86-D6BD-DFCC3057ED95}"/>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22375063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F9AC2-E426-0104-64D0-FB748958F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A1C29-1C06-AE3C-ECC6-43F1F09A21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074780-5E57-C401-AE20-EF92FA107B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3BDB0C-5372-523C-417B-5AF40369643F}"/>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25546675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CA48-A717-85FD-4647-D285E2D1D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6DAB0-2075-5278-01EE-2A7044ACE6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BAFA7-1122-155C-7B37-B91E04DEB5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7726AE-263C-D8A6-E540-2A011044C545}"/>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35963893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F0403-E664-FCE2-7FCC-EB59692A9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292BE-2DED-06DF-3457-B10947A5D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5B70A-B304-3135-F872-334EADC95A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C5C49C-204C-71EF-A526-0519213C3D71}"/>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319257724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96A50-E49C-4831-9FF7-6956D1D9D2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965CE-1A58-1BFB-5C26-B7BDE33A4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C12A5-80D7-8925-3704-633DC6E8D8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AA2C16-A415-5EB4-E92E-01EEC6717309}"/>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34556318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E6A5-CBE5-CA34-43F3-679F980FC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54743-E2C1-BB2A-5734-0FACEFB44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E9432-0324-B101-ABD5-E7EF2E4FFB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25929D-ABEA-AC4C-BD5B-DC66B6321FB1}"/>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4263911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1E98D-FBAD-18C7-5273-CAFD05457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96289-7086-634D-A160-59BE1A84B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BC6647-411A-033E-9D8F-009D1B562F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F5D660-3E80-9C34-1FF9-7AC711B650A2}"/>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36021198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BD407-43DA-AED3-A895-304C6A9A72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01E6E-D7A9-4E52-7B79-FC8F36FCA2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CA42B-72F4-7A29-AA19-10A2FED308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8B3784-F6F2-103D-9B0D-44628DFCBCFA}"/>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6200810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4DB0A-4EA8-B7A4-05AB-7594C7905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B6EF6C-E351-A5BC-79FA-5F4C0EB0C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C25C5-7C60-95B7-4882-127C14C200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69D8F-1BB4-3B54-E5A1-426B2CA16E71}"/>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30665354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6703-F186-E50A-929D-9DA20D112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B4C16-0FBD-82A6-615C-A4F5820FA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47550-E87C-C5F8-BBC8-061E547F9B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4010C1-9FAD-3024-5139-1FD30B4A8D3D}"/>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31695228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592CE-FA24-E0D2-B3E3-520024AFA5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93B1A-04DC-4C4A-5945-45A1B9E1E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BF5E9-4F38-69F0-3611-8ABAFB17BC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191CD6-5324-BBEE-4A35-E9F0CC8A8098}"/>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25182197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13E51-983F-0ECB-AB1B-2081955DE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5C2A1-4120-2CDB-EB77-BFE83FFFC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0CF96-9410-B799-5D6B-CFF6383628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E77E9B-1182-4EC5-7D6B-D9F20655DDDD}"/>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21953484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E02A4-3B3C-3300-9600-F5D605067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57EAD-4F0E-1E46-0706-BFDB8F5C4D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EA182B-AB1B-D5E1-E67D-1E05C3E932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3964B1-334E-B8AC-A95E-53469F34063D}"/>
              </a:ext>
            </a:extLst>
          </p:cNvPr>
          <p:cNvSpPr>
            <a:spLocks noGrp="1"/>
          </p:cNvSpPr>
          <p:nvPr>
            <p:ph type="sldNum" sz="quarter" idx="5"/>
          </p:nvPr>
        </p:nvSpPr>
        <p:spPr/>
        <p:txBody>
          <a:bodyPr/>
          <a:lstStyle/>
          <a:p>
            <a:fld id="{C0E9560A-78B4-504A-9396-2AE516B1349B}" type="slidenum">
              <a:rPr lang="en-US" smtClean="0"/>
              <a:t>65</a:t>
            </a:fld>
            <a:endParaRPr lang="en-US"/>
          </a:p>
        </p:txBody>
      </p:sp>
    </p:spTree>
    <p:extLst>
      <p:ext uri="{BB962C8B-B14F-4D97-AF65-F5344CB8AC3E}">
        <p14:creationId xmlns:p14="http://schemas.microsoft.com/office/powerpoint/2010/main" val="18165997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A04A-2962-35B8-7419-5CBC43933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39E7C-1D9C-04AF-D7B8-8BC8DCE2F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6ED58-AEDB-16C3-26D0-C9EE35D859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DABFE9-328A-A0CD-4468-2B1AB6B6EE11}"/>
              </a:ext>
            </a:extLst>
          </p:cNvPr>
          <p:cNvSpPr>
            <a:spLocks noGrp="1"/>
          </p:cNvSpPr>
          <p:nvPr>
            <p:ph type="sldNum" sz="quarter" idx="5"/>
          </p:nvPr>
        </p:nvSpPr>
        <p:spPr/>
        <p:txBody>
          <a:bodyPr/>
          <a:lstStyle/>
          <a:p>
            <a:fld id="{C0E9560A-78B4-504A-9396-2AE516B1349B}" type="slidenum">
              <a:rPr lang="en-US" smtClean="0"/>
              <a:t>66</a:t>
            </a:fld>
            <a:endParaRPr lang="en-US"/>
          </a:p>
        </p:txBody>
      </p:sp>
    </p:spTree>
    <p:extLst>
      <p:ext uri="{BB962C8B-B14F-4D97-AF65-F5344CB8AC3E}">
        <p14:creationId xmlns:p14="http://schemas.microsoft.com/office/powerpoint/2010/main" val="15355542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6A3B4-8B0B-8E56-B744-87BEF9F8F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5EE4A1-70C6-3E73-8015-8DD91B16B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E884E-6A2C-0882-390E-EF46743E9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AC11F8-BB45-4283-0368-A904B1D211D6}"/>
              </a:ext>
            </a:extLst>
          </p:cNvPr>
          <p:cNvSpPr>
            <a:spLocks noGrp="1"/>
          </p:cNvSpPr>
          <p:nvPr>
            <p:ph type="sldNum" sz="quarter" idx="5"/>
          </p:nvPr>
        </p:nvSpPr>
        <p:spPr/>
        <p:txBody>
          <a:bodyPr/>
          <a:lstStyle/>
          <a:p>
            <a:fld id="{C0E9560A-78B4-504A-9396-2AE516B1349B}" type="slidenum">
              <a:rPr lang="en-US" smtClean="0"/>
              <a:t>67</a:t>
            </a:fld>
            <a:endParaRPr lang="en-US"/>
          </a:p>
        </p:txBody>
      </p:sp>
    </p:spTree>
    <p:extLst>
      <p:ext uri="{BB962C8B-B14F-4D97-AF65-F5344CB8AC3E}">
        <p14:creationId xmlns:p14="http://schemas.microsoft.com/office/powerpoint/2010/main" val="199129984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44A2-E07C-EB23-0363-92F5F29C4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C82EA7-5DFE-9639-381B-8198257F6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8E6EB-BA53-A28D-822A-C5ACB8EE5B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D3975-3136-ECF1-A70A-AA4ADC5EB7AC}"/>
              </a:ext>
            </a:extLst>
          </p:cNvPr>
          <p:cNvSpPr>
            <a:spLocks noGrp="1"/>
          </p:cNvSpPr>
          <p:nvPr>
            <p:ph type="sldNum" sz="quarter" idx="5"/>
          </p:nvPr>
        </p:nvSpPr>
        <p:spPr/>
        <p:txBody>
          <a:bodyPr/>
          <a:lstStyle/>
          <a:p>
            <a:fld id="{C0E9560A-78B4-504A-9396-2AE516B1349B}" type="slidenum">
              <a:rPr lang="en-US" smtClean="0"/>
              <a:t>68</a:t>
            </a:fld>
            <a:endParaRPr lang="en-US"/>
          </a:p>
        </p:txBody>
      </p:sp>
    </p:spTree>
    <p:extLst>
      <p:ext uri="{BB962C8B-B14F-4D97-AF65-F5344CB8AC3E}">
        <p14:creationId xmlns:p14="http://schemas.microsoft.com/office/powerpoint/2010/main" val="5081404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D10F1-E7AC-2027-4B60-734B73C3E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DA8A6-F1A0-DD4E-C6FF-980BD6AA8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C2ED9-BBAC-BC1D-1417-9BAF355962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12533-3520-3EA7-A093-C640A194CC3B}"/>
              </a:ext>
            </a:extLst>
          </p:cNvPr>
          <p:cNvSpPr>
            <a:spLocks noGrp="1"/>
          </p:cNvSpPr>
          <p:nvPr>
            <p:ph type="sldNum" sz="quarter" idx="5"/>
          </p:nvPr>
        </p:nvSpPr>
        <p:spPr/>
        <p:txBody>
          <a:bodyPr/>
          <a:lstStyle/>
          <a:p>
            <a:fld id="{C0E9560A-78B4-504A-9396-2AE516B1349B}" type="slidenum">
              <a:rPr lang="en-US" smtClean="0"/>
              <a:t>69</a:t>
            </a:fld>
            <a:endParaRPr lang="en-US"/>
          </a:p>
        </p:txBody>
      </p:sp>
    </p:spTree>
    <p:extLst>
      <p:ext uri="{BB962C8B-B14F-4D97-AF65-F5344CB8AC3E}">
        <p14:creationId xmlns:p14="http://schemas.microsoft.com/office/powerpoint/2010/main" val="2918151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71EE2-6D40-88B3-5000-AB02EAF8D1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CFE9B-5C81-F5A1-9FBB-3BCB75748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D3554-1272-6B50-3537-57A776006A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6E6F3-2050-0ACA-84EE-F43EA4F7C807}"/>
              </a:ext>
            </a:extLst>
          </p:cNvPr>
          <p:cNvSpPr>
            <a:spLocks noGrp="1"/>
          </p:cNvSpPr>
          <p:nvPr>
            <p:ph type="sldNum" sz="quarter" idx="5"/>
          </p:nvPr>
        </p:nvSpPr>
        <p:spPr/>
        <p:txBody>
          <a:bodyPr/>
          <a:lstStyle/>
          <a:p>
            <a:fld id="{C0E9560A-78B4-504A-9396-2AE516B1349B}" type="slidenum">
              <a:rPr lang="en-US" smtClean="0"/>
              <a:t>70</a:t>
            </a:fld>
            <a:endParaRPr lang="en-US"/>
          </a:p>
        </p:txBody>
      </p:sp>
    </p:spTree>
    <p:extLst>
      <p:ext uri="{BB962C8B-B14F-4D97-AF65-F5344CB8AC3E}">
        <p14:creationId xmlns:p14="http://schemas.microsoft.com/office/powerpoint/2010/main" val="36706100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37F53-0D08-62EE-62DF-49FD4CB54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483A5-95C5-9F95-8A37-FBA5255CF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9A0C2-FB04-3333-3DBF-30D29A676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AF70B0-9B36-7CC5-95EF-E99A87E36D94}"/>
              </a:ext>
            </a:extLst>
          </p:cNvPr>
          <p:cNvSpPr>
            <a:spLocks noGrp="1"/>
          </p:cNvSpPr>
          <p:nvPr>
            <p:ph type="sldNum" sz="quarter" idx="5"/>
          </p:nvPr>
        </p:nvSpPr>
        <p:spPr/>
        <p:txBody>
          <a:bodyPr/>
          <a:lstStyle/>
          <a:p>
            <a:fld id="{C0E9560A-78B4-504A-9396-2AE516B1349B}" type="slidenum">
              <a:rPr lang="en-US" smtClean="0"/>
              <a:t>71</a:t>
            </a:fld>
            <a:endParaRPr lang="en-US"/>
          </a:p>
        </p:txBody>
      </p:sp>
    </p:spTree>
    <p:extLst>
      <p:ext uri="{BB962C8B-B14F-4D97-AF65-F5344CB8AC3E}">
        <p14:creationId xmlns:p14="http://schemas.microsoft.com/office/powerpoint/2010/main" val="302569579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F268D-8637-83E1-402A-1B2C4E850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C29AA-3C1E-BEF2-506A-CDAB85F413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BF0A0-2F23-0955-B4C9-C76605B814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A6195-123B-9140-DFFA-DC9F3C0A3DA1}"/>
              </a:ext>
            </a:extLst>
          </p:cNvPr>
          <p:cNvSpPr>
            <a:spLocks noGrp="1"/>
          </p:cNvSpPr>
          <p:nvPr>
            <p:ph type="sldNum" sz="quarter" idx="5"/>
          </p:nvPr>
        </p:nvSpPr>
        <p:spPr/>
        <p:txBody>
          <a:bodyPr/>
          <a:lstStyle/>
          <a:p>
            <a:fld id="{C0E9560A-78B4-504A-9396-2AE516B1349B}" type="slidenum">
              <a:rPr lang="en-US" smtClean="0"/>
              <a:t>72</a:t>
            </a:fld>
            <a:endParaRPr lang="en-US"/>
          </a:p>
        </p:txBody>
      </p:sp>
    </p:spTree>
    <p:extLst>
      <p:ext uri="{BB962C8B-B14F-4D97-AF65-F5344CB8AC3E}">
        <p14:creationId xmlns:p14="http://schemas.microsoft.com/office/powerpoint/2010/main" val="27625396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3A3C5-E6B4-F685-1F50-B13E25A4A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89ACBD-2772-57D0-064C-8E925EAE5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C3C50-629B-64E3-7953-E7086D330E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1542BF-D3C9-540E-6695-4DD24BC04B2D}"/>
              </a:ext>
            </a:extLst>
          </p:cNvPr>
          <p:cNvSpPr>
            <a:spLocks noGrp="1"/>
          </p:cNvSpPr>
          <p:nvPr>
            <p:ph type="sldNum" sz="quarter" idx="5"/>
          </p:nvPr>
        </p:nvSpPr>
        <p:spPr/>
        <p:txBody>
          <a:bodyPr/>
          <a:lstStyle/>
          <a:p>
            <a:fld id="{C0E9560A-78B4-504A-9396-2AE516B1349B}" type="slidenum">
              <a:rPr lang="en-US" smtClean="0"/>
              <a:t>73</a:t>
            </a:fld>
            <a:endParaRPr lang="en-US"/>
          </a:p>
        </p:txBody>
      </p:sp>
    </p:spTree>
    <p:extLst>
      <p:ext uri="{BB962C8B-B14F-4D97-AF65-F5344CB8AC3E}">
        <p14:creationId xmlns:p14="http://schemas.microsoft.com/office/powerpoint/2010/main" val="98509770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7A69-05F9-B515-02FD-EDD4A4C96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E97B0-E8B3-776C-9002-FF3F7B348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CFBFF-CD63-F4FE-2F03-F4F0580956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7011B1-6C6B-2C33-B631-EEB9D6395BE0}"/>
              </a:ext>
            </a:extLst>
          </p:cNvPr>
          <p:cNvSpPr>
            <a:spLocks noGrp="1"/>
          </p:cNvSpPr>
          <p:nvPr>
            <p:ph type="sldNum" sz="quarter" idx="5"/>
          </p:nvPr>
        </p:nvSpPr>
        <p:spPr/>
        <p:txBody>
          <a:bodyPr/>
          <a:lstStyle/>
          <a:p>
            <a:fld id="{C0E9560A-78B4-504A-9396-2AE516B1349B}" type="slidenum">
              <a:rPr lang="en-US" smtClean="0"/>
              <a:t>74</a:t>
            </a:fld>
            <a:endParaRPr lang="en-US"/>
          </a:p>
        </p:txBody>
      </p:sp>
    </p:spTree>
    <p:extLst>
      <p:ext uri="{BB962C8B-B14F-4D97-AF65-F5344CB8AC3E}">
        <p14:creationId xmlns:p14="http://schemas.microsoft.com/office/powerpoint/2010/main" val="10319316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F5D86-87EA-E351-1517-9BB0A7C33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EEDDA-3EAC-50CC-5ED3-83C34E0ED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3F2464-5685-64EF-60FD-33B3FC9C89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9989AF-2E32-76F1-7E6C-60CA72060E04}"/>
              </a:ext>
            </a:extLst>
          </p:cNvPr>
          <p:cNvSpPr>
            <a:spLocks noGrp="1"/>
          </p:cNvSpPr>
          <p:nvPr>
            <p:ph type="sldNum" sz="quarter" idx="5"/>
          </p:nvPr>
        </p:nvSpPr>
        <p:spPr/>
        <p:txBody>
          <a:bodyPr/>
          <a:lstStyle/>
          <a:p>
            <a:fld id="{C0E9560A-78B4-504A-9396-2AE516B1349B}" type="slidenum">
              <a:rPr lang="en-US" smtClean="0"/>
              <a:t>75</a:t>
            </a:fld>
            <a:endParaRPr lang="en-US"/>
          </a:p>
        </p:txBody>
      </p:sp>
    </p:spTree>
    <p:extLst>
      <p:ext uri="{BB962C8B-B14F-4D97-AF65-F5344CB8AC3E}">
        <p14:creationId xmlns:p14="http://schemas.microsoft.com/office/powerpoint/2010/main" val="18130776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8DBE8-A03C-61BD-B8D9-EEA4E2D33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C486F-B11C-C711-DFCC-21DC1BF13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27FE6-064E-3A67-8B84-25AA2AA83A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06CCFC-C76C-F68E-037E-F774DE2E5952}"/>
              </a:ext>
            </a:extLst>
          </p:cNvPr>
          <p:cNvSpPr>
            <a:spLocks noGrp="1"/>
          </p:cNvSpPr>
          <p:nvPr>
            <p:ph type="sldNum" sz="quarter" idx="5"/>
          </p:nvPr>
        </p:nvSpPr>
        <p:spPr/>
        <p:txBody>
          <a:bodyPr/>
          <a:lstStyle/>
          <a:p>
            <a:fld id="{C0E9560A-78B4-504A-9396-2AE516B1349B}" type="slidenum">
              <a:rPr lang="en-US" smtClean="0"/>
              <a:t>76</a:t>
            </a:fld>
            <a:endParaRPr lang="en-US"/>
          </a:p>
        </p:txBody>
      </p:sp>
    </p:spTree>
    <p:extLst>
      <p:ext uri="{BB962C8B-B14F-4D97-AF65-F5344CB8AC3E}">
        <p14:creationId xmlns:p14="http://schemas.microsoft.com/office/powerpoint/2010/main" val="387321914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51FC-5C68-1C01-DB13-3CEC598B5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052F5-EE00-F951-5E05-74CBC86B4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2B158-7E44-C35A-AF92-270AEFC98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95A238-5E48-85BE-8818-293C9D093AEC}"/>
              </a:ext>
            </a:extLst>
          </p:cNvPr>
          <p:cNvSpPr>
            <a:spLocks noGrp="1"/>
          </p:cNvSpPr>
          <p:nvPr>
            <p:ph type="sldNum" sz="quarter" idx="5"/>
          </p:nvPr>
        </p:nvSpPr>
        <p:spPr/>
        <p:txBody>
          <a:bodyPr/>
          <a:lstStyle/>
          <a:p>
            <a:fld id="{C0E9560A-78B4-504A-9396-2AE516B1349B}" type="slidenum">
              <a:rPr lang="en-US" smtClean="0"/>
              <a:t>77</a:t>
            </a:fld>
            <a:endParaRPr lang="en-US"/>
          </a:p>
        </p:txBody>
      </p:sp>
    </p:spTree>
    <p:extLst>
      <p:ext uri="{BB962C8B-B14F-4D97-AF65-F5344CB8AC3E}">
        <p14:creationId xmlns:p14="http://schemas.microsoft.com/office/powerpoint/2010/main" val="40674729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69735-99C8-7919-77DE-5E5EEB93F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1FC50-F3E8-17C0-68F8-3B5FC69BB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9CB64-A45B-C20C-7E23-F57271C371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F43AB-81BA-8DB2-25E7-7A3E26905113}"/>
              </a:ext>
            </a:extLst>
          </p:cNvPr>
          <p:cNvSpPr>
            <a:spLocks noGrp="1"/>
          </p:cNvSpPr>
          <p:nvPr>
            <p:ph type="sldNum" sz="quarter" idx="5"/>
          </p:nvPr>
        </p:nvSpPr>
        <p:spPr/>
        <p:txBody>
          <a:bodyPr/>
          <a:lstStyle/>
          <a:p>
            <a:fld id="{C0E9560A-78B4-504A-9396-2AE516B1349B}" type="slidenum">
              <a:rPr lang="en-US" smtClean="0"/>
              <a:t>78</a:t>
            </a:fld>
            <a:endParaRPr lang="en-US"/>
          </a:p>
        </p:txBody>
      </p:sp>
    </p:spTree>
    <p:extLst>
      <p:ext uri="{BB962C8B-B14F-4D97-AF65-F5344CB8AC3E}">
        <p14:creationId xmlns:p14="http://schemas.microsoft.com/office/powerpoint/2010/main" val="11001277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D7F7-B6B9-FF12-5226-47BE9AC2B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D55F80-E9D8-269C-54A1-AD6C6B19E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401D4-88D7-4434-675D-FE5756E543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6AD2C0-218F-01D0-0C48-4694967934A6}"/>
              </a:ext>
            </a:extLst>
          </p:cNvPr>
          <p:cNvSpPr>
            <a:spLocks noGrp="1"/>
          </p:cNvSpPr>
          <p:nvPr>
            <p:ph type="sldNum" sz="quarter" idx="5"/>
          </p:nvPr>
        </p:nvSpPr>
        <p:spPr/>
        <p:txBody>
          <a:bodyPr/>
          <a:lstStyle/>
          <a:p>
            <a:fld id="{C0E9560A-78B4-504A-9396-2AE516B1349B}" type="slidenum">
              <a:rPr lang="en-US" smtClean="0"/>
              <a:t>79</a:t>
            </a:fld>
            <a:endParaRPr lang="en-US"/>
          </a:p>
        </p:txBody>
      </p:sp>
    </p:spTree>
    <p:extLst>
      <p:ext uri="{BB962C8B-B14F-4D97-AF65-F5344CB8AC3E}">
        <p14:creationId xmlns:p14="http://schemas.microsoft.com/office/powerpoint/2010/main" val="12228145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76991-4B0B-CCC4-D7B8-F7E2AFB28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7AA09-9595-F8D0-4D9C-D969B2DB2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CB1BF-ED58-5BC7-847C-20BEBA1AB1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F1245-9E32-9122-E194-E50D4FDCD6A0}"/>
              </a:ext>
            </a:extLst>
          </p:cNvPr>
          <p:cNvSpPr>
            <a:spLocks noGrp="1"/>
          </p:cNvSpPr>
          <p:nvPr>
            <p:ph type="sldNum" sz="quarter" idx="5"/>
          </p:nvPr>
        </p:nvSpPr>
        <p:spPr/>
        <p:txBody>
          <a:bodyPr/>
          <a:lstStyle/>
          <a:p>
            <a:fld id="{C0E9560A-78B4-504A-9396-2AE516B1349B}" type="slidenum">
              <a:rPr lang="en-US" smtClean="0"/>
              <a:t>80</a:t>
            </a:fld>
            <a:endParaRPr lang="en-US"/>
          </a:p>
        </p:txBody>
      </p:sp>
    </p:spTree>
    <p:extLst>
      <p:ext uri="{BB962C8B-B14F-4D97-AF65-F5344CB8AC3E}">
        <p14:creationId xmlns:p14="http://schemas.microsoft.com/office/powerpoint/2010/main" val="8577085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10A73-E342-FF3B-87AB-348ADA61E4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030E5-6217-364D-3AE0-A5D8DC5FC9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DC41C-E6CB-5476-8371-1251EBE3DC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6DA1E0-A897-970A-B666-D7E4CC9A03BC}"/>
              </a:ext>
            </a:extLst>
          </p:cNvPr>
          <p:cNvSpPr>
            <a:spLocks noGrp="1"/>
          </p:cNvSpPr>
          <p:nvPr>
            <p:ph type="sldNum" sz="quarter" idx="5"/>
          </p:nvPr>
        </p:nvSpPr>
        <p:spPr/>
        <p:txBody>
          <a:bodyPr/>
          <a:lstStyle/>
          <a:p>
            <a:fld id="{C0E9560A-78B4-504A-9396-2AE516B1349B}" type="slidenum">
              <a:rPr lang="en-US" smtClean="0"/>
              <a:t>81</a:t>
            </a:fld>
            <a:endParaRPr lang="en-US"/>
          </a:p>
        </p:txBody>
      </p:sp>
    </p:spTree>
    <p:extLst>
      <p:ext uri="{BB962C8B-B14F-4D97-AF65-F5344CB8AC3E}">
        <p14:creationId xmlns:p14="http://schemas.microsoft.com/office/powerpoint/2010/main" val="24650825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CAC36-A81D-14E3-5F0A-9FDCF26E7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E18F0-16FB-5205-F9D4-A945974D9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355BE-2D7C-24FB-71B0-92741733E5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3C2AE1-70BB-54E0-CC9D-A0CE5B15FA20}"/>
              </a:ext>
            </a:extLst>
          </p:cNvPr>
          <p:cNvSpPr>
            <a:spLocks noGrp="1"/>
          </p:cNvSpPr>
          <p:nvPr>
            <p:ph type="sldNum" sz="quarter" idx="5"/>
          </p:nvPr>
        </p:nvSpPr>
        <p:spPr/>
        <p:txBody>
          <a:bodyPr/>
          <a:lstStyle/>
          <a:p>
            <a:fld id="{C0E9560A-78B4-504A-9396-2AE516B1349B}" type="slidenum">
              <a:rPr lang="en-US" smtClean="0"/>
              <a:t>82</a:t>
            </a:fld>
            <a:endParaRPr lang="en-US"/>
          </a:p>
        </p:txBody>
      </p:sp>
    </p:spTree>
    <p:extLst>
      <p:ext uri="{BB962C8B-B14F-4D97-AF65-F5344CB8AC3E}">
        <p14:creationId xmlns:p14="http://schemas.microsoft.com/office/powerpoint/2010/main" val="381563640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B61D2-9F87-726D-3815-F1CF3B941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5C3857-BDC7-0F71-686B-51E4A844D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D9BF54-D0AC-30E1-CA86-D5F2ED5F16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F5F063-8574-889A-0ADC-31AEB080AF56}"/>
              </a:ext>
            </a:extLst>
          </p:cNvPr>
          <p:cNvSpPr>
            <a:spLocks noGrp="1"/>
          </p:cNvSpPr>
          <p:nvPr>
            <p:ph type="sldNum" sz="quarter" idx="5"/>
          </p:nvPr>
        </p:nvSpPr>
        <p:spPr/>
        <p:txBody>
          <a:bodyPr/>
          <a:lstStyle/>
          <a:p>
            <a:fld id="{C0E9560A-78B4-504A-9396-2AE516B1349B}" type="slidenum">
              <a:rPr lang="en-US" smtClean="0"/>
              <a:t>83</a:t>
            </a:fld>
            <a:endParaRPr lang="en-US"/>
          </a:p>
        </p:txBody>
      </p:sp>
    </p:spTree>
    <p:extLst>
      <p:ext uri="{BB962C8B-B14F-4D97-AF65-F5344CB8AC3E}">
        <p14:creationId xmlns:p14="http://schemas.microsoft.com/office/powerpoint/2010/main" val="50178365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CDB86-2E00-B1C6-EFFD-D4716B25A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80E80-DD61-7D91-1F0A-3D17B64D3B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04A25-0CBC-676C-6E3A-D63A26BC2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CE58EE-9574-2EFD-C356-AA4C7C836447}"/>
              </a:ext>
            </a:extLst>
          </p:cNvPr>
          <p:cNvSpPr>
            <a:spLocks noGrp="1"/>
          </p:cNvSpPr>
          <p:nvPr>
            <p:ph type="sldNum" sz="quarter" idx="5"/>
          </p:nvPr>
        </p:nvSpPr>
        <p:spPr/>
        <p:txBody>
          <a:bodyPr/>
          <a:lstStyle/>
          <a:p>
            <a:fld id="{C0E9560A-78B4-504A-9396-2AE516B1349B}" type="slidenum">
              <a:rPr lang="en-US" smtClean="0"/>
              <a:t>84</a:t>
            </a:fld>
            <a:endParaRPr lang="en-US"/>
          </a:p>
        </p:txBody>
      </p:sp>
    </p:spTree>
    <p:extLst>
      <p:ext uri="{BB962C8B-B14F-4D97-AF65-F5344CB8AC3E}">
        <p14:creationId xmlns:p14="http://schemas.microsoft.com/office/powerpoint/2010/main" val="11897913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1B0A-09BB-907D-F321-B556D1E01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E406C-9CE9-E476-E46A-DABEFB0382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B6CBE-DEE9-8E61-2AE4-0A198A7FE1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B49BD4-5D26-A3CE-9B2E-B9D0B41D5542}"/>
              </a:ext>
            </a:extLst>
          </p:cNvPr>
          <p:cNvSpPr>
            <a:spLocks noGrp="1"/>
          </p:cNvSpPr>
          <p:nvPr>
            <p:ph type="sldNum" sz="quarter" idx="5"/>
          </p:nvPr>
        </p:nvSpPr>
        <p:spPr/>
        <p:txBody>
          <a:bodyPr/>
          <a:lstStyle/>
          <a:p>
            <a:fld id="{C0E9560A-78B4-504A-9396-2AE516B1349B}" type="slidenum">
              <a:rPr lang="en-US" smtClean="0"/>
              <a:t>85</a:t>
            </a:fld>
            <a:endParaRPr lang="en-US"/>
          </a:p>
        </p:txBody>
      </p:sp>
    </p:spTree>
    <p:extLst>
      <p:ext uri="{BB962C8B-B14F-4D97-AF65-F5344CB8AC3E}">
        <p14:creationId xmlns:p14="http://schemas.microsoft.com/office/powerpoint/2010/main" val="264411231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74F04-D895-B3DC-BCAD-5D98BA0E9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A6514-1B88-DD2E-7734-100261E8C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C2709F-FFC7-07DE-80EE-8713433C7E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1B9CEE-04E2-AC61-B67E-A4630A1A5EC0}"/>
              </a:ext>
            </a:extLst>
          </p:cNvPr>
          <p:cNvSpPr>
            <a:spLocks noGrp="1"/>
          </p:cNvSpPr>
          <p:nvPr>
            <p:ph type="sldNum" sz="quarter" idx="5"/>
          </p:nvPr>
        </p:nvSpPr>
        <p:spPr/>
        <p:txBody>
          <a:bodyPr/>
          <a:lstStyle/>
          <a:p>
            <a:fld id="{C0E9560A-78B4-504A-9396-2AE516B1349B}" type="slidenum">
              <a:rPr lang="en-US" smtClean="0"/>
              <a:t>86</a:t>
            </a:fld>
            <a:endParaRPr lang="en-US"/>
          </a:p>
        </p:txBody>
      </p:sp>
    </p:spTree>
    <p:extLst>
      <p:ext uri="{BB962C8B-B14F-4D97-AF65-F5344CB8AC3E}">
        <p14:creationId xmlns:p14="http://schemas.microsoft.com/office/powerpoint/2010/main" val="141082110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9994-19FB-675F-0C5A-8DAF99EE1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18FF5-2EC1-2E88-CDCB-6F7FB0CD75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1E8F6-7EC3-4923-CEBA-FAE0B83A70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174EE3-CBA0-FEA7-5574-FF13B5C0C34C}"/>
              </a:ext>
            </a:extLst>
          </p:cNvPr>
          <p:cNvSpPr>
            <a:spLocks noGrp="1"/>
          </p:cNvSpPr>
          <p:nvPr>
            <p:ph type="sldNum" sz="quarter" idx="5"/>
          </p:nvPr>
        </p:nvSpPr>
        <p:spPr/>
        <p:txBody>
          <a:bodyPr/>
          <a:lstStyle/>
          <a:p>
            <a:fld id="{C0E9560A-78B4-504A-9396-2AE516B1349B}" type="slidenum">
              <a:rPr lang="en-US" smtClean="0"/>
              <a:t>87</a:t>
            </a:fld>
            <a:endParaRPr lang="en-US"/>
          </a:p>
        </p:txBody>
      </p:sp>
    </p:spTree>
    <p:extLst>
      <p:ext uri="{BB962C8B-B14F-4D97-AF65-F5344CB8AC3E}">
        <p14:creationId xmlns:p14="http://schemas.microsoft.com/office/powerpoint/2010/main" val="342337180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7C1EC-47BE-EDE6-4EAF-4FFB7BA40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88FA4-EBF3-9E45-4A74-B86B90143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CE909-9640-6452-1085-50B56B612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B2F1F2-A6A0-05EB-47AA-FF5E6C8FDBC9}"/>
              </a:ext>
            </a:extLst>
          </p:cNvPr>
          <p:cNvSpPr>
            <a:spLocks noGrp="1"/>
          </p:cNvSpPr>
          <p:nvPr>
            <p:ph type="sldNum" sz="quarter" idx="5"/>
          </p:nvPr>
        </p:nvSpPr>
        <p:spPr/>
        <p:txBody>
          <a:bodyPr/>
          <a:lstStyle/>
          <a:p>
            <a:fld id="{C0E9560A-78B4-504A-9396-2AE516B1349B}" type="slidenum">
              <a:rPr lang="en-US" smtClean="0"/>
              <a:t>88</a:t>
            </a:fld>
            <a:endParaRPr lang="en-US"/>
          </a:p>
        </p:txBody>
      </p:sp>
    </p:spTree>
    <p:extLst>
      <p:ext uri="{BB962C8B-B14F-4D97-AF65-F5344CB8AC3E}">
        <p14:creationId xmlns:p14="http://schemas.microsoft.com/office/powerpoint/2010/main" val="246286479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4E1D0-B404-CE3A-BAF1-6F7E8A007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8D695-45EB-96D6-1390-907D8C743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617BC-BE1B-4D4B-45A8-61A6EE480C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5FCA11-A7FE-0E60-E064-2006128E67D9}"/>
              </a:ext>
            </a:extLst>
          </p:cNvPr>
          <p:cNvSpPr>
            <a:spLocks noGrp="1"/>
          </p:cNvSpPr>
          <p:nvPr>
            <p:ph type="sldNum" sz="quarter" idx="5"/>
          </p:nvPr>
        </p:nvSpPr>
        <p:spPr/>
        <p:txBody>
          <a:bodyPr/>
          <a:lstStyle/>
          <a:p>
            <a:fld id="{C0E9560A-78B4-504A-9396-2AE516B1349B}" type="slidenum">
              <a:rPr lang="en-US" smtClean="0"/>
              <a:t>89</a:t>
            </a:fld>
            <a:endParaRPr lang="en-US"/>
          </a:p>
        </p:txBody>
      </p:sp>
    </p:spTree>
    <p:extLst>
      <p:ext uri="{BB962C8B-B14F-4D97-AF65-F5344CB8AC3E}">
        <p14:creationId xmlns:p14="http://schemas.microsoft.com/office/powerpoint/2010/main" val="4029203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6" name="Picture 5" descr="A grid with lines and dots&#10;&#10;AI-generated content may be incorrect.">
            <a:extLst>
              <a:ext uri="{FF2B5EF4-FFF2-40B4-BE49-F238E27FC236}">
                <a16:creationId xmlns:a16="http://schemas.microsoft.com/office/drawing/2014/main" id="{BAD49BC1-6FA9-4D31-3011-244A7073E4AA}"/>
              </a:ext>
            </a:extLst>
          </p:cNvPr>
          <p:cNvPicPr>
            <a:picLocks noChangeAspect="1"/>
          </p:cNvPicPr>
          <p:nvPr userDrawn="1"/>
        </p:nvPicPr>
        <p:blipFill>
          <a:blip r:embed="rId2"/>
          <a:stretch>
            <a:fillRect/>
          </a:stretch>
        </p:blipFill>
        <p:spPr>
          <a:xfrm>
            <a:off x="3164561" y="300947"/>
            <a:ext cx="4544568" cy="4997057"/>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6AA83-299F-D509-6D0C-0C51CF6A327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4F0627-1DC5-55D0-1F30-A483BECE837C}"/>
              </a:ext>
            </a:extLst>
          </p:cNvPr>
          <p:cNvSpPr>
            <a:spLocks noGrp="1"/>
          </p:cNvSpPr>
          <p:nvPr>
            <p:ph sz="half" idx="1"/>
          </p:nvPr>
        </p:nvSpPr>
        <p:spPr/>
        <p:txBody>
          <a:bodyPr/>
          <a:lstStyle/>
          <a:p>
            <a:r>
              <a:rPr lang="en-US" dirty="0"/>
              <a:t>Initialize longer thermometers.</a:t>
            </a:r>
          </a:p>
        </p:txBody>
      </p:sp>
      <p:pic>
        <p:nvPicPr>
          <p:cNvPr id="4" name="Picture 3" descr="A grid of sudoku puzzle&#10;&#10;Description automatically generated">
            <a:extLst>
              <a:ext uri="{FF2B5EF4-FFF2-40B4-BE49-F238E27FC236}">
                <a16:creationId xmlns:a16="http://schemas.microsoft.com/office/drawing/2014/main" id="{748C6116-3800-0418-AB19-92E2D1AE848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1DE68EB-BF10-7652-FF0C-DA62D3A1E2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8D1900A-F5A8-4996-5E70-D7A6F56262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732DD2-3A9C-AF20-913E-48D15CFBAC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83B9C95-7808-E07A-ACAF-6DC57E4B675D}"/>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84F1E2A-FEE2-670C-E914-DBC7473BC0FB}"/>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4B201B7F-5A33-E2C5-2DB7-AC527BA2BEC8}"/>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93BA738F-8690-D1E7-13D2-27B215EB0092}"/>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FEF9C8EB-1D76-1F35-155E-8AD4B93549C4}"/>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B4565C9-942E-1FB2-18DF-0BB16153816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A2E9531E-2EFF-D1D0-82EA-B39B61D700C7}"/>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1D683578-8D23-CB63-8483-E1183FE97D9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6F0ECA3B-8C5C-B806-88F4-B90023AF53C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20B04FD-472A-4EC2-F151-CC74FFA6D76B}"/>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547366FE-7D2C-760B-C649-8A73360EEBC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722C352-EEA4-7044-00CC-7A32E84E821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A0E145D7-6CBF-3AB6-3F7A-2F42AA98E09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4B815405-55AE-C5E0-09F8-9F295C98221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CC968C0D-E128-8F6D-A098-6A6CF6EB7CAF}"/>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FA84C7F2-7A63-2224-2CE4-E743778A8028}"/>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2CD36405-318C-9B88-8E8E-75D09B475973}"/>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1EA5EC5B-7602-3996-9332-5B6CEA3A8894}"/>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E1556D17-31A6-B557-3B1A-871478C36D8F}"/>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F0C17B59-6883-0292-F24A-3C742F11BDB6}"/>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684E55FA-7598-D53D-EAD4-730D32623A59}"/>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9DAB605E-5F10-0226-BADF-867C91832B38}"/>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7C8CBEAE-4AB2-07BC-D857-8CB363C62AF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DD37450F-80C6-3ABA-A8F6-5A162841A7A2}"/>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AC3D6A47-19A7-C04A-C2A9-FAAF9B55C556}"/>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B8E97358-1532-9D0B-F64A-4F6F42885FD5}"/>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308653F1-5920-853C-53E7-FE4F1D883D54}"/>
              </a:ext>
            </a:extLst>
          </p:cNvPr>
          <p:cNvSpPr txBox="1"/>
          <p:nvPr/>
        </p:nvSpPr>
        <p:spPr>
          <a:xfrm>
            <a:off x="3640666" y="3907597"/>
            <a:ext cx="570089" cy="230832"/>
          </a:xfrm>
          <a:prstGeom prst="rect">
            <a:avLst/>
          </a:prstGeom>
          <a:noFill/>
        </p:spPr>
        <p:txBody>
          <a:bodyPr wrap="square" rtlCol="0">
            <a:spAutoFit/>
          </a:bodyPr>
          <a:lstStyle/>
          <a:p>
            <a:pPr algn="ctr"/>
            <a:r>
              <a:rPr lang="en-US" sz="900" dirty="0"/>
              <a:t>12345</a:t>
            </a:r>
          </a:p>
        </p:txBody>
      </p:sp>
      <p:sp>
        <p:nvSpPr>
          <p:cNvPr id="34" name="TextBox 33">
            <a:extLst>
              <a:ext uri="{FF2B5EF4-FFF2-40B4-BE49-F238E27FC236}">
                <a16:creationId xmlns:a16="http://schemas.microsoft.com/office/drawing/2014/main" id="{F17BB506-2409-129D-704D-D80A2F718EA4}"/>
              </a:ext>
            </a:extLst>
          </p:cNvPr>
          <p:cNvSpPr txBox="1"/>
          <p:nvPr/>
        </p:nvSpPr>
        <p:spPr>
          <a:xfrm>
            <a:off x="4143022" y="4081019"/>
            <a:ext cx="570089" cy="230832"/>
          </a:xfrm>
          <a:prstGeom prst="rect">
            <a:avLst/>
          </a:prstGeom>
          <a:noFill/>
        </p:spPr>
        <p:txBody>
          <a:bodyPr wrap="square" rtlCol="0">
            <a:spAutoFit/>
          </a:bodyPr>
          <a:lstStyle/>
          <a:p>
            <a:pPr algn="ctr"/>
            <a:r>
              <a:rPr lang="en-US" sz="900" dirty="0"/>
              <a:t>23456</a:t>
            </a:r>
          </a:p>
        </p:txBody>
      </p:sp>
      <p:sp>
        <p:nvSpPr>
          <p:cNvPr id="35" name="TextBox 34">
            <a:extLst>
              <a:ext uri="{FF2B5EF4-FFF2-40B4-BE49-F238E27FC236}">
                <a16:creationId xmlns:a16="http://schemas.microsoft.com/office/drawing/2014/main" id="{39F2B065-5293-E252-79FC-AD3B48BF1325}"/>
              </a:ext>
            </a:extLst>
          </p:cNvPr>
          <p:cNvSpPr txBox="1"/>
          <p:nvPr/>
        </p:nvSpPr>
        <p:spPr>
          <a:xfrm>
            <a:off x="4645378" y="4081019"/>
            <a:ext cx="570089" cy="230832"/>
          </a:xfrm>
          <a:prstGeom prst="rect">
            <a:avLst/>
          </a:prstGeom>
          <a:noFill/>
        </p:spPr>
        <p:txBody>
          <a:bodyPr wrap="square" rtlCol="0">
            <a:spAutoFit/>
          </a:bodyPr>
          <a:lstStyle/>
          <a:p>
            <a:pPr algn="ctr"/>
            <a:r>
              <a:rPr lang="en-US" sz="900" dirty="0"/>
              <a:t>34567</a:t>
            </a:r>
          </a:p>
        </p:txBody>
      </p:sp>
      <p:sp>
        <p:nvSpPr>
          <p:cNvPr id="36" name="TextBox 35">
            <a:extLst>
              <a:ext uri="{FF2B5EF4-FFF2-40B4-BE49-F238E27FC236}">
                <a16:creationId xmlns:a16="http://schemas.microsoft.com/office/drawing/2014/main" id="{C7204165-B5E0-ED16-FEA7-B22DDC471294}"/>
              </a:ext>
            </a:extLst>
          </p:cNvPr>
          <p:cNvSpPr txBox="1"/>
          <p:nvPr/>
        </p:nvSpPr>
        <p:spPr>
          <a:xfrm>
            <a:off x="5147734" y="4081019"/>
            <a:ext cx="570089" cy="230832"/>
          </a:xfrm>
          <a:prstGeom prst="rect">
            <a:avLst/>
          </a:prstGeom>
          <a:noFill/>
        </p:spPr>
        <p:txBody>
          <a:bodyPr wrap="square" rtlCol="0">
            <a:spAutoFit/>
          </a:bodyPr>
          <a:lstStyle/>
          <a:p>
            <a:pPr algn="ctr"/>
            <a:r>
              <a:rPr lang="en-US" sz="900" dirty="0"/>
              <a:t>45678</a:t>
            </a:r>
          </a:p>
        </p:txBody>
      </p:sp>
      <p:sp>
        <p:nvSpPr>
          <p:cNvPr id="37" name="TextBox 36">
            <a:extLst>
              <a:ext uri="{FF2B5EF4-FFF2-40B4-BE49-F238E27FC236}">
                <a16:creationId xmlns:a16="http://schemas.microsoft.com/office/drawing/2014/main" id="{4B621777-2BBB-697B-B272-1E134FFF7C47}"/>
              </a:ext>
            </a:extLst>
          </p:cNvPr>
          <p:cNvSpPr txBox="1"/>
          <p:nvPr/>
        </p:nvSpPr>
        <p:spPr>
          <a:xfrm>
            <a:off x="5650090" y="4081019"/>
            <a:ext cx="570089" cy="230832"/>
          </a:xfrm>
          <a:prstGeom prst="rect">
            <a:avLst/>
          </a:prstGeom>
          <a:noFill/>
        </p:spPr>
        <p:txBody>
          <a:bodyPr wrap="square" rtlCol="0">
            <a:spAutoFit/>
          </a:bodyPr>
          <a:lstStyle/>
          <a:p>
            <a:pPr algn="ctr"/>
            <a:r>
              <a:rPr lang="en-US" sz="900" dirty="0"/>
              <a:t>56789</a:t>
            </a:r>
          </a:p>
        </p:txBody>
      </p:sp>
      <p:sp>
        <p:nvSpPr>
          <p:cNvPr id="38" name="TextBox 37">
            <a:extLst>
              <a:ext uri="{FF2B5EF4-FFF2-40B4-BE49-F238E27FC236}">
                <a16:creationId xmlns:a16="http://schemas.microsoft.com/office/drawing/2014/main" id="{F6FB0F69-1AFE-37AC-5EAE-65714C5ACBE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394D03F-7023-77FB-F71F-E5FEB8B178DB}"/>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69F5FD5D-BF4E-84B0-B4B1-C0620F9464FA}"/>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DC1CBBC1-1500-1C1A-7481-F3C55600ACCA}"/>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C07924B5-737C-F2BA-CB37-2EA2A7323A6B}"/>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4E098334-9396-A895-244E-F0207F3999D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93EEE852-56E8-4C53-2680-D12FC39F4B64}"/>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D67359E0-AD4A-388F-22DF-D61897A7867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F3DB20BC-64C5-00EA-A1F1-640D307F9E7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581029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00D1-CA69-4C95-FB7A-E9FE64796C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9336E3-387E-EBD1-B7E1-80AF405CFE0A}"/>
              </a:ext>
            </a:extLst>
          </p:cNvPr>
          <p:cNvSpPr>
            <a:spLocks noGrp="1"/>
          </p:cNvSpPr>
          <p:nvPr>
            <p:ph sz="half" idx="1"/>
          </p:nvPr>
        </p:nvSpPr>
        <p:spPr/>
        <p:txBody>
          <a:bodyPr/>
          <a:lstStyle/>
          <a:p>
            <a:r>
              <a:rPr lang="en-US" dirty="0"/>
              <a:t>In Column 2, note the 123/23/123 triplet.</a:t>
            </a:r>
          </a:p>
        </p:txBody>
      </p:sp>
      <p:pic>
        <p:nvPicPr>
          <p:cNvPr id="4" name="Picture 3" descr="A grid of sudoku puzzle&#10;&#10;Description automatically generated">
            <a:extLst>
              <a:ext uri="{FF2B5EF4-FFF2-40B4-BE49-F238E27FC236}">
                <a16:creationId xmlns:a16="http://schemas.microsoft.com/office/drawing/2014/main" id="{2BB80B51-98A7-3AE9-3BFB-8B8E922CC14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546A52B-F90A-CC38-8AC7-4C983184DC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E76CBF-0BA1-88F0-F409-C7E7CCDE10F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257643-D9F1-645E-E933-E8B332A812C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01CCC9A-1D81-6555-65DC-48E532732838}"/>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867BC0E-7176-4AF9-2790-B0194596DF27}"/>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68BD8D73-6A6E-9182-D30E-83DF145CBABE}"/>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CF205C51-A0FF-E2EE-5FF5-F1A4DDA22EBA}"/>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AE61C69F-E159-8420-F778-7C039FA5F7E4}"/>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E58A0B6B-FE81-4D5C-91DD-55CA82FC07E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D952531F-EA2A-CC57-A46D-A367F0EB4EC3}"/>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629B048B-0CD1-CBB0-3A5D-6B5E315A061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9144B9A5-6ECA-FFD9-EDF0-809685B071B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36ABB88-38B6-8C9C-686C-E4384568F9A4}"/>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D994D9AF-AB84-9FC9-4271-E990113E1D31}"/>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F686642-D386-71B5-50CC-77D75F17236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B0D97685-76E4-1668-CA56-F20C5A36819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E16C0AE2-F3FA-9363-95F0-8490C4A9C27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3A9E4608-376E-3BC1-1569-2062A5794544}"/>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E3E62645-7A40-32C2-3C94-5EE3179AF9D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A1680018-C966-772A-BC28-F9AEB5C41B75}"/>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174F630-2819-CA17-CDC9-BFC2FED8E2E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79D725D1-F751-EEDA-7F57-EC580C978437}"/>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CBCE0116-12EA-3B09-C842-BFD555BE8776}"/>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F9DD64FD-439B-C56C-FBB1-9413AB1F559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3E1A004F-D0E4-33F2-1AC1-05504D61AFE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A0441343-99CB-66FC-FCEA-B126D761DC4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391583C8-D229-D803-FA1B-3CA1C4B4B65A}"/>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CBF5CA58-2EE3-4432-0F28-AE35B5E77953}"/>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2D9351B7-72CE-B9A5-9E6C-1B9CB32358FA}"/>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7296B397-D979-BAE7-E36B-B932ED1CEA9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5F473CE8-AABF-F42F-D5D6-68AFD58052C9}"/>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B5FA458F-FF85-6C01-C230-D84D9A52F122}"/>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6" name="TextBox 35">
            <a:extLst>
              <a:ext uri="{FF2B5EF4-FFF2-40B4-BE49-F238E27FC236}">
                <a16:creationId xmlns:a16="http://schemas.microsoft.com/office/drawing/2014/main" id="{1883AB13-9C80-9E1C-F7AA-E6CFF93F8122}"/>
              </a:ext>
            </a:extLst>
          </p:cNvPr>
          <p:cNvSpPr txBox="1"/>
          <p:nvPr/>
        </p:nvSpPr>
        <p:spPr>
          <a:xfrm>
            <a:off x="5147734" y="4081019"/>
            <a:ext cx="570089" cy="230832"/>
          </a:xfrm>
          <a:prstGeom prst="rect">
            <a:avLst/>
          </a:prstGeom>
          <a:noFill/>
        </p:spPr>
        <p:txBody>
          <a:bodyPr wrap="square" rtlCol="0">
            <a:spAutoFit/>
          </a:bodyPr>
          <a:lstStyle/>
          <a:p>
            <a:pPr algn="ctr"/>
            <a:r>
              <a:rPr lang="en-US" sz="900" dirty="0"/>
              <a:t>78</a:t>
            </a:r>
          </a:p>
        </p:txBody>
      </p:sp>
      <p:sp>
        <p:nvSpPr>
          <p:cNvPr id="37" name="TextBox 36">
            <a:extLst>
              <a:ext uri="{FF2B5EF4-FFF2-40B4-BE49-F238E27FC236}">
                <a16:creationId xmlns:a16="http://schemas.microsoft.com/office/drawing/2014/main" id="{2F2C2776-46C6-B0C5-9716-A237C834AC38}"/>
              </a:ext>
            </a:extLst>
          </p:cNvPr>
          <p:cNvSpPr txBox="1"/>
          <p:nvPr/>
        </p:nvSpPr>
        <p:spPr>
          <a:xfrm>
            <a:off x="5650090" y="4081019"/>
            <a:ext cx="570089" cy="230832"/>
          </a:xfrm>
          <a:prstGeom prst="rect">
            <a:avLst/>
          </a:prstGeom>
          <a:noFill/>
        </p:spPr>
        <p:txBody>
          <a:bodyPr wrap="square" rtlCol="0">
            <a:spAutoFit/>
          </a:bodyPr>
          <a:lstStyle/>
          <a:p>
            <a:pPr algn="ctr"/>
            <a:r>
              <a:rPr lang="en-US" sz="900" dirty="0"/>
              <a:t>89</a:t>
            </a:r>
          </a:p>
        </p:txBody>
      </p:sp>
      <p:sp>
        <p:nvSpPr>
          <p:cNvPr id="38" name="TextBox 37">
            <a:extLst>
              <a:ext uri="{FF2B5EF4-FFF2-40B4-BE49-F238E27FC236}">
                <a16:creationId xmlns:a16="http://schemas.microsoft.com/office/drawing/2014/main" id="{6A350EBD-7E2F-3D50-B15D-61E1325D8EC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CA15CAB1-3F4A-3E8A-288A-5185F76E551F}"/>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C893A4C-8562-A8D8-E6A3-613B5BD33066}"/>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56877506-8F11-9996-4029-9BF680A55067}"/>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0DB4143F-4A31-2572-1509-92D4FCD3EF68}"/>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42155F94-2281-4E2E-1C43-AF79DAF7E933}"/>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BEEED83D-8324-253E-88BC-1407402B3056}"/>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4EE6540E-A016-444B-E926-F0246593C210}"/>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6F0E5082-128F-09C9-19EA-A3B854D3EB4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1354325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6F6F-C9D4-E816-20A1-6F52DBC856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C881FA-A0A4-CDEE-0B21-540982B516F7}"/>
              </a:ext>
            </a:extLst>
          </p:cNvPr>
          <p:cNvSpPr>
            <a:spLocks noGrp="1"/>
          </p:cNvSpPr>
          <p:nvPr>
            <p:ph sz="half" idx="1"/>
          </p:nvPr>
        </p:nvSpPr>
        <p:spPr/>
        <p:txBody>
          <a:bodyPr/>
          <a:lstStyle/>
          <a:p>
            <a:r>
              <a:rPr lang="en-US" dirty="0"/>
              <a:t>In Row 7, the bulbs on the thermometers of length 3 cannot be 8 or 9. Therefore, there is only one remaining cell that can be 9.  Following that, there is only one remaining cell that can be 8.</a:t>
            </a:r>
          </a:p>
        </p:txBody>
      </p:sp>
      <p:pic>
        <p:nvPicPr>
          <p:cNvPr id="4" name="Picture 3" descr="A grid of sudoku puzzle&#10;&#10;Description automatically generated">
            <a:extLst>
              <a:ext uri="{FF2B5EF4-FFF2-40B4-BE49-F238E27FC236}">
                <a16:creationId xmlns:a16="http://schemas.microsoft.com/office/drawing/2014/main" id="{709BC2A8-7A66-96F1-C43F-F65D5E8F47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B299FE9-CFD5-0FF7-BF94-433975D1F49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BC2C9D-ED4E-97FD-8875-56FF996641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654537-0E2B-C3F5-8006-99CAF9A11EC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541849-2F51-7894-568B-6E5EE4407EB1}"/>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1F1802D-00B9-7FD4-37AB-B31F666E7ED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E68D373B-4566-0B14-F21A-3C9BD20E6D5D}"/>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A6559A30-69DE-231E-FCFA-42A5AFB9AF02}"/>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D9050D70-E359-61C3-F621-DDC6A81E893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99DCFA73-B895-0B9B-7882-311C67B69123}"/>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294DD97D-2778-A51E-746C-518DF8CDAC3C}"/>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9898E84C-67B2-992D-1817-41D2DB05BD25}"/>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4169521-677E-5F7F-E680-99932E2C6A4F}"/>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B27B9FD-5D60-5390-A744-F8AF29B4288A}"/>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56789</a:t>
            </a:r>
          </a:p>
        </p:txBody>
      </p:sp>
      <p:sp>
        <p:nvSpPr>
          <p:cNvPr id="17" name="TextBox 16">
            <a:extLst>
              <a:ext uri="{FF2B5EF4-FFF2-40B4-BE49-F238E27FC236}">
                <a16:creationId xmlns:a16="http://schemas.microsoft.com/office/drawing/2014/main" id="{E1E2BF8A-E29E-2128-1080-95BBEA6B4340}"/>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EBDC934-ED4F-5FD3-836C-247ECB4AF9F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4CD39A20-58BC-F388-302D-97C246ECD13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21772046-DF4D-E0F1-C32E-B4B7AE29D4F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420C2FF6-144F-FAA1-EC0D-1FF47097A71B}"/>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592D99B0-F633-CEE8-8E2A-D9CAEE433D0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ADCD1233-FC6A-32CD-AFA5-01EFF6BD0DC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6886C1DC-4179-C131-1DE8-19066A07910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A3CF323A-B467-581D-B2B2-1D6384838C4A}"/>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21C83050-BF46-072C-634B-24C538B651AA}"/>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F47A6F3E-122E-4477-281A-7D39D32ADF18}"/>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534CD31A-8DB7-9ED4-86AC-A105FE58C8D9}"/>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E0338CA-BA92-C564-E456-7526B1BE8D44}"/>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3C70217C-C295-B181-37C6-6075470C51B8}"/>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1448090C-E491-3A3C-F4FD-7730B11E547F}"/>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0A265944-5942-9DCA-4F96-F15DD9146DDE}"/>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0B267A5-6822-30E9-3B0C-AAFF893B36D6}"/>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65D60D83-E8E8-891D-500E-F7734EC85556}"/>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3C1FEAEA-A464-7915-19A5-C7D2C51D79E1}"/>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F2068E0A-C9EB-0EBE-74E2-A047F8510EAA}"/>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A86D3361-0C58-CCAC-93BE-4E43A535C1E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3C09DAE-DB61-C4C7-A916-224BD7D61A9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8D22418E-03E5-069B-5821-CA8E6F34BA44}"/>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39A7CE38-6215-2CD3-944F-05C6FC2E39BC}"/>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735EA21C-8424-684D-3A10-D9FDB36334A7}"/>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824334F6-AC27-39DC-CEF9-826753D4B766}"/>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DD828F66-27D0-FBD1-8773-7B6BA78EBCF5}"/>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94BC2656-9548-DA00-97E6-532A8293D6C9}"/>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AB0F4223-4D94-FC1F-12DC-C8F0301A6AB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1768EA63-EB03-406D-B8A2-7D831FAB2D4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652718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A498B-2E37-FA95-522C-3CD955B768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941BA7-FA2D-A9B7-82A6-97B37E9A8FB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F752A0B-E5D7-31D2-8833-98350FEFA7E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6F99FD6-D183-6B58-A019-52E64E51A7F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A5BA53-5385-3115-FDF3-CA815C90C4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F3A1961-9D63-6B04-1230-4739CDF24BF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3130275-4771-388B-EEB9-8554009D4082}"/>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D50A5AC5-1F3E-5DD5-72A7-1201D2CC6BF8}"/>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DCDE5FFE-FBCE-E778-7845-27CB0C543C6D}"/>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B4A0DAE1-2579-02F8-3968-187507D57DD1}"/>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7D8CFDC0-2434-3F60-57FB-E5E7C1E405E7}"/>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B77432AA-1247-57AC-D1EA-5BCECFD07FDA}"/>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260918B1-AF05-D569-D25C-8E54F269D70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1D09BE0F-657B-B358-19BC-2D63F8480A6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DC8FE681-9EA1-4825-35EA-FC4894706E3A}"/>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AE2DE0B3-13CE-F69B-F3AF-1F0B27B9FB93}"/>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8CBFF7AF-38D8-DD4A-0306-D815B119486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88CC5BF2-EF4F-089F-9BB7-FC45C837BA2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634CCF6E-FFC7-CF45-602C-EE1C6AEE21EB}"/>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7E10079F-180A-2736-DDCB-D3C731AEFD3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36B27319-86A1-4F4B-349D-DB86A287065A}"/>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0070A215-5D7D-28BB-8393-7B7E43AD17A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B5641F8-65C0-42CE-65DE-4A1DF248994D}"/>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78C562E5-14E0-3936-B700-7DA9B743A43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AA82D4BC-5AE9-00F9-1D22-5B2036200F6C}"/>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33877500-47E3-D5E6-0CCB-22BEB00FC00D}"/>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8D956B6F-5254-DC08-0623-39898089BF84}"/>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F1007EC5-7818-4793-E0C9-86C2A9D38889}"/>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B3F5B52C-D779-96CD-7DFE-BB1800DD3341}"/>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BD9E274B-A290-5719-CD11-39F96C5BDCE0}"/>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82D2C714-9E9D-1482-CB35-8423CE5BE313}"/>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B3BC43DF-1F34-76EC-F381-32971F2D55BC}"/>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6D0A85A1-79BA-BB4A-ED0D-7F277347B4F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B78BA600-30D5-5CF8-8EDD-8D969941F034}"/>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D6997B55-0284-9044-30AB-0CEDB87338D4}"/>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EE701016-86F0-42A4-014E-E4A8BA2CD22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145E1B61-8409-C202-18B8-B3FA244A0A29}"/>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D0EFD05-9892-3DA3-992A-0522EE124065}"/>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C4AFC59C-DAE0-5C4B-6C42-D9C16618A93B}"/>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03B993A3-BA99-B36A-7727-E6D635A85231}"/>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FB0E3E1-2885-6E4D-3DD9-9F104C058A23}"/>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414FD8C2-5BC7-DC09-7258-6ADF6347BC02}"/>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E41D7D69-3557-3503-9127-E2B90FFED64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1CB43977-437D-4969-D150-C55F32F9ACE4}"/>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FD05FE07-3D10-5E13-5819-5B6275ED5A2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0CD65A8-D1A4-61EB-A868-0C7E182A01A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534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9B891-C2C6-211A-30DE-38204C48CE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8063E2-7022-FF38-A2F1-CED819A81B59}"/>
              </a:ext>
            </a:extLst>
          </p:cNvPr>
          <p:cNvSpPr>
            <a:spLocks noGrp="1"/>
          </p:cNvSpPr>
          <p:nvPr>
            <p:ph sz="half" idx="1"/>
          </p:nvPr>
        </p:nvSpPr>
        <p:spPr/>
        <p:txBody>
          <a:bodyPr/>
          <a:lstStyle/>
          <a:p>
            <a:r>
              <a:rPr lang="en-US" dirty="0"/>
              <a:t>This thermometer bulb can’t be 7, because 789 (the only way to grow such a thermometer) would conflict with the 789 cell. Indeed, it can’t contain 78, 89, or 79 either because of the octagon overhead.</a:t>
            </a:r>
          </a:p>
        </p:txBody>
      </p:sp>
      <p:pic>
        <p:nvPicPr>
          <p:cNvPr id="4" name="Picture 3" descr="A grid of sudoku puzzle&#10;&#10;Description automatically generated">
            <a:extLst>
              <a:ext uri="{FF2B5EF4-FFF2-40B4-BE49-F238E27FC236}">
                <a16:creationId xmlns:a16="http://schemas.microsoft.com/office/drawing/2014/main" id="{D35D1D52-3F1B-9D77-E901-9E305343EF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6BC071-56D5-877A-1BB2-28E6E28762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7A5D1BA-D64C-E6F8-A3C2-BF8A44EFB2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522E9C-B537-58DD-572F-6171621658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736FE51-38C1-13DD-5A09-3BE5AE039DC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592961DE-325E-3CD5-3D49-AD34390EE04F}"/>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5304567C-A3E5-4C3A-4764-0C73DECA04CD}"/>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BC90315F-1201-9FF2-4E86-EF0D79401BD3}"/>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5285BE8D-AB1E-1191-3D92-4681A8E22E67}"/>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DDECDF88-80A3-56E9-226D-957A5D912229}"/>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C6607E59-C0C3-6580-0128-CDB9C118A90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2A9B663B-E558-FC1B-5DA3-0F139A2F5244}"/>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DF7CAA9-85DC-4B53-F56A-68616ACA638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678444E-5B94-579D-F1C2-0D48E50449AC}"/>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18E2C5A8-0DAF-A98A-2229-80A1F0F0D0A6}"/>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D467539-0445-6FA4-FCA0-034D4E5FD98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16BBDE65-FC4B-E113-7E54-E31CF456901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D06CA00-FF8D-9B35-A490-60D6EE982A4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9D69A6BA-D6AC-3E07-BE25-8EF864153FD7}"/>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9F01A702-9E58-85FB-39A3-3052F10997A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22D069F-75B9-2502-1493-253486D3320C}"/>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70C8C5A-181C-89EA-8A3F-BA57DC9FB1A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372F7D0F-0317-1087-E4AE-2E1A1CE6A361}"/>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6924CB5B-FA28-E081-98EA-F55E2A434022}"/>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B42E879F-09A6-CA04-E66B-A40BA000B3B0}"/>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4C60C237-107C-C88A-0198-5F94726813A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0B466A27-77D1-2E71-0CFC-4B7AB9665EB9}"/>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903BF60A-7C90-A1AB-5582-13B8D40B191A}"/>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6B1D5DE3-38F1-5364-16FC-5258A5AEFD30}"/>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239D87D7-D544-A62B-56F9-9CDA46FB0E8A}"/>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0D849E99-A1A4-CEEE-2710-BA5F595239A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A4292A5C-4D07-4546-C778-84594BE7FE5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AF73EA7E-41B7-01CA-D1BA-FEC3DD6577A1}"/>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7F75B7D4-80FD-6C30-D69D-B23590CCBDB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FA74F96-DF2D-0912-3072-B9A31D312525}"/>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0E82EA0-5045-49AF-8228-641ACD2A3657}"/>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17E7C0AC-8B6C-0F28-6836-519084AAF41D}"/>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F2CE01B6-F23E-5F21-5CB1-863E8C3E8B18}"/>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B2FFAF03-E84E-97C4-B8CA-98F33F628A4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FAAA2C45-F0D6-1847-226C-783FE0D4C144}"/>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A6E38819-B8C9-6E3A-92DE-AC4470349A45}"/>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82F721F6-683E-1947-E6B3-716DE9EE7F4A}"/>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5B87FB51-ED63-9857-2937-ACD68EABA3B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9CFD926-5A94-7803-E932-E6EA50CB0ED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697750B-EA11-1E90-ECD9-565233D4C2D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798A3759-76C2-0B1C-E263-615E41FB4210}"/>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6F76A066-5A53-89FF-C909-D0CF094ED7B7}"/>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Tree>
    <p:extLst>
      <p:ext uri="{BB962C8B-B14F-4D97-AF65-F5344CB8AC3E}">
        <p14:creationId xmlns:p14="http://schemas.microsoft.com/office/powerpoint/2010/main" val="642111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5819D-3C73-62B7-9B7D-00D64CCB087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D5360-FA3A-3424-BEF2-EF2B287C5930}"/>
              </a:ext>
            </a:extLst>
          </p:cNvPr>
          <p:cNvSpPr>
            <a:spLocks noGrp="1"/>
          </p:cNvSpPr>
          <p:nvPr>
            <p:ph sz="half" idx="1"/>
          </p:nvPr>
        </p:nvSpPr>
        <p:spPr/>
        <p:txBody>
          <a:bodyPr/>
          <a:lstStyle/>
          <a:p>
            <a:r>
              <a:rPr lang="en-US" dirty="0"/>
              <a:t>Similar constraints apply to this 3-thermometer.  The octagon is in the same block, rather than being overhead.</a:t>
            </a:r>
          </a:p>
        </p:txBody>
      </p:sp>
      <p:pic>
        <p:nvPicPr>
          <p:cNvPr id="4" name="Picture 3" descr="A grid of sudoku puzzle&#10;&#10;Description automatically generated">
            <a:extLst>
              <a:ext uri="{FF2B5EF4-FFF2-40B4-BE49-F238E27FC236}">
                <a16:creationId xmlns:a16="http://schemas.microsoft.com/office/drawing/2014/main" id="{A65ECA71-546C-0DBC-2007-2A792FBDAE3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D4E04FA-BE61-4469-B097-3453030FBB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256CDE-086B-7E78-1683-704B8B91090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1C5425B-405A-1765-7691-EA324F464E2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9F73A8-8D93-F8A8-11FE-AFE69187BEB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36D1274-94D2-0140-48D4-F0C7E0E5C3BF}"/>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7732985A-9BB6-2411-292F-14AE0D83BD2E}"/>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BB8E4E12-D7B6-5198-4A70-5F8E24A0B53A}"/>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77A8056D-105B-3E71-ACD3-399D78CAA80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B319EA78-642C-B602-6D5A-2D982672D13A}"/>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0487839-2A44-2474-F477-B87154BE061E}"/>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5803D80B-9DE8-CE37-19A8-9B95075FFA28}"/>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1C72E67-2850-43C9-C0D2-0888D78B80D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EAFBEFD-7802-6CBD-C32E-2826DF718283}"/>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245ACBC5-8B52-62CC-EFDA-2F55D1B1A928}"/>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58A49EF-2CB9-8AE2-06AA-FC35B7B0557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491643BF-D690-BD64-030B-809DC99331C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8709EB59-4F5B-3CB4-2189-0F725D16163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EA2B11FD-7858-CF01-1050-4F9EB99A2E7D}"/>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CA7EF21E-1E17-0C61-FADE-74C774AE16A0}"/>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C0BC0E1-10E5-5AD4-C77D-CE85C9A62E7E}"/>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F600BBB2-1ADF-C3C5-7331-97042D2B6F1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5F187A32-41C5-7B9C-0004-4B13E4A6D458}"/>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A19E93A9-E68A-63CE-3253-2BC0873DEA54}"/>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1407784A-29FE-41A5-F63C-F09F3B086D6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4755945-BB94-1775-7400-B78411C56EE8}"/>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4298906-FCA3-983A-DD4A-8AC17D4DCFF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83D35E7B-BE65-C541-C03D-EF9DAA4873AB}"/>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445FF647-7C30-8F6F-FD40-182C5DAF6198}"/>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61BED116-5CF4-13C4-24FB-0BE0270898DF}"/>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B9328C2E-33F1-1761-00DD-BB59543DF48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B2E7FCC1-6933-FBB3-64E3-7E0F5AB39E8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6858F3F3-F9AB-4753-8260-611E00F8C5D3}"/>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F7DB9937-C36F-976B-65E2-90E9973F488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28884641-9951-969D-8E19-32E4FE9716FF}"/>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3DE71A2-4D64-633B-C652-B440D586176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59C43F82-DBAC-4EBB-0CD7-9DC88FE71B43}"/>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5089FC1C-A8C2-8341-07DA-A3DFBEEF4097}"/>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D2FE3A60-E43C-AEA2-926E-31C77E2610C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42B5E434-FB8D-22C2-F998-E49368DDC522}"/>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66E50AEB-1E4D-DA68-4E67-197A91F63011}"/>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E273B88E-A937-1751-2A7A-6FE8B9507276}"/>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0D120E4C-64DB-7CE4-C5AA-20256699B4DA}"/>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1F8CD3B-40AF-FF2F-33CD-BB7846925887}"/>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F6A8871-8AC9-43FB-9653-CCACFAEBB06C}"/>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94AA19F4-0870-279C-1875-A1A6811FA44A}"/>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2FDC892A-E37E-26A5-17A9-A4DFF2690A2B}"/>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5FD2C1F6-B382-9DCA-B62E-25CD632580A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7FA2E4AB-4689-59F4-6B85-C52A5EA119E0}"/>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3C22D2DC-4730-02AD-CAF8-9CEF24EFBD3B}"/>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Tree>
    <p:extLst>
      <p:ext uri="{BB962C8B-B14F-4D97-AF65-F5344CB8AC3E}">
        <p14:creationId xmlns:p14="http://schemas.microsoft.com/office/powerpoint/2010/main" val="3096880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135D7-93C7-9FB4-A006-5501EAF876F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CC3594-186C-AC9C-5757-0C8FBCD5ACA9}"/>
              </a:ext>
            </a:extLst>
          </p:cNvPr>
          <p:cNvSpPr>
            <a:spLocks noGrp="1"/>
          </p:cNvSpPr>
          <p:nvPr>
            <p:ph sz="half" idx="1"/>
          </p:nvPr>
        </p:nvSpPr>
        <p:spPr/>
        <p:txBody>
          <a:bodyPr/>
          <a:lstStyle/>
          <a:p>
            <a:r>
              <a:rPr lang="en-US" dirty="0"/>
              <a:t>Similar constraints apply to this 3-thermometer.  The octagon is below, rather than being overhead.</a:t>
            </a:r>
          </a:p>
        </p:txBody>
      </p:sp>
      <p:pic>
        <p:nvPicPr>
          <p:cNvPr id="4" name="Picture 3" descr="A grid of sudoku puzzle&#10;&#10;Description automatically generated">
            <a:extLst>
              <a:ext uri="{FF2B5EF4-FFF2-40B4-BE49-F238E27FC236}">
                <a16:creationId xmlns:a16="http://schemas.microsoft.com/office/drawing/2014/main" id="{B3EF3452-EE5F-2251-2A8F-1E280C2EED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95E5B4E-73AC-33F4-8A79-AD715656FF1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F790D25-DC34-25FA-D1E5-746973A0475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CDB255C-71E9-FD54-9855-267F9A49A76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83568F1-4A33-29ED-438B-8282FAFBB237}"/>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6F6D9FFC-8342-3600-7058-AA5E65659EC7}"/>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DECC56CE-3D80-8D37-37D6-2B3AD8FAB6D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AF936580-8D78-E0C7-F3B7-5A79ADFADCFE}"/>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AAE34274-D88C-0339-465A-CDC2E2BEF35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08C702FA-E495-2216-4454-E0DEB430B50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528DCC40-2FCD-34AB-CC67-B18E33C58587}"/>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8F6532A2-CE35-13AA-8D1C-41171C3D003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A74EAE8-E2A1-50F8-3C40-D171884036BF}"/>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ABD064A-DB4A-F0F6-9E54-A1A99972F2DD}"/>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F34AA777-6C59-78C7-5E17-B0A75C3D095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76FA5E28-B0FF-F66A-4E26-766105C19E3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9C54B785-94A9-AE0D-C67C-56F2D94CA4E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DBEF8DD-6854-C145-97EB-029C06F3283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54F90313-1E7B-F2DB-3F65-E4B7501C954E}"/>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CC315F95-A9FD-F740-D8D1-E7C59E10E63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16659813-147C-C413-1571-B1C1BD4F91FB}"/>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24A5FC6-5FF4-A6BB-999A-B008126C2E11}"/>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8EE79D87-93FC-10BB-C06B-DF7BD0B42354}"/>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65F6571C-49C5-43F4-C921-044EE7CA5B2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F0AF2726-A9BE-9EE3-3CE7-3A4EE448C9A6}"/>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1652DE9C-AA34-A969-D79E-6984997FD14D}"/>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F8A098EC-C21E-6EE8-7599-82FDD1D50703}"/>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916F8F60-829F-05BB-F5F1-0590F60EE9AF}"/>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F95B3409-540A-9748-BE3C-92301702F5E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8AA4BFFB-5647-3A2D-663B-F3B77B46018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64E743C-8B0C-F59C-1D8D-D3040D8C424B}"/>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D4EC247B-315E-D2FC-673C-EFBF28701932}"/>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162E98EF-13E9-DB1C-BA4A-4776F5B71ADE}"/>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7D9BD22D-9875-911D-9B8D-F0A7AAF0D47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D3333CC0-2862-7BD6-917F-CBD05AC4394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9E7621E3-1FA2-2D46-5C51-58486E9A4747}"/>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391F0B76-C3E8-DAFC-2714-DD72A690FED5}"/>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AE07C73C-2BE8-A5B6-4BE9-209512A65FC8}"/>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5E75F526-5BDB-424D-3DDC-380CC92EB5E8}"/>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0FBE7CD4-41EB-E6A1-90EA-F9175238F42A}"/>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F2DFCDA3-6A99-9AE8-DE91-A499C9D7D48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CACCD456-F186-7299-E54D-5FDACCFABAFD}"/>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9C53321C-BF04-31EF-0F99-A90ABE02DD5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F1294A6-40BA-E9DF-BBBA-693762BCCF6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9AFDD6D-FDD4-4779-108A-989B57C244B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D634932A-E998-DF2D-C2DC-01F25B3FBE15}"/>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6AB8665E-EA4B-CF0A-1552-356463E6BE8C}"/>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F213744A-F78C-82AC-8023-0008CDA8021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E663AEEA-8575-629A-C5E8-5EB4AC925B92}"/>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E7C19A8D-2970-8FDB-065A-BD29D094A2D5}"/>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3" name="TextBox 52">
            <a:extLst>
              <a:ext uri="{FF2B5EF4-FFF2-40B4-BE49-F238E27FC236}">
                <a16:creationId xmlns:a16="http://schemas.microsoft.com/office/drawing/2014/main" id="{DC3902AF-12B9-ECC1-9BCB-543DB3FE0A1F}"/>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4" name="TextBox 53">
            <a:extLst>
              <a:ext uri="{FF2B5EF4-FFF2-40B4-BE49-F238E27FC236}">
                <a16:creationId xmlns:a16="http://schemas.microsoft.com/office/drawing/2014/main" id="{A8BCAD6B-94D1-D80E-F6B2-D866A725935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CBEB6B5F-9A3A-8548-C914-7E857EF489F0}"/>
              </a:ext>
            </a:extLst>
          </p:cNvPr>
          <p:cNvSpPr txBox="1"/>
          <p:nvPr/>
        </p:nvSpPr>
        <p:spPr>
          <a:xfrm>
            <a:off x="7157158" y="1402877"/>
            <a:ext cx="570089" cy="369332"/>
          </a:xfrm>
          <a:prstGeom prst="rect">
            <a:avLst/>
          </a:prstGeom>
          <a:noFill/>
        </p:spPr>
        <p:txBody>
          <a:bodyPr wrap="square" rtlCol="0">
            <a:spAutoFit/>
          </a:bodyPr>
          <a:lstStyle/>
          <a:p>
            <a:pPr algn="ctr"/>
            <a:r>
              <a:rPr lang="en-US" sz="900" dirty="0"/>
              <a:t>3456789</a:t>
            </a:r>
          </a:p>
        </p:txBody>
      </p:sp>
    </p:spTree>
    <p:extLst>
      <p:ext uri="{BB962C8B-B14F-4D97-AF65-F5344CB8AC3E}">
        <p14:creationId xmlns:p14="http://schemas.microsoft.com/office/powerpoint/2010/main" val="431415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FE4A9-E965-2BDD-4F68-982AEC19CF3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332B28-3A24-2B7F-EF89-8DBE8CA15B54}"/>
              </a:ext>
            </a:extLst>
          </p:cNvPr>
          <p:cNvSpPr>
            <a:spLocks noGrp="1"/>
          </p:cNvSpPr>
          <p:nvPr>
            <p:ph sz="half" idx="1"/>
          </p:nvPr>
        </p:nvSpPr>
        <p:spPr/>
        <p:txBody>
          <a:bodyPr/>
          <a:lstStyle/>
          <a:p>
            <a:r>
              <a:rPr lang="en-US" dirty="0"/>
              <a:t>Complete Column 2.</a:t>
            </a:r>
          </a:p>
        </p:txBody>
      </p:sp>
      <p:pic>
        <p:nvPicPr>
          <p:cNvPr id="4" name="Picture 3" descr="A grid of sudoku puzzle&#10;&#10;Description automatically generated">
            <a:extLst>
              <a:ext uri="{FF2B5EF4-FFF2-40B4-BE49-F238E27FC236}">
                <a16:creationId xmlns:a16="http://schemas.microsoft.com/office/drawing/2014/main" id="{73F6837B-87CF-A8BF-201C-D43B53FDFA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BAE2776-F49F-4025-B037-6025514A87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E17219-592E-5740-69A8-8B56FA0934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CC7B0BE-CE55-74B0-D424-81E0788CE27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3D048FD-C9A5-1D1C-8E23-00810624D7D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B6D6D7FB-84DA-F595-BEB3-9C2070A64A66}"/>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E7E13062-1F9A-D5AF-FA7B-628487A64B3A}"/>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9B10544D-FAA2-D8CC-055C-3997D261DB3E}"/>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078B285D-8255-3B58-BCD2-B2428E17C97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D4CC760E-C405-C079-5DAB-5466B5339E0A}"/>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8065A69B-4E17-9862-2D76-154A6BAE108F}"/>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A3FC3864-58B7-8AE5-F63C-CBBC487420C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F0E251EB-8A7D-9EAF-A434-D29164EF425F}"/>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B47A5A8-D4A5-F8FF-7FA1-8668786FFE3C}"/>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30B191A2-1AFD-23AB-6FA7-8AB433888695}"/>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9F85C1C2-A37F-3BE4-AC22-84F26CE1931A}"/>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05ADD0CB-4012-D25C-1F12-17F12C68768C}"/>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7DB985C1-65BF-3898-3D7D-A2BAFC3B4FB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08FAFAE5-33D4-A4E4-AD09-9392C0AA4703}"/>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2674EAF5-5D0F-306E-1F61-558FB8B6655D}"/>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2B7C007-11BD-57FF-A784-376B2C08BA22}"/>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43805EA3-F0F0-1FEA-2185-F5F6AD6626B9}"/>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449F7FA9-21F3-C5D1-2020-DAF59A38E0E1}"/>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33D5291E-28EC-FCE2-9EB4-ACF0BD3A5C50}"/>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F99BB66D-F0A4-052E-B7B4-24D14302F863}"/>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FE6DFD3-2C7C-4B31-5509-289185DDD8F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B1E1590C-0344-DAFD-3406-079082738EBA}"/>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D221F2BD-0AA3-1E56-28AB-097C688A4C41}"/>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74B08967-192B-FF9E-21A9-E04B10EF867B}"/>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1E8E9310-5F89-90AE-9490-05EFF3727453}"/>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094A350-5439-F828-85D1-9F7215287CB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77D8E9A0-989F-BF99-4DCA-E83C51815EE4}"/>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DFC5E434-11DD-D4B5-713E-197634E70F1E}"/>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4A8665BE-468D-6818-BD09-80E0357F68B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842255B-C95D-3AB1-CE39-5EABB474CEF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BFA0C5BC-8EC6-70CA-E267-792EE5B81E4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2DF3993E-0CA2-FFF5-5B33-213BD91640A8}"/>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5CDB2892-E9A5-A228-DE77-6FCA35A7DB2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20132A78-167B-47E8-343D-09BEFF28EBD3}"/>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47B48085-E4E3-4D0C-02E9-EC32233E7EB0}"/>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50761DAF-5666-5301-59D7-6AC1B5EA3528}"/>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8182C432-1CA5-C501-D1C7-08467083EF1A}"/>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405C2866-E1EB-070E-1ACE-007D28DDF25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30FF221-B9B1-387A-2AD4-7A12327CBE2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71A6F95-19F8-1A87-7DA4-B71AC51F9AC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4A144928-84D7-3691-AF2E-3CD5B97294DC}"/>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87578F6C-7542-2ACF-5F1D-D4489C5F15F4}"/>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FB98DD52-5D31-4D6E-A650-309474D5AB94}"/>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573337F3-B9F2-E364-5F7D-7E4ED9B5B3EE}"/>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9EA07DAC-B4D2-7D54-6A20-51E23B8B23C9}"/>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CBE0ABE1-51BA-0708-F819-CCF81870BDD6}"/>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F60765EF-2631-5C39-15B3-43F39DED20A7}"/>
              </a:ext>
            </a:extLst>
          </p:cNvPr>
          <p:cNvSpPr txBox="1"/>
          <p:nvPr/>
        </p:nvSpPr>
        <p:spPr>
          <a:xfrm>
            <a:off x="7157158" y="1402877"/>
            <a:ext cx="570089" cy="369332"/>
          </a:xfrm>
          <a:prstGeom prst="rect">
            <a:avLst/>
          </a:prstGeom>
          <a:noFill/>
        </p:spPr>
        <p:txBody>
          <a:bodyPr wrap="square" rtlCol="0">
            <a:spAutoFit/>
          </a:bodyPr>
          <a:lstStyle/>
          <a:p>
            <a:pPr algn="ctr"/>
            <a:r>
              <a:rPr lang="en-US" sz="900" dirty="0"/>
              <a:t>3456789</a:t>
            </a:r>
          </a:p>
        </p:txBody>
      </p:sp>
      <p:sp>
        <p:nvSpPr>
          <p:cNvPr id="56" name="TextBox 55">
            <a:extLst>
              <a:ext uri="{FF2B5EF4-FFF2-40B4-BE49-F238E27FC236}">
                <a16:creationId xmlns:a16="http://schemas.microsoft.com/office/drawing/2014/main" id="{5F87618A-4A83-6F60-9AB8-8036ED28294D}"/>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4CADA61A-039F-A31A-EEF4-DB5332AF857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0AC5F129-131A-708C-DC06-9DBB3F8B01A3}"/>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CAFC7484-EBB5-35BD-2806-CEBE24C7D01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3B45D934-B472-2ACD-3AA0-7394D13E2B55}"/>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1646142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4608-50BB-958C-133C-1160D86842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CC460C-8584-60E6-A8C4-02CFCB79E2C0}"/>
              </a:ext>
            </a:extLst>
          </p:cNvPr>
          <p:cNvSpPr>
            <a:spLocks noGrp="1"/>
          </p:cNvSpPr>
          <p:nvPr>
            <p:ph sz="half" idx="1"/>
          </p:nvPr>
        </p:nvSpPr>
        <p:spPr/>
        <p:txBody>
          <a:bodyPr/>
          <a:lstStyle/>
          <a:p>
            <a:r>
              <a:rPr lang="en-US" dirty="0"/>
              <a:t>Complete 3-thermometer</a:t>
            </a:r>
          </a:p>
        </p:txBody>
      </p:sp>
      <p:pic>
        <p:nvPicPr>
          <p:cNvPr id="4" name="Picture 3" descr="A grid of sudoku puzzle&#10;&#10;Description automatically generated">
            <a:extLst>
              <a:ext uri="{FF2B5EF4-FFF2-40B4-BE49-F238E27FC236}">
                <a16:creationId xmlns:a16="http://schemas.microsoft.com/office/drawing/2014/main" id="{183C0A51-516C-B2BB-E175-6CB7860CB5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03C6A0C-0AE6-CAEE-8F24-1CA24E6BE7D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503DBD-B317-D5A9-76FA-833BEFA30DE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D41C7C-8620-6DC2-F622-714B585322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D9B78A3-99C4-8A5D-C94D-7336638784C1}"/>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19EEFF98-7203-3467-A030-4EE0089EA66D}"/>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2D7EB436-F7F1-9990-78F5-E838F8C813B1}"/>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FAC8FDA9-CB9F-ECE6-FCC6-DB13363A5E1F}"/>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6C21D5F-7006-412A-62B7-25B33ACD483E}"/>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E8BA2360-6680-34F0-5FC2-869260EEB642}"/>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A0414EA3-343F-D137-3E6E-5D44B8298D92}"/>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A61F3C97-3CC2-6DD8-ADF2-DFE67C1D5BA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CEDD9E1C-777F-BF32-0115-622B2801F86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8E65DEC-A7C7-B84D-D11E-E0C5B4D77988}"/>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C1DDEB5F-F68C-0D9E-A909-8569C9CF847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5229BBB-4D69-B7B0-3E90-FAA6F3172FB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3B5E7CB-6E08-9CC6-AE8A-BCA18BFABB46}"/>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001624C3-DFCE-30E8-4219-36227C1A3A3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3695F414-0511-C2F8-640C-96FADFCD730C}"/>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AC3B9816-D51F-26A9-49D0-594943CDF006}"/>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C657E058-914F-7CD3-939B-B5393B70588A}"/>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2E56AC57-A426-EAA8-0D5E-5E46F3E18834}"/>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73D3604C-20F2-625A-57DA-95804EDAA5EA}"/>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16DDDE83-7728-3E9F-3B8F-BEDDFDAD35A4}"/>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48029B3B-75C6-C7CB-A098-3EE7D745D77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56578039-2842-9EBD-47CB-0F1BDF50C1F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7EE403E-9F8D-1E56-8C3D-DC3589113351}"/>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8C64F00E-049A-40DA-03ED-EABE9054227D}"/>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7BE83015-AAA5-322C-1E13-6C7B9DCF447F}"/>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F8C5D452-FD25-FC5C-1058-85B424E0986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BA2E50BC-685B-29A6-DE07-5A63282DB00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62D35E53-7D9C-8DAD-E077-6B2E2EA646DC}"/>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5A93B0CB-1F56-A2C5-390D-6368D54A2916}"/>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42CD7023-F9FD-5D78-D268-1ED2079ECCF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002C526-52E7-6059-F7B9-151FEF62BBB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D7967E2E-8AE1-972A-88A4-ADD97D3AFB03}"/>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EE7F49FA-AF32-D8E1-A5D8-81A43AC7C9A8}"/>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43806EA2-66B9-2309-04F2-AC062EE536F4}"/>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AB919480-6CD9-3112-2F9C-954B85744E68}"/>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AF9E056B-9D19-D747-35CD-79817B5BF9C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7EA81E99-618A-3487-789D-8C9145A242F9}"/>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EABB41F0-50AC-2CE5-E480-F8A352BF857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BF21F6F1-4700-FB6D-D46D-2A1CF2E32E2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8688DAF-4E1A-C6F9-D8A2-76BE38F82D2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7C009D6-3BC1-CE3D-4CD8-1B631CD4A64B}"/>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39AF2122-2FC6-E288-30EC-78E3FCF40A65}"/>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F04B5A0B-3E33-E98E-5FDD-2DFC91ABC763}"/>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A660D2F8-8BAB-D0A9-F749-1A9727F08B3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9DDBB7C-F731-A342-8A3C-FCA0A2A50DD3}"/>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DE8BD588-C027-CA33-5A06-57EAB72EC4D3}"/>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EC02189F-4ED3-A39D-DD83-2697ED173BD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0ED044FB-920B-6088-EDBD-0AB1329E1CBB}"/>
              </a:ext>
            </a:extLst>
          </p:cNvPr>
          <p:cNvSpPr txBox="1"/>
          <p:nvPr/>
        </p:nvSpPr>
        <p:spPr>
          <a:xfrm>
            <a:off x="7157158" y="1402877"/>
            <a:ext cx="570089" cy="369332"/>
          </a:xfrm>
          <a:prstGeom prst="rect">
            <a:avLst/>
          </a:prstGeom>
          <a:noFill/>
        </p:spPr>
        <p:txBody>
          <a:bodyPr wrap="square" rtlCol="0">
            <a:spAutoFit/>
          </a:bodyPr>
          <a:lstStyle/>
          <a:p>
            <a:pPr algn="ctr"/>
            <a:r>
              <a:rPr lang="en-US" sz="900" dirty="0"/>
              <a:t>3456789</a:t>
            </a:r>
          </a:p>
        </p:txBody>
      </p:sp>
      <p:sp>
        <p:nvSpPr>
          <p:cNvPr id="56" name="TextBox 55">
            <a:extLst>
              <a:ext uri="{FF2B5EF4-FFF2-40B4-BE49-F238E27FC236}">
                <a16:creationId xmlns:a16="http://schemas.microsoft.com/office/drawing/2014/main" id="{86362579-88A2-EF4B-7343-7982FC651F3F}"/>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F07AD8A-BA96-42E1-BD58-F1B6E8E1D39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14B4D0C8-36FC-BEF9-BF1A-0EBDFB70270A}"/>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0F04A96B-7678-3884-7108-0D41248D3176}"/>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F7F0B520-D266-D1DC-460F-1DA7E2C26F9C}"/>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3DB9315D-29A4-8FD5-1ED3-1625B15B8202}"/>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4DED3C1B-B040-6CB6-241A-A0B782BF2B26}"/>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751347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E84B2-AC4E-3FD9-0D0B-B08BCCB1EA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06471-7090-3483-A902-23A08007E47A}"/>
              </a:ext>
            </a:extLst>
          </p:cNvPr>
          <p:cNvSpPr>
            <a:spLocks noGrp="1"/>
          </p:cNvSpPr>
          <p:nvPr>
            <p:ph sz="half" idx="1"/>
          </p:nvPr>
        </p:nvSpPr>
        <p:spPr/>
        <p:txBody>
          <a:bodyPr/>
          <a:lstStyle/>
          <a:p>
            <a:r>
              <a:rPr lang="en-US" dirty="0"/>
              <a:t>The bulb of this thermometer can’t be 7, 8, or 9 because of conflicts with the octagon in the same block (no 78, 79, or 89).</a:t>
            </a:r>
          </a:p>
        </p:txBody>
      </p:sp>
      <p:pic>
        <p:nvPicPr>
          <p:cNvPr id="4" name="Picture 3" descr="A grid of sudoku puzzle&#10;&#10;Description automatically generated">
            <a:extLst>
              <a:ext uri="{FF2B5EF4-FFF2-40B4-BE49-F238E27FC236}">
                <a16:creationId xmlns:a16="http://schemas.microsoft.com/office/drawing/2014/main" id="{8CB0D688-A3E2-13F5-FC4B-1D71238C618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0AC7F8E-FAE5-C766-D0F0-AD22706AD5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CDA4582-E8EE-8C26-4729-0386753D6C5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C562C58-36F0-B963-F89C-FD0356857AC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7B1F882-08F0-F785-53C2-549BFF46E504}"/>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095B43DA-039D-8038-039B-54750DB2DBB9}"/>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33F134B8-FE58-9207-F018-520BAF6073D5}"/>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DA476078-0BA0-774D-722E-73D2B6D0130B}"/>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F84FE7B6-4B76-2E9D-6034-C9D1C7691F05}"/>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5911ABAE-5B30-C52C-04EB-03EABFE7E5E9}"/>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74FCE64-DB06-C162-F984-B414587DC281}"/>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4238A607-21B0-09D4-EEC8-D3C446348864}"/>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4664C86-BC34-B756-B186-EB088C389646}"/>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1A5C98A-78E7-557A-DCB0-A56C0D843F49}"/>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5B96192E-C7B8-F9A7-D102-8BA5CF2D375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52F06BB1-CDA7-6D2D-BAFB-B0049284A06D}"/>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6BADCFD3-3529-02B6-D660-D5A23A78C16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BC6E43F-AFCE-42D8-3B7C-D6B8019FCB1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a:t>
            </a:r>
          </a:p>
        </p:txBody>
      </p:sp>
      <p:sp>
        <p:nvSpPr>
          <p:cNvPr id="21" name="TextBox 20">
            <a:extLst>
              <a:ext uri="{FF2B5EF4-FFF2-40B4-BE49-F238E27FC236}">
                <a16:creationId xmlns:a16="http://schemas.microsoft.com/office/drawing/2014/main" id="{646E0CF0-F534-982F-2F20-4BF53C8415FA}"/>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BC110112-49B1-5791-BE89-79D554B64F7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18048F5D-5129-DD21-ED41-123ADD0850F7}"/>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492B913-578E-7C16-FBBC-9C2EDB67154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856E6277-D403-88E9-BB7F-1048686B548D}"/>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A97DA0AE-8B1A-1F67-4399-B39AC1D98970}"/>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425CCB9B-0B77-3F97-3B05-9A73DE3A4C4A}"/>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89390EA9-D38A-5E17-77C4-8059FF0D9F55}"/>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55FEC879-8E98-E8A0-9C06-DDFD041750E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6519BA39-2AA8-4871-7B40-502198946A4E}"/>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DC958B6F-B26E-C005-5C29-F66D78C3D92E}"/>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0C7E0372-9E65-8B23-059B-1E210568DDA7}"/>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A3110C20-1677-5FB4-2A1B-C58F86159C3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0CFE1917-A9D0-0805-080F-5361D8CB056F}"/>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9F5CFE3F-0056-982A-F920-BB3E4A4F0910}"/>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A4207615-47EB-0E6E-BF71-00620E5D316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0395B42-4731-4F9D-CCDF-99CEC30CF86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895D9B72-6158-D380-E043-D27E16D27306}"/>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2DFB5548-9C54-0DBB-3241-A460C7B4390C}"/>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C23EF910-91DE-9AA7-A5B0-A2C740426181}"/>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7FA7540B-7784-BDA6-01E5-A588284A34E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2D22F9B2-806B-278F-DAEC-50A66B0A3EF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89227FBD-2A55-A912-00BC-3BB89116FCF7}"/>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F91187C9-D08D-9AD5-5BFC-59EF9839E2FC}"/>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D676477A-EDCB-9CAC-0439-ECC5B13E53E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F4E2D43-A358-2E8D-DD39-9C8E4CB478E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D57C280-3A31-8440-DFE2-9379864610C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A499D1A8-A3DF-BF03-7C4F-3E8FAA4DE9FD}"/>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83962329-F66E-64A5-EFD2-A1D90E1C9C97}"/>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000122C6-48A9-F560-09D6-C5682FD7F18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806712BA-A4F2-650D-5A03-452028E99CFE}"/>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33BCA020-0B0D-89AC-2A8A-78CC09C87F65}"/>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B535CE4C-5509-3948-B354-411F4C87F28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C94D61B4-DBC6-4D83-01AB-1B881083220C}"/>
              </a:ext>
            </a:extLst>
          </p:cNvPr>
          <p:cNvSpPr txBox="1"/>
          <p:nvPr/>
        </p:nvSpPr>
        <p:spPr>
          <a:xfrm>
            <a:off x="7157158" y="1402877"/>
            <a:ext cx="570089" cy="369332"/>
          </a:xfrm>
          <a:prstGeom prst="rect">
            <a:avLst/>
          </a:prstGeom>
          <a:noFill/>
        </p:spPr>
        <p:txBody>
          <a:bodyPr wrap="square" rtlCol="0">
            <a:spAutoFit/>
          </a:bodyPr>
          <a:lstStyle/>
          <a:p>
            <a:pPr algn="ctr"/>
            <a:r>
              <a:rPr lang="en-US" sz="900" dirty="0"/>
              <a:t>3456789</a:t>
            </a:r>
          </a:p>
        </p:txBody>
      </p:sp>
      <p:sp>
        <p:nvSpPr>
          <p:cNvPr id="56" name="TextBox 55">
            <a:extLst>
              <a:ext uri="{FF2B5EF4-FFF2-40B4-BE49-F238E27FC236}">
                <a16:creationId xmlns:a16="http://schemas.microsoft.com/office/drawing/2014/main" id="{5E1E69F7-E860-4881-3157-166AE66B44E6}"/>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4490A73D-D098-E3D9-9A80-DE41A6AC9B9F}"/>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41E0EDC7-26E3-4A34-A44A-0B90A6A9E91C}"/>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4BCC7F67-89C2-1C88-487B-BCA15A963FA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6229BED0-F242-94E4-6074-89B3C9E5B3C9}"/>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A90CD0BC-833B-9A74-D688-8BB5FD1FDB4B}"/>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C158CF3A-A0BC-1558-0A80-88291E0F9D0E}"/>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162F2FAC-DF8C-EDEE-F80E-6C8419CEA4C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689EB2F1-A84B-3F17-C10D-60C8D57C345E}"/>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3409287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A1BB-90C3-6678-BE2F-FF4FC6F433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9366D2-3E05-FEA0-EAE5-69A1953934A1}"/>
              </a:ext>
            </a:extLst>
          </p:cNvPr>
          <p:cNvSpPr>
            <a:spLocks noGrp="1"/>
          </p:cNvSpPr>
          <p:nvPr>
            <p:ph sz="half" idx="1"/>
          </p:nvPr>
        </p:nvSpPr>
        <p:spPr/>
        <p:txBody>
          <a:bodyPr>
            <a:normAutofit lnSpcReduction="10000"/>
          </a:bodyPr>
          <a:lstStyle/>
          <a:p>
            <a:r>
              <a:rPr lang="en-US" dirty="0"/>
              <a:t>The bulb of this thermometer can’t be 5 because there would be no solutions left for the 56 and 67 on the left octagon. Likewise, it can’t be 4 because the thermometer would have to contain 56, 57, or 67. The thermometer can only contain one (or zero) of 5, 6, 7.</a:t>
            </a:r>
          </a:p>
        </p:txBody>
      </p:sp>
      <p:pic>
        <p:nvPicPr>
          <p:cNvPr id="4" name="Picture 3" descr="A grid of sudoku puzzle&#10;&#10;Description automatically generated">
            <a:extLst>
              <a:ext uri="{FF2B5EF4-FFF2-40B4-BE49-F238E27FC236}">
                <a16:creationId xmlns:a16="http://schemas.microsoft.com/office/drawing/2014/main" id="{15287DF2-AE80-961E-43D0-CFF51418E8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8AFE29-A076-CF60-6B82-939B3895A8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8BFA1F6-4585-5266-0727-ACEEABC415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6FBCC4D-E4AE-C4B8-98E6-D0B055C5F09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6551390-57CC-F622-1CAF-5858125DCECF}"/>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8D5E56D1-BD9E-0BCD-E6B4-E5F14B1FAA10}"/>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99D2AE3B-6231-C01E-5488-8D20E0409FC7}"/>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37446772-B891-7C31-A27F-03E776D4FB52}"/>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C489BA68-FCC6-90C1-F5C3-52E58FB9D33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3F883F2C-E499-0C9B-4562-356E55AB3E07}"/>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A8006EB-D876-A754-0DA8-63AB0D52D345}"/>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C63F8253-326D-91CB-4077-154E9BF22841}"/>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04AE6D3-E10A-655D-E9CB-8C82F952F1C0}"/>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39677BC-7437-FEE2-CC5B-C1A0B32FFB15}"/>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2C6770C4-37F2-5451-C0B0-B043B9ECD3D0}"/>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A5EC7379-109E-7F39-D641-2C1CC3003A7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16A15179-B196-3B0A-9EF7-9A289DD90B8C}"/>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13AB6FD9-3B4A-F6B4-6954-A68F09F3DC4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730B780D-F7C6-D366-E332-55A9264FC916}"/>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9B648323-21B9-C3F4-5EE5-5A228CF5E8BC}"/>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3BF7FF3-B877-609D-AF16-847E3B43247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D672F9C3-5BED-45C3-6635-098B4AB49C15}"/>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94D0C2B4-0AA7-BA87-1347-68B1F6077671}"/>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E82D0482-9989-2560-2F8D-884733462E6D}"/>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8A151827-2C9A-3C78-0751-D1094E297B49}"/>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1334FE7F-883E-1A60-B11D-B375A61EB7D8}"/>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CFD5CBBE-C6DC-2A1B-D5F6-70B931E7102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C85AFFE8-DFF8-5F73-24C0-E7A8D0DBD203}"/>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61FE55B1-9909-CBD9-E4AB-456B5379258B}"/>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9507E16D-A8EA-B14C-1AAC-081DD6D1BDF0}"/>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6612DC80-5C45-E5F2-FF26-D3E11006824F}"/>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DBEFA01B-1BD1-52FA-BBB6-C95012C8328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E8827CCB-32F2-5A1B-2E27-C399BBBA4A2E}"/>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6922EE5A-626F-4613-FB5C-F1C7F056AFE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EDB094C2-2513-2E1D-8D11-B4C6FBBB707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C36FC79-BD62-AB1F-50E1-4DBEE30EC42C}"/>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BEFAD3A6-5BA9-734B-C5ED-A09C4A066209}"/>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9421AB7F-0AB3-E515-1E9E-63F48EBD5B09}"/>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B4A2931-C710-59B9-DE8E-3E0B41459932}"/>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A75A85EE-5E95-2013-701F-2A099AC6FDDA}"/>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86023317-2D34-4926-4617-4D88CDEDFE47}"/>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2C8299FD-3A85-F18D-201F-19683F9C9F9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C29452F0-7B83-4E0D-08E2-2EB1FCE8620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6827EF0-92FC-6A78-D789-8FE3FD8B97F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99EB3CE-270D-E2BE-802E-F6BD03B32A3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F95FEC1A-3E70-C6B8-8AC6-8ED54BEBB4E3}"/>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767FF044-91E4-CEE5-D290-000BE0ECD644}"/>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5CF0E092-F0A6-63DC-8ECB-3FB42F80817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D95C5B6D-1E31-292D-DFB6-693EEBF5184F}"/>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DF0826CD-1422-FE7D-1797-DC19673E11F8}"/>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14920314-4091-9715-9615-96A951C63608}"/>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3E68854-7BF4-B77D-80CD-93D9186D0191}"/>
              </a:ext>
            </a:extLst>
          </p:cNvPr>
          <p:cNvSpPr txBox="1"/>
          <p:nvPr/>
        </p:nvSpPr>
        <p:spPr>
          <a:xfrm>
            <a:off x="7157158" y="1402877"/>
            <a:ext cx="570089" cy="369332"/>
          </a:xfrm>
          <a:prstGeom prst="rect">
            <a:avLst/>
          </a:prstGeom>
          <a:noFill/>
        </p:spPr>
        <p:txBody>
          <a:bodyPr wrap="square" rtlCol="0">
            <a:spAutoFit/>
          </a:bodyPr>
          <a:lstStyle/>
          <a:p>
            <a:pPr algn="ctr"/>
            <a:r>
              <a:rPr lang="en-US" sz="900" dirty="0"/>
              <a:t>3456789</a:t>
            </a:r>
          </a:p>
        </p:txBody>
      </p:sp>
      <p:sp>
        <p:nvSpPr>
          <p:cNvPr id="56" name="TextBox 55">
            <a:extLst>
              <a:ext uri="{FF2B5EF4-FFF2-40B4-BE49-F238E27FC236}">
                <a16:creationId xmlns:a16="http://schemas.microsoft.com/office/drawing/2014/main" id="{D18F5334-4AA4-3366-A60C-AF72B775B326}"/>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86AFA76-9B21-889C-CFF8-1551258ADD37}"/>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98F0DEEB-D004-64CA-CE1A-F9918EBC1FFF}"/>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BFA36373-747B-B0F4-ED55-A73A24061F7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33D2F0EE-DDF4-1AC6-510A-ADEB3B51C031}"/>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80DC8CB7-A3F7-222B-701E-47C97B620B6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13C659C5-7C2E-8BD6-0D32-E9B654A463B1}"/>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7E8B9DC7-65D6-A2EC-5A65-DE065A2BD83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A769C9D2-E2BF-09C1-5CEF-09D287E0FC4E}"/>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3146789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36DF0-035C-D9E8-BA30-8F96402358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C91B54-91CE-03FD-4D6D-E3FDCB585E63}"/>
              </a:ext>
            </a:extLst>
          </p:cNvPr>
          <p:cNvSpPr>
            <a:spLocks noGrp="1"/>
          </p:cNvSpPr>
          <p:nvPr>
            <p:ph sz="half" idx="1"/>
          </p:nvPr>
        </p:nvSpPr>
        <p:spPr/>
        <p:txBody>
          <a:bodyPr>
            <a:normAutofit/>
          </a:bodyPr>
          <a:lstStyle/>
          <a:p>
            <a:r>
              <a:rPr lang="en-US" dirty="0"/>
              <a:t>This cell can’t be 3, because that would mean that the whole thermometer is 123, which would conflict with the bulb, below.</a:t>
            </a:r>
          </a:p>
        </p:txBody>
      </p:sp>
      <p:pic>
        <p:nvPicPr>
          <p:cNvPr id="4" name="Picture 3" descr="A grid of sudoku puzzle&#10;&#10;Description automatically generated">
            <a:extLst>
              <a:ext uri="{FF2B5EF4-FFF2-40B4-BE49-F238E27FC236}">
                <a16:creationId xmlns:a16="http://schemas.microsoft.com/office/drawing/2014/main" id="{696BEE29-E6AE-52E2-58CE-9433EB8B52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9B1129F-1239-FE7A-1417-93FD5796822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AE6784-003A-7AAC-A0D1-F0C2805D55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90A70C6-2D9C-59B8-85DE-71F82BC5EC9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7D87407-12AE-EB67-E6DC-E52158DCFC9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015790C-6E82-9D33-7BFA-39FAEACF511B}"/>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AA3047DC-A7B5-CF8A-F3E4-03C89AEACF20}"/>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89C46B08-5393-BD7B-8FC5-E3AD8CDAEB61}"/>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C7EB956-724A-AF54-FAAB-51CDD910BE0A}"/>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3CCE61FC-DC36-A5AC-0C76-869C5AC0265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C70F5F60-74D9-F5D8-EB49-5F82DD5C3501}"/>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2C67A774-AAA2-6EC8-C9EE-69DC6BAFED6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9A6A077-F19D-D4E7-45CA-9EB8BDBDE4E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737A212-7A18-CF5A-3432-6A46CD15CC8F}"/>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EB67FE24-8D71-955C-6B43-A237F91E868F}"/>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E3571C9B-60E5-372F-DDA9-B54AD78C9F9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63C50E23-02E6-CB16-89BB-9BF1B2BEB5DC}"/>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A409FCDC-13E7-31C0-1966-51935256896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2D916DD0-B6EF-AE39-F83F-8E4317336173}"/>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9A106A27-0FD9-9A76-8BD1-E1304CF0B541}"/>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783F735F-58D5-964E-8DA3-D31CEF425093}"/>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54332CB8-1859-7F3A-FC2A-6F8648DFB83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535E9D80-658F-76EF-00EF-018A3D5CD219}"/>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87114797-5137-51BF-54BB-58841F5B366D}"/>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90D76773-37B9-08A3-CA93-0BCD242411A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78891172-6498-D86D-BCF0-9959A78A892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8912B14E-F70A-20DE-0285-DFFB667C91C3}"/>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F23A9BDC-2ED4-B062-8F0E-B8C01CBFE627}"/>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E45E2096-7FC9-BE36-A93D-4B30CFA509E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1934EF5B-1E7D-1961-58DD-288747E3F7E5}"/>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3D25411C-05FC-B673-EAB8-A2F8889685D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8D7E11C4-17C3-5AE0-2532-4C63B6B5344A}"/>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68550A5F-36BF-F1D1-7204-B987FCC9E886}"/>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79426423-96E5-6957-9328-65453CB8DB3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3AC16893-B93D-85A0-2CF0-482B5A267C61}"/>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973BDEF-A436-5D97-25D2-2E740DCF4D24}"/>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71DE07C9-CEDB-5D40-1E3B-CE45BACBDC67}"/>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B1BC69A2-FC93-C5EE-7E38-E9C108412A32}"/>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39E36FF-7A39-9079-9EA0-3EBDB6E7B986}"/>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000D6111-47AC-B077-9D9F-1F01AC9F07E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DE910B15-F0B7-2B11-E2F7-DFBD73AADC64}"/>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954C098A-BF53-8AD2-9EF0-1FF32B2F0FE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588BB5AB-5D43-DE37-F057-CB804592EDD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3093ADB-6181-94FE-08CC-072F903CBD2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7298347-A30E-6A7C-97A6-1CB8F7C92E0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E6A4008B-E9B5-FCC7-C2BD-F03770A40368}"/>
              </a:ext>
            </a:extLst>
          </p:cNvPr>
          <p:cNvSpPr txBox="1"/>
          <p:nvPr/>
        </p:nvSpPr>
        <p:spPr>
          <a:xfrm>
            <a:off x="7157158" y="4408541"/>
            <a:ext cx="570089" cy="230832"/>
          </a:xfrm>
          <a:prstGeom prst="rect">
            <a:avLst/>
          </a:prstGeom>
          <a:noFill/>
        </p:spPr>
        <p:txBody>
          <a:bodyPr wrap="square" rtlCol="0">
            <a:spAutoFit/>
          </a:bodyPr>
          <a:lstStyle/>
          <a:p>
            <a:pPr algn="ctr"/>
            <a:r>
              <a:rPr lang="en-US" sz="900" dirty="0"/>
              <a:t>23456</a:t>
            </a:r>
          </a:p>
        </p:txBody>
      </p:sp>
      <p:sp>
        <p:nvSpPr>
          <p:cNvPr id="49" name="TextBox 48">
            <a:extLst>
              <a:ext uri="{FF2B5EF4-FFF2-40B4-BE49-F238E27FC236}">
                <a16:creationId xmlns:a16="http://schemas.microsoft.com/office/drawing/2014/main" id="{E158DFE8-3D59-AF7A-2D68-547C02C62F80}"/>
              </a:ext>
            </a:extLst>
          </p:cNvPr>
          <p:cNvSpPr txBox="1"/>
          <p:nvPr/>
        </p:nvSpPr>
        <p:spPr>
          <a:xfrm>
            <a:off x="7157158" y="4909484"/>
            <a:ext cx="570089" cy="369332"/>
          </a:xfrm>
          <a:prstGeom prst="rect">
            <a:avLst/>
          </a:prstGeom>
          <a:noFill/>
        </p:spPr>
        <p:txBody>
          <a:bodyPr wrap="square" rtlCol="0">
            <a:spAutoFit/>
          </a:bodyPr>
          <a:lstStyle/>
          <a:p>
            <a:pPr algn="ctr"/>
            <a:r>
              <a:rPr lang="en-US" sz="900" dirty="0"/>
              <a:t>3456789</a:t>
            </a:r>
          </a:p>
        </p:txBody>
      </p:sp>
      <p:sp>
        <p:nvSpPr>
          <p:cNvPr id="50" name="TextBox 49">
            <a:extLst>
              <a:ext uri="{FF2B5EF4-FFF2-40B4-BE49-F238E27FC236}">
                <a16:creationId xmlns:a16="http://schemas.microsoft.com/office/drawing/2014/main" id="{A1CAAEA4-5F6D-2EDE-DAC0-FD6BBAE2492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CD564D4-2B35-DD70-5382-EB1C84B9DCAB}"/>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CA8A01CC-2F69-1CBD-42A0-1741FD6CE82A}"/>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57360DC9-B91E-2807-7E8E-79F67994FB27}"/>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FC10627-4660-CDB3-75EA-F4CCE553D7DB}"/>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BA34FD76-AAE5-A447-1854-1F8936416E64}"/>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7EDD694-B285-A9AD-DB4E-12511B419DE6}"/>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4F580614-E264-85F6-1A41-3553EB9E1D77}"/>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B7D34D2F-BE7D-381F-57A3-61FBCB19358B}"/>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688779A8-FAD2-BF01-65DA-18ABCC6C6B66}"/>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0AE3FF94-F0AC-8797-F9FD-EF8C694B7417}"/>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EC246CE9-8056-1448-C384-26C425E15258}"/>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2DFA98EB-96E2-5DAB-6BFF-239807307F0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EF2697E3-621D-1141-EBA3-02EDE5277763}"/>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126088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41082-C462-D4B7-0D2D-696ADADB6A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B3E20E-F258-121F-CFA0-E046679F168C}"/>
              </a:ext>
            </a:extLst>
          </p:cNvPr>
          <p:cNvSpPr>
            <a:spLocks noGrp="1"/>
          </p:cNvSpPr>
          <p:nvPr>
            <p:ph sz="half" idx="1"/>
          </p:nvPr>
        </p:nvSpPr>
        <p:spPr/>
        <p:txBody>
          <a:bodyPr>
            <a:normAutofit/>
          </a:bodyPr>
          <a:lstStyle/>
          <a:p>
            <a:r>
              <a:rPr lang="en-US" dirty="0"/>
              <a:t>This 3-thermometer can contain no more than one of 123 (or 789, which we dealt with previously).</a:t>
            </a:r>
          </a:p>
        </p:txBody>
      </p:sp>
      <p:pic>
        <p:nvPicPr>
          <p:cNvPr id="4" name="Picture 3" descr="A grid of sudoku puzzle&#10;&#10;Description automatically generated">
            <a:extLst>
              <a:ext uri="{FF2B5EF4-FFF2-40B4-BE49-F238E27FC236}">
                <a16:creationId xmlns:a16="http://schemas.microsoft.com/office/drawing/2014/main" id="{7EAB1ACF-6AF1-2D76-3247-1F3891B0C23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B7F7A26-68E1-51F2-0A72-508E2F375D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EE6A0A-18C8-E55B-4AE9-A7C03A5461D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F0731F2-C6B3-38F1-F06E-3A0B3E1D628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82141E-12F7-7348-8939-879824CC8615}"/>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8513CC6-3084-E56B-97AD-5B662C40B565}"/>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2724B779-7E52-D4F4-760E-382A398F49DA}"/>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C831BA45-0AAC-9157-2CF3-812CBCFFB384}"/>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45E9FB02-9FB9-39DE-2DC1-7D584D23DF63}"/>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F93B2D25-CA26-4EDC-5F1F-374926AFAA2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CDD47182-EBAE-BDCF-7B8C-6CCB8F0BC67E}"/>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6CC608BB-B1CF-03CF-3B5D-4D3AF7BC30C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989B0885-C421-6C36-A34B-47392745E6E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60888BC-F2CA-E1B4-9B8A-4B4EB5E83424}"/>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81C318DA-D80F-1FB2-F6A5-A8032F83A1C4}"/>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772F64C-A4FC-9A31-17B7-025272D42BC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8FB822C1-5688-C658-7495-3F4C7524FE7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0EE17A40-1C8B-365B-786F-87B63348913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FD8A04AA-5894-DE46-6316-367C9174274B}"/>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E044BD7A-37A0-BE53-731F-81DF0ECAAB9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492288F1-7F12-D886-43C0-653B9E926674}"/>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961C7A1F-816E-2AFE-CE50-98AD000E0B4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5DFA623D-0CAE-37DC-F571-225885D4AC0D}"/>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771DFDB8-56B8-4666-D9F1-5B070DD061D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B214E9AF-69D6-265B-E3A8-0E71C6DFA201}"/>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015340A5-6C75-3416-74DC-2D3AE592F74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806823F4-3DC8-83DC-EE39-8178E0655191}"/>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32EA6F10-2383-E7B8-5C54-E53D2951E948}"/>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8B734AD8-C490-FA84-CA61-FB4FF0C9535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B07C4D98-828D-AD31-89C7-C10F17975AC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A729DA5-CD9E-9247-F85E-D9948A4D6E8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C69A4D98-B9CD-3847-61A9-645A04890861}"/>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1F71D0AD-093B-26EB-252C-4DBFD4300A59}"/>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ED197AFF-ECAF-9813-BBAF-5E719C08C86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1B9408B8-7946-E415-8760-C003E369217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E5167E6E-FA4B-6726-E0F4-91DF095BE22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4BEB799C-D675-E39D-848D-6E40CB58DF1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049BC670-CE14-18D3-AB1A-37095BCD6A47}"/>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452EC907-EFD9-A6AE-F40B-3E161126630C}"/>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CC93B913-B16C-A31E-A4DB-56EBA0DE8C57}"/>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81B02DFF-59C2-2D8A-F2A2-BCC326A3578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BC42E4E0-D8FA-D477-4E41-F5A185349B9F}"/>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CFB40D85-41D5-73D2-2674-58C661A81D6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D49A3F9-6415-8F0B-CDD2-34C95626208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B314BE6-E9C2-33DD-CCB1-37CD5AAD71C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CF206E1E-55E4-BDC5-B31B-1142E8537655}"/>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54A86084-82E2-D151-DA7B-22732E9A855D}"/>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F7709E10-DB46-0797-78C4-07CA87434DC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21C7E334-5F8A-8AEC-50FF-D3885AAFB18D}"/>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D5BB42E1-CED7-1299-0E48-EB4C57BB682F}"/>
              </a:ext>
            </a:extLst>
          </p:cNvPr>
          <p:cNvSpPr txBox="1"/>
          <p:nvPr/>
        </p:nvSpPr>
        <p:spPr>
          <a:xfrm>
            <a:off x="5147734" y="3572192"/>
            <a:ext cx="570089" cy="230832"/>
          </a:xfrm>
          <a:prstGeom prst="rect">
            <a:avLst/>
          </a:prstGeom>
          <a:noFill/>
        </p:spPr>
        <p:txBody>
          <a:bodyPr wrap="square" rtlCol="0">
            <a:spAutoFit/>
          </a:bodyPr>
          <a:lstStyle/>
          <a:p>
            <a:pPr algn="ctr"/>
            <a:r>
              <a:rPr lang="en-US" sz="900" dirty="0"/>
              <a:t>345679</a:t>
            </a:r>
          </a:p>
        </p:txBody>
      </p:sp>
      <p:sp>
        <p:nvSpPr>
          <p:cNvPr id="54" name="TextBox 53">
            <a:extLst>
              <a:ext uri="{FF2B5EF4-FFF2-40B4-BE49-F238E27FC236}">
                <a16:creationId xmlns:a16="http://schemas.microsoft.com/office/drawing/2014/main" id="{621C8D05-2C1F-04F2-55B5-ECEBD26164E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D35C7A9F-90A2-4AF9-5DE1-B6E9E0C848C7}"/>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5CDA0149-2233-C4BC-7D53-93BA2516148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9CCC4F4-ACC6-BE3B-DB35-6431C3B8C18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660B07F2-6485-2F22-205C-020B924F31A1}"/>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71E13FAC-A727-FC2B-C055-A50E46D969A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54EFC18E-C988-EC85-7EF1-5D62AAD34427}"/>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4C386155-B32D-B78B-FB82-D3229142E92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08824786-ED98-721F-F9FE-F04C88184E27}"/>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9048E311-39EA-D10C-A89C-734A292C705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971BA71D-6546-32C2-16F9-12034C7CB2A6}"/>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1765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81162-56B1-6B90-F0DF-B6C6F3AE1B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E79EF1-655A-C190-782D-BA6A998AB394}"/>
              </a:ext>
            </a:extLst>
          </p:cNvPr>
          <p:cNvSpPr>
            <a:spLocks noGrp="1"/>
          </p:cNvSpPr>
          <p:nvPr>
            <p:ph sz="half" idx="1"/>
          </p:nvPr>
        </p:nvSpPr>
        <p:spPr/>
        <p:txBody>
          <a:bodyPr>
            <a:normAutofit/>
          </a:bodyPr>
          <a:lstStyle/>
          <a:p>
            <a:r>
              <a:rPr lang="en-US" dirty="0"/>
              <a:t>This 3-thermometer can contain no more than one of (1)23 or one of 234 in the lower two cells, or more than one of 345 (or 789, which we dealt with previously) anywhere.</a:t>
            </a:r>
          </a:p>
        </p:txBody>
      </p:sp>
      <p:pic>
        <p:nvPicPr>
          <p:cNvPr id="4" name="Picture 3" descr="A grid of sudoku puzzle&#10;&#10;Description automatically generated">
            <a:extLst>
              <a:ext uri="{FF2B5EF4-FFF2-40B4-BE49-F238E27FC236}">
                <a16:creationId xmlns:a16="http://schemas.microsoft.com/office/drawing/2014/main" id="{8715CD0E-60B7-D90D-A3A5-A6C4B8CC81C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6AF8631-4CC2-6FBD-2803-15E3CB21E8A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840A9F-314B-0D3E-9600-142AB29E628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1625C3-E839-B8C1-A3A9-5D7532F8DE0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8EA7C3C-F8F1-E011-2A23-919370DE51F5}"/>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011F140D-201C-174E-2140-5E9AF47D0D09}"/>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77258F39-21BA-0283-8A8E-7C88EA28F50C}"/>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29963BE3-212D-5994-6AF4-D5DA446FF9CF}"/>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59867326-3008-9D90-5A01-EED80B1186C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5B9047CD-9C1A-F100-6D7D-755708AEEC79}"/>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D1C82B98-8946-6EDE-ADCA-F794F346400B}"/>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F13B7035-7E66-55D1-C4F0-6A1DB3E93BE8}"/>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0EA54395-12B4-29E4-333C-498137EA0676}"/>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F26287A-55D2-3A28-8B0D-B8D7D0C5213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CDF35589-6EE9-4E11-692F-58E219179736}"/>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EFE19D99-50ED-52F0-C023-FC5F1864ADA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89C9B62-061A-1F7C-819D-815268B1C578}"/>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89AAECAE-C0DD-5722-3FFD-51763149F2E0}"/>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56A11560-A2A5-8547-4FFE-BBF0F58D9CAF}"/>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F428385E-AFA8-276F-B384-37DF81FF03A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1285E0C-07BE-3C93-7A0B-28F209A34500}"/>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8A3B59BC-24C7-A076-D51B-826964B3179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E70C4859-3BC2-9EB0-B9B9-85562CBDEDA2}"/>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E083EF49-F2B4-4E47-15E0-58DA7070CDB1}"/>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8B4DD66D-EC76-142D-DF83-78CBDD8CE7C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C19174D4-3FCC-6E13-ACB8-4316A7B152B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0CEE397-CD1A-A998-FC1C-9F21D7B30E3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564247D-AEC5-1FB3-6914-DBEA166C0719}"/>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7A37EE03-C43B-7518-0AA0-8DC3D40E81FE}"/>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9325D741-3AF8-7083-C8E0-C8767E37623D}"/>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E1A50E9A-B399-AFCF-2B64-B9FF223530D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80C12E3-52A9-646E-DDDE-330D1464473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DEDC6062-154D-7729-44B9-8F0A1B51C1E6}"/>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48BE680C-12A4-88C7-8AA7-834F5544ECB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4E67C810-723A-E888-6551-6DCD07C7B60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280F124-8F3F-4445-F300-2C8F4AF4F769}"/>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E36070FC-D6FF-4857-799A-4F25466697B6}"/>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438A8349-6637-FE37-C7BD-6BBF85DDE4D1}"/>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4ABF7C84-9ED8-06CA-A27F-4C7FC277D7B3}"/>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D14291C7-2D6C-8523-4F78-8D87E9240B81}"/>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BC6308A0-5FD3-9189-C03C-47E591E28B6B}"/>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6FAAB36B-6494-0098-3E78-CBC3F11512F2}"/>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7A042B1B-1B79-92A3-D15C-463DD0EBC3D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9F3EE8D-8B21-5316-5A06-C522C9853F9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7DB292D-1AA5-B056-693E-FFF67B6A0CB0}"/>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68FF64DE-9988-8402-3658-51B69C141952}"/>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147CF4D0-C621-D57E-8412-949005E44D5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B1B1694A-F57C-44C0-B03E-9AB62AD3A5E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18741C16-38A1-D844-7A6B-4BFBD3678EB5}"/>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53DF526C-3646-9E0F-F083-46C5173F0E65}"/>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EE73FF93-C869-4EF4-5590-7D98C4ACD6E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62735BB-9DD0-8038-692A-32F9507F8464}"/>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FC458447-2869-122D-FB1D-3179B2CA46F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D43EE7DE-1D8F-3623-A320-8591E82CD9D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30480FA6-E3A7-0226-9313-A1D5EA514EE2}"/>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B663B8BA-2BB6-DDE1-2127-B279B37E58A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24D8E0D5-6D82-F473-34D4-843FCFF444B0}"/>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69183F20-C353-2220-0D84-B42E749D2C52}"/>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8D6CDB2C-A00B-E115-70DC-D627BC843EDA}"/>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1B4C26C4-9F58-961A-0DBC-A98E68DBAA4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D76BB7D7-2656-986E-FEB7-97DB6DC98BDA}"/>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1084649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E9B6A-9D56-3A3F-D27F-BB448850AE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57AAFC-001D-7DF2-6ECB-4655EF02D2DF}"/>
              </a:ext>
            </a:extLst>
          </p:cNvPr>
          <p:cNvSpPr>
            <a:spLocks noGrp="1"/>
          </p:cNvSpPr>
          <p:nvPr>
            <p:ph sz="half" idx="1"/>
          </p:nvPr>
        </p:nvSpPr>
        <p:spPr/>
        <p:txBody>
          <a:bodyPr>
            <a:normAutofit/>
          </a:bodyPr>
          <a:lstStyle/>
          <a:p>
            <a:r>
              <a:rPr lang="en-US" dirty="0"/>
              <a:t>This 2-thermometer can contain no more than one of 345, 456, 567, 678, 789. Allowed (the 3-thermo): 12 (36[79], 46[79], 56[79]), 13 (26[79]), 14 (267), 15 (267), 16 (237, 247, 257), 17 (236), 19, 23, 24, 25, 26, 27, 29, 36, 37, 39, 47, 49, 59, 69.</a:t>
            </a:r>
          </a:p>
        </p:txBody>
      </p:sp>
      <p:pic>
        <p:nvPicPr>
          <p:cNvPr id="4" name="Picture 3" descr="A grid of sudoku puzzle&#10;&#10;Description automatically generated">
            <a:extLst>
              <a:ext uri="{FF2B5EF4-FFF2-40B4-BE49-F238E27FC236}">
                <a16:creationId xmlns:a16="http://schemas.microsoft.com/office/drawing/2014/main" id="{1BB0A080-934C-D00B-DDFA-3D087174BEA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B0D4C4-CBCB-480C-A1D2-566174D2E05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A5B633E-D7CD-BCF9-BD19-4F67A1F0B60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EBFBDAE-C589-DA85-7EB7-DBEEF3B492A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63B0C16-9BF5-4FDC-6DD6-C779A88E94A2}"/>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860D0E0B-9603-F367-3A3C-818F488B5AB1}"/>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F4FEC897-BC54-06F6-264F-EB1B6C68D40A}"/>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A762089B-D1C8-6062-86E3-28A4F026AC67}"/>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350E016A-3D5C-0C9F-25E6-E02D0EE24CBE}"/>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5C4456DD-10AF-06AE-1819-35C218A7F48C}"/>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4772C914-A257-2C39-FB5D-8C23EADBA6AD}"/>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9E1C65E9-C1B4-FC76-8A8C-A4BEE780C64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D1116B5-B180-6A07-8095-CFEB9469BCD5}"/>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25C8FB9-8D8C-6B5E-FD87-E76F2F0258E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3CA73AEE-7ACA-F6EF-C9C5-4C0B6F25015B}"/>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9C92B26-B391-C048-6316-C56431C4E43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3C621CA2-71BC-22BE-17AA-0C171CFD0AD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E57093F2-EC3F-80AD-E0FC-945D29F516A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C1F73111-2490-E31D-0D93-3D1352AFC7DD}"/>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06025407-E170-771F-4BF1-58F49FF8C19C}"/>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6CAB3DA-855C-81C6-7D7E-0940D6F3328F}"/>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7148BDD-1FC3-24D7-1003-E522C59D62F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DC4D2570-F9E6-CDD1-D232-17FD00C51BFA}"/>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92B8475F-3234-3D6A-B643-209C71454894}"/>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90B80D0A-94CD-E703-806D-5CEFB60D6B24}"/>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12F0A7B4-2514-85B6-A915-C617E57C989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C9ADA1C2-202B-64CB-BA97-ACAF37B6655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3783C6EE-B5F0-B680-71CF-B85816E245A1}"/>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33CC5BAD-7FE7-716F-F7FF-2CC24ED509D7}"/>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E4E63177-B722-1941-8737-ACD2B7138884}"/>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C3BF887-7726-8040-8F4B-D0992E588DAF}"/>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5889076F-E58E-EF48-6ECE-696E47F3B95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F1D7EF1A-C444-B4D4-B4E1-854848C88AF8}"/>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39444AF6-F3A5-A073-02E8-C599573C524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4CBACA1-4F99-AE40-54EB-4A0F59F1C85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11AB403D-5CED-2784-E11C-B4EC10978A16}"/>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28A2CC81-83C8-B626-CED7-D534C2CB4867}"/>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65C0047E-8930-A0F2-B38A-1E9366158B66}"/>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ABA22238-93DA-1E5F-D9D2-193D9FC2B790}"/>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C42A7B35-4107-72B7-9885-0867F6D5D0D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F7E27372-B5C0-DA89-E7A2-8A34B8AAD26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49C3B3E7-B704-BECB-7232-7D18CC0D3CFE}"/>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3CC78109-2786-0887-22AB-6C3C5942050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E3CF538-57AE-3126-E0E4-4C93782D203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CFB3FA7-B5FB-7235-B4CF-9EE52BFB2B5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BEC4A5D1-15B0-D5BF-3047-7814E08D626A}"/>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96809B7A-C33B-8D83-FFD8-E01E10E3BBFF}"/>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F8E37792-2ADC-2792-58BA-EEFA84B7580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99E8889C-AC8E-61AD-B143-E2C910F49AAB}"/>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08A4151D-C2D9-12BC-83E0-601912BA70C1}"/>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5CD1FE7E-4A3C-F715-2F4C-06EB7F30DD0A}"/>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0BD7958-2470-8282-0EEC-48549EA85693}"/>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2474678B-6B60-8810-E84D-30CA523D9BF4}"/>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71FADA39-5537-3121-6D91-9F78681DC3C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BDF15D84-7397-6398-BD8E-B0B0C0256BB7}"/>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0981495D-0B94-A86A-F5A7-8A60BC1BB5B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DBDA231F-CC0D-E0A3-A4D9-D741F5076AE8}"/>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7A3E6DDC-55FF-AF16-E1BD-BB4DD97B613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37607404-28F6-5E28-D359-58827BA83137}"/>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95E19F4F-C646-DED1-6F7B-714158001C94}"/>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E9DA75DC-1292-BA55-A5AE-5CD7FB8E6B50}"/>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Tree>
    <p:extLst>
      <p:ext uri="{BB962C8B-B14F-4D97-AF65-F5344CB8AC3E}">
        <p14:creationId xmlns:p14="http://schemas.microsoft.com/office/powerpoint/2010/main" val="850779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8CE5750E-CB3D-AB25-FB67-F5688D3F3D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92DA94-2E91-8772-BA73-D47B4575C095}"/>
              </a:ext>
            </a:extLst>
          </p:cNvPr>
          <p:cNvSpPr>
            <a:spLocks noGrp="1"/>
          </p:cNvSpPr>
          <p:nvPr>
            <p:ph sz="half" idx="1"/>
          </p:nvPr>
        </p:nvSpPr>
        <p:spPr/>
        <p:txBody>
          <a:bodyPr>
            <a:normAutofit/>
          </a:bodyPr>
          <a:lstStyle/>
          <a:p>
            <a:r>
              <a:rPr lang="en-US" dirty="0"/>
              <a:t>There are two possible places for 7 in Row 7. A small digression to show that it can’t be this one.</a:t>
            </a:r>
          </a:p>
        </p:txBody>
      </p:sp>
      <p:pic>
        <p:nvPicPr>
          <p:cNvPr id="4" name="Picture 3" descr="A grid of sudoku puzzle&#10;&#10;Description automatically generated">
            <a:extLst>
              <a:ext uri="{FF2B5EF4-FFF2-40B4-BE49-F238E27FC236}">
                <a16:creationId xmlns:a16="http://schemas.microsoft.com/office/drawing/2014/main" id="{3E596802-9E0E-C118-2EF6-54E15BC1CF5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8CA48B4-824F-E83D-3CA2-CEF99627F28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74A797-E3C3-60BA-7BCC-F155CB43075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64AB562-1F4F-76EB-B876-C45BE580CE5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1966DDB-31F7-DFAA-42D5-AE67140FB08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90E07F6-0CA9-FA5E-F0BF-36A4F94DBE4A}"/>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AC671CC2-0DAA-30B9-75E0-8424E0C56110}"/>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854C2A45-2558-9CD9-CCEA-C670552CD8F8}"/>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4A928AA0-CA18-0C20-5900-78579A3CE4F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5A6EBFB6-85C5-29DB-4BEC-7DABF8659AA1}"/>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C97332A7-280C-5EDE-E26A-3124CBF159D2}"/>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EC7B283A-BF14-2CEA-53E9-0334D378E1A1}"/>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D0105E92-D9A1-3353-F479-85A6CD379B65}"/>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F8E0B56-C30D-85E3-F7F2-E5D6ABA431DE}"/>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0B39A1F3-14FE-6DC3-BAF1-B1D131E2B0C3}"/>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3284868-EAF9-619E-990A-690A96FE9D2A}"/>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955F6D80-CB58-2761-E7E5-5080F15FF3A6}"/>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8C47677-0541-6318-90F4-3C5383336C88}"/>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7E987C7F-733F-BB84-E749-27A999018947}"/>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35B2B603-0658-A84A-0431-F53753A29E9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AF7450A9-2B66-B8B0-2A9A-0808C95B9D9F}"/>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7E76F43A-B235-436F-FE14-AFB1B58AAB3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0EF10079-3CAC-E0D6-44AB-E1132E2DA671}"/>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80EF50C1-08DE-7BB1-7484-58D331EAFD6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5C2339F3-EBF0-FDA3-E146-24215F7F8F9A}"/>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3E89EFD-9803-8C28-0560-2375D5F4084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85AEFA8-053D-00DA-6391-0FE1F89766F3}"/>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7D1BB38F-992C-5D8A-991A-54688BA53BFD}"/>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C7A046D2-A739-BB8C-9F31-19D6781C1BB6}"/>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645654CC-4E03-EB11-4BE6-04D77C1512B6}"/>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3218782-97CC-B432-133D-1E517180C40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94F58CA7-4A3C-1EA7-5447-DBA3FACA5586}"/>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5" name="TextBox 34">
            <a:extLst>
              <a:ext uri="{FF2B5EF4-FFF2-40B4-BE49-F238E27FC236}">
                <a16:creationId xmlns:a16="http://schemas.microsoft.com/office/drawing/2014/main" id="{FD08B646-6E58-6D09-33C3-AEFDE275A5DB}"/>
              </a:ext>
            </a:extLst>
          </p:cNvPr>
          <p:cNvSpPr txBox="1"/>
          <p:nvPr/>
        </p:nvSpPr>
        <p:spPr>
          <a:xfrm>
            <a:off x="4645378" y="4081019"/>
            <a:ext cx="570089" cy="230832"/>
          </a:xfrm>
          <a:prstGeom prst="rect">
            <a:avLst/>
          </a:prstGeom>
          <a:noFill/>
        </p:spPr>
        <p:txBody>
          <a:bodyPr wrap="square" rtlCol="0">
            <a:spAutoFit/>
          </a:bodyPr>
          <a:lstStyle/>
          <a:p>
            <a:pPr algn="ctr"/>
            <a:r>
              <a:rPr lang="en-US" sz="900" dirty="0"/>
              <a:t>67</a:t>
            </a:r>
          </a:p>
        </p:txBody>
      </p:sp>
      <p:sp>
        <p:nvSpPr>
          <p:cNvPr id="38" name="TextBox 37">
            <a:extLst>
              <a:ext uri="{FF2B5EF4-FFF2-40B4-BE49-F238E27FC236}">
                <a16:creationId xmlns:a16="http://schemas.microsoft.com/office/drawing/2014/main" id="{08291855-9CCD-E51F-B0A1-3EA0127FA02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DA7CEE1D-A2E1-87EA-ED57-24A09EAF794E}"/>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ADCF2665-743B-635A-7F44-FB207CDCEB08}"/>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C88F5FFE-030C-7AFB-31B7-C5EC8DA1967D}"/>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28152371-9718-870D-84F4-BC1A16BCD946}"/>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9302C1F-A608-B073-06C3-FC0C64C7F5A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4692BB74-24A3-1255-1991-904EBAC1F8E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8F596E3A-EBBE-C93A-EDA2-1050039CCBF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FFA46A4F-E137-B813-4D7D-A92C82D2272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D36FD8B9-DE5D-7681-6618-0AA21D4B49E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3A4BBD7-CFB5-5C04-5AEB-7D28A6AC038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96E0AB0-F40D-3D90-F3E0-9A22378A0F5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9A77D96F-7E2F-31C8-8F15-BA96CF21F7D3}"/>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CB16B82C-80DA-626D-F024-C2967DB685E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9DE5B2CF-8799-810F-FBF9-DF28ECB2D94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B9FB9E5C-11C2-FDAA-53A9-B4D94E1A636F}"/>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61374B50-48CF-64C3-94D9-D4DB53FEA4B9}"/>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01AAF0D9-AC22-E27B-67CE-6556BF10FC3A}"/>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D5C581CB-8CEF-1131-63FC-F9F6D62D8B93}"/>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705D2ED7-8B5E-377D-B16B-475038402CD0}"/>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E6ACB102-95CF-52D1-B523-31E07CAC4487}"/>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118079DA-88B5-BDC7-067E-503BCD51FB90}"/>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B4E7F74D-3A32-CD91-94A4-CA0D8989E61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1" name="TextBox 60">
            <a:extLst>
              <a:ext uri="{FF2B5EF4-FFF2-40B4-BE49-F238E27FC236}">
                <a16:creationId xmlns:a16="http://schemas.microsoft.com/office/drawing/2014/main" id="{E99A0884-C95F-1D50-EAF9-68FC60B291E5}"/>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0748FA92-A33C-1D99-D401-10D0F650436A}"/>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6611FB01-AAC3-1380-6534-A499204BFBA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A94CC729-8EDD-D35C-43C6-3933DD4EA435}"/>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F7004AAB-99F1-F0B3-B699-2C35B7A3FB0B}"/>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283364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B7F8F-81C3-5F03-A04F-21C3C44002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7D8FCC-B05A-3DB7-D224-082DB08A7CD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07FB9A0-25B6-78F5-EF13-07966243B01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919E42-8BBF-A50E-2F1F-64AE7A97765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9A8A718-57D3-868B-137C-2EA6618310E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B508D6-9E2C-18F5-2D49-9E649D31739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D300097-E71A-25AB-7B18-9F9B7C408A81}"/>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06A0D237-5937-B0EB-25FF-14D6531F4DEF}"/>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69C88C7A-F624-9691-BC38-48CBA8FA326B}"/>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7D1806D3-CCDC-61A7-75C1-4BF80C27D0B5}"/>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6EED926D-1A24-D8CF-A356-9CAC6C6B1CD7}"/>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D4B79CD3-F892-8508-D60E-FB4C035C8E7C}"/>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0CBB413A-FC77-4F72-BED9-66D8B6B42EC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0FAC6ECB-A6DF-0687-8FCF-3DB8D129A7E6}"/>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30F873E9-CD0A-12D8-779F-6936F9FD9D59}"/>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8D260CA-551E-986F-4D58-FA30E1627B91}"/>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85EBD03B-EA05-0CA8-9C53-B2BC09A37F14}"/>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56B9AE7D-87CB-BEA7-1786-546C8FF60909}"/>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C5749F75-CE86-176A-C041-4466444E3359}"/>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950E67BB-D3ED-8770-A927-7FBCA3A0D9B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B65496ED-7BCC-8511-912A-F4D089D26728}"/>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800D7714-98D8-41DD-C710-6F6B185E935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E28075A6-C411-9835-0DB1-E41268BD13DD}"/>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0B052655-4BCE-2FE7-0131-F563FCF3677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AC6E1411-50D8-472A-B417-FEED41FC7599}"/>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1E23FF4D-C17A-0D9B-6239-83192E2257ED}"/>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EC8CA50C-9AF4-9055-AD16-3A2A06F53EE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9C96C177-B010-83AA-7D52-7FF47AC508C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2519855E-AB0D-0F4E-D9F5-76F7DA6A0D6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C5CCDAC2-3C1E-888F-558C-E70CBA51BEE2}"/>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A5828243-849A-925E-85DE-29263B304A8C}"/>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56A9A262-A448-D4EF-AC06-AF15BDF7ED64}"/>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8" name="TextBox 37">
            <a:extLst>
              <a:ext uri="{FF2B5EF4-FFF2-40B4-BE49-F238E27FC236}">
                <a16:creationId xmlns:a16="http://schemas.microsoft.com/office/drawing/2014/main" id="{FFFC3A10-6028-730D-2AD0-4E00D49D408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87E4FBE6-DBA5-3DE1-EC32-7912521090E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AD06CDA-8343-7236-8410-FC36848D22AD}"/>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4B4C7A81-DD5B-33FF-DE5D-BFC6C6798C02}"/>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C7CE6033-7578-A636-6EB3-9637903102F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BCBAE196-11F9-6382-CA91-85A53DFC40D0}"/>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284F706A-ED6D-E456-6D6D-F4B5915901B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81DA89A4-EF2A-D46F-99B7-3621FF74814A}"/>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8624F427-2A88-C626-C540-305960F9BBC4}"/>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F583BF89-CC0E-D72D-E267-B72F8A69EE3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0F1DC62-BF29-349B-B0B1-A9A0809D5B5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D814F96-2393-97A5-7BBB-89EA379A4F0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31A644E0-9EB0-5B40-A34E-046658B4B561}"/>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F5043485-27DB-12CC-7527-97B6C9D958BA}"/>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A4B661C9-081F-96E5-F64D-07FBA0AC750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A54C5B64-DC80-4CE2-3539-C1D677AABC25}"/>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13038CA4-F0D9-C644-D137-A4DFCCB94ACD}"/>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99D64228-BE4E-3CB1-4416-CA0A6D9C4AA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DD6DB845-041E-9A60-8CA8-4A4801B46E60}"/>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9BCBBD92-06D1-471A-73EC-7D06C2EB6307}"/>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DA1BB4D1-9C66-1426-C7C2-4BF7DF44C152}"/>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B0BFA515-E7AF-FF72-A558-022982311532}"/>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62" name="TextBox 61">
            <a:extLst>
              <a:ext uri="{FF2B5EF4-FFF2-40B4-BE49-F238E27FC236}">
                <a16:creationId xmlns:a16="http://schemas.microsoft.com/office/drawing/2014/main" id="{F67C632E-682E-2C9F-127C-A73B4FE1F8B5}"/>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609AC05E-E82C-9905-26FC-024EDE07FC1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DA543515-242D-BD10-23E7-920DA47A27D8}"/>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140B27C2-0642-8FE9-74F9-52DD73B15553}"/>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821E8477-EF2C-B2F5-61A5-35BE388C76D7}"/>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5949D677-2F16-BE3E-381D-3F8254AAB412}"/>
              </a:ext>
            </a:extLst>
          </p:cNvPr>
          <p:cNvSpPr txBox="1"/>
          <p:nvPr/>
        </p:nvSpPr>
        <p:spPr>
          <a:xfrm>
            <a:off x="4216401" y="374122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C43FF1D5-2F40-31D7-295E-0DFC2A32DBD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458DD83E-C3D8-CD51-5137-11A86E12925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33600C12-E6F0-1BF5-B487-4D5D82B63E4F}"/>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591004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6593D-7CFC-F318-A444-8505A915DA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51E4B8-69C9-2CE7-65C4-9F4A1A18F8E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F78D6BC-E24B-A27B-FD97-69FB478597B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164D0A7-6776-A918-8277-38D50CE1BE4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DDD402-C01C-CE83-D047-F864B32FB85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98F21F-D85C-F0AD-9C1C-9951EEFA05C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4FBE116-D39B-E1CB-0234-A6F9567C958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29E7EC7A-7B43-4DC7-55F0-0B09899AF55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14879251-A8AD-9F0C-55AE-F055D15EA383}"/>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E9529692-B6A9-3956-960B-9A4DC24AFB7F}"/>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D73382F-8B3F-4CB4-E4C7-23FE7EC8345D}"/>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8DDC292-E624-C2F2-2E00-DF8C043CD6CC}"/>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41980F06-05A4-DCA4-3F8D-04874DFE1D04}"/>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80B9820D-3665-7309-E9D6-31CE4C4A66C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C94D66D6-41E4-4432-D32F-0D2B3AC0E0B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51904ED-C251-0064-A4A2-26BCF0405CCE}"/>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7D033813-93C5-6C5E-57F4-EC5B0A4821D8}"/>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917A1356-EA86-BE16-8461-3ECC3D6216B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D3FBFF83-4B13-806E-8B7B-2E7C82F65ACC}"/>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95BE272E-49CF-9825-ADCA-2E2A350E27B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CBBE5519-31F3-2D77-B61B-C046A56B5A92}"/>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A00999DE-7C5B-FEC3-C9A8-D7370A4834F4}"/>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F828D6E-AC88-43BC-91C1-375DF0096718}"/>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96F8CF45-84C8-A433-5714-F6C409E25325}"/>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3107CD45-3F90-CD46-AE2A-B2A034F54682}"/>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A06ACD37-89CE-5E54-4334-9D82989477B5}"/>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74184337-E792-D524-6488-507B60D86AF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48C73D08-F307-3A41-84AF-4A18FC6D08D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2B16F426-A242-A3B9-082E-46826DC0B80A}"/>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AC1DF517-A4A1-F095-3C18-8BB40BE32F94}"/>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A62D457C-632B-1626-507E-F8D5C5A0F78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B55FB336-ACE9-EFA7-C8EA-4C06DD3157AA}"/>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8" name="TextBox 37">
            <a:extLst>
              <a:ext uri="{FF2B5EF4-FFF2-40B4-BE49-F238E27FC236}">
                <a16:creationId xmlns:a16="http://schemas.microsoft.com/office/drawing/2014/main" id="{03AD05F5-1B4E-5AC2-683A-C9A7079DF7C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596CC385-3CC2-B50A-59E9-FD12ED442A29}"/>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C37B261-7E5F-C35F-B063-EF98545DE4B2}"/>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A365B286-C91A-454B-2875-FEADF8855724}"/>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4036F53D-47B1-095A-46DB-79BBDAA4503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06A0256-BD23-FA22-B5F4-F64D34C55A3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959AABD2-2936-6594-9600-20120CB243F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11E03AF8-1E30-3540-6953-4458BE6FC44B}"/>
              </a:ext>
            </a:extLst>
          </p:cNvPr>
          <p:cNvSpPr txBox="1"/>
          <p:nvPr/>
        </p:nvSpPr>
        <p:spPr>
          <a:xfrm>
            <a:off x="5650090" y="5075024"/>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EE1F7DC5-0137-D576-F366-199790EB5E5C}"/>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CB023DED-2083-D4A0-1370-E0C0F5EF278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0BC7B66-3EBE-731F-7C3F-034C1D075CA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C4380AC7-6C8E-44C3-A577-5024803064A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BC4F72FC-39B0-5A25-DCF2-1319544FC42E}"/>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00315CCC-4863-56F9-9083-206E5195A434}"/>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37C9C52-1786-CCFB-55BA-019F1C92CC1A}"/>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1CAD84BF-E61B-5517-EB4F-71F6EA636680}"/>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7C0633E9-D84F-AF95-D86A-6DDF63D016EF}"/>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762C75E7-10C2-65DE-185F-AD63D5E74541}"/>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CE3E70D7-61B0-A787-5044-D55189750229}"/>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B731650F-F797-EB49-52CB-0EEA2DDD37A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9558E64-E236-F31F-ABD5-5CCC8FF0F4E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91A0181A-845A-37F5-65BC-1AF05227198F}"/>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62" name="TextBox 61">
            <a:extLst>
              <a:ext uri="{FF2B5EF4-FFF2-40B4-BE49-F238E27FC236}">
                <a16:creationId xmlns:a16="http://schemas.microsoft.com/office/drawing/2014/main" id="{80187F98-7738-5D5C-9D3E-53C6A9EACD54}"/>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FD11D0DA-1BA8-ED1E-FE60-50F8C4FC813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E1CB8833-E2A8-C0CE-F7ED-F9694F916C72}"/>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25004A5D-A19B-E9F1-A7E7-8DE18AEEAD83}"/>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48FC0031-0B0D-CF82-E63C-3ED193656BC9}"/>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2F969604-ADC4-4C76-0857-65F4658FBA63}"/>
              </a:ext>
            </a:extLst>
          </p:cNvPr>
          <p:cNvSpPr txBox="1"/>
          <p:nvPr/>
        </p:nvSpPr>
        <p:spPr>
          <a:xfrm>
            <a:off x="4216401" y="374122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C7B4BD18-A006-206C-4ADC-8027F6B4E54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404400A6-CDDB-5DAE-B9F3-14C9A0BDF6A7}"/>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5E14EF8-D597-DF5E-3CB6-47F013EE611C}"/>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878838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5F38B-2995-5EC9-EA0C-9532E9D23E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93C9B6-D2CD-368E-410A-866CA240229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041E88D-0E48-4E8D-0F6E-EA3A7E1B341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0902BC9-1967-AC0C-4BBC-B917C0400F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09EB9E-663F-3475-C374-A0F3C1C862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F1E30B9-B321-53DC-EB84-786E910EEA2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E8AF4C-0B98-9646-049D-82E5AB764150}"/>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576F187-4DC8-1270-FB49-F41543E65E82}"/>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D3AB16EE-58BF-EADA-54AD-9B5AEFA9E807}"/>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E5E47F0D-7C81-34D6-33A7-9E5ADDCD5389}"/>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C45F7238-4476-627A-6CD5-E5D19C65AA2E}"/>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2B538813-3762-544B-C893-A7A833F1D75B}"/>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F37561DB-07B3-BDF0-FD14-0D270E9C634D}"/>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9A061989-E969-EF8E-3352-CCE0A835384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7D5B925E-10BB-6AC4-8358-B9594613F26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C8A0F44-FEB2-F190-0930-9CC66F15FE97}"/>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03FB5A46-EF52-FEE7-7EAE-4879A3839866}"/>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CE8E89A9-86FD-A179-A4E0-248B62898F3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B3165665-346F-E4A1-ED3F-2159709F5928}"/>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42D9E6AA-FC6D-0662-6F98-310015B5375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08AEEA4F-5E0E-1BE0-002E-396D9B1C1F5C}"/>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CE4CC610-7A18-0583-6C4B-8C1F4399F4A9}"/>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5B77C8A-6CBF-130E-9751-521BF6A7677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99B4C1C6-D0C4-9EC7-DAAF-E7814C96D63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4E086013-B6F1-53CA-F192-9F32EBC05BAF}"/>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DC3548C6-8289-E28D-DBE2-936E885BE05B}"/>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F3C157DE-7C1D-ADD9-B879-4290026E8C94}"/>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53F52868-E71E-B9DF-8BE0-32C621102D4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5136AF9-B7D7-1DC7-3F55-F0DE05EA45D4}"/>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FA1642AC-8C9A-CB0E-C0FA-6241B83C3075}"/>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2AEF7219-E54A-093C-8919-D30A9582301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4D34F2C4-DA1C-D922-D1AB-2C7F8A25CC4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8" name="TextBox 37">
            <a:extLst>
              <a:ext uri="{FF2B5EF4-FFF2-40B4-BE49-F238E27FC236}">
                <a16:creationId xmlns:a16="http://schemas.microsoft.com/office/drawing/2014/main" id="{A2B961AF-54FB-530D-7538-D3E801B8164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6B5F0EB-1506-8D16-CE3F-F60C82AC96E8}"/>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2" name="TextBox 41">
            <a:extLst>
              <a:ext uri="{FF2B5EF4-FFF2-40B4-BE49-F238E27FC236}">
                <a16:creationId xmlns:a16="http://schemas.microsoft.com/office/drawing/2014/main" id="{02D3F0C3-C6B2-1F9C-6822-387B7270E6CB}"/>
              </a:ext>
            </a:extLst>
          </p:cNvPr>
          <p:cNvSpPr txBox="1"/>
          <p:nvPr/>
        </p:nvSpPr>
        <p:spPr>
          <a:xfrm>
            <a:off x="6152446" y="4282414"/>
            <a:ext cx="570089" cy="230832"/>
          </a:xfrm>
          <a:prstGeom prst="rect">
            <a:avLst/>
          </a:prstGeom>
          <a:noFill/>
        </p:spPr>
        <p:txBody>
          <a:bodyPr wrap="square" rtlCol="0">
            <a:spAutoFit/>
          </a:bodyPr>
          <a:lstStyle/>
          <a:p>
            <a:pPr algn="ctr"/>
            <a:r>
              <a:rPr lang="en-US" sz="900" dirty="0"/>
              <a:t>67</a:t>
            </a:r>
          </a:p>
        </p:txBody>
      </p:sp>
      <p:sp>
        <p:nvSpPr>
          <p:cNvPr id="46" name="TextBox 45">
            <a:extLst>
              <a:ext uri="{FF2B5EF4-FFF2-40B4-BE49-F238E27FC236}">
                <a16:creationId xmlns:a16="http://schemas.microsoft.com/office/drawing/2014/main" id="{141A2BFA-48AF-321E-D74F-EA20B667A76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E7D80913-6F74-2164-1E20-DD45A881D23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EC43479-02A6-8A91-0A73-7415CE9F22A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BE18681-3F89-AF64-F343-3C198E7E0F8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462DF69C-E911-208E-9032-A8D019C0D698}"/>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B795A883-1DDF-5EF6-EAF2-FF281CAD9AC6}"/>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96E4E469-A75E-B5C7-F1C3-A4CA6B03A6D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479B6D8-C0DA-BE8F-D129-04EAA98DC0CA}"/>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A128014A-0536-8EFA-EE04-D813A468FD07}"/>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AB7FBCA1-F6FC-DE1B-2BDF-F3F78D406CD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BF499001-6785-2B5B-4A42-9143FC9ADF40}"/>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D393709D-2915-6439-82E3-E0507B61C4AA}"/>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577F461B-9B7B-5166-9C78-35C5A9E18CDC}"/>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973EB954-3F82-AFE7-36C9-0745B27E30B9}"/>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62" name="TextBox 61">
            <a:extLst>
              <a:ext uri="{FF2B5EF4-FFF2-40B4-BE49-F238E27FC236}">
                <a16:creationId xmlns:a16="http://schemas.microsoft.com/office/drawing/2014/main" id="{D2348B9A-39DB-5D1E-281F-41FB64FFAC07}"/>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75C60C0C-2E96-9F76-BECE-CBBE25AECFC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8C877C39-366F-924A-0F71-32D746876888}"/>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FAF3127E-5B04-4778-DF8C-23CBEA254061}"/>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881C0535-4F34-2E59-8475-D63E12F79BB7}"/>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4F936B71-5B85-0A75-AFE0-A388348BC926}"/>
              </a:ext>
            </a:extLst>
          </p:cNvPr>
          <p:cNvSpPr txBox="1"/>
          <p:nvPr/>
        </p:nvSpPr>
        <p:spPr>
          <a:xfrm>
            <a:off x="4216401" y="374122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9ED326E0-0BB0-BFD6-BF77-A54F41BB4919}"/>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14D71457-3AC4-81AC-6254-A2CD4EA900D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E3FDD828-5F90-FCF7-980C-8F9520D7226F}"/>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3E0E88B5-511E-1055-29E9-0D48D820F166}"/>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93C2688B-C61E-549B-38F7-E90EAA8D621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0EA01145-49C5-81B3-A3FD-09C3180C96EC}"/>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C27607D3-31D3-818E-F235-93C1018105D0}"/>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CF98C85E-6C0F-5407-7093-28372D8F593A}"/>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834811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26753EA8-F4CE-9B6D-7BE9-555C68C985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B0C019-3451-DAEF-708A-B16E36945B6C}"/>
              </a:ext>
            </a:extLst>
          </p:cNvPr>
          <p:cNvSpPr>
            <a:spLocks noGrp="1"/>
          </p:cNvSpPr>
          <p:nvPr>
            <p:ph sz="half" idx="1"/>
          </p:nvPr>
        </p:nvSpPr>
        <p:spPr/>
        <p:txBody>
          <a:bodyPr>
            <a:normAutofit/>
          </a:bodyPr>
          <a:lstStyle/>
          <a:p>
            <a:r>
              <a:rPr lang="en-US" dirty="0"/>
              <a:t>FAIL.</a:t>
            </a:r>
          </a:p>
        </p:txBody>
      </p:sp>
      <p:pic>
        <p:nvPicPr>
          <p:cNvPr id="4" name="Picture 3" descr="A grid of sudoku puzzle&#10;&#10;Description automatically generated">
            <a:extLst>
              <a:ext uri="{FF2B5EF4-FFF2-40B4-BE49-F238E27FC236}">
                <a16:creationId xmlns:a16="http://schemas.microsoft.com/office/drawing/2014/main" id="{C3102E14-954E-B63A-288E-A85F016EBD7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C6B7D06-9908-EB5D-EDF6-950EE8A94F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19DC0C-3B5F-DAD9-589F-F70284853D8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7B34DC-D244-C71C-C1BC-EC901AC47B4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166E2C9-B569-2C11-CD42-D4F314880C09}"/>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16F95152-F625-4188-A896-9276FA939E27}"/>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D7D929E9-5A40-6EC4-2959-50C2473079A9}"/>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18E903C6-0F70-3C36-4BE1-688547A565C6}"/>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FA64988F-86FE-6849-7B0C-086119C84094}"/>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29F09476-30F9-9E5D-2FB6-7ADCDE0724A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528C180F-FC80-656B-E3C2-F9F1D15DA200}"/>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67C66367-7BB1-DA99-F392-627E8C888456}"/>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2D14ADCF-E41A-DB65-DB59-F402845C5B6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98D7C85-EBFD-A028-A9F7-294E11CD9BDD}"/>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2765FC9D-5E3F-E730-B23F-FAD9A7E4516F}"/>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A3036F29-E814-7485-D910-8D07FDF948F9}"/>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144D35FA-0ECA-194B-5009-DFD03C9055B4}"/>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79A12025-C276-8F04-37E5-EA1FB686205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0D11DAF7-F577-B4E2-BFA8-199CED0CA248}"/>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78BCD67F-4717-778A-6848-BF03340EC81C}"/>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4ADC943F-AAE4-F625-2023-15422519C8A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124474F5-F8CD-54E8-7597-A4567F8C4105}"/>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FA9088C6-41A0-7C3D-8152-9BD2460DE3EF}"/>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13F20A86-A03E-3782-6D36-82BA170F2C9F}"/>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BFF58F92-C692-B56A-8747-8A4017336261}"/>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08F6D6E4-6131-5D63-D86A-FD3356C5AA81}"/>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5AA59BD7-E8AC-95B0-1947-E1C8A97C4066}"/>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B02B3C0F-82AE-BDCA-77E3-240A8BCA92A3}"/>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3EC39320-E88A-56DF-FFBB-72997D4D28EA}"/>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67E13D88-9C71-5BFA-5081-EE00992D23EC}"/>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8" name="TextBox 37">
            <a:extLst>
              <a:ext uri="{FF2B5EF4-FFF2-40B4-BE49-F238E27FC236}">
                <a16:creationId xmlns:a16="http://schemas.microsoft.com/office/drawing/2014/main" id="{C713E1D5-0D0C-1337-C4E2-6E1395C7D97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AB2083B-8729-AE03-DA32-6BD1C8533FB7}"/>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2" name="TextBox 41">
            <a:extLst>
              <a:ext uri="{FF2B5EF4-FFF2-40B4-BE49-F238E27FC236}">
                <a16:creationId xmlns:a16="http://schemas.microsoft.com/office/drawing/2014/main" id="{17737883-4A2C-681C-0708-BA1D7AC45F14}"/>
              </a:ext>
            </a:extLst>
          </p:cNvPr>
          <p:cNvSpPr txBox="1"/>
          <p:nvPr/>
        </p:nvSpPr>
        <p:spPr>
          <a:xfrm>
            <a:off x="6152446" y="4282414"/>
            <a:ext cx="570089" cy="230832"/>
          </a:xfrm>
          <a:prstGeom prst="rect">
            <a:avLst/>
          </a:prstGeom>
          <a:noFill/>
        </p:spPr>
        <p:txBody>
          <a:bodyPr wrap="square" rtlCol="0">
            <a:spAutoFit/>
          </a:bodyPr>
          <a:lstStyle/>
          <a:p>
            <a:pPr algn="ctr"/>
            <a:r>
              <a:rPr lang="en-US" sz="900" dirty="0"/>
              <a:t>67</a:t>
            </a:r>
          </a:p>
        </p:txBody>
      </p:sp>
      <p:sp>
        <p:nvSpPr>
          <p:cNvPr id="46" name="TextBox 45">
            <a:extLst>
              <a:ext uri="{FF2B5EF4-FFF2-40B4-BE49-F238E27FC236}">
                <a16:creationId xmlns:a16="http://schemas.microsoft.com/office/drawing/2014/main" id="{AC616E83-BC10-40F4-3192-2710E982E4C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33F7214C-F30B-5006-1E9B-A629ED6E0AE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464FCAF-91AA-BAE6-0261-BF76C418532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A50808D-D687-0648-F1D3-979C938C1EF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37" name="TextBox 36">
            <a:extLst>
              <a:ext uri="{FF2B5EF4-FFF2-40B4-BE49-F238E27FC236}">
                <a16:creationId xmlns:a16="http://schemas.microsoft.com/office/drawing/2014/main" id="{0B2A3F18-5CDC-3B77-B327-E33CDE448C38}"/>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A8C81A15-C7F6-D9A6-B17E-BD64E733C7AF}"/>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2E7EC4A8-BD3B-E983-6E01-61B465E94AF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F0129C85-91CA-1905-7CBD-9C1FE7A3985B}"/>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C0D4EE66-CBD3-E7F6-CE1C-F35BEF7998E9}"/>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86A4E0FF-5315-F746-5556-8BECCFA758D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A31D8BC6-385E-4700-A792-BA962993588E}"/>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70D31D76-1A9B-4448-3AE5-26D8CF2205E6}"/>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DB5FBFF4-100E-459F-3E84-3521753D79C7}"/>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3BE89702-CF35-9375-B75A-62018ECD3ACB}"/>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62" name="TextBox 61">
            <a:extLst>
              <a:ext uri="{FF2B5EF4-FFF2-40B4-BE49-F238E27FC236}">
                <a16:creationId xmlns:a16="http://schemas.microsoft.com/office/drawing/2014/main" id="{54C38702-36BD-4F5B-2A25-346D4664ACD2}"/>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9A30656B-2422-B7FA-3EEF-5E22A6D0643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D738FB64-3F54-DDF3-6471-BFFD77B32C2B}"/>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851F29D6-B6BE-21C9-5B6D-41202902B842}"/>
              </a:ext>
            </a:extLst>
          </p:cNvPr>
          <p:cNvSpPr txBox="1"/>
          <p:nvPr/>
        </p:nvSpPr>
        <p:spPr>
          <a:xfrm>
            <a:off x="3217333" y="3741226"/>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E377AD8E-091E-E435-5A98-A0D12476A309}"/>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65" name="TextBox 64">
            <a:extLst>
              <a:ext uri="{FF2B5EF4-FFF2-40B4-BE49-F238E27FC236}">
                <a16:creationId xmlns:a16="http://schemas.microsoft.com/office/drawing/2014/main" id="{0A62ED1C-7ECA-20F1-E62B-D4135C50059C}"/>
              </a:ext>
            </a:extLst>
          </p:cNvPr>
          <p:cNvSpPr txBox="1"/>
          <p:nvPr/>
        </p:nvSpPr>
        <p:spPr>
          <a:xfrm>
            <a:off x="4216401" y="3741226"/>
            <a:ext cx="462845" cy="584775"/>
          </a:xfrm>
          <a:prstGeom prst="rect">
            <a:avLst/>
          </a:prstGeom>
          <a:noFill/>
        </p:spPr>
        <p:txBody>
          <a:bodyPr wrap="square" rtlCol="0">
            <a:spAutoFit/>
          </a:bodyPr>
          <a:lstStyle/>
          <a:p>
            <a:pPr algn="ctr"/>
            <a:r>
              <a:rPr lang="en-US" sz="3200" dirty="0"/>
              <a:t>5</a:t>
            </a:r>
          </a:p>
        </p:txBody>
      </p:sp>
      <p:sp>
        <p:nvSpPr>
          <p:cNvPr id="66" name="TextBox 65">
            <a:extLst>
              <a:ext uri="{FF2B5EF4-FFF2-40B4-BE49-F238E27FC236}">
                <a16:creationId xmlns:a16="http://schemas.microsoft.com/office/drawing/2014/main" id="{19FF473C-63E6-26E7-C657-499AE68F15A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67" name="TextBox 66">
            <a:extLst>
              <a:ext uri="{FF2B5EF4-FFF2-40B4-BE49-F238E27FC236}">
                <a16:creationId xmlns:a16="http://schemas.microsoft.com/office/drawing/2014/main" id="{59B9C870-57BF-846C-486B-BED8D12549A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FDA5583-8FDA-E7EA-3014-A12AD6AAD84B}"/>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33" name="TextBox 32">
            <a:extLst>
              <a:ext uri="{FF2B5EF4-FFF2-40B4-BE49-F238E27FC236}">
                <a16:creationId xmlns:a16="http://schemas.microsoft.com/office/drawing/2014/main" id="{B7F9BFAF-1E4D-EE10-BFBF-50394B62BC53}"/>
              </a:ext>
            </a:extLst>
          </p:cNvPr>
          <p:cNvSpPr txBox="1"/>
          <p:nvPr/>
        </p:nvSpPr>
        <p:spPr>
          <a:xfrm>
            <a:off x="5715003" y="4747898"/>
            <a:ext cx="462845" cy="584775"/>
          </a:xfrm>
          <a:prstGeom prst="rect">
            <a:avLst/>
          </a:prstGeom>
          <a:noFill/>
        </p:spPr>
        <p:txBody>
          <a:bodyPr wrap="square" rtlCol="0">
            <a:spAutoFit/>
          </a:bodyPr>
          <a:lstStyle/>
          <a:p>
            <a:pPr algn="ctr"/>
            <a:r>
              <a:rPr lang="en-US" sz="3200" dirty="0"/>
              <a:t>5</a:t>
            </a:r>
          </a:p>
        </p:txBody>
      </p:sp>
      <p:sp>
        <p:nvSpPr>
          <p:cNvPr id="34" name="TextBox 33">
            <a:extLst>
              <a:ext uri="{FF2B5EF4-FFF2-40B4-BE49-F238E27FC236}">
                <a16:creationId xmlns:a16="http://schemas.microsoft.com/office/drawing/2014/main" id="{A3DB4D8B-B367-E948-92A1-A6FD39DD47F8}"/>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8F589DDC-BDCF-6170-BD50-F51300FBE8EE}"/>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59" name="TextBox 58">
            <a:extLst>
              <a:ext uri="{FF2B5EF4-FFF2-40B4-BE49-F238E27FC236}">
                <a16:creationId xmlns:a16="http://schemas.microsoft.com/office/drawing/2014/main" id="{FA7270EE-4A94-5D1A-45AF-A21698BFE37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CA6C2524-4A26-9DA5-9481-77E9B0C567AB}"/>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6711B088-5C10-C48E-5F01-4E5019DEF397}"/>
              </a:ext>
            </a:extLst>
          </p:cNvPr>
          <p:cNvSpPr txBox="1"/>
          <p:nvPr/>
        </p:nvSpPr>
        <p:spPr>
          <a:xfrm>
            <a:off x="4715935" y="4747898"/>
            <a:ext cx="462845" cy="584775"/>
          </a:xfrm>
          <a:prstGeom prst="rect">
            <a:avLst/>
          </a:prstGeom>
          <a:solidFill>
            <a:srgbClr val="FF0000"/>
          </a:solid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C5DF58EF-3F54-3CEA-163E-4FD2D2D37996}"/>
              </a:ext>
            </a:extLst>
          </p:cNvPr>
          <p:cNvSpPr txBox="1"/>
          <p:nvPr/>
        </p:nvSpPr>
        <p:spPr>
          <a:xfrm>
            <a:off x="4143022" y="4909484"/>
            <a:ext cx="570089" cy="230832"/>
          </a:xfrm>
          <a:prstGeom prst="rect">
            <a:avLst/>
          </a:prstGeom>
          <a:solidFill>
            <a:srgbClr val="FF0000"/>
          </a:solidFill>
        </p:spPr>
        <p:txBody>
          <a:bodyPr wrap="square" rtlCol="0">
            <a:spAutoFit/>
          </a:bodyPr>
          <a:lstStyle/>
          <a:p>
            <a:pPr algn="ctr"/>
            <a:r>
              <a:rPr lang="en-US" sz="900" dirty="0"/>
              <a:t>63</a:t>
            </a:r>
          </a:p>
        </p:txBody>
      </p:sp>
      <p:sp>
        <p:nvSpPr>
          <p:cNvPr id="43" name="TextBox 42">
            <a:extLst>
              <a:ext uri="{FF2B5EF4-FFF2-40B4-BE49-F238E27FC236}">
                <a16:creationId xmlns:a16="http://schemas.microsoft.com/office/drawing/2014/main" id="{459140FD-C8C3-F468-0934-814F6100C481}"/>
              </a:ext>
            </a:extLst>
          </p:cNvPr>
          <p:cNvSpPr txBox="1"/>
          <p:nvPr/>
        </p:nvSpPr>
        <p:spPr>
          <a:xfrm>
            <a:off x="3138310" y="4909484"/>
            <a:ext cx="570089" cy="230832"/>
          </a:xfrm>
          <a:prstGeom prst="rect">
            <a:avLst/>
          </a:prstGeom>
          <a:solidFill>
            <a:srgbClr val="FF0000"/>
          </a:solidFill>
        </p:spPr>
        <p:txBody>
          <a:bodyPr wrap="square" rtlCol="0">
            <a:spAutoFit/>
          </a:bodyPr>
          <a:lstStyle/>
          <a:p>
            <a:pPr algn="ctr"/>
            <a:r>
              <a:rPr lang="en-US" sz="900" dirty="0"/>
              <a:t>36</a:t>
            </a:r>
          </a:p>
        </p:txBody>
      </p:sp>
    </p:spTree>
    <p:extLst>
      <p:ext uri="{BB962C8B-B14F-4D97-AF65-F5344CB8AC3E}">
        <p14:creationId xmlns:p14="http://schemas.microsoft.com/office/powerpoint/2010/main" val="25929045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7B703-DF09-9C72-1710-8CAF00ED81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A1E294-EFCB-4A10-274C-BBCA14F55007}"/>
              </a:ext>
            </a:extLst>
          </p:cNvPr>
          <p:cNvSpPr>
            <a:spLocks noGrp="1"/>
          </p:cNvSpPr>
          <p:nvPr>
            <p:ph sz="half" idx="1"/>
          </p:nvPr>
        </p:nvSpPr>
        <p:spPr/>
        <p:txBody>
          <a:bodyPr>
            <a:normAutofit/>
          </a:bodyPr>
          <a:lstStyle/>
          <a:p>
            <a:r>
              <a:rPr lang="en-US" dirty="0"/>
              <a:t>Proceeding with the correct placement of the 7 in Row 7.</a:t>
            </a:r>
          </a:p>
        </p:txBody>
      </p:sp>
      <p:pic>
        <p:nvPicPr>
          <p:cNvPr id="4" name="Picture 3" descr="A grid of sudoku puzzle&#10;&#10;Description automatically generated">
            <a:extLst>
              <a:ext uri="{FF2B5EF4-FFF2-40B4-BE49-F238E27FC236}">
                <a16:creationId xmlns:a16="http://schemas.microsoft.com/office/drawing/2014/main" id="{891583FB-B1E4-BD84-AB29-4B321920445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A27845-35B1-CE73-DA04-134E9712CA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90DBAF2-4BDC-AF9E-085D-A347B84AF7F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1FCDEF-D6E2-8D0C-EDAB-99D243C61BB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31564CE-10D2-1A4D-BA25-D7DFB28C775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B41C4B43-0BA6-0433-8D64-239A9AAB78A1}"/>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568FF71B-515D-5866-94D8-5D55B815C880}"/>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F02C3EC0-933A-873E-D606-1F7F7049585E}"/>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7AD4E73E-2B76-67DC-EF72-8C1A1271DAD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B2AFFB9F-5AB4-4DC5-72B3-AF94E39E9505}"/>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2C1C4DB4-12F7-089D-8CA7-5934F1B680E5}"/>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BDD86D35-696E-2938-3152-330CFB25811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3B70844C-6E1C-0399-EF43-6BAE6C20B30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E16F480-7B9D-2312-360C-7D2E33C4C68A}"/>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E7C93D2D-1A2E-2295-41A3-8E4A6EE4055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2F9E5902-7DA2-A014-BEB0-71F37B0EAF4A}"/>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B3C233C-E742-5B80-2238-5BE4EF31B7D6}"/>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9C0D6FBA-2D49-9FA0-8CE6-2410FB4988A3}"/>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5223912C-F049-CEE2-1180-3527E6612599}"/>
              </a:ext>
            </a:extLst>
          </p:cNvPr>
          <p:cNvSpPr txBox="1"/>
          <p:nvPr/>
        </p:nvSpPr>
        <p:spPr>
          <a:xfrm>
            <a:off x="4645378" y="2404765"/>
            <a:ext cx="570089" cy="230832"/>
          </a:xfrm>
          <a:prstGeom prst="rect">
            <a:avLst/>
          </a:prstGeom>
          <a:noFill/>
        </p:spPr>
        <p:txBody>
          <a:bodyPr wrap="square" rtlCol="0">
            <a:spAutoFit/>
          </a:bodyPr>
          <a:lstStyle/>
          <a:p>
            <a:pPr algn="ctr"/>
            <a:r>
              <a:rPr lang="en-US" sz="900" dirty="0"/>
              <a:t>78</a:t>
            </a:r>
          </a:p>
        </p:txBody>
      </p:sp>
      <p:sp>
        <p:nvSpPr>
          <p:cNvPr id="22" name="TextBox 21">
            <a:extLst>
              <a:ext uri="{FF2B5EF4-FFF2-40B4-BE49-F238E27FC236}">
                <a16:creationId xmlns:a16="http://schemas.microsoft.com/office/drawing/2014/main" id="{B7AE4300-1D5F-8120-C4AA-F9D61BC1046E}"/>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EB008AA4-EF08-9F60-E8CF-361E92A2B5E1}"/>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65364768-E377-3FAC-B03C-AD89BC75E8B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5" name="TextBox 24">
            <a:extLst>
              <a:ext uri="{FF2B5EF4-FFF2-40B4-BE49-F238E27FC236}">
                <a16:creationId xmlns:a16="http://schemas.microsoft.com/office/drawing/2014/main" id="{97944C37-B0B6-3A6E-A595-BDA8EC982139}"/>
              </a:ext>
            </a:extLst>
          </p:cNvPr>
          <p:cNvSpPr txBox="1"/>
          <p:nvPr/>
        </p:nvSpPr>
        <p:spPr>
          <a:xfrm>
            <a:off x="4645378" y="2905709"/>
            <a:ext cx="570089" cy="230832"/>
          </a:xfrm>
          <a:prstGeom prst="rect">
            <a:avLst/>
          </a:prstGeom>
          <a:noFill/>
        </p:spPr>
        <p:txBody>
          <a:bodyPr wrap="square" rtlCol="0">
            <a:spAutoFit/>
          </a:bodyPr>
          <a:lstStyle/>
          <a:p>
            <a:pPr algn="ctr"/>
            <a:r>
              <a:rPr lang="en-US" sz="900" dirty="0"/>
              <a:t>89</a:t>
            </a:r>
          </a:p>
        </p:txBody>
      </p:sp>
      <p:sp>
        <p:nvSpPr>
          <p:cNvPr id="26" name="TextBox 25">
            <a:extLst>
              <a:ext uri="{FF2B5EF4-FFF2-40B4-BE49-F238E27FC236}">
                <a16:creationId xmlns:a16="http://schemas.microsoft.com/office/drawing/2014/main" id="{DF37A10B-4123-774C-1535-D77C9CC92408}"/>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557C3CAE-1824-B07B-E9B8-7D05A4BC8B8F}"/>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A01AAEBC-2A58-BCD0-8697-1E2FB8B64E98}"/>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7C3E9AA-12A6-BF6C-4F2C-BF6255D577D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7DBFAA79-5EAC-6079-ADCB-5DE626D8CD6F}"/>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493CAD12-FF15-EE1A-D497-862A708AF51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AE3679F3-9CDD-9C58-CD9C-0D33CD3D4220}"/>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655B142-BA15-E7B3-D14C-11630DF9D0CF}"/>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4A19AABF-0875-9BAE-B620-9120F8FB61B0}"/>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EEEF06D2-09BD-2676-201C-E6FBA44BF02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391FE323-CF2E-230D-784A-7C9BF5A8D0EB}"/>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B8030A77-623F-C984-6EE0-808570AFE006}"/>
              </a:ext>
            </a:extLst>
          </p:cNvPr>
          <p:cNvSpPr txBox="1"/>
          <p:nvPr/>
        </p:nvSpPr>
        <p:spPr>
          <a:xfrm>
            <a:off x="4143022" y="4282414"/>
            <a:ext cx="570089" cy="230832"/>
          </a:xfrm>
          <a:prstGeom prst="rect">
            <a:avLst/>
          </a:prstGeom>
          <a:noFill/>
        </p:spPr>
        <p:txBody>
          <a:bodyPr wrap="square" rtlCol="0">
            <a:spAutoFit/>
          </a:bodyPr>
          <a:lstStyle/>
          <a:p>
            <a:pPr algn="ctr"/>
            <a:r>
              <a:rPr lang="en-US" sz="900" dirty="0"/>
              <a:t>234</a:t>
            </a:r>
          </a:p>
        </p:txBody>
      </p:sp>
      <p:sp>
        <p:nvSpPr>
          <p:cNvPr id="41" name="TextBox 40">
            <a:extLst>
              <a:ext uri="{FF2B5EF4-FFF2-40B4-BE49-F238E27FC236}">
                <a16:creationId xmlns:a16="http://schemas.microsoft.com/office/drawing/2014/main" id="{2B8EB636-FD33-2732-38CC-5A7206DF1D26}"/>
              </a:ext>
            </a:extLst>
          </p:cNvPr>
          <p:cNvSpPr txBox="1"/>
          <p:nvPr/>
        </p:nvSpPr>
        <p:spPr>
          <a:xfrm>
            <a:off x="5147734" y="4282414"/>
            <a:ext cx="570089" cy="230832"/>
          </a:xfrm>
          <a:prstGeom prst="rect">
            <a:avLst/>
          </a:prstGeom>
          <a:noFill/>
        </p:spPr>
        <p:txBody>
          <a:bodyPr wrap="square" rtlCol="0">
            <a:spAutoFit/>
          </a:bodyPr>
          <a:lstStyle/>
          <a:p>
            <a:pPr algn="ctr"/>
            <a:r>
              <a:rPr lang="en-US" sz="900" dirty="0"/>
              <a:t>456</a:t>
            </a:r>
          </a:p>
        </p:txBody>
      </p:sp>
      <p:sp>
        <p:nvSpPr>
          <p:cNvPr id="42" name="TextBox 41">
            <a:extLst>
              <a:ext uri="{FF2B5EF4-FFF2-40B4-BE49-F238E27FC236}">
                <a16:creationId xmlns:a16="http://schemas.microsoft.com/office/drawing/2014/main" id="{72DD9269-83A5-E5F4-035D-831B38D8C817}"/>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510D0863-719F-C418-87BC-58C40B32364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a:t>
            </a:r>
          </a:p>
        </p:txBody>
      </p:sp>
      <p:sp>
        <p:nvSpPr>
          <p:cNvPr id="44" name="TextBox 43">
            <a:extLst>
              <a:ext uri="{FF2B5EF4-FFF2-40B4-BE49-F238E27FC236}">
                <a16:creationId xmlns:a16="http://schemas.microsoft.com/office/drawing/2014/main" id="{72EBC433-A961-84AD-F769-002CF65614B2}"/>
              </a:ext>
            </a:extLst>
          </p:cNvPr>
          <p:cNvSpPr txBox="1"/>
          <p:nvPr/>
        </p:nvSpPr>
        <p:spPr>
          <a:xfrm>
            <a:off x="4645378" y="5075024"/>
            <a:ext cx="570089" cy="230832"/>
          </a:xfrm>
          <a:prstGeom prst="rect">
            <a:avLst/>
          </a:prstGeom>
          <a:noFill/>
        </p:spPr>
        <p:txBody>
          <a:bodyPr wrap="square" rtlCol="0">
            <a:spAutoFit/>
          </a:bodyPr>
          <a:lstStyle/>
          <a:p>
            <a:pPr algn="ctr"/>
            <a:r>
              <a:rPr lang="en-US" sz="900" dirty="0"/>
              <a:t>345</a:t>
            </a:r>
          </a:p>
        </p:txBody>
      </p:sp>
      <p:sp>
        <p:nvSpPr>
          <p:cNvPr id="45" name="TextBox 44">
            <a:extLst>
              <a:ext uri="{FF2B5EF4-FFF2-40B4-BE49-F238E27FC236}">
                <a16:creationId xmlns:a16="http://schemas.microsoft.com/office/drawing/2014/main" id="{7E52B304-885E-F810-3BC1-811855E30F3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567</a:t>
            </a:r>
          </a:p>
        </p:txBody>
      </p:sp>
      <p:sp>
        <p:nvSpPr>
          <p:cNvPr id="46" name="TextBox 45">
            <a:extLst>
              <a:ext uri="{FF2B5EF4-FFF2-40B4-BE49-F238E27FC236}">
                <a16:creationId xmlns:a16="http://schemas.microsoft.com/office/drawing/2014/main" id="{CF928CD9-1764-14E1-8EAA-73D3805E8169}"/>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24FA29F8-F0A7-253B-C806-056D6DFFEB8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4E6E222-0B06-FC26-6B30-61FDB20A26B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F292430-A1F6-E47A-B0E6-59E74700FF4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F85603FE-38BF-B971-4632-AE290D634480}"/>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8F9D8233-E615-141D-765C-70AE41ABB7A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1982BD04-8C56-6970-D85F-F22087E51EB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007A573-DA65-BF98-6D8C-C6EDD2256599}"/>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A2B8180F-E491-CE0A-E671-0360D53D24B7}"/>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248F7C67-B013-435E-980E-221D17411224}"/>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0E306364-71E6-D958-FF7E-7E022B3CE3C0}"/>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34E01AF6-6AC4-E309-BA5E-D717EE34334C}"/>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E7C9A5B0-04C9-2904-69B8-18F059E8C691}"/>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6939AC85-7B39-2D47-4E47-078669437602}"/>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CB5D90A8-C6BF-3117-BD57-C4AE58F3E3C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CDA0E6EC-CA6A-9F6F-F111-C9F438D6EA95}"/>
              </a:ext>
            </a:extLst>
          </p:cNvPr>
          <p:cNvSpPr txBox="1"/>
          <p:nvPr/>
        </p:nvSpPr>
        <p:spPr>
          <a:xfrm>
            <a:off x="3138310" y="3907597"/>
            <a:ext cx="570089" cy="369332"/>
          </a:xfrm>
          <a:prstGeom prst="rect">
            <a:avLst/>
          </a:prstGeom>
          <a:noFill/>
        </p:spPr>
        <p:txBody>
          <a:bodyPr wrap="square" rtlCol="0">
            <a:spAutoFit/>
          </a:bodyPr>
          <a:lstStyle/>
          <a:p>
            <a:pPr algn="ctr"/>
            <a:r>
              <a:rPr lang="en-US" sz="900" dirty="0"/>
              <a:t>1234567</a:t>
            </a:r>
          </a:p>
        </p:txBody>
      </p:sp>
      <p:sp>
        <p:nvSpPr>
          <p:cNvPr id="61" name="TextBox 60">
            <a:extLst>
              <a:ext uri="{FF2B5EF4-FFF2-40B4-BE49-F238E27FC236}">
                <a16:creationId xmlns:a16="http://schemas.microsoft.com/office/drawing/2014/main" id="{9D145E37-BF48-0F21-0981-11D07E18FEC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BE6BC31F-33F8-9BC1-AF32-3C3F88FC2B76}"/>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9130B910-064F-C26A-5320-71717378D22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2636ED0D-7035-2CF9-13C2-DDCFC3CC9185}"/>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92EE1965-6952-9FEE-6CC7-20482B9EB16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1671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7FE22-76C8-95DF-6632-0DADC06A09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D9390D-72C1-00F6-7A13-0AC8EF6C2C2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D108539-5788-9CA6-CE35-235D3AC8430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3AB223C-531A-0DBE-66C0-2D9D3FDD958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0EF1B1-D0D3-CA0E-5447-1381A9E4B8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DE0CC07-3897-EA7F-CE5D-E6D5CB6353F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11E27BB-E98D-BD6E-1214-43343438EE05}"/>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C06E815-C458-3618-3433-6F3B580F7DA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7817A4C6-93A8-21EC-7D77-148C65E45DAF}"/>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4A5714BF-B1DB-8534-A5AC-2B907170B67D}"/>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1B6A8FA7-A19C-73F3-2A65-6ABB625793CF}"/>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7AA8C8F0-6A5B-B247-12E6-2444CD31A6B5}"/>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F2F39AFC-BAFC-C534-D607-8F8B10F40725}"/>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2FD1A6C0-8A70-C3C5-59B6-336F3B14E653}"/>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BC6E685-54FF-0181-D69C-5FB2962B3155}"/>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292A28B-3CDF-804F-611A-69A7234B1063}"/>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8D7B544F-719C-C8BE-C7FC-C0D360D730DD}"/>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E2DA393A-729A-17E4-3A6C-A81D06115B36}"/>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E95AFA41-45C8-F3DF-33A4-28CDB13173F4}"/>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5A3E131A-0EB4-2BCD-EC31-E34BFD2DC13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21A3B4FB-607B-910D-D24A-AEF5039B4496}"/>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A41CD1E0-4EB9-0909-E6E8-D2FBEE379677}"/>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AD3B3082-E350-BF7F-F27E-62F050A224E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0BEAD183-2031-32D1-979B-7EE4DEC336A8}"/>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4D252424-F4BC-0E9C-F24B-138F33198425}"/>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E9EE555D-733E-E4BD-52AC-E4C7732230AA}"/>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B83F524-28D5-A4C4-F1E0-7502B32FAED1}"/>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6783843-2D46-9B0C-D4CC-7823190D80BB}"/>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25D86563-5B49-A577-FF84-FFB9FA2B43A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58B216DA-032F-024B-A054-51753657569B}"/>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3E08253F-4989-6E05-77F5-24B2D70614B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54745BFF-C301-46B8-EC06-AE7736B92AF9}"/>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3779D051-9FF2-9601-A35F-0EFFCAEC9AA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19D47C6-752B-C723-A8C8-FF3028AD5E9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44F61FA-DE1F-A32C-672C-D29368CC871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A40F601E-857F-40BC-813B-587734F94DF2}"/>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42FCF099-927C-45B5-A9FF-E11CF54E1C43}"/>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C5E995E-9CAC-DECD-3737-99EA3CE1CB05}"/>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D6A2F2C9-F08F-CC7B-243E-B4FFB534CFBB}"/>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CD5F4186-25F6-C88E-F09F-DFC9D87CC01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A2F125A-EBFB-C5D7-3316-236566178046}"/>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32751E0C-143A-1AE3-65B9-D26EECB546F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8ABFB2C-C963-9756-0E4A-4EA706FCDBD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0718EAF-5ABD-2406-9EE5-29704560BB74}"/>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40DC6385-7C56-0756-6536-58AC587A99B2}"/>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E4F24778-AF42-24AD-768A-E0336846B767}"/>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522F37B1-ACE9-2189-6913-305EC93D1D6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57573E7-E3FD-FCD5-E0B9-B9D4CFF4A0EB}"/>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FBB2B40D-A881-AF1D-B6E5-FB06C09A9373}"/>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5679</a:t>
            </a:r>
          </a:p>
        </p:txBody>
      </p:sp>
      <p:sp>
        <p:nvSpPr>
          <p:cNvPr id="54" name="TextBox 53">
            <a:extLst>
              <a:ext uri="{FF2B5EF4-FFF2-40B4-BE49-F238E27FC236}">
                <a16:creationId xmlns:a16="http://schemas.microsoft.com/office/drawing/2014/main" id="{C1C40DDE-B683-EE93-2904-D0FCE9BB663B}"/>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94652511-E7A2-C9BF-94D3-A8ADD46999E3}"/>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5C2F785D-B204-A58F-6342-E0DF5E3F85E7}"/>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C5F5A2AC-453D-EF38-D475-1FED179E3DA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4B9078AC-D7EA-C0A2-1DA6-EB17C5F79E0A}"/>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456789</a:t>
            </a:r>
          </a:p>
        </p:txBody>
      </p:sp>
      <p:sp>
        <p:nvSpPr>
          <p:cNvPr id="59" name="TextBox 58">
            <a:extLst>
              <a:ext uri="{FF2B5EF4-FFF2-40B4-BE49-F238E27FC236}">
                <a16:creationId xmlns:a16="http://schemas.microsoft.com/office/drawing/2014/main" id="{A5EEAC49-8A40-3CF9-4DCE-D91BB60F7A1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EBE05B10-0543-CF2F-A81B-52585DE5F32D}"/>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9611FA8B-8DAC-8AB5-F7FF-9D62AD23736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8D826C52-EBA8-C1B6-310B-40D75EB1143D}"/>
              </a:ext>
            </a:extLst>
          </p:cNvPr>
          <p:cNvSpPr txBox="1"/>
          <p:nvPr/>
        </p:nvSpPr>
        <p:spPr>
          <a:xfrm>
            <a:off x="5147734" y="2404765"/>
            <a:ext cx="570089" cy="369332"/>
          </a:xfrm>
          <a:prstGeom prst="rect">
            <a:avLst/>
          </a:prstGeom>
          <a:noFill/>
        </p:spPr>
        <p:txBody>
          <a:bodyPr wrap="square" rtlCol="0">
            <a:spAutoFit/>
          </a:bodyPr>
          <a:lstStyle/>
          <a:p>
            <a:pPr algn="ctr"/>
            <a:r>
              <a:rPr lang="en-US" sz="900" dirty="0"/>
              <a:t>2345679</a:t>
            </a:r>
          </a:p>
        </p:txBody>
      </p:sp>
      <p:sp>
        <p:nvSpPr>
          <p:cNvPr id="63" name="TextBox 62">
            <a:extLst>
              <a:ext uri="{FF2B5EF4-FFF2-40B4-BE49-F238E27FC236}">
                <a16:creationId xmlns:a16="http://schemas.microsoft.com/office/drawing/2014/main" id="{63EA176A-4E85-0E15-059E-E1E24BA580B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AB60CB06-EC92-594D-6717-6C048FAEA309}"/>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9E9BD873-41AC-81E6-335C-9D36147D879D}"/>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F00B2E6-17F1-8A65-4002-143F02843D8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6F9E20F-1FE8-3224-EC21-E984520183A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48942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4C04B-7A2F-0D2B-CE3B-CAEAA70ACE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AD496B-8E0A-7B79-ADD3-DB97E06796C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74A2336-09D1-249A-6BC3-ADE36F48AF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77A9C4F-A21E-B9E3-A1ED-46DBD83854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95F80BE-9303-8D40-FDC4-0A18A10A65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CA62B21-1696-A948-FAEF-544B73F5FE2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CC828BA-9B1C-4D98-4920-C0FB80FB9686}"/>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2B043130-A464-CD97-A7B4-7E3953650C8A}"/>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8D6A7310-6952-C7EE-F000-A277B7F88DBD}"/>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FFA0FC0A-B2A0-22EF-8AAF-ECC136FA35F0}"/>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5C0E49E1-A1F1-07AB-B5D4-DA5E1B474616}"/>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1CD47BBE-7697-F2F0-4677-E7E1E3DB1D54}"/>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DE103EF1-7E82-B3D7-E5C2-9368772B3265}"/>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FC7CE4D8-2532-BFDB-5992-6447FCDA5A3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19BE3A65-4D19-2D1D-4E87-9D4C2F3EFF5A}"/>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7EE4604-F300-6F72-D64F-8A8D38C83F19}"/>
              </a:ext>
            </a:extLst>
          </p:cNvPr>
          <p:cNvSpPr txBox="1"/>
          <p:nvPr/>
        </p:nvSpPr>
        <p:spPr>
          <a:xfrm>
            <a:off x="5147734" y="2077244"/>
            <a:ext cx="570089" cy="230832"/>
          </a:xfrm>
          <a:prstGeom prst="rect">
            <a:avLst/>
          </a:prstGeom>
          <a:noFill/>
        </p:spPr>
        <p:txBody>
          <a:bodyPr wrap="square" rtlCol="0">
            <a:spAutoFit/>
          </a:bodyPr>
          <a:lstStyle/>
          <a:p>
            <a:pPr algn="ctr"/>
            <a:r>
              <a:rPr lang="en-US" sz="900" dirty="0"/>
              <a:t>5679</a:t>
            </a:r>
          </a:p>
        </p:txBody>
      </p:sp>
      <p:sp>
        <p:nvSpPr>
          <p:cNvPr id="17" name="TextBox 16">
            <a:extLst>
              <a:ext uri="{FF2B5EF4-FFF2-40B4-BE49-F238E27FC236}">
                <a16:creationId xmlns:a16="http://schemas.microsoft.com/office/drawing/2014/main" id="{7409DD46-4088-C8F2-83F4-8BAA402ABB5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DEC305B3-0CD5-615B-635C-E0757CFE4BD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02F0833A-6669-65A3-361E-FF28571ACB8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DEF4B93-5785-42BB-2D52-7B3A3272575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E96348E1-7425-5214-940D-8829EA98EF8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E0900A09-AEE3-2772-2531-DEC95A586781}"/>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93D684EE-2384-E5FB-4298-A896F846F8F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7C6818DD-9B3F-E962-456C-A7E992702393}"/>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061D6F33-6DD1-10B7-47D5-529A6655F953}"/>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85767CF2-5D3D-A2EF-2700-27E3993131E0}"/>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87D4D756-BB6C-1F02-5FAD-E93F47283F0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98A39BEB-1FF4-DA99-3DCF-8220961285E7}"/>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0246BDA5-5CDF-B47F-701B-89B26F5C72E8}"/>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91D835D9-5FA0-5AAA-F9B7-455F3299CB09}"/>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DC0B6351-FD6B-91A1-8DC9-A3043B07545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46C6F491-96BD-3BBC-8308-FD7D7F7BB551}"/>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8861894C-23FC-3436-A078-553AE45836A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22FA485A-E69B-5FB6-8D15-47766CA0A86F}"/>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D44A75F2-4162-D1A3-A26E-2E977C07065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275B49F3-F5CB-0011-59DF-090ED519657E}"/>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7C1355BC-C4CD-5E77-45EC-9E2AEE00C955}"/>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0236C5A-5AEE-9B91-AB3D-5E5837794ABD}"/>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55E3D1FD-5C1A-B1BA-DCEF-F7EF5EEAE48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639DC472-2345-357A-BDEE-F2AF80831C7A}"/>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70F99C85-8A5F-3C92-B945-7029FAC5062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B98D7443-C5F4-47A1-6A5D-6A6D2319C75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D0FFA31-3874-0D19-5E61-CC9F11F882D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EDCA923-D1DA-AA6A-EF30-37C1CE378CC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576A3F8B-5DC3-04A5-6788-D811AA15D91C}"/>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C033772C-CE3B-0E30-284A-F2D798D80D53}"/>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34C662EA-68A0-2BF7-5B94-D7700C1CEE0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319EC7D1-BA15-6608-9C24-1D78E3B59616}"/>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3DFE183E-934A-4F93-205F-1678F197AC51}"/>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a:t>
            </a:r>
          </a:p>
        </p:txBody>
      </p:sp>
      <p:sp>
        <p:nvSpPr>
          <p:cNvPr id="54" name="TextBox 53">
            <a:extLst>
              <a:ext uri="{FF2B5EF4-FFF2-40B4-BE49-F238E27FC236}">
                <a16:creationId xmlns:a16="http://schemas.microsoft.com/office/drawing/2014/main" id="{E62246C7-23DA-CD13-D07C-FF9A8D0E0F87}"/>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AEEB3B72-DF8E-FE19-7F11-E26C57D5EF37}"/>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92B638FE-8798-FECC-5376-2128CF6CD3B8}"/>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7F19DED6-DF13-1348-4E70-A527314B7E45}"/>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E46DDC58-F9E0-41A1-43A6-9B839EC9979A}"/>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1312E10C-0CAB-208F-1EEB-35425756428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21557A6A-BDDA-1909-01DC-F19A9C8C2F70}"/>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1D829B55-2B7C-0682-8558-BB112B174C5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82DBFA2F-B018-7BE9-814B-4BCBD584B1E7}"/>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0647D8D9-B4E7-FBB6-B3D4-F530C07ED2E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D6F32347-F116-DE68-4FD1-576C192471A0}"/>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D098075D-9E4B-A5D5-B1BB-8B1C8920B102}"/>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725D3F3-FD28-2492-20EE-294C8CC65FE2}"/>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15E4557-3523-2082-5E49-68D36C08EA7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660448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BF037-70B0-015C-5BB6-94E7035198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6ECB45-E62B-D551-4FB7-6015912CDE67}"/>
              </a:ext>
            </a:extLst>
          </p:cNvPr>
          <p:cNvSpPr>
            <a:spLocks noGrp="1"/>
          </p:cNvSpPr>
          <p:nvPr>
            <p:ph sz="half" idx="1"/>
          </p:nvPr>
        </p:nvSpPr>
        <p:spPr/>
        <p:txBody>
          <a:bodyPr>
            <a:normAutofit/>
          </a:bodyPr>
          <a:lstStyle/>
          <a:p>
            <a:r>
              <a:rPr lang="en-US" dirty="0"/>
              <a:t>In the center block, 7 must be in Column 5.</a:t>
            </a:r>
          </a:p>
        </p:txBody>
      </p:sp>
      <p:pic>
        <p:nvPicPr>
          <p:cNvPr id="4" name="Picture 3" descr="A grid of sudoku puzzle&#10;&#10;Description automatically generated">
            <a:extLst>
              <a:ext uri="{FF2B5EF4-FFF2-40B4-BE49-F238E27FC236}">
                <a16:creationId xmlns:a16="http://schemas.microsoft.com/office/drawing/2014/main" id="{88924A97-DB9F-3132-4491-549A52DBD2A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E005F41-F259-12D1-6376-3A037B071A9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59B416A-1A93-8210-21C7-40CFE79C1C5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101B22-4CB3-9223-BB68-A4361557831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D387AF4-22C3-1903-A11B-62880CD176EB}"/>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DBB2B96B-94DC-5228-150E-1CF96E888340}"/>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E93756E6-E32E-558D-83E8-851CDE458009}"/>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C8B3FF49-5B67-D74A-7BA4-ABA32EEAD86E}"/>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93C6DE00-38D7-51ED-FE0A-DCF199A1F7B7}"/>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4C31EE91-240C-32A8-8746-A957DD4F502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28EFBBD1-A552-FD82-1574-90B2E97C242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C42128B5-06CE-3BA7-39D9-C9419FD51BE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A30F6115-4AAA-A952-0CE7-093AE3A6992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48ABE219-1345-D19F-99B9-B3BCA8D17117}"/>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FB5A7B2C-E1D8-AB71-4343-CAF680452B24}"/>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B79D776A-8799-18EF-1D59-98677B52FA1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EAE78EAF-991D-E10E-97BC-B8FFBDB5B2B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B7F1F81-8CE3-FC54-6DE5-8DAB352ADAB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D0578B88-BB2F-9366-F598-6CD269F977A0}"/>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862C309-099D-4657-18AE-B281E7AEE5B8}"/>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A9AA0B7E-78F8-3CBB-91E1-79B67A49E21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439CF7E6-6D4A-1BB2-2BAC-48ED693E986B}"/>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E1505456-52FC-0B14-772E-84B88EEEBBB1}"/>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277840C-7CBE-1D41-0EFF-8E84B620B2BD}"/>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90921099-F840-FE5C-965F-4E2C5A654DDD}"/>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468D9775-745F-D50B-D968-88EAB372D7C4}"/>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F4C56257-EEAC-265E-8C01-E62E9609FD53}"/>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F6904718-20F7-9853-CE9E-B766CB106B2B}"/>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C3A1FA05-0C9C-8FA1-AD13-701C6AFD3C5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DFB4674-DD5E-F5ED-C3D0-D5860FBB50D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713FA113-0683-B0BA-4666-0FF12E42C1C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4B39AD1-A118-D4BD-85AB-EB7B33AC6C8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1C828BEF-35EC-5918-E163-42B522C17DD2}"/>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89C9EDF3-EF92-6DA0-B385-697CD131E25C}"/>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3F266545-5CA5-5233-55F6-4B2E5BEE1EE9}"/>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8F71A72B-F0B2-349C-0551-66A1B039418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CFCB7844-82DE-BBF9-3956-FD3608884F0A}"/>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CA4EF004-DEE6-8A74-FC46-B0CC9FEED0F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C02CDF04-37B5-8E74-9981-777C66D2B9A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21D867F7-D617-13B1-F972-F11FC17AC6E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C37FE4B-4D08-3275-BE1B-2094D3D4B07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ABFAD2EA-A041-2BA6-931F-716174308D7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1AAA6676-97A5-D038-A675-FE8357E65DAD}"/>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163F49AD-0911-B260-382F-576E6D8144ED}"/>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2EF5F635-E43E-F4FD-74A1-FD38878CB4D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5F4B9C67-B19E-ACEC-819D-39783AE688A4}"/>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CD416B91-F085-8C7C-08CD-34CBA67AB7A7}"/>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a:t>
            </a:r>
          </a:p>
        </p:txBody>
      </p:sp>
      <p:sp>
        <p:nvSpPr>
          <p:cNvPr id="54" name="TextBox 53">
            <a:extLst>
              <a:ext uri="{FF2B5EF4-FFF2-40B4-BE49-F238E27FC236}">
                <a16:creationId xmlns:a16="http://schemas.microsoft.com/office/drawing/2014/main" id="{74A7F615-FEFF-428D-E60B-7BFF82B6226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1FAC6126-BD0D-FC21-D010-887E56F96259}"/>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FB0CBE22-FF3A-2DF1-A750-3E771AE4F9B3}"/>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174BBBE8-2D10-89F9-4F1F-20F5F414A642}"/>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1D09E5BA-ED44-9A62-4FE8-C0483D940AA5}"/>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81A1CFCF-818E-A168-AFD5-673203D4630C}"/>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0824A46C-A9EC-34E7-109C-29936489D930}"/>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F79E89AC-4609-BCCC-5FAB-05351EDA799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BB2B0B50-B707-90B0-FA42-F9F3C9BF2591}"/>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EDB3CDA6-C16A-F778-14AD-CEA58674329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9FF90C5C-014B-A741-A964-7D1B2ABE3027}"/>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FA6E5AC6-7B45-231B-98CF-8C8D7FF52D52}"/>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E2A807D-E442-1855-FCEE-05CA5EFB0665}"/>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D1F96C9-7988-E6E9-3253-07BDDD082D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726830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A29E334C-EE29-B826-7A93-10DB35A012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234480-0EFC-98EC-5CB1-AA6228447E02}"/>
              </a:ext>
            </a:extLst>
          </p:cNvPr>
          <p:cNvSpPr>
            <a:spLocks noGrp="1"/>
          </p:cNvSpPr>
          <p:nvPr>
            <p:ph sz="half" idx="1"/>
          </p:nvPr>
        </p:nvSpPr>
        <p:spPr/>
        <p:txBody>
          <a:bodyPr>
            <a:normAutofit/>
          </a:bodyPr>
          <a:lstStyle/>
          <a:p>
            <a:r>
              <a:rPr lang="en-US" dirty="0"/>
              <a:t>There are only two possible locations for 7 in the center block. Let’s try this one.</a:t>
            </a:r>
          </a:p>
        </p:txBody>
      </p:sp>
      <p:pic>
        <p:nvPicPr>
          <p:cNvPr id="4" name="Picture 3" descr="A grid of sudoku puzzle&#10;&#10;Description automatically generated">
            <a:extLst>
              <a:ext uri="{FF2B5EF4-FFF2-40B4-BE49-F238E27FC236}">
                <a16:creationId xmlns:a16="http://schemas.microsoft.com/office/drawing/2014/main" id="{51DEAFDA-AD96-BA3D-DCF9-7E47BB0043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7E0093A-BFA6-FF61-735A-82B8372D54B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A3B3F1-5F4E-7F9E-63B3-8A1778BC2B2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942E846-ABD5-72F8-E714-8530AAE6149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873A448-3BEB-47EF-2BC3-25C9996E5168}"/>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6C196450-E9C8-C96C-214B-CCD119FAF735}"/>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CCDFD54F-1D98-AC24-4BEA-B563E57B226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1F840388-8E53-B246-CACC-85E1EE001394}"/>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9984A08F-5992-B60C-0E92-617C8BF3990A}"/>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4F09B1A7-0691-777E-7EA7-F9F900F42442}"/>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A9EC02E4-22AB-5A39-3A9D-648CE3DD87A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D7D7BA57-2F3E-06E5-FE25-A47E996E7D2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00974115-87FC-CEB9-6A84-C23556A6685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FEF4886E-B1EF-A777-1442-533DC0737FE1}"/>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8A2E41C8-E09D-AA47-F418-1DAFED749D6A}"/>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EED4E6A7-3A71-3DCC-4643-2726A4147B86}"/>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CB01508D-E8D8-BFAF-CE69-73344DDF2444}"/>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C04ADD24-63B2-60B6-D91E-E13E5F9D469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FCF6D55C-9D3C-B9F7-0BA5-9E307CDC2FEB}"/>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05D30E81-6C7E-B25A-6D5B-6AE5DB33816B}"/>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ACB8B1C7-E57A-7EAD-4CB3-BA634EE7F125}"/>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E1BA6A37-F56A-2312-C597-6CF929022B8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DE920C40-1604-B74F-988A-71AFBDC858E9}"/>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DE5872D3-B8E0-77CD-EA38-F09E0A0121D2}"/>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4624920-2348-5CF0-8141-124790BFE00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C79C749E-CEE4-D502-829E-7A52482A6D13}"/>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D7601F2A-C7AE-136B-33A8-75D7673756CA}"/>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39A3889F-1B20-E705-25BC-DFA5AA883D61}"/>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085F83ED-1C00-971B-36C5-AB246B11A40C}"/>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F3B0AA72-1823-A85F-2434-8DB444869DD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A9C5A163-5EC3-2F07-0125-17049366BCA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2256DA12-E828-9E16-8606-68B78451714B}"/>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86BBEE4-FEF7-BAF8-541C-7E09DE5D348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DFB0CF77-BC1B-05C0-28E5-100B679DBCF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AC90C46B-62A0-0320-F71A-2E1E60C99CC4}"/>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67CBE8D5-B3ED-2AD9-3108-E61D92516A43}"/>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9B74E87D-A6FF-59B3-5ADB-2E1DAB8C6DFC}"/>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2FD7A1C3-BCDE-A34B-9C63-0633BFCE7E7A}"/>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84C9BD77-EFB5-92E8-6585-E319A3F56229}"/>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9CD14E51-3E17-2419-A15A-7E9007E283EA}"/>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D3AAE43-5BEE-DBA2-7DC8-CD1800AEA872}"/>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015D97F-0671-EA30-3FF3-2551462A666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CFED2DEE-9A83-3826-1E9B-97BD9C4A525A}"/>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6E6B6CC5-1659-8AF6-E15A-9F4C1986E1C7}"/>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64E62726-B188-9A74-365F-31C54AC2EDA4}"/>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FD8AEEEF-320B-729E-501A-491CC261EE6C}"/>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2" name="TextBox 51">
            <a:extLst>
              <a:ext uri="{FF2B5EF4-FFF2-40B4-BE49-F238E27FC236}">
                <a16:creationId xmlns:a16="http://schemas.microsoft.com/office/drawing/2014/main" id="{72C5FD8A-6487-005D-6FAD-A91596822916}"/>
              </a:ext>
            </a:extLst>
          </p:cNvPr>
          <p:cNvSpPr txBox="1"/>
          <p:nvPr/>
        </p:nvSpPr>
        <p:spPr>
          <a:xfrm>
            <a:off x="5147734" y="3572192"/>
            <a:ext cx="570089" cy="230832"/>
          </a:xfrm>
          <a:prstGeom prst="rect">
            <a:avLst/>
          </a:prstGeom>
          <a:noFill/>
        </p:spPr>
        <p:txBody>
          <a:bodyPr wrap="square" rtlCol="0">
            <a:spAutoFit/>
          </a:bodyPr>
          <a:lstStyle/>
          <a:p>
            <a:pPr algn="ctr"/>
            <a:r>
              <a:rPr lang="en-US" sz="900" dirty="0"/>
              <a:t>567</a:t>
            </a:r>
          </a:p>
        </p:txBody>
      </p:sp>
      <p:sp>
        <p:nvSpPr>
          <p:cNvPr id="54" name="TextBox 53">
            <a:extLst>
              <a:ext uri="{FF2B5EF4-FFF2-40B4-BE49-F238E27FC236}">
                <a16:creationId xmlns:a16="http://schemas.microsoft.com/office/drawing/2014/main" id="{E92CC39C-89D3-C285-FD34-D0AC336B0B08}"/>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C83CD69-1212-7C4D-64B2-EAFB58A533D8}"/>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C0836FCB-D164-EFD6-B149-ED56F46F194C}"/>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DDD9A4E-BFDF-68AB-5F67-A9A38A502CA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3511DE48-8BC5-8CE4-C3AD-FFBEF6A07DAB}"/>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D513C6CD-19FD-74D6-5C88-46BC505E19B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3F04A1F1-FFE8-ACD0-1B82-38063BB1EB0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4459CD54-3FB9-E722-5A4F-E54001BA0C3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D5D2131B-DD49-F81C-BD66-DEB0FD01D5C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3C8DF68B-0EF3-0359-4E22-5E50EC4DA5B4}"/>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7E4115C1-A578-8B4E-6E7D-367A3B87ED0A}"/>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4F4BC17-D887-460A-8B78-697022CF492B}"/>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E23BE49-B57F-85BD-0552-9EB4524F9D0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1A8E601-086A-3693-5A7C-80B8DEFC62B2}"/>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45624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F6BAD-2C76-2553-0BB4-A3588D51377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47345C-D4DD-AF66-6970-B56AC0BE901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FD0007A-8A7C-20C4-6F2D-36FFC0C91B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36E95D-24AA-1CD3-B914-A230B238B61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0401BD-E6D8-E4BC-AF88-341CFAB557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4358B8-9FD5-1D87-FAF4-72FC0C3E022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2A30FA0-D22E-9000-DAB8-4397206EE47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E4E9F6E5-61F1-D414-7225-ABFD8F8E6B64}"/>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18AC8091-D20A-9212-854A-FF3C89B86523}"/>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6776B122-F2F7-9971-83BD-92F688452B20}"/>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76779EE4-EA69-9F0A-F0AE-9EEA0361EBA9}"/>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23DD750-7DE7-141D-A7C2-5E5E2714637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0414FE9-5A4F-87DC-D7EE-9D7830E6F5B4}"/>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826224DD-5B0F-5C14-5264-66A87D6D0607}"/>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12FDC83A-278B-57C6-6A10-D4F1134F0D4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AC6680B-6086-D4B6-084E-698C3AF8D1F1}"/>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FCD95097-1935-C0CD-26FB-68A73E73829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8544A324-3906-A7B2-DE34-BB023908C14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02921009-76C9-8823-9F5A-3A393CF0C15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0BE8D6EC-7FC2-266A-DA99-77A7EAF21BE6}"/>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8248063A-FF1D-0679-D9AF-89CD144911F1}"/>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EDA0FED4-742D-CECE-371A-E6134F03E5C0}"/>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20D2C86A-52D7-AF9E-6881-B39EFD108DFA}"/>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1126C16-A1B5-FD59-05CB-CAF84FB39DA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1BBB5244-CDA0-2B32-51BF-E1DF59DF5E3B}"/>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2" name="TextBox 31">
            <a:extLst>
              <a:ext uri="{FF2B5EF4-FFF2-40B4-BE49-F238E27FC236}">
                <a16:creationId xmlns:a16="http://schemas.microsoft.com/office/drawing/2014/main" id="{8F7CDDB8-193C-3283-4119-FD5DECEC780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E5149A62-F5CC-AC2D-666A-4E5716E29CE6}"/>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BDAB33F-68C1-A0E7-44F9-7B9A423E748D}"/>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72A84525-3686-43E2-9BBB-21B79A11C161}"/>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30EEBC4E-9260-D193-08D9-9FDB3CD3F8C3}"/>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0E642855-23C9-94F5-CDC9-A1D4B9104E3F}"/>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3004B5A-FDA9-9A4D-89E5-BE11F9C3CDFB}"/>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1607CFFB-2CB9-DF31-75D0-76D31573263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9706F689-D5DF-2EBC-9196-8B2718FCAFC0}"/>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84B18504-566C-0AEE-AA8A-B670FF29E5C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265F6FF4-1A2B-ED6E-4B35-9B3BD68A14E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C9403B3-7E0B-3AFA-8043-7D9CF83DBF7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D5C9E5A-4381-114E-1F0F-A9143D60D7BC}"/>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B1EA4E3B-306B-4F2F-3C12-398EEDA9974F}"/>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7FD8B4AD-EE4B-3E69-BA6F-DE6DEF181898}"/>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9FA248E8-A1E0-3EDD-A25C-204AB2231ED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1" name="TextBox 50">
            <a:extLst>
              <a:ext uri="{FF2B5EF4-FFF2-40B4-BE49-F238E27FC236}">
                <a16:creationId xmlns:a16="http://schemas.microsoft.com/office/drawing/2014/main" id="{351C6544-7FB3-3519-1D4B-946C0830CA4A}"/>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a:t>
            </a:r>
          </a:p>
        </p:txBody>
      </p:sp>
      <p:sp>
        <p:nvSpPr>
          <p:cNvPr id="52" name="TextBox 51">
            <a:extLst>
              <a:ext uri="{FF2B5EF4-FFF2-40B4-BE49-F238E27FC236}">
                <a16:creationId xmlns:a16="http://schemas.microsoft.com/office/drawing/2014/main" id="{352E3A52-E520-5B5F-0F8C-CC5B66042C6A}"/>
              </a:ext>
            </a:extLst>
          </p:cNvPr>
          <p:cNvSpPr txBox="1"/>
          <p:nvPr/>
        </p:nvSpPr>
        <p:spPr>
          <a:xfrm>
            <a:off x="5147734" y="3572192"/>
            <a:ext cx="570089" cy="230832"/>
          </a:xfrm>
          <a:prstGeom prst="rect">
            <a:avLst/>
          </a:prstGeom>
          <a:noFill/>
        </p:spPr>
        <p:txBody>
          <a:bodyPr wrap="square" rtlCol="0">
            <a:spAutoFit/>
          </a:bodyPr>
          <a:lstStyle/>
          <a:p>
            <a:pPr algn="ctr"/>
            <a:r>
              <a:rPr lang="en-US" sz="900" dirty="0"/>
              <a:t>56</a:t>
            </a:r>
          </a:p>
        </p:txBody>
      </p:sp>
      <p:sp>
        <p:nvSpPr>
          <p:cNvPr id="54" name="TextBox 53">
            <a:extLst>
              <a:ext uri="{FF2B5EF4-FFF2-40B4-BE49-F238E27FC236}">
                <a16:creationId xmlns:a16="http://schemas.microsoft.com/office/drawing/2014/main" id="{7D449D53-0BDB-97EF-0B96-68574D914CE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AA98FFAF-B100-BC91-574B-B63C72733F60}"/>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26D4447F-572E-B10A-9174-6F5940E0872C}"/>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0FB07F7A-87AC-11C3-7E29-C51BC16545E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4569</a:t>
            </a:r>
          </a:p>
        </p:txBody>
      </p:sp>
      <p:sp>
        <p:nvSpPr>
          <p:cNvPr id="58" name="TextBox 57">
            <a:extLst>
              <a:ext uri="{FF2B5EF4-FFF2-40B4-BE49-F238E27FC236}">
                <a16:creationId xmlns:a16="http://schemas.microsoft.com/office/drawing/2014/main" id="{F845ED39-7C49-04FD-BFF1-CB0C12AE130C}"/>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49C5C916-E72E-F55E-18F6-6B8DED7335E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56F3A2A4-663F-78FB-48E0-43E599CAAB7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B79834F7-9F2D-E15F-0EAE-891D34F7EBA5}"/>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5773B815-0A04-9413-58B5-CEBA6079DF7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7404564A-BF18-CC13-0E25-774198F6C867}"/>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D849D467-98B9-AAB9-7083-ADC09A75FE0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D4116F3-2178-A87F-0DA3-78AB30E9664B}"/>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30F9CCE8-F05D-2BB3-D022-C81B2C243AD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B9A487BE-71CA-605F-70B1-FE0BB1F99834}"/>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63B5D98-AB1B-1907-245B-CD23C8C42911}"/>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57D168DE-5B80-265B-F205-C385CE0922CB}"/>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A4B841F2-1886-0F74-009B-55D9214B9E4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AABBE2FA-01AE-815A-5118-FBA60B5BE88B}"/>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668C704F-EDC6-8A12-A46E-C487182386C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C8F8B4BF-A206-92E2-4883-C7E79BCEA82B}"/>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10014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75B94-EB2C-E116-8C78-A5814241CC4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326094-4310-F274-5F52-A2128A1E373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BF0FB36-2A90-1FFB-89B7-BCAF93D4F9D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B2E96A8-A36B-9115-EFA4-CC4304B6DF6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C99C3DB-F865-169C-8784-78E6B5AEC60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F0F474-D4AB-295A-420B-9136CE3378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C990D32-F641-078E-B068-CBAF9B2DB8A1}"/>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CBE8D79-4C91-E523-17C1-1AE0D206AD1D}"/>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AEB759F7-5B26-858B-2862-65F1440519A5}"/>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6762DC0E-4240-082B-26DF-CA2AB5E32779}"/>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964611A2-C5E3-6ACD-8C2C-2897D9399FEE}"/>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47192B23-87CC-7522-D127-FFE61BAB5ADE}"/>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B6D8E531-4C3B-A3F2-09B3-77563FDB713D}"/>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122856BB-DC5E-7286-0918-78119C58D3D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094112B2-7C08-3F7E-A3AF-8F08940FD2DC}"/>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2B9221A-8EB3-5840-7F9B-862F3675BBE5}"/>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33EC8A9B-78DD-3B8F-607D-4DA1CF3BE940}"/>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7BA91C82-3198-DC1D-01B5-4A8D225C6A3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3467</a:t>
            </a:r>
          </a:p>
        </p:txBody>
      </p:sp>
      <p:sp>
        <p:nvSpPr>
          <p:cNvPr id="19" name="TextBox 18">
            <a:extLst>
              <a:ext uri="{FF2B5EF4-FFF2-40B4-BE49-F238E27FC236}">
                <a16:creationId xmlns:a16="http://schemas.microsoft.com/office/drawing/2014/main" id="{87BC64FB-7DCF-A22C-DB90-9C538AEB85D3}"/>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a:t>
            </a:r>
          </a:p>
        </p:txBody>
      </p:sp>
      <p:sp>
        <p:nvSpPr>
          <p:cNvPr id="20" name="TextBox 19">
            <a:extLst>
              <a:ext uri="{FF2B5EF4-FFF2-40B4-BE49-F238E27FC236}">
                <a16:creationId xmlns:a16="http://schemas.microsoft.com/office/drawing/2014/main" id="{1745EE61-11AD-76FD-8F8B-CE122A0B78C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461F5121-C133-F30B-F6A0-8313A16755D2}"/>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0B021F7B-A6AE-2413-412F-45994A791755}"/>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E0640B19-036B-9659-1B8E-383286582D10}"/>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20683573-1BA9-7683-DAED-406F75CAAC6B}"/>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32130AD3-AE7A-6748-8DC6-6EE518589028}"/>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0AB5D28C-1CF0-A83B-092E-C1E6BAF1AF5D}"/>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66BC4150-605B-E755-D2E9-18EC1015E7BA}"/>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656E16EB-ECFB-A193-C593-34A64BEFD1D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5AE6F44E-317A-7AB1-2FDF-7913CB5CCE25}"/>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23A17D14-4299-82F6-E7AC-74483EB592B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AF6F0443-9610-3A77-4461-F838632AAA0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AFC062FD-4F33-DF99-A1E1-49691D35675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F265A1E-229D-D0BC-8157-D0027C90EB3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069F540-E8CE-5A73-E380-9BB8D3991126}"/>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2249D94B-C73C-FAE9-2CC5-D4B60948D5BA}"/>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296C9CA0-9295-E849-C3C9-3CB4E300223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D372B17-4EF6-95D3-9290-F183C9EFD02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1" name="TextBox 50">
            <a:extLst>
              <a:ext uri="{FF2B5EF4-FFF2-40B4-BE49-F238E27FC236}">
                <a16:creationId xmlns:a16="http://schemas.microsoft.com/office/drawing/2014/main" id="{DBFF9AA5-D392-A3C2-4255-39456C48CB53}"/>
              </a:ext>
            </a:extLst>
          </p:cNvPr>
          <p:cNvSpPr txBox="1"/>
          <p:nvPr/>
        </p:nvSpPr>
        <p:spPr>
          <a:xfrm>
            <a:off x="4645378" y="3572192"/>
            <a:ext cx="570089" cy="230832"/>
          </a:xfrm>
          <a:prstGeom prst="rect">
            <a:avLst/>
          </a:prstGeom>
          <a:noFill/>
        </p:spPr>
        <p:txBody>
          <a:bodyPr wrap="square" rtlCol="0">
            <a:spAutoFit/>
          </a:bodyPr>
          <a:lstStyle/>
          <a:p>
            <a:pPr algn="ctr"/>
            <a:r>
              <a:rPr lang="en-US" sz="900" dirty="0"/>
              <a:t>25</a:t>
            </a:r>
          </a:p>
        </p:txBody>
      </p:sp>
      <p:sp>
        <p:nvSpPr>
          <p:cNvPr id="52" name="TextBox 51">
            <a:extLst>
              <a:ext uri="{FF2B5EF4-FFF2-40B4-BE49-F238E27FC236}">
                <a16:creationId xmlns:a16="http://schemas.microsoft.com/office/drawing/2014/main" id="{34299C50-0BC9-A2A9-C361-1DCCAB4B8EA6}"/>
              </a:ext>
            </a:extLst>
          </p:cNvPr>
          <p:cNvSpPr txBox="1"/>
          <p:nvPr/>
        </p:nvSpPr>
        <p:spPr>
          <a:xfrm>
            <a:off x="5147734" y="3572192"/>
            <a:ext cx="570089" cy="230832"/>
          </a:xfrm>
          <a:prstGeom prst="rect">
            <a:avLst/>
          </a:prstGeom>
          <a:noFill/>
        </p:spPr>
        <p:txBody>
          <a:bodyPr wrap="square" rtlCol="0">
            <a:spAutoFit/>
          </a:bodyPr>
          <a:lstStyle/>
          <a:p>
            <a:pPr algn="ctr"/>
            <a:r>
              <a:rPr lang="en-US" sz="900" dirty="0"/>
              <a:t>56</a:t>
            </a:r>
          </a:p>
        </p:txBody>
      </p:sp>
      <p:sp>
        <p:nvSpPr>
          <p:cNvPr id="54" name="TextBox 53">
            <a:extLst>
              <a:ext uri="{FF2B5EF4-FFF2-40B4-BE49-F238E27FC236}">
                <a16:creationId xmlns:a16="http://schemas.microsoft.com/office/drawing/2014/main" id="{BCE17FA0-BE74-26BC-8464-DAAB71BD9D9D}"/>
              </a:ext>
            </a:extLst>
          </p:cNvPr>
          <p:cNvSpPr txBox="1"/>
          <p:nvPr/>
        </p:nvSpPr>
        <p:spPr>
          <a:xfrm>
            <a:off x="6654802" y="1402877"/>
            <a:ext cx="570089" cy="230832"/>
          </a:xfrm>
          <a:prstGeom prst="rect">
            <a:avLst/>
          </a:prstGeom>
          <a:noFill/>
        </p:spPr>
        <p:txBody>
          <a:bodyPr wrap="square" rtlCol="0">
            <a:spAutoFit/>
          </a:bodyPr>
          <a:lstStyle/>
          <a:p>
            <a:pPr algn="ctr"/>
            <a:r>
              <a:rPr lang="en-US" sz="900" dirty="0"/>
              <a:t>2345</a:t>
            </a:r>
          </a:p>
        </p:txBody>
      </p:sp>
      <p:sp>
        <p:nvSpPr>
          <p:cNvPr id="55" name="TextBox 54">
            <a:extLst>
              <a:ext uri="{FF2B5EF4-FFF2-40B4-BE49-F238E27FC236}">
                <a16:creationId xmlns:a16="http://schemas.microsoft.com/office/drawing/2014/main" id="{7C847893-71D1-8E06-EA1B-05DD662AC43A}"/>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1F85809C-AEBC-5BF9-AF56-37FD5BB7386A}"/>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C0FAC012-4400-644D-5875-79BA059B9C04}"/>
              </a:ext>
            </a:extLst>
          </p:cNvPr>
          <p:cNvSpPr txBox="1"/>
          <p:nvPr/>
        </p:nvSpPr>
        <p:spPr>
          <a:xfrm>
            <a:off x="3640666" y="2404765"/>
            <a:ext cx="570089" cy="230832"/>
          </a:xfrm>
          <a:prstGeom prst="rect">
            <a:avLst/>
          </a:prstGeom>
          <a:noFill/>
        </p:spPr>
        <p:txBody>
          <a:bodyPr wrap="square" rtlCol="0">
            <a:spAutoFit/>
          </a:bodyPr>
          <a:lstStyle/>
          <a:p>
            <a:pPr algn="ctr"/>
            <a:r>
              <a:rPr lang="en-US" sz="900" dirty="0"/>
              <a:t>49</a:t>
            </a:r>
          </a:p>
        </p:txBody>
      </p:sp>
      <p:sp>
        <p:nvSpPr>
          <p:cNvPr id="58" name="TextBox 57">
            <a:extLst>
              <a:ext uri="{FF2B5EF4-FFF2-40B4-BE49-F238E27FC236}">
                <a16:creationId xmlns:a16="http://schemas.microsoft.com/office/drawing/2014/main" id="{649F9E14-F57C-C67F-1FB9-AFB63B80B54B}"/>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6C869896-903C-6911-47BC-CF7562900D38}"/>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4172AEE5-9114-F380-3672-108B341AA1CA}"/>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a:t>
            </a:r>
          </a:p>
        </p:txBody>
      </p:sp>
      <p:sp>
        <p:nvSpPr>
          <p:cNvPr id="61" name="TextBox 60">
            <a:extLst>
              <a:ext uri="{FF2B5EF4-FFF2-40B4-BE49-F238E27FC236}">
                <a16:creationId xmlns:a16="http://schemas.microsoft.com/office/drawing/2014/main" id="{99A7D90E-F5B6-58FE-D913-5AC7D10AFF1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897556D5-1D3A-C67D-14AF-7E8FE4BD306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788034A3-2766-EFFE-E3EF-F2DB6C2198A5}"/>
              </a:ext>
            </a:extLst>
          </p:cNvPr>
          <p:cNvSpPr txBox="1"/>
          <p:nvPr/>
        </p:nvSpPr>
        <p:spPr>
          <a:xfrm>
            <a:off x="7157158" y="769078"/>
            <a:ext cx="570089" cy="230832"/>
          </a:xfrm>
          <a:prstGeom prst="rect">
            <a:avLst/>
          </a:prstGeom>
          <a:noFill/>
        </p:spPr>
        <p:txBody>
          <a:bodyPr wrap="square" rtlCol="0">
            <a:spAutoFit/>
          </a:bodyPr>
          <a:lstStyle/>
          <a:p>
            <a:pPr algn="ctr"/>
            <a:r>
              <a:rPr lang="en-US" sz="900" dirty="0"/>
              <a:t>3456</a:t>
            </a:r>
          </a:p>
        </p:txBody>
      </p:sp>
      <p:sp>
        <p:nvSpPr>
          <p:cNvPr id="53" name="TextBox 52">
            <a:extLst>
              <a:ext uri="{FF2B5EF4-FFF2-40B4-BE49-F238E27FC236}">
                <a16:creationId xmlns:a16="http://schemas.microsoft.com/office/drawing/2014/main" id="{1F82C7A0-4747-F393-D99B-EB7A5461242F}"/>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5FC5DC3-3EAB-645F-C68C-8198DE39B05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7DA98C5-A635-8F8D-F5C2-03602C44444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165AEF7-7D61-C35F-5F35-46037B5F51A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758ABD2-26D7-ECEB-0426-2780EDB8A75E}"/>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C6C2549F-A52C-B749-145E-C6ADA5C6A34F}"/>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673F5B88-D980-37F8-8EF2-F6DC05FE547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260A529E-370E-311E-3191-BCE3E1E29BFD}"/>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572ECF20-4DAD-08F0-6349-8123C22BD99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4436228-0686-4696-0D79-4E06018F6CE4}"/>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2FE3C2E-B2B2-D5ED-4CCC-8559C6007385}"/>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70F39FD3-867B-9CC1-CBD1-BD8C4DBF454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1A22F614-51F5-5FFD-3C3E-00FD893F6F42}"/>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0BEBB1A-22FD-BECF-164F-3EC59B27E15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1815714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8B8F0-7709-4918-9963-F70E24F006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40C54B-3C8F-C14D-C514-6732368EA81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04096F2-9E88-764D-0BCA-3B6B703C4CB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D79E9A1-B11B-DC94-AA97-65A8DEAD521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669759-CF8C-2B39-116D-6047462AC29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C21ADE-192C-917E-9FB0-6A80AE89DFF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A21EC52-C73D-FE3B-B1A2-3160FC17A8F5}"/>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65FE0839-F108-65B0-9E41-C76E2816ABBF}"/>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E2596E33-45DC-6B40-E4D4-33580FEF97C8}"/>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084A6263-AE99-0FC1-7BFF-908A4711F958}"/>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A94ECC4-8EDA-25CC-0562-FE9886028BF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75E75623-6C43-D0B6-E688-EEE9EA48C246}"/>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EC9458C-667D-1317-400E-10381424EFD7}"/>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976B8B5A-2F08-41DF-5D84-52B778E1A3B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2B49B8F-BB20-7313-2C9E-A76FE6C9DF2E}"/>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5F022FE-1CB2-8C2A-2DC2-304F3C9951DC}"/>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36409F81-F668-C8FB-D262-953B92EB6B10}"/>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F5C98DC-DEE8-8D61-F2DD-7891162FC12A}"/>
              </a:ext>
            </a:extLst>
          </p:cNvPr>
          <p:cNvSpPr txBox="1"/>
          <p:nvPr/>
        </p:nvSpPr>
        <p:spPr>
          <a:xfrm>
            <a:off x="6152446" y="2077244"/>
            <a:ext cx="570089" cy="230832"/>
          </a:xfrm>
          <a:prstGeom prst="rect">
            <a:avLst/>
          </a:prstGeom>
          <a:noFill/>
        </p:spPr>
        <p:txBody>
          <a:bodyPr wrap="square" rtlCol="0">
            <a:spAutoFit/>
          </a:bodyPr>
          <a:lstStyle/>
          <a:p>
            <a:pPr algn="ctr"/>
            <a:r>
              <a:rPr lang="en-US" sz="900" dirty="0"/>
              <a:t>3467</a:t>
            </a:r>
          </a:p>
        </p:txBody>
      </p:sp>
      <p:sp>
        <p:nvSpPr>
          <p:cNvPr id="19" name="TextBox 18">
            <a:extLst>
              <a:ext uri="{FF2B5EF4-FFF2-40B4-BE49-F238E27FC236}">
                <a16:creationId xmlns:a16="http://schemas.microsoft.com/office/drawing/2014/main" id="{9F8ACF44-DCE7-2439-7257-F87008514CEB}"/>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a:t>
            </a:r>
          </a:p>
        </p:txBody>
      </p:sp>
      <p:sp>
        <p:nvSpPr>
          <p:cNvPr id="20" name="TextBox 19">
            <a:extLst>
              <a:ext uri="{FF2B5EF4-FFF2-40B4-BE49-F238E27FC236}">
                <a16:creationId xmlns:a16="http://schemas.microsoft.com/office/drawing/2014/main" id="{F866D5E9-5E74-BC41-6FF2-E30D8C46DC2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CCA89FF4-6108-A4CD-34B1-011AA992D9D2}"/>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56C18845-F6E8-C928-5FB2-E864041E4D15}"/>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4A4B4E0C-E76C-F9BB-B6C4-76C46E194A79}"/>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48246B08-7502-A353-C1DF-782101490596}"/>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016998E3-7AF5-CEEF-7E78-0AB932914C6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4D96631E-5D6F-1796-8BEC-D23DCEACBFDD}"/>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CDDDABAE-57CB-351C-D696-716E6B833AF0}"/>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A365E64C-E838-849D-C11E-0432233C4658}"/>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AA8CCD86-6656-AED9-9588-CF64A419EA4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DF1D4B7-31CF-6984-9364-CE8EB0618E5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313B1FAF-2162-A8AB-39CA-6F06350EA82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A301BA87-802A-4900-CC3E-9C974FFFDAB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8C9A241D-5D69-0DBB-1247-D21D0639EC32}"/>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724BDA64-2AC6-D7FA-2A36-C9B6B267D681}"/>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3E449DDE-EA9F-7506-CF05-D073D7678B99}"/>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9C46E498-586F-41A4-A9C6-D01E54A9F42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A7524EC8-BB0E-BE3B-B79F-73B40BEB746F}"/>
              </a:ext>
            </a:extLst>
          </p:cNvPr>
          <p:cNvSpPr txBox="1"/>
          <p:nvPr/>
        </p:nvSpPr>
        <p:spPr>
          <a:xfrm>
            <a:off x="6654802" y="1402877"/>
            <a:ext cx="570089" cy="230832"/>
          </a:xfrm>
          <a:prstGeom prst="rect">
            <a:avLst/>
          </a:prstGeom>
          <a:noFill/>
        </p:spPr>
        <p:txBody>
          <a:bodyPr wrap="square" rtlCol="0">
            <a:spAutoFit/>
          </a:bodyPr>
          <a:lstStyle/>
          <a:p>
            <a:pPr algn="ctr"/>
            <a:r>
              <a:rPr lang="en-US" sz="900" dirty="0"/>
              <a:t>2345</a:t>
            </a:r>
          </a:p>
        </p:txBody>
      </p:sp>
      <p:sp>
        <p:nvSpPr>
          <p:cNvPr id="55" name="TextBox 54">
            <a:extLst>
              <a:ext uri="{FF2B5EF4-FFF2-40B4-BE49-F238E27FC236}">
                <a16:creationId xmlns:a16="http://schemas.microsoft.com/office/drawing/2014/main" id="{8A7A0FEE-3623-0E3E-07B0-9D627C202B36}"/>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652C67F2-6C21-EE43-F8FD-BCA6AF4CE96D}"/>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08F3FE36-0495-9EF9-C5AB-F65D63FD1DFF}"/>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CB340805-5366-8D44-23EB-3CC0D26516A0}"/>
              </a:ext>
            </a:extLst>
          </p:cNvPr>
          <p:cNvSpPr txBox="1"/>
          <p:nvPr/>
        </p:nvSpPr>
        <p:spPr>
          <a:xfrm>
            <a:off x="3640666" y="4408541"/>
            <a:ext cx="570089" cy="230832"/>
          </a:xfrm>
          <a:prstGeom prst="rect">
            <a:avLst/>
          </a:prstGeom>
          <a:noFill/>
        </p:spPr>
        <p:txBody>
          <a:bodyPr wrap="square" rtlCol="0">
            <a:spAutoFit/>
          </a:bodyPr>
          <a:lstStyle/>
          <a:p>
            <a:pPr algn="ctr"/>
            <a:r>
              <a:rPr lang="en-US" sz="900" dirty="0"/>
              <a:t>678</a:t>
            </a:r>
          </a:p>
        </p:txBody>
      </p:sp>
      <p:sp>
        <p:nvSpPr>
          <p:cNvPr id="60" name="TextBox 59">
            <a:extLst>
              <a:ext uri="{FF2B5EF4-FFF2-40B4-BE49-F238E27FC236}">
                <a16:creationId xmlns:a16="http://schemas.microsoft.com/office/drawing/2014/main" id="{73773F22-3C05-45C0-2DD3-5AF5E20F7CF4}"/>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1E461F9B-1E02-7FB5-2465-E8D57098E5E4}"/>
              </a:ext>
            </a:extLst>
          </p:cNvPr>
          <p:cNvSpPr txBox="1"/>
          <p:nvPr/>
        </p:nvSpPr>
        <p:spPr>
          <a:xfrm>
            <a:off x="3138310" y="4408541"/>
            <a:ext cx="570089" cy="230832"/>
          </a:xfrm>
          <a:prstGeom prst="rect">
            <a:avLst/>
          </a:prstGeom>
          <a:noFill/>
        </p:spPr>
        <p:txBody>
          <a:bodyPr wrap="square" rtlCol="0">
            <a:spAutoFit/>
          </a:bodyPr>
          <a:lstStyle/>
          <a:p>
            <a:pPr algn="ctr"/>
            <a:r>
              <a:rPr lang="en-US" sz="900" dirty="0"/>
              <a:t>789</a:t>
            </a:r>
          </a:p>
        </p:txBody>
      </p:sp>
      <p:sp>
        <p:nvSpPr>
          <p:cNvPr id="63" name="TextBox 62">
            <a:extLst>
              <a:ext uri="{FF2B5EF4-FFF2-40B4-BE49-F238E27FC236}">
                <a16:creationId xmlns:a16="http://schemas.microsoft.com/office/drawing/2014/main" id="{1D95E752-4FEA-D13F-E623-75D1615E69CC}"/>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94D965F6-F403-BD84-AD82-63753D7ED7B9}"/>
              </a:ext>
            </a:extLst>
          </p:cNvPr>
          <p:cNvSpPr txBox="1"/>
          <p:nvPr/>
        </p:nvSpPr>
        <p:spPr>
          <a:xfrm>
            <a:off x="7157158" y="769078"/>
            <a:ext cx="570089" cy="230832"/>
          </a:xfrm>
          <a:prstGeom prst="rect">
            <a:avLst/>
          </a:prstGeom>
          <a:noFill/>
        </p:spPr>
        <p:txBody>
          <a:bodyPr wrap="square" rtlCol="0">
            <a:spAutoFit/>
          </a:bodyPr>
          <a:lstStyle/>
          <a:p>
            <a:pPr algn="ctr"/>
            <a:r>
              <a:rPr lang="en-US" sz="900" dirty="0"/>
              <a:t>3456</a:t>
            </a:r>
          </a:p>
        </p:txBody>
      </p:sp>
      <p:sp>
        <p:nvSpPr>
          <p:cNvPr id="53" name="TextBox 52">
            <a:extLst>
              <a:ext uri="{FF2B5EF4-FFF2-40B4-BE49-F238E27FC236}">
                <a16:creationId xmlns:a16="http://schemas.microsoft.com/office/drawing/2014/main" id="{49E44A57-9FFA-DAC9-FA29-16E53E7287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922E596-C6D1-7C87-F6A7-D82E3325904E}"/>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A14C8C0-392C-B15C-9637-6C33BF6D3A7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577533E-6898-C868-86CE-EFC4AC134754}"/>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3AA5618-0786-B94D-4750-5B0B9352013E}"/>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DECEEE02-CD4B-31DE-69E4-F5592F4A7969}"/>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251B5C91-19D0-DED0-F61B-DE0B2E79AF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A99CC7A-502E-F113-154D-35A16E3486E1}"/>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E90138EE-58D9-6898-9509-78FBC29F59A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B0DAB95E-2D9C-7D53-6293-609A5DF6F9D0}"/>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14171FB-E179-46D5-EACB-A4EBEBFFC97C}"/>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5ADFED0-733E-BB3F-B664-609A730D891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420F711E-5BC8-5FB8-2E2E-A7A0F306FF7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4C4532C-476B-C408-C2FE-11CED1476595}"/>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15762928-68AC-693A-E6DE-16A57D9C1BFC}"/>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23F3BB11-8911-AC16-B198-25BB523D997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FCF8C1D-5E4E-364F-2B0E-608F448CA93D}"/>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75D125BB-0D7A-94D2-511B-B10A3EC5384D}"/>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969203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0D44C-44A0-7D9F-5D7A-66C8A586C5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C3628B-A583-99F8-91C9-7DDC999D015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FFB3DDE-B512-470E-2D4D-41BC47C6BF6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1456FA-1F66-977F-7D47-0CE8252DD4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E36AA0C-DD6C-1A97-B9BE-7731A931C1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2E73524-418A-C81C-4BAD-480642E15E86}"/>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C23C789C-06EF-3EB1-081E-4046239AF3A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FC3ECA6D-CB41-84C1-6E85-6CF9672880AF}"/>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8AF138A-7DFC-BF65-4C8D-ECF09915BC3B}"/>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146FB6F9-CE15-0622-FF7B-CED8CE14D8DF}"/>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9FBC7DE-B681-4F9F-D3E3-6EF4112E1F4A}"/>
              </a:ext>
            </a:extLst>
          </p:cNvPr>
          <p:cNvSpPr txBox="1"/>
          <p:nvPr/>
        </p:nvSpPr>
        <p:spPr>
          <a:xfrm>
            <a:off x="6152446" y="2077244"/>
            <a:ext cx="570089" cy="230832"/>
          </a:xfrm>
          <a:prstGeom prst="rect">
            <a:avLst/>
          </a:prstGeom>
          <a:noFill/>
        </p:spPr>
        <p:txBody>
          <a:bodyPr wrap="square" rtlCol="0">
            <a:spAutoFit/>
          </a:bodyPr>
          <a:lstStyle/>
          <a:p>
            <a:pPr algn="ctr"/>
            <a:r>
              <a:rPr lang="en-US" sz="900" dirty="0"/>
              <a:t>3467</a:t>
            </a:r>
          </a:p>
        </p:txBody>
      </p:sp>
      <p:sp>
        <p:nvSpPr>
          <p:cNvPr id="19" name="TextBox 18">
            <a:extLst>
              <a:ext uri="{FF2B5EF4-FFF2-40B4-BE49-F238E27FC236}">
                <a16:creationId xmlns:a16="http://schemas.microsoft.com/office/drawing/2014/main" id="{CF0DF120-86EB-E1AB-13CE-0FB13566124B}"/>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a:t>
            </a:r>
          </a:p>
        </p:txBody>
      </p:sp>
      <p:sp>
        <p:nvSpPr>
          <p:cNvPr id="20" name="TextBox 19">
            <a:extLst>
              <a:ext uri="{FF2B5EF4-FFF2-40B4-BE49-F238E27FC236}">
                <a16:creationId xmlns:a16="http://schemas.microsoft.com/office/drawing/2014/main" id="{CB97DD91-9E50-DA19-EB52-A6F7748563C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8CDA5C37-658F-B216-5C79-B5A91E8CEAA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383D5671-BC4E-A011-FB01-3F45B837DB0D}"/>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FB7A14E8-761C-0634-4939-46B8CEF59754}"/>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9FD58E95-616D-9902-0DD7-1D30B51C6198}"/>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F8BAECD0-1BC7-C8DE-C67E-F923A054A7EE}"/>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8C5931FE-762C-88C0-60E5-0038F4E95BA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5ED092AC-9C7B-FB27-8669-62AD1AECEDD6}"/>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1990E5FD-0557-3FC9-2495-6A2D9318F73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74D17FB5-BC61-371A-2D9F-5862534BD5DD}"/>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28CD8E55-5386-4683-042C-4944627B9AE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4C10002-AD59-6DC5-B29F-5F84D1549157}"/>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1CE18A0-B81B-1AF2-F1DE-8C00F40716C6}"/>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A3E44955-C88A-DDC2-4BD4-5177FD4DEDD8}"/>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AF0AA28C-D4CB-FFE5-2E17-5868F81E85C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58B6BB49-96A9-9A72-EC4B-A982B1B85403}"/>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07B31E15-2DD6-B9F9-6125-3E7FA0487325}"/>
              </a:ext>
            </a:extLst>
          </p:cNvPr>
          <p:cNvSpPr txBox="1"/>
          <p:nvPr/>
        </p:nvSpPr>
        <p:spPr>
          <a:xfrm>
            <a:off x="6654802" y="1402877"/>
            <a:ext cx="570089" cy="230832"/>
          </a:xfrm>
          <a:prstGeom prst="rect">
            <a:avLst/>
          </a:prstGeom>
          <a:noFill/>
        </p:spPr>
        <p:txBody>
          <a:bodyPr wrap="square" rtlCol="0">
            <a:spAutoFit/>
          </a:bodyPr>
          <a:lstStyle/>
          <a:p>
            <a:pPr algn="ctr"/>
            <a:r>
              <a:rPr lang="en-US" sz="900" dirty="0"/>
              <a:t>2345</a:t>
            </a:r>
          </a:p>
        </p:txBody>
      </p:sp>
      <p:sp>
        <p:nvSpPr>
          <p:cNvPr id="55" name="TextBox 54">
            <a:extLst>
              <a:ext uri="{FF2B5EF4-FFF2-40B4-BE49-F238E27FC236}">
                <a16:creationId xmlns:a16="http://schemas.microsoft.com/office/drawing/2014/main" id="{F9B6268A-4CB6-2FCD-829B-EDEFBDAB655C}"/>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25CAA0B9-4976-B835-D8D2-764A26F51FB0}"/>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A4337B73-E801-AA60-5D1D-65B912F3FDD9}"/>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02EAF7B1-28E3-C459-C8FB-C0D680E6768E}"/>
              </a:ext>
            </a:extLst>
          </p:cNvPr>
          <p:cNvSpPr txBox="1"/>
          <p:nvPr/>
        </p:nvSpPr>
        <p:spPr>
          <a:xfrm>
            <a:off x="3640666" y="4408541"/>
            <a:ext cx="570089" cy="230832"/>
          </a:xfrm>
          <a:prstGeom prst="rect">
            <a:avLst/>
          </a:prstGeom>
          <a:noFill/>
        </p:spPr>
        <p:txBody>
          <a:bodyPr wrap="square" rtlCol="0">
            <a:spAutoFit/>
          </a:bodyPr>
          <a:lstStyle/>
          <a:p>
            <a:pPr algn="ctr"/>
            <a:r>
              <a:rPr lang="en-US" sz="900" dirty="0"/>
              <a:t>678</a:t>
            </a:r>
          </a:p>
        </p:txBody>
      </p:sp>
      <p:sp>
        <p:nvSpPr>
          <p:cNvPr id="60" name="TextBox 59">
            <a:extLst>
              <a:ext uri="{FF2B5EF4-FFF2-40B4-BE49-F238E27FC236}">
                <a16:creationId xmlns:a16="http://schemas.microsoft.com/office/drawing/2014/main" id="{7301193C-CE4F-554F-DC1A-A456C5222EE2}"/>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A62F2139-887A-FAB5-CAEC-BB05D6D8A2D1}"/>
              </a:ext>
            </a:extLst>
          </p:cNvPr>
          <p:cNvSpPr txBox="1"/>
          <p:nvPr/>
        </p:nvSpPr>
        <p:spPr>
          <a:xfrm>
            <a:off x="3138310" y="4408541"/>
            <a:ext cx="570089" cy="230832"/>
          </a:xfrm>
          <a:prstGeom prst="rect">
            <a:avLst/>
          </a:prstGeom>
          <a:noFill/>
        </p:spPr>
        <p:txBody>
          <a:bodyPr wrap="square" rtlCol="0">
            <a:spAutoFit/>
          </a:bodyPr>
          <a:lstStyle/>
          <a:p>
            <a:pPr algn="ctr"/>
            <a:r>
              <a:rPr lang="en-US" sz="900" dirty="0"/>
              <a:t>789</a:t>
            </a:r>
          </a:p>
        </p:txBody>
      </p:sp>
      <p:sp>
        <p:nvSpPr>
          <p:cNvPr id="63" name="TextBox 62">
            <a:extLst>
              <a:ext uri="{FF2B5EF4-FFF2-40B4-BE49-F238E27FC236}">
                <a16:creationId xmlns:a16="http://schemas.microsoft.com/office/drawing/2014/main" id="{8C607AA0-2FB5-52B2-38D6-B4B37818582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662317F9-4201-D218-55C2-9B8E98FAF322}"/>
              </a:ext>
            </a:extLst>
          </p:cNvPr>
          <p:cNvSpPr txBox="1"/>
          <p:nvPr/>
        </p:nvSpPr>
        <p:spPr>
          <a:xfrm>
            <a:off x="7157158" y="769078"/>
            <a:ext cx="570089" cy="230832"/>
          </a:xfrm>
          <a:prstGeom prst="rect">
            <a:avLst/>
          </a:prstGeom>
          <a:noFill/>
        </p:spPr>
        <p:txBody>
          <a:bodyPr wrap="square" rtlCol="0">
            <a:spAutoFit/>
          </a:bodyPr>
          <a:lstStyle/>
          <a:p>
            <a:pPr algn="ctr"/>
            <a:r>
              <a:rPr lang="en-US" sz="900" dirty="0"/>
              <a:t>3456</a:t>
            </a:r>
          </a:p>
        </p:txBody>
      </p:sp>
      <p:sp>
        <p:nvSpPr>
          <p:cNvPr id="53" name="TextBox 52">
            <a:extLst>
              <a:ext uri="{FF2B5EF4-FFF2-40B4-BE49-F238E27FC236}">
                <a16:creationId xmlns:a16="http://schemas.microsoft.com/office/drawing/2014/main" id="{49285A96-69A0-09C7-AA67-21BAAFEAA80A}"/>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CC9E8F9-C1DB-CFDE-D9A7-8F21B2084D8A}"/>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291B9C9-C8D4-F297-DE5A-1709E69B977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B18E4FD-4F1C-35C9-7C51-75C9BB47504C}"/>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3DCC4E4-1D93-D19A-44D5-D14514A98ED4}"/>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9DE46D3C-E16F-80ED-5D98-3281D1E5AF3D}"/>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F54FC596-852B-BC81-E7C2-E1D7A55020E7}"/>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FE7DE39C-1D46-CCB8-F7CA-E202E53E86D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32FF8EA2-8A11-6505-F985-013D2AD9CBC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5D6053D-6647-B0C7-B463-E66DD535577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DCAA22F-E082-5431-EB65-96F1C472FB2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F9120F5-F52C-39F6-56AB-AAA599D5624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F95917E4-E2F5-840F-6078-F63796A504E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4F75C4E-D7A1-6482-E0D0-44E1ECB8D7C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8629F448-867F-EE49-82D6-258FDC81011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6EE0D54E-FA57-6585-A1C2-7280FA2975E1}"/>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FA50556-7F99-2720-2299-E0C9F71E30F5}"/>
              </a:ext>
            </a:extLst>
          </p:cNvPr>
          <p:cNvSpPr txBox="1"/>
          <p:nvPr/>
        </p:nvSpPr>
        <p:spPr>
          <a:xfrm>
            <a:off x="4715935" y="3237891"/>
            <a:ext cx="462845" cy="584775"/>
          </a:xfrm>
          <a:prstGeom prst="rect">
            <a:avLst/>
          </a:prstGeom>
          <a:no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7D658C07-19B9-09EE-FE8E-79C6A71FBA4A}"/>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98044278-6FCB-9320-2BD4-F395F77AAFB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7296E180-BC74-75F2-FC1A-A686C75EED0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29C01770-B554-FBA8-89C5-8CA55629BC0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57AC1C7E-E3DE-16F2-2244-8AF5E13FD37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A4C249A4-CA7C-F492-9334-450D3677387D}"/>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95C4B269-E958-3831-02A5-F9998105C00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0D5A0D35-0FC1-93A6-BFBD-6DF3A7E5B1C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0878D500-D22B-8478-2E07-42992643467E}"/>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088557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C012EB0B-446A-F819-AC59-2E75004C64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C35708-C262-4FCE-AA64-0DE8ED42832D}"/>
              </a:ext>
            </a:extLst>
          </p:cNvPr>
          <p:cNvSpPr>
            <a:spLocks noGrp="1"/>
          </p:cNvSpPr>
          <p:nvPr>
            <p:ph sz="half" idx="1"/>
          </p:nvPr>
        </p:nvSpPr>
        <p:spPr/>
        <p:txBody>
          <a:bodyPr>
            <a:normAutofit/>
          </a:bodyPr>
          <a:lstStyle/>
          <a:p>
            <a:r>
              <a:rPr lang="en-US" dirty="0"/>
              <a:t>FAIL.</a:t>
            </a:r>
          </a:p>
        </p:txBody>
      </p:sp>
      <p:pic>
        <p:nvPicPr>
          <p:cNvPr id="4" name="Picture 3" descr="A grid of sudoku puzzle&#10;&#10;Description automatically generated">
            <a:extLst>
              <a:ext uri="{FF2B5EF4-FFF2-40B4-BE49-F238E27FC236}">
                <a16:creationId xmlns:a16="http://schemas.microsoft.com/office/drawing/2014/main" id="{A56AF6D7-B528-458E-A535-D56432CED3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FE9F638-7205-6315-8752-FBA030FE9F6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30D84B-440E-B034-2F2D-B3B00163BEC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F44800-D83A-3F4C-0E27-E065AFFE2201}"/>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5406ECC4-2C31-9F3A-2831-3B82BE95505A}"/>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AAF4981D-713D-3A3B-923F-88532AC594E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018B25D-1FE7-08A9-2CA6-E2D051E3CD54}"/>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7AE0BDDC-C0B2-A8E2-8D40-E89E0F74A6A6}"/>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459A358D-84B0-2D11-9CBC-47DAEBC54D66}"/>
              </a:ext>
            </a:extLst>
          </p:cNvPr>
          <p:cNvSpPr txBox="1"/>
          <p:nvPr/>
        </p:nvSpPr>
        <p:spPr>
          <a:xfrm>
            <a:off x="6152446" y="2077244"/>
            <a:ext cx="570089" cy="230832"/>
          </a:xfrm>
          <a:prstGeom prst="rect">
            <a:avLst/>
          </a:prstGeom>
          <a:noFill/>
        </p:spPr>
        <p:txBody>
          <a:bodyPr wrap="square" rtlCol="0">
            <a:spAutoFit/>
          </a:bodyPr>
          <a:lstStyle/>
          <a:p>
            <a:pPr algn="ctr"/>
            <a:r>
              <a:rPr lang="en-US" sz="900" dirty="0"/>
              <a:t>3467</a:t>
            </a:r>
          </a:p>
        </p:txBody>
      </p:sp>
      <p:sp>
        <p:nvSpPr>
          <p:cNvPr id="19" name="TextBox 18">
            <a:extLst>
              <a:ext uri="{FF2B5EF4-FFF2-40B4-BE49-F238E27FC236}">
                <a16:creationId xmlns:a16="http://schemas.microsoft.com/office/drawing/2014/main" id="{576B8D93-A141-04E2-F36C-DD3EB753FEE0}"/>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a:t>
            </a:r>
          </a:p>
        </p:txBody>
      </p:sp>
      <p:sp>
        <p:nvSpPr>
          <p:cNvPr id="20" name="TextBox 19">
            <a:extLst>
              <a:ext uri="{FF2B5EF4-FFF2-40B4-BE49-F238E27FC236}">
                <a16:creationId xmlns:a16="http://schemas.microsoft.com/office/drawing/2014/main" id="{E5E87C68-2B3B-38A0-1C4B-72D6895710C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7" name="TextBox 26">
            <a:extLst>
              <a:ext uri="{FF2B5EF4-FFF2-40B4-BE49-F238E27FC236}">
                <a16:creationId xmlns:a16="http://schemas.microsoft.com/office/drawing/2014/main" id="{118F9A48-4637-F481-7FC7-F8DD7EF10B6B}"/>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D4225B5F-6918-E647-61D6-F0EDB7A73FC3}"/>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4" name="TextBox 33">
            <a:extLst>
              <a:ext uri="{FF2B5EF4-FFF2-40B4-BE49-F238E27FC236}">
                <a16:creationId xmlns:a16="http://schemas.microsoft.com/office/drawing/2014/main" id="{F353E7BD-AA10-A72F-12FE-C3C3785DD28D}"/>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96BE21E0-BE0E-071D-8358-386997424694}"/>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5B20467F-85F0-11B1-51A3-D3397A0E03B7}"/>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95E55B2F-8238-452C-C857-45156690541B}"/>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4" name="TextBox 43">
            <a:extLst>
              <a:ext uri="{FF2B5EF4-FFF2-40B4-BE49-F238E27FC236}">
                <a16:creationId xmlns:a16="http://schemas.microsoft.com/office/drawing/2014/main" id="{3BC14BDF-08A6-09EA-0838-A340A95BF877}"/>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EF346C5E-AFDF-B90D-536A-BE9AE04844C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8DB88841-CD0F-9BE8-F938-784C4CA373C6}"/>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D021A10E-2EFF-921C-319A-09BB1CB43AF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3DA83C9-88C0-D7DA-016F-4F8C785DD42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B792ABCA-7614-EA23-8A02-396369AE0B79}"/>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8BC797BE-5C13-C438-41A1-3AA4AB5E3888}"/>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B7BDE68F-880C-DAD6-EEA3-A8F6A6D66053}"/>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BD61499A-8646-11FE-99FB-5FC1CDCC867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EECD5BE1-B453-2E32-7C0B-FFA453AC80DF}"/>
              </a:ext>
            </a:extLst>
          </p:cNvPr>
          <p:cNvSpPr txBox="1"/>
          <p:nvPr/>
        </p:nvSpPr>
        <p:spPr>
          <a:xfrm>
            <a:off x="6654802" y="1402877"/>
            <a:ext cx="570089" cy="230832"/>
          </a:xfrm>
          <a:prstGeom prst="rect">
            <a:avLst/>
          </a:prstGeom>
          <a:noFill/>
        </p:spPr>
        <p:txBody>
          <a:bodyPr wrap="square" rtlCol="0">
            <a:spAutoFit/>
          </a:bodyPr>
          <a:lstStyle/>
          <a:p>
            <a:pPr algn="ctr"/>
            <a:r>
              <a:rPr lang="en-US" sz="900" dirty="0"/>
              <a:t>2345</a:t>
            </a:r>
          </a:p>
        </p:txBody>
      </p:sp>
      <p:sp>
        <p:nvSpPr>
          <p:cNvPr id="55" name="TextBox 54">
            <a:extLst>
              <a:ext uri="{FF2B5EF4-FFF2-40B4-BE49-F238E27FC236}">
                <a16:creationId xmlns:a16="http://schemas.microsoft.com/office/drawing/2014/main" id="{6C80C7D7-E2C1-A6C7-7D28-0446D5E8C2B4}"/>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74B53132-8FA4-413C-C56F-D7D5BB8CBD11}"/>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14CF670B-6F34-ACB7-408E-8B6AD739C6EF}"/>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66A4C547-8733-3F4A-5A43-5A09A5BF0645}"/>
              </a:ext>
            </a:extLst>
          </p:cNvPr>
          <p:cNvSpPr txBox="1"/>
          <p:nvPr/>
        </p:nvSpPr>
        <p:spPr>
          <a:xfrm>
            <a:off x="3640666" y="4408541"/>
            <a:ext cx="570089" cy="230832"/>
          </a:xfrm>
          <a:prstGeom prst="rect">
            <a:avLst/>
          </a:prstGeom>
          <a:noFill/>
        </p:spPr>
        <p:txBody>
          <a:bodyPr wrap="square" rtlCol="0">
            <a:spAutoFit/>
          </a:bodyPr>
          <a:lstStyle/>
          <a:p>
            <a:pPr algn="ctr"/>
            <a:r>
              <a:rPr lang="en-US" sz="900" dirty="0"/>
              <a:t>678</a:t>
            </a:r>
          </a:p>
        </p:txBody>
      </p:sp>
      <p:sp>
        <p:nvSpPr>
          <p:cNvPr id="60" name="TextBox 59">
            <a:extLst>
              <a:ext uri="{FF2B5EF4-FFF2-40B4-BE49-F238E27FC236}">
                <a16:creationId xmlns:a16="http://schemas.microsoft.com/office/drawing/2014/main" id="{16A6C66F-BE3D-FF15-3DFC-5DF159CF7B60}"/>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74FD71ED-78D1-F4AB-0FA0-C93938E1C33C}"/>
              </a:ext>
            </a:extLst>
          </p:cNvPr>
          <p:cNvSpPr txBox="1"/>
          <p:nvPr/>
        </p:nvSpPr>
        <p:spPr>
          <a:xfrm>
            <a:off x="3138310" y="4408541"/>
            <a:ext cx="570089" cy="230832"/>
          </a:xfrm>
          <a:prstGeom prst="rect">
            <a:avLst/>
          </a:prstGeom>
          <a:noFill/>
        </p:spPr>
        <p:txBody>
          <a:bodyPr wrap="square" rtlCol="0">
            <a:spAutoFit/>
          </a:bodyPr>
          <a:lstStyle/>
          <a:p>
            <a:pPr algn="ctr"/>
            <a:r>
              <a:rPr lang="en-US" sz="900" dirty="0"/>
              <a:t>789</a:t>
            </a:r>
          </a:p>
        </p:txBody>
      </p:sp>
      <p:sp>
        <p:nvSpPr>
          <p:cNvPr id="63" name="TextBox 62">
            <a:extLst>
              <a:ext uri="{FF2B5EF4-FFF2-40B4-BE49-F238E27FC236}">
                <a16:creationId xmlns:a16="http://schemas.microsoft.com/office/drawing/2014/main" id="{09117219-CD07-D38F-933C-BAEE03D15D1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9698069C-1725-A48A-F458-F9A8EB55C5E5}"/>
              </a:ext>
            </a:extLst>
          </p:cNvPr>
          <p:cNvSpPr txBox="1"/>
          <p:nvPr/>
        </p:nvSpPr>
        <p:spPr>
          <a:xfrm>
            <a:off x="7157158" y="769078"/>
            <a:ext cx="570089" cy="230832"/>
          </a:xfrm>
          <a:prstGeom prst="rect">
            <a:avLst/>
          </a:prstGeom>
          <a:noFill/>
        </p:spPr>
        <p:txBody>
          <a:bodyPr wrap="square" rtlCol="0">
            <a:spAutoFit/>
          </a:bodyPr>
          <a:lstStyle/>
          <a:p>
            <a:pPr algn="ctr"/>
            <a:r>
              <a:rPr lang="en-US" sz="900" dirty="0"/>
              <a:t>3456</a:t>
            </a:r>
          </a:p>
        </p:txBody>
      </p:sp>
      <p:sp>
        <p:nvSpPr>
          <p:cNvPr id="53" name="TextBox 52">
            <a:extLst>
              <a:ext uri="{FF2B5EF4-FFF2-40B4-BE49-F238E27FC236}">
                <a16:creationId xmlns:a16="http://schemas.microsoft.com/office/drawing/2014/main" id="{DA9756E9-D47C-6051-3360-259E1BEDFAE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02283E3-A9E0-6159-ACB3-0CBF87CF6C5C}"/>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846B2944-9B70-2A89-FD45-6DD81E3A1B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C0873F09-97B3-F3CB-EA37-6331150B14E0}"/>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84D81D6-E9D1-856A-FD41-8ED2C189B163}"/>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5D1F3ED1-4FA4-23B4-4DCD-B4417694A2CE}"/>
              </a:ext>
            </a:extLst>
          </p:cNvPr>
          <p:cNvSpPr txBox="1"/>
          <p:nvPr/>
        </p:nvSpPr>
        <p:spPr>
          <a:xfrm>
            <a:off x="6714071" y="2231221"/>
            <a:ext cx="462845" cy="584775"/>
          </a:xfrm>
          <a:prstGeom prst="rect">
            <a:avLst/>
          </a:prstGeom>
          <a:noFill/>
        </p:spPr>
        <p:txBody>
          <a:bodyPr wrap="square" rtlCol="0">
            <a:spAutoFit/>
          </a:bodyPr>
          <a:lstStyle/>
          <a:p>
            <a:pPr algn="ctr"/>
            <a:r>
              <a:rPr lang="en-US" sz="3200" dirty="0"/>
              <a:t>6</a:t>
            </a:r>
          </a:p>
        </p:txBody>
      </p:sp>
      <p:sp>
        <p:nvSpPr>
          <p:cNvPr id="66" name="TextBox 65">
            <a:extLst>
              <a:ext uri="{FF2B5EF4-FFF2-40B4-BE49-F238E27FC236}">
                <a16:creationId xmlns:a16="http://schemas.microsoft.com/office/drawing/2014/main" id="{333E78C4-8973-7C8B-FB9A-90A0E1B4C34E}"/>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91952C42-4FE3-D377-35AB-C310FFBEC01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F0247432-B012-7ECC-14DE-6634044FA70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FA60EB46-2C81-DF6A-3CEF-24A688265DA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E05C456-74D6-9BA9-D651-487E2FF56311}"/>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9903FC5D-54CC-A883-1F44-E68932A9F2AC}"/>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CEE341CB-51CD-3163-AA9B-01087382BC46}"/>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8EE9211-05A7-B37C-BC9A-311BD3B2709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412E18F2-E67D-E677-331F-FF7CB9B1E869}"/>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770EB72C-3E66-59E4-FB79-56DD33334D2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58F0EE8-4A4B-0AD4-91E8-90492B9B4DF1}"/>
              </a:ext>
            </a:extLst>
          </p:cNvPr>
          <p:cNvSpPr txBox="1"/>
          <p:nvPr/>
        </p:nvSpPr>
        <p:spPr>
          <a:xfrm>
            <a:off x="4715935" y="3237891"/>
            <a:ext cx="462845" cy="584775"/>
          </a:xfrm>
          <a:prstGeom prst="rect">
            <a:avLst/>
          </a:prstGeom>
          <a:solidFill>
            <a:srgbClr val="FF0000"/>
          </a:solidFill>
        </p:spPr>
        <p:txBody>
          <a:bodyPr wrap="square" rtlCol="0">
            <a:spAutoFit/>
          </a:bodyPr>
          <a:lstStyle/>
          <a:p>
            <a:pPr algn="ctr"/>
            <a:r>
              <a:rPr lang="en-US" sz="3200" dirty="0"/>
              <a:t>5</a:t>
            </a:r>
          </a:p>
        </p:txBody>
      </p:sp>
      <p:sp>
        <p:nvSpPr>
          <p:cNvPr id="30" name="TextBox 29">
            <a:extLst>
              <a:ext uri="{FF2B5EF4-FFF2-40B4-BE49-F238E27FC236}">
                <a16:creationId xmlns:a16="http://schemas.microsoft.com/office/drawing/2014/main" id="{D46391A3-3FF2-9106-1278-2D5348383B84}"/>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E37B9E23-85AE-8F99-0795-0596B177F6C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28CC8C8C-B3D5-A9C2-77A7-F6457F00696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04832D50-74C1-3FEA-A840-6DE5754CD6B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0B0E8B91-245E-4A10-B54C-B13311B92DE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4DD0513B-70C6-E9B3-6265-957177474749}"/>
              </a:ext>
            </a:extLst>
          </p:cNvPr>
          <p:cNvSpPr txBox="1"/>
          <p:nvPr/>
        </p:nvSpPr>
        <p:spPr>
          <a:xfrm>
            <a:off x="4715935" y="721216"/>
            <a:ext cx="462845" cy="584775"/>
          </a:xfrm>
          <a:prstGeom prst="rect">
            <a:avLst/>
          </a:prstGeom>
          <a:solidFill>
            <a:srgbClr val="FF0000"/>
          </a:solidFill>
        </p:spPr>
        <p:txBody>
          <a:bodyPr wrap="square" rtlCol="0">
            <a:spAutoFit/>
          </a:bodyPr>
          <a:lstStyle/>
          <a:p>
            <a:pPr algn="ctr"/>
            <a:r>
              <a:rPr lang="en-US" sz="3200" dirty="0"/>
              <a:t>5</a:t>
            </a:r>
          </a:p>
        </p:txBody>
      </p:sp>
      <p:sp>
        <p:nvSpPr>
          <p:cNvPr id="57" name="TextBox 56">
            <a:extLst>
              <a:ext uri="{FF2B5EF4-FFF2-40B4-BE49-F238E27FC236}">
                <a16:creationId xmlns:a16="http://schemas.microsoft.com/office/drawing/2014/main" id="{8174729C-C304-8324-8627-CAE9ADB149B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5B877FC1-77D4-E820-DFB2-7F58629D217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8" name="TextBox 7">
            <a:extLst>
              <a:ext uri="{FF2B5EF4-FFF2-40B4-BE49-F238E27FC236}">
                <a16:creationId xmlns:a16="http://schemas.microsoft.com/office/drawing/2014/main" id="{16144C81-DA2B-549B-FF83-60A99E34B7E5}"/>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173544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61C1A-862E-7255-68C9-CCC92BD380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C297B2-0EA0-CFBF-B88C-81BBCFA4DA58}"/>
              </a:ext>
            </a:extLst>
          </p:cNvPr>
          <p:cNvSpPr>
            <a:spLocks noGrp="1"/>
          </p:cNvSpPr>
          <p:nvPr>
            <p:ph sz="half" idx="1"/>
          </p:nvPr>
        </p:nvSpPr>
        <p:spPr/>
        <p:txBody>
          <a:bodyPr>
            <a:normAutofit/>
          </a:bodyPr>
          <a:lstStyle/>
          <a:p>
            <a:r>
              <a:rPr lang="en-US" dirty="0"/>
              <a:t>Continuing with the correct location of 7 in the center block.</a:t>
            </a:r>
          </a:p>
        </p:txBody>
      </p:sp>
      <p:pic>
        <p:nvPicPr>
          <p:cNvPr id="4" name="Picture 3" descr="A grid of sudoku puzzle&#10;&#10;Description automatically generated">
            <a:extLst>
              <a:ext uri="{FF2B5EF4-FFF2-40B4-BE49-F238E27FC236}">
                <a16:creationId xmlns:a16="http://schemas.microsoft.com/office/drawing/2014/main" id="{2714E142-3079-318E-27E0-0D5475912A9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3270C91-C826-34CC-96B4-AA3168E158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64E4380-9EF7-ADA6-F428-20123F4EA3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E3B384-1103-A9BC-84CA-B3DBABA8B25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A7807E3-3F10-BBA0-F4C6-522D2C1BD8BF}"/>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1042DE7-B014-0A04-4136-B4C734947434}"/>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C23D5EFA-2EEB-4780-57EE-A701804FCBAA}"/>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1CA66BA1-6DF9-1431-275D-7EFB6FC81062}"/>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06C9B283-F04E-12D2-C751-C78C612F1917}"/>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8963EB5-8FCA-B184-6E65-C19E9A118F53}"/>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DF6C9690-26C5-3A21-B2DB-8035DB1BC92F}"/>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EE63FDD9-EB6F-9419-5B2B-598EC63548E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B42713C0-E495-73DC-5E07-401F43144A4A}"/>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D907814-0921-D3C4-20B7-8B2730C94781}"/>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54278671-F498-5871-492D-ED728B38F52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2E5EFB0-804B-ECAA-B363-786B5C3BD98E}"/>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A36646B9-8E6C-AE72-92A5-E1024BBC7DA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EF28E75-5F4D-B42D-0831-46DC0CFE619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3D333431-498F-CBFB-3EB8-4AA041629B9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25574AE8-4FDC-AC4F-3BB9-782C58C5B131}"/>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E469442F-ECD6-AA03-D398-B7E0EE51178B}"/>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10AE4108-F80C-E250-E335-03187B4B380D}"/>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B6D52F44-1FCA-018C-5D0A-A17013C222C0}"/>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F48F80E-83C3-BBF4-BEAB-F81E2BFF22FD}"/>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E91B24F-B400-84D4-1C38-09905B6A5DD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0DE1E664-6FB5-7553-6846-2A0F82D36065}"/>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493C865D-EED7-257C-3D0A-A3ECA542D6B6}"/>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19D15AA1-2B1B-B7CD-50A9-29BC3DEA97AD}"/>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54F27849-6833-053A-760B-B3B2BC809C1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26EF0621-06B9-32D3-7736-7192C4AE5036}"/>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178A1C2B-AE57-E40C-7F32-196D90B96339}"/>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4127740-990B-ADB7-570D-E765DD36A661}"/>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14D9B526-3509-EE0C-E3AA-2912C9997B2E}"/>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65088BEC-9238-6517-F2EF-34D80726DEE4}"/>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253ED5F4-32E9-1F3A-7DD1-D60FCEFDE1BA}"/>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57525BDF-D1C7-6B8B-373A-F3503066E7DB}"/>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AD3844CC-CA88-8DBE-BBBD-6B5DA4C2B446}"/>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74E7FDBC-6521-5BA5-D087-B592D1461B2E}"/>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46A0670D-0C55-281A-63EA-88A040AE9A05}"/>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691968B3-6705-2D07-D189-35CD7746D11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B32FFD9-7BBF-A416-E74A-55F04729422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6D92047-D460-FD06-DFF3-F0CE574CD754}"/>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9ED9C28C-33D4-7DF3-8D55-FA2A7E2D9B72}"/>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6E0C567B-1FEA-DDB1-56CE-14C687A17A81}"/>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820964E-3164-D53D-EE7E-26CB660D120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E34BB4FC-92A4-0CB0-02A4-C944BD52C251}"/>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4" name="TextBox 53">
            <a:extLst>
              <a:ext uri="{FF2B5EF4-FFF2-40B4-BE49-F238E27FC236}">
                <a16:creationId xmlns:a16="http://schemas.microsoft.com/office/drawing/2014/main" id="{1A4EAF50-1854-B52D-F734-B7080E2106AE}"/>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F482CE0-5DD6-D281-593E-6357B639858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F73C508A-275A-401A-F1D0-74249481BA03}"/>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6892834-9584-C9CC-21F9-F3C8C4EC35BC}"/>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1BDD393B-FE80-0BA3-F6F3-8830D6068E0D}"/>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A81F5DA2-5C1D-67DA-8062-53F9BC762C2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65400227-E206-A99B-3488-A2C89CF3C9C1}"/>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3F8CB7FF-F862-8119-9C4A-52AB7D4E7B57}"/>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E91E9FA5-8FF2-7B7D-3981-AB9238D4C45F}"/>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84D212F6-341D-99F8-13FD-6812A70A887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64" name="TextBox 63">
            <a:extLst>
              <a:ext uri="{FF2B5EF4-FFF2-40B4-BE49-F238E27FC236}">
                <a16:creationId xmlns:a16="http://schemas.microsoft.com/office/drawing/2014/main" id="{02BE4472-734C-2E22-8AD8-83D566309567}"/>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FD8244C4-04D3-AFB2-D833-1C7F44E0AD81}"/>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FAC6420-6CB0-427D-6E1D-B3484832A6C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421EDF9-1416-036D-6F70-9A00E852D66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61A1409-D5E0-E7AC-86EE-5248C0680D2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08696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E3CEA-632A-0FEB-182E-27B7AF4781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52D685-F879-1210-DC08-859FF376071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1B516FE-C7F1-5944-941C-787D510318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14B09D2-8C19-BA10-1438-C159BD762F4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E7B48AD-842F-8EA4-408A-D4404E05E6A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AC8612-EAC7-743E-2052-FFE13F74875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7EA2CE6-86CB-14F1-CD1D-187955B12F08}"/>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F0CC1DD5-B25A-1781-A056-DF71A0A0DEA1}"/>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70EAC91E-619E-83D6-BE60-96238A915F1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CFD91AB3-3CDB-3107-1045-B74F3A35868C}"/>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50215945-1C09-FE9C-1504-56ABDCAB4672}"/>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EDCA673E-EC9B-905B-C692-40D9CEC8D9BD}"/>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F2599C6C-A869-CE69-BB1B-F38948CD9CD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8D50EE8A-E32B-52C8-4735-5D8EA4BFEA5D}"/>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996EF5E1-D104-0FB0-6346-947CDA18731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92EBFF52-D7EA-F278-D466-D3565CB6ECF8}"/>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DC6D73A0-19D7-6B73-55DB-7C56F05049F2}"/>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436B3628-BCEF-8437-415D-B32EBBF8FB7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DC3F441-1BF1-4BE2-FA74-A6D8B236855F}"/>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4B375247-3CC9-55C1-4138-3EAE4C6EA58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DCAE9435-108A-0FA5-9DB2-9853E4AB7FE4}"/>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0B75FFD0-5BC7-C97E-CC03-CF55E09B846A}"/>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AA859E09-DADF-52A0-7FA6-194848EFED00}"/>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7EFEC79E-8C80-3A4C-CF51-D90C7FDBAC5B}"/>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5F329254-7EB3-0140-031D-30D45422A47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C5EAED91-B8FE-8143-E95A-1824F5EEA79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345769ED-41F4-1B17-36FC-36A492B4F4A0}"/>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909DA7C-C53F-070B-6F2E-38A6473EE94D}"/>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6F8BA019-861F-BAC9-184D-5E7A29A18A29}"/>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3F03B9F1-DE3B-9CBD-9653-17E7A8489EDE}"/>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FFCC65B2-1463-1A96-CB9A-79D516A2559E}"/>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D0D414C6-6119-8BB3-556C-6D56DB91E943}"/>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9E1877BC-15DC-75C1-B35C-17792DB813E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CEF399DB-902D-A68A-F7B9-C01C30716DF0}"/>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E7251016-8736-E161-E74A-79B81EC6E60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266A0BDE-2E53-9C82-54F1-61B4D17B225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E5B934C0-F4EC-2272-94A0-678A37FF9F9B}"/>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B98469D7-06D0-48AC-FF5F-5AA2A353837E}"/>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C32FCAE0-E94C-94C3-EB76-B55FF8D474D3}"/>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E7B7EB95-8231-58D6-F2E4-23DCF424FC5D}"/>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8F6776A4-4FCC-1071-4F66-D23F8F0694E1}"/>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DA48072E-2B40-612C-24A2-5DD42B1974E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988802B-4A64-C1AD-3FBD-018D2940EEE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816904E-946B-58EC-C7EB-F513787D54A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DA454567-5AC4-2F90-FABB-3216E03229AF}"/>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746464E0-F7BA-0652-2559-ADD6465B821E}"/>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08B14008-BFB9-9669-FDB2-6DA42598D41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4A916529-F8EE-D164-43F4-ABE098CB8678}"/>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4" name="TextBox 53">
            <a:extLst>
              <a:ext uri="{FF2B5EF4-FFF2-40B4-BE49-F238E27FC236}">
                <a16:creationId xmlns:a16="http://schemas.microsoft.com/office/drawing/2014/main" id="{1F1737D0-D252-68F4-E4CE-B41BDD648F15}"/>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45393E1D-8A4D-9F0B-49E6-95B9DBF8594A}"/>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BD752A98-CE9F-1453-E2DD-DE97AD6FB7AE}"/>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52080666-2D76-0E85-C267-D4837F9754AB}"/>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E1F7A7EE-2F30-9687-E630-884BD350F4DD}"/>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2C829B01-DDC9-F4F7-CF31-9F1FDF2A557D}"/>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E59C624B-2318-D948-8A55-F2DAB692C2C7}"/>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77F0D969-D8A4-1141-28B3-C9C6630332C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0D7F4060-AD6A-0296-0857-D5139F5F18A9}"/>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23456</a:t>
            </a:r>
          </a:p>
        </p:txBody>
      </p:sp>
      <p:sp>
        <p:nvSpPr>
          <p:cNvPr id="63" name="TextBox 62">
            <a:extLst>
              <a:ext uri="{FF2B5EF4-FFF2-40B4-BE49-F238E27FC236}">
                <a16:creationId xmlns:a16="http://schemas.microsoft.com/office/drawing/2014/main" id="{8996A8EC-6AC0-0BFD-CA70-D12505F5582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a:t>
            </a:r>
          </a:p>
        </p:txBody>
      </p:sp>
      <p:sp>
        <p:nvSpPr>
          <p:cNvPr id="64" name="TextBox 63">
            <a:extLst>
              <a:ext uri="{FF2B5EF4-FFF2-40B4-BE49-F238E27FC236}">
                <a16:creationId xmlns:a16="http://schemas.microsoft.com/office/drawing/2014/main" id="{A9E7617A-DE40-EEDD-299C-D96C122F26B4}"/>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180FA119-6379-BEDB-85C3-A07FB9BE4CDD}"/>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C97702B-B6CD-2E48-3023-0732E9193F15}"/>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DD78DCF-F2A8-E566-DFB2-721E51AED4F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4639EDC-6A1F-3852-0AC8-0A52565996F2}"/>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60467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5448C688-ABF3-625D-41F6-3919354385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8E0E78-7ABE-AA8D-BB51-844908F633D9}"/>
              </a:ext>
            </a:extLst>
          </p:cNvPr>
          <p:cNvSpPr>
            <a:spLocks noGrp="1"/>
          </p:cNvSpPr>
          <p:nvPr>
            <p:ph sz="half" idx="1"/>
          </p:nvPr>
        </p:nvSpPr>
        <p:spPr/>
        <p:txBody>
          <a:bodyPr>
            <a:normAutofit/>
          </a:bodyPr>
          <a:lstStyle/>
          <a:p>
            <a:r>
              <a:rPr lang="en-US" dirty="0"/>
              <a:t>There are two possible locations for 6 in the center block. Let’s try this one.</a:t>
            </a:r>
          </a:p>
        </p:txBody>
      </p:sp>
      <p:pic>
        <p:nvPicPr>
          <p:cNvPr id="4" name="Picture 3" descr="A grid of sudoku puzzle&#10;&#10;Description automatically generated">
            <a:extLst>
              <a:ext uri="{FF2B5EF4-FFF2-40B4-BE49-F238E27FC236}">
                <a16:creationId xmlns:a16="http://schemas.microsoft.com/office/drawing/2014/main" id="{CF0ABD3B-EDFA-7B1F-056C-1084D580B0F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2590A0-41B1-D110-0EF2-B6187ED5DBC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C4D43F0-FE6C-F17E-F35A-B141EB28FC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FA4A2C-331C-8B58-6FE8-69343592985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94DB3C3-C3F1-064C-65A6-AFC1F8D4AD5B}"/>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0B60E355-54F8-0190-BD81-A42BED89D0DC}"/>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C200EACA-99F8-6896-14D6-C0977C5326C0}"/>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EB81765C-2B38-A485-37D7-5EA87AD1200B}"/>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2042CAD3-6464-4A24-7F78-B178051B096C}"/>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78908CB3-9497-ACF5-49B7-62DEB02FB7DD}"/>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EA8F2E6D-8708-F1AD-2AC5-C75E8B155EDA}"/>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FF1C3407-CE83-5DAE-17E6-99B0642C0A8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ED0DC20-1216-DA9A-535A-069BFC04FFB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21E99AA3-F14A-61FE-C45F-C790945B0918}"/>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CA3B5B58-F883-82AD-B59A-24569D902670}"/>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7431788-4A30-B1AB-0BBE-96BB8FABB79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C6D4010E-ED5C-8348-29AF-50FD34082510}"/>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6743F2D-2CD8-759E-24DE-9CF08908B7B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554417BF-40C1-9865-3A01-9ADA88A99D2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27CE416-986D-5BE4-0836-BF42D87F9F25}"/>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A2B8FF4C-F517-AF7E-4207-46D5A4B5624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EC6B5431-12D8-5104-5382-5EC73C31E658}"/>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33DA514F-8090-2904-A3A7-E750E10224EB}"/>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334A6D10-6955-29C4-A1B0-ECD8F40EEAE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C82447D2-0E7B-355F-FF93-2CCA4DA59CA9}"/>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D17C6891-B95D-6E84-885F-B9E83D427996}"/>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310590EA-B8AA-D6ED-AD14-E776FB54348C}"/>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8871E22F-DB45-473D-1CAA-9E65CDD4AC98}"/>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B7A8F4D-E612-2945-032C-168A6C18B1D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53956EED-B1D8-4323-A99E-F19A8863FAD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4401CF97-AA77-AA1F-0DD7-A961E5FECA0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9DAD55EC-7774-FF4A-95EB-470C166E77E2}"/>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B479031F-E0E2-7258-C686-09973E4F850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536CFC2B-4D72-3C2B-625B-D71DF60F5553}"/>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BC9D1A5C-7DF5-863F-7AA1-4EDC6BED5FB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5488C693-0508-8799-893A-31225D2CC709}"/>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044048A5-0C72-3135-FE13-43FEF8EE212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055494FD-82EE-3AE1-56DD-F061D565A45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0CADD033-E5A6-4BB6-6AE6-04CF0ED96DD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7174D5AD-AD60-AE71-7847-7E367B0393B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BC355F7-F4FD-7599-F50D-A79190D445A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8871CD7-DCBD-1107-9EAB-295A5532A2EA}"/>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3E40238E-C99B-3909-2640-A4028EBB2065}"/>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41327CB1-97D6-532D-8524-6A57C8751E71}"/>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10B0270-7AD1-A0C9-7B61-64960DAE6A8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96DC5D9D-EA7F-D287-92B9-41A61395763A}"/>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23456</a:t>
            </a:r>
          </a:p>
        </p:txBody>
      </p:sp>
      <p:sp>
        <p:nvSpPr>
          <p:cNvPr id="54" name="TextBox 53">
            <a:extLst>
              <a:ext uri="{FF2B5EF4-FFF2-40B4-BE49-F238E27FC236}">
                <a16:creationId xmlns:a16="http://schemas.microsoft.com/office/drawing/2014/main" id="{9C1904FD-6755-4AC0-049C-88BDA5EDF335}"/>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7D407210-D361-58E8-E016-085E3001D0B4}"/>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C2201313-264A-E1D9-A968-65918E649C82}"/>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1DF9C335-D355-4FAA-0EDE-7218C3BF0FC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58BC1A8A-8785-7305-B0DA-E511A0CBD99B}"/>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7C7626A8-67F2-CDA3-5E02-C5CB831B9C6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6A9BF0C6-44C1-99F0-0668-FE669B08CE2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5328A94D-D9C0-0488-1652-6C38D221B4A5}"/>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7D53E443-F678-4C04-DEF2-5AF7C6307207}"/>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a:t>
            </a:r>
          </a:p>
        </p:txBody>
      </p:sp>
      <p:sp>
        <p:nvSpPr>
          <p:cNvPr id="64" name="TextBox 63">
            <a:extLst>
              <a:ext uri="{FF2B5EF4-FFF2-40B4-BE49-F238E27FC236}">
                <a16:creationId xmlns:a16="http://schemas.microsoft.com/office/drawing/2014/main" id="{BEA2B3AA-F356-7702-EF6E-37FDF128E3D8}"/>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5F909D8A-F5BD-5B63-9105-486458F9511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6E8F85C-8F04-6D3F-F28A-453684346C5B}"/>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84D0D3E7-1DAD-6220-0D30-63AB17750D5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2439AE3-5DFC-37A2-A204-8301AA4780F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987C41A-79CF-9B3E-AD10-560E58BB71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161159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092D9-4040-6CFB-4C08-3B9948D2BD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DC10D2-CBC1-287F-58E4-560B1375170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8A3B6C7-FBA6-73B9-DB4E-C6F6E8A2F7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EBE8FAD-0C2E-1E4E-9225-C4BDFBB1FCD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86B7D7-8F67-31F5-12E5-39DAF4EF6DA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BAC9AA7-F08F-D378-AF7D-A6FBB410B5D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68AF367-0AE0-7867-A254-4CACF847A58A}"/>
              </a:ext>
            </a:extLst>
          </p:cNvPr>
          <p:cNvSpPr txBox="1"/>
          <p:nvPr/>
        </p:nvSpPr>
        <p:spPr>
          <a:xfrm>
            <a:off x="3640666"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DC490D2-BEC0-3357-7D72-AE8602F93112}"/>
              </a:ext>
            </a:extLst>
          </p:cNvPr>
          <p:cNvSpPr txBox="1"/>
          <p:nvPr/>
        </p:nvSpPr>
        <p:spPr>
          <a:xfrm>
            <a:off x="4645378" y="767924"/>
            <a:ext cx="570089" cy="230832"/>
          </a:xfrm>
          <a:prstGeom prst="rect">
            <a:avLst/>
          </a:prstGeom>
          <a:noFill/>
        </p:spPr>
        <p:txBody>
          <a:bodyPr wrap="square" rtlCol="0">
            <a:spAutoFit/>
          </a:bodyPr>
          <a:lstStyle/>
          <a:p>
            <a:pPr algn="ctr"/>
            <a:r>
              <a:rPr lang="en-US" sz="900" dirty="0"/>
              <a:t>34</a:t>
            </a:r>
          </a:p>
        </p:txBody>
      </p:sp>
      <p:sp>
        <p:nvSpPr>
          <p:cNvPr id="9" name="TextBox 8">
            <a:extLst>
              <a:ext uri="{FF2B5EF4-FFF2-40B4-BE49-F238E27FC236}">
                <a16:creationId xmlns:a16="http://schemas.microsoft.com/office/drawing/2014/main" id="{4A18EAEC-D083-305A-C987-3E25E95F2448}"/>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64FDBBAE-7E6B-AAC8-C11E-ACAEE1B18DA4}"/>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CDF30F74-D78B-6734-7129-A11BF67606D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8334BA93-FD2D-4DBF-8B63-2E66A400E21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06A7B7F5-264D-585D-107A-C369F0077D01}"/>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58223E3E-C7AF-92EE-6ABC-859804334884}"/>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B8E929C8-4149-A108-3EC3-21D8772C8930}"/>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306F16D-91DE-98A4-DB69-421532D39E0A}"/>
              </a:ext>
            </a:extLst>
          </p:cNvPr>
          <p:cNvSpPr txBox="1"/>
          <p:nvPr/>
        </p:nvSpPr>
        <p:spPr>
          <a:xfrm>
            <a:off x="5147734" y="2077244"/>
            <a:ext cx="570089" cy="230832"/>
          </a:xfrm>
          <a:prstGeom prst="rect">
            <a:avLst/>
          </a:prstGeom>
          <a:noFill/>
        </p:spPr>
        <p:txBody>
          <a:bodyPr wrap="square" rtlCol="0">
            <a:spAutoFit/>
          </a:bodyPr>
          <a:lstStyle/>
          <a:p>
            <a:pPr algn="ctr"/>
            <a:r>
              <a:rPr lang="en-US" sz="900" dirty="0"/>
              <a:t>59</a:t>
            </a:r>
          </a:p>
        </p:txBody>
      </p:sp>
      <p:sp>
        <p:nvSpPr>
          <p:cNvPr id="17" name="TextBox 16">
            <a:extLst>
              <a:ext uri="{FF2B5EF4-FFF2-40B4-BE49-F238E27FC236}">
                <a16:creationId xmlns:a16="http://schemas.microsoft.com/office/drawing/2014/main" id="{A27C7E05-CE8F-5D37-F1C3-C9816660477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1C51CFC8-4326-96A6-8FC4-D5D91B4B448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D666E600-2E2A-0DE3-5417-72EB93F0F3F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39CFF079-D783-A620-A797-D70D24C2D81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4EAF5823-0B6C-241C-2292-399E1AE09ED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9DDB060C-51B3-FB4F-8E5C-0D90BA224296}"/>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9937E624-BBAD-EC1A-24B3-9C40138787A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8FB4E955-1762-9131-D40A-1250238D971E}"/>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89B303F9-48C9-531F-AE58-EDF4FC6CE00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8C535AEF-B1CD-B084-6849-D30A08964CBD}"/>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A7465F5C-E6C4-9450-6570-2D2217C18CCE}"/>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8668FA52-3784-90FA-4468-47E9ED7A0406}"/>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8ADF9E58-20B6-DDA1-675C-43B27AF1E703}"/>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A6705F15-43AF-7F24-8962-017878BA2CBA}"/>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5F80B97D-1792-18CA-695F-63778442F80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E2571DF5-1A2A-1F3D-F144-6AD968AA0B1D}"/>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5C6F1CB-B068-67CE-59DC-C8230DB7B804}"/>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8508C7D4-F205-2248-C185-964D663A60A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E87E2EC-83A6-65CE-EF26-1BF4435B635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2D9626B-EC3D-9287-E5F1-71657F2F165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C51575EB-064D-B70D-4194-7A9064E51837}"/>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48170350-739D-B62D-8141-6014675F711C}"/>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719E1F6C-50F3-8CEE-8CA2-26E6890168F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1" name="TextBox 50">
            <a:extLst>
              <a:ext uri="{FF2B5EF4-FFF2-40B4-BE49-F238E27FC236}">
                <a16:creationId xmlns:a16="http://schemas.microsoft.com/office/drawing/2014/main" id="{D668C376-47A3-67EA-36F6-B5B354112527}"/>
              </a:ext>
            </a:extLst>
          </p:cNvPr>
          <p:cNvSpPr txBox="1"/>
          <p:nvPr/>
        </p:nvSpPr>
        <p:spPr>
          <a:xfrm>
            <a:off x="4645378" y="3572192"/>
            <a:ext cx="570089" cy="230832"/>
          </a:xfrm>
          <a:prstGeom prst="rect">
            <a:avLst/>
          </a:prstGeom>
          <a:noFill/>
        </p:spPr>
        <p:txBody>
          <a:bodyPr wrap="square" rtlCol="0">
            <a:spAutoFit/>
          </a:bodyPr>
          <a:lstStyle/>
          <a:p>
            <a:pPr algn="ctr"/>
            <a:r>
              <a:rPr lang="en-US" sz="900" dirty="0"/>
              <a:t>2345</a:t>
            </a:r>
          </a:p>
        </p:txBody>
      </p:sp>
      <p:sp>
        <p:nvSpPr>
          <p:cNvPr id="54" name="TextBox 53">
            <a:extLst>
              <a:ext uri="{FF2B5EF4-FFF2-40B4-BE49-F238E27FC236}">
                <a16:creationId xmlns:a16="http://schemas.microsoft.com/office/drawing/2014/main" id="{1CB4C3D9-3830-FC27-A3FC-DFE181341F2E}"/>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7475EFCE-939A-E0A2-A497-00FAD58C861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02326DED-E841-2D49-1F51-AE2BBFC3D746}"/>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61FDFCB-B5DE-0DAA-6BEE-411D8012D30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4579</a:t>
            </a:r>
          </a:p>
        </p:txBody>
      </p:sp>
      <p:sp>
        <p:nvSpPr>
          <p:cNvPr id="58" name="TextBox 57">
            <a:extLst>
              <a:ext uri="{FF2B5EF4-FFF2-40B4-BE49-F238E27FC236}">
                <a16:creationId xmlns:a16="http://schemas.microsoft.com/office/drawing/2014/main" id="{8088A6EF-AC97-C2AA-D107-A0258575C6F3}"/>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F89585C6-B761-7ED5-0D91-AF6D143E1F4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D4BF4B8C-B16B-540F-5894-0AA89C1EAD34}"/>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96C9DA8F-CD8D-B80D-8361-5E77872FC368}"/>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8A33CCB1-4A29-9C49-80B4-19202E4028F0}"/>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a:t>
            </a:r>
          </a:p>
        </p:txBody>
      </p:sp>
      <p:sp>
        <p:nvSpPr>
          <p:cNvPr id="64" name="TextBox 63">
            <a:extLst>
              <a:ext uri="{FF2B5EF4-FFF2-40B4-BE49-F238E27FC236}">
                <a16:creationId xmlns:a16="http://schemas.microsoft.com/office/drawing/2014/main" id="{3DF4E744-CBD8-2F24-A3F2-E0D3914FE521}"/>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EB482AA9-FC87-A56B-559E-D8AFAD130803}"/>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6142661-D6FB-6AE7-D6E0-759B9CA0E0D0}"/>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9F8D3AD-9D89-BE31-6BD9-A667B02743F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E57B0E5-A175-EB5A-B066-2607A8069C8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80D91E9-37BF-FBE8-84BC-C4924CD255A3}"/>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063EFFE-43F8-8E84-EA40-26A7C9BCCF74}"/>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4EFC8F23-9DD4-8228-DECD-8053C3F12054}"/>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4BD690A4-8602-D426-D8EE-DDEE7439D93F}"/>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88347CA-908A-C4DD-5ABD-5DE9699FA74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43B4FE78-13D7-74EE-E467-78ED3E3ED35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76BF57B-44FF-085E-D913-BB1F4C181D2F}"/>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56B6166E-4672-483E-77EB-C4AE4BD6A23E}"/>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BBD62A29-09C0-EC82-E01D-D8A83EC348FB}"/>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346435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B4967-9EEC-56E5-D67E-068FADAA67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EF39D-8201-BA91-B3F8-7BBADCA724D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4D7D244-2925-0F79-AFC0-EE30EC98195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9C4C1FC-FD90-3AD7-486F-7C15B5B1E49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28908FA-6B21-47DB-8E17-EB530FFB893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A39B9E-DA06-3E2B-99EF-AF235466034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3844D3D-B6AB-C0F5-4E64-A9F6E3F4A78A}"/>
              </a:ext>
            </a:extLst>
          </p:cNvPr>
          <p:cNvSpPr txBox="1"/>
          <p:nvPr/>
        </p:nvSpPr>
        <p:spPr>
          <a:xfrm>
            <a:off x="3640666"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EB5291E-F622-257B-A2C9-0B67E679A165}"/>
              </a:ext>
            </a:extLst>
          </p:cNvPr>
          <p:cNvSpPr txBox="1"/>
          <p:nvPr/>
        </p:nvSpPr>
        <p:spPr>
          <a:xfrm>
            <a:off x="4645378" y="767924"/>
            <a:ext cx="570089" cy="230832"/>
          </a:xfrm>
          <a:prstGeom prst="rect">
            <a:avLst/>
          </a:prstGeom>
          <a:noFill/>
        </p:spPr>
        <p:txBody>
          <a:bodyPr wrap="square" rtlCol="0">
            <a:spAutoFit/>
          </a:bodyPr>
          <a:lstStyle/>
          <a:p>
            <a:pPr algn="ctr"/>
            <a:r>
              <a:rPr lang="en-US" sz="900" dirty="0"/>
              <a:t>34</a:t>
            </a:r>
          </a:p>
        </p:txBody>
      </p:sp>
      <p:sp>
        <p:nvSpPr>
          <p:cNvPr id="9" name="TextBox 8">
            <a:extLst>
              <a:ext uri="{FF2B5EF4-FFF2-40B4-BE49-F238E27FC236}">
                <a16:creationId xmlns:a16="http://schemas.microsoft.com/office/drawing/2014/main" id="{35700086-E114-B5F7-879F-5A7BA770BBF1}"/>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68F03246-9988-FA70-C20C-5E1E3AB6F4FC}"/>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7685F41B-37DF-461B-0736-2C139A0B56F9}"/>
              </a:ext>
            </a:extLst>
          </p:cNvPr>
          <p:cNvSpPr txBox="1"/>
          <p:nvPr/>
        </p:nvSpPr>
        <p:spPr>
          <a:xfrm>
            <a:off x="4143022" y="1576300"/>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BFB253B4-ADDE-256D-6143-B25EE6F679E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84090EA3-B929-C028-A212-B29C20D4D606}"/>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5BF0E606-AE68-01D1-175A-2BD6F441B44F}"/>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B880463-3618-3290-0D88-DED80E71789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1E9F9728-0A35-A739-A4DC-E0842438E607}"/>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2DB8F15C-6D38-771B-CB8D-7DB02FC1525E}"/>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0AFFE1FF-A02D-5AC2-47E4-AF2DB8D59A0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57E60697-D5E9-0C2D-CCE8-7FAC2D2D361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3" name="TextBox 32">
            <a:extLst>
              <a:ext uri="{FF2B5EF4-FFF2-40B4-BE49-F238E27FC236}">
                <a16:creationId xmlns:a16="http://schemas.microsoft.com/office/drawing/2014/main" id="{7A061453-ACBA-CA5D-87B0-52237C482C39}"/>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1178971-1FAE-19BE-9239-56606429B1A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D7B3C1EC-F284-CE0F-8DF4-BBD4A3A95BE3}"/>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BF7AFE52-2D89-0970-CD52-1410D2BD97B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68D1B942-554D-0DEC-07BD-FB1096A611F6}"/>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509DD759-6C22-5B2C-2001-8F870EBB375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6E219448-AC07-D1B7-5312-39363C332AE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8CE6ACAF-60DD-2934-E3A5-46724F222250}"/>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9301FD6B-3118-C4DF-9F05-18C90EEE14B5}"/>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CBFD4FF7-EA52-AFF7-2C74-42A203BD98FA}"/>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2CAA735-437F-E051-C6C0-882B498A89D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A6A3500-6F5F-261A-2DCC-AFD770CB556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1CB41282-37E8-FDE4-7226-87E02B69B707}"/>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3D7C6A85-1B25-D975-04DC-770CB50C7C68}"/>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4682CB0A-FC59-2855-42D7-210FBAB3126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1" name="TextBox 50">
            <a:extLst>
              <a:ext uri="{FF2B5EF4-FFF2-40B4-BE49-F238E27FC236}">
                <a16:creationId xmlns:a16="http://schemas.microsoft.com/office/drawing/2014/main" id="{3CFD7EE0-E384-B00E-E19D-AEF3FCDF020A}"/>
              </a:ext>
            </a:extLst>
          </p:cNvPr>
          <p:cNvSpPr txBox="1"/>
          <p:nvPr/>
        </p:nvSpPr>
        <p:spPr>
          <a:xfrm>
            <a:off x="4645378" y="3572192"/>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D8C90BA3-7E21-5A8A-25C8-BB8E13219D18}"/>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574B9762-1EE1-3D21-37CE-0CF4CC9B26AC}"/>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1B821A03-74AA-20F2-4507-B6E2FFFF662F}"/>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1AE2BA6-41B3-F2AC-C601-B0D2E7FFA0B0}"/>
              </a:ext>
            </a:extLst>
          </p:cNvPr>
          <p:cNvSpPr txBox="1"/>
          <p:nvPr/>
        </p:nvSpPr>
        <p:spPr>
          <a:xfrm>
            <a:off x="3640666" y="2404765"/>
            <a:ext cx="570089" cy="230832"/>
          </a:xfrm>
          <a:prstGeom prst="rect">
            <a:avLst/>
          </a:prstGeom>
          <a:noFill/>
        </p:spPr>
        <p:txBody>
          <a:bodyPr wrap="square" rtlCol="0">
            <a:spAutoFit/>
          </a:bodyPr>
          <a:lstStyle/>
          <a:p>
            <a:pPr algn="ctr"/>
            <a:r>
              <a:rPr lang="en-US" sz="900" dirty="0"/>
              <a:t>49</a:t>
            </a:r>
          </a:p>
        </p:txBody>
      </p:sp>
      <p:sp>
        <p:nvSpPr>
          <p:cNvPr id="58" name="TextBox 57">
            <a:extLst>
              <a:ext uri="{FF2B5EF4-FFF2-40B4-BE49-F238E27FC236}">
                <a16:creationId xmlns:a16="http://schemas.microsoft.com/office/drawing/2014/main" id="{433222B5-7898-959C-2AB5-2B826A3E3BB0}"/>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ABB65C13-55A7-6EAE-7234-303B21A223B0}"/>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9655D144-B021-A445-600F-34269583419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1D9CFE00-EC95-484E-3E74-1F6396F76C8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A546084D-5EB9-158E-A3CF-E7C3EBAE81A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572CB229-7477-AEF8-0A1A-E7F88DFC13A9}"/>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B29E0155-B53C-9CE5-D2CB-AEC47C4D5AE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11F51FC-B8BB-D4D1-25DF-00B12F7A8BD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C811D11-EBDE-2428-CC99-914319D8DB32}"/>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E59BA59-FE65-2962-D159-D5D382BAB3E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79A7169-0E47-7A74-9A4D-E0C37240D939}"/>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80BCE041-D70C-1F51-A47F-92D84C502923}"/>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FE1B2D0A-66AD-12E6-771A-2277E224FC47}"/>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2BC85196-0D30-8D36-51D6-6A99685E9E9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92DC7C87-988A-184F-36CA-80E286667BD6}"/>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6B54E534-A5BF-78B2-2F87-34BAF6B9E35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2F08AAC-85E1-E4BD-0E42-0EF81E2B6668}"/>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6742A6C5-F785-30FD-F7AC-2AABD5F1E78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3434681F-8489-3BA6-19B2-759EE7E29F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26C65EAD-36F5-736B-34F5-B01C8134FCBF}"/>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2AC80021-53D5-6D5A-9B03-3DD27A07884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5F573119-2C51-41CF-9C4D-EF247E3F6F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A71076BC-B3D3-52B0-D12A-9AF317784E10}"/>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31883C6-1427-5045-1F4A-5E9E7114AC3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697622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268CDBBE-AE63-E475-8809-188AB1664FC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BE6200-EF1F-5B5E-B716-7506FF4E1A4C}"/>
              </a:ext>
            </a:extLst>
          </p:cNvPr>
          <p:cNvSpPr>
            <a:spLocks noGrp="1"/>
          </p:cNvSpPr>
          <p:nvPr>
            <p:ph sz="half" idx="1"/>
          </p:nvPr>
        </p:nvSpPr>
        <p:spPr/>
        <p:txBody>
          <a:bodyPr>
            <a:normAutofit/>
          </a:bodyPr>
          <a:lstStyle/>
          <a:p>
            <a:r>
              <a:rPr lang="en-US" dirty="0"/>
              <a:t>FAIL.</a:t>
            </a:r>
          </a:p>
        </p:txBody>
      </p:sp>
      <p:pic>
        <p:nvPicPr>
          <p:cNvPr id="4" name="Picture 3" descr="A grid of sudoku puzzle&#10;&#10;Description automatically generated">
            <a:extLst>
              <a:ext uri="{FF2B5EF4-FFF2-40B4-BE49-F238E27FC236}">
                <a16:creationId xmlns:a16="http://schemas.microsoft.com/office/drawing/2014/main" id="{EC7A0E0F-13E9-280E-B530-21906BCDFE0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3D5B466-4C81-BEB5-BA62-95A5B496A72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BDBAEFF-0BAA-49D7-613B-3D7284F075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11ACF7B-0F73-B04A-6C74-BFD9EBABA2E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17D12D9-997B-46D6-67F2-A9D73228A174}"/>
              </a:ext>
            </a:extLst>
          </p:cNvPr>
          <p:cNvSpPr txBox="1"/>
          <p:nvPr/>
        </p:nvSpPr>
        <p:spPr>
          <a:xfrm>
            <a:off x="3640666" y="901933"/>
            <a:ext cx="570089" cy="230832"/>
          </a:xfrm>
          <a:prstGeom prst="rect">
            <a:avLst/>
          </a:prstGeom>
          <a:solidFill>
            <a:srgbClr val="FF0000"/>
          </a:solid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D05E084-63F7-04D1-725D-89110388ECE5}"/>
              </a:ext>
            </a:extLst>
          </p:cNvPr>
          <p:cNvSpPr txBox="1"/>
          <p:nvPr/>
        </p:nvSpPr>
        <p:spPr>
          <a:xfrm>
            <a:off x="4645378" y="767924"/>
            <a:ext cx="570089" cy="230832"/>
          </a:xfrm>
          <a:prstGeom prst="rect">
            <a:avLst/>
          </a:prstGeom>
          <a:noFill/>
        </p:spPr>
        <p:txBody>
          <a:bodyPr wrap="square" rtlCol="0">
            <a:spAutoFit/>
          </a:bodyPr>
          <a:lstStyle/>
          <a:p>
            <a:pPr algn="ctr"/>
            <a:r>
              <a:rPr lang="en-US" sz="900" dirty="0"/>
              <a:t>34</a:t>
            </a:r>
          </a:p>
        </p:txBody>
      </p:sp>
      <p:sp>
        <p:nvSpPr>
          <p:cNvPr id="9" name="TextBox 8">
            <a:extLst>
              <a:ext uri="{FF2B5EF4-FFF2-40B4-BE49-F238E27FC236}">
                <a16:creationId xmlns:a16="http://schemas.microsoft.com/office/drawing/2014/main" id="{B14CB7A3-F71D-9C24-DE1C-D5AF0A1C7F4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4C8C34DA-D8CA-0CD4-3567-DFE9A5704BDC}"/>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BDA31533-84B7-C01E-019C-938254429EB0}"/>
              </a:ext>
            </a:extLst>
          </p:cNvPr>
          <p:cNvSpPr txBox="1"/>
          <p:nvPr/>
        </p:nvSpPr>
        <p:spPr>
          <a:xfrm>
            <a:off x="4143022" y="1576300"/>
            <a:ext cx="570089" cy="230832"/>
          </a:xfrm>
          <a:prstGeom prst="rect">
            <a:avLst/>
          </a:prstGeom>
          <a:noFill/>
        </p:spPr>
        <p:txBody>
          <a:bodyPr wrap="square" rtlCol="0">
            <a:spAutoFit/>
          </a:bodyPr>
          <a:lstStyle/>
          <a:p>
            <a:pPr algn="ctr"/>
            <a:r>
              <a:rPr lang="en-US" sz="900" dirty="0"/>
              <a:t>23</a:t>
            </a:r>
          </a:p>
        </p:txBody>
      </p:sp>
      <p:sp>
        <p:nvSpPr>
          <p:cNvPr id="12" name="TextBox 11">
            <a:extLst>
              <a:ext uri="{FF2B5EF4-FFF2-40B4-BE49-F238E27FC236}">
                <a16:creationId xmlns:a16="http://schemas.microsoft.com/office/drawing/2014/main" id="{7048FFA2-F6CF-0652-595F-D470D621BCCC}"/>
              </a:ext>
            </a:extLst>
          </p:cNvPr>
          <p:cNvSpPr txBox="1"/>
          <p:nvPr/>
        </p:nvSpPr>
        <p:spPr>
          <a:xfrm>
            <a:off x="5147734" y="1576300"/>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F362BF3C-200F-705D-5F56-9C8CE39266CC}"/>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F4B90EDE-6FE9-0210-41D8-5138D2C9973B}"/>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79509D3-81CC-2DEA-7843-2FD04D533F26}"/>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470FFF4-90E0-1584-C88C-E83CAC2A1C3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78F93F5E-7314-B2EB-41FA-A08E56280F91}"/>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78C2C739-7F89-1FAA-97CD-F08222F7772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4560DE60-8FDF-638F-81E0-FEAD26AF607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1549FBBD-976A-A96A-3EA7-2CFA43523704}"/>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D83CC2DF-0C0C-1766-3D8F-920A35738B9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1D5141F6-ED4D-08CA-F617-5574AC522694}"/>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95BB0D2-0840-EE95-1AB4-B31C8681C03B}"/>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0" name="TextBox 39">
            <a:extLst>
              <a:ext uri="{FF2B5EF4-FFF2-40B4-BE49-F238E27FC236}">
                <a16:creationId xmlns:a16="http://schemas.microsoft.com/office/drawing/2014/main" id="{C9589F8C-2C63-F56C-8C2F-1965BD1AD17C}"/>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D72FACE7-4010-47A2-FDEA-6C7C7DDB6D8A}"/>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58F47B02-CB01-69DF-F8FD-ECC8988980F7}"/>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0349BCE7-049D-0403-57C3-448509320E52}"/>
              </a:ext>
            </a:extLst>
          </p:cNvPr>
          <p:cNvSpPr txBox="1"/>
          <p:nvPr/>
        </p:nvSpPr>
        <p:spPr>
          <a:xfrm>
            <a:off x="3640666" y="4909484"/>
            <a:ext cx="570089" cy="230832"/>
          </a:xfrm>
          <a:prstGeom prst="rect">
            <a:avLst/>
          </a:prstGeom>
          <a:solidFill>
            <a:srgbClr val="FF0000"/>
          </a:solid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B13C9A23-8743-F443-4A2A-5110A8A913A7}"/>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F252FE63-57C9-BD40-5580-F1EEE2CB91E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205BD38C-4D5C-411B-8AA8-0FDB9C0A81A9}"/>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B1377FE7-4874-2CA1-2E97-5F4CBCDBAAE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582AED3-24F3-80EA-5987-169A640D49C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9A53270-AC24-9E01-50BF-A81938D4BA7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AAAED7E7-4EBB-54E2-E660-35DE16312CE6}"/>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9FE8C1BE-6E41-F0D3-C66B-388FD4DE91F4}"/>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0532A1EF-F6CD-B0EE-C898-08DBBD5B7A1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1" name="TextBox 50">
            <a:extLst>
              <a:ext uri="{FF2B5EF4-FFF2-40B4-BE49-F238E27FC236}">
                <a16:creationId xmlns:a16="http://schemas.microsoft.com/office/drawing/2014/main" id="{1E22782B-46D7-F524-F4D4-17A27FC4F56F}"/>
              </a:ext>
            </a:extLst>
          </p:cNvPr>
          <p:cNvSpPr txBox="1"/>
          <p:nvPr/>
        </p:nvSpPr>
        <p:spPr>
          <a:xfrm>
            <a:off x="4645378" y="3572192"/>
            <a:ext cx="570089" cy="230832"/>
          </a:xfrm>
          <a:prstGeom prst="rect">
            <a:avLst/>
          </a:prstGeom>
          <a:noFill/>
        </p:spPr>
        <p:txBody>
          <a:bodyPr wrap="square" rtlCol="0">
            <a:spAutoFit/>
          </a:bodyPr>
          <a:lstStyle/>
          <a:p>
            <a:pPr algn="ctr"/>
            <a:r>
              <a:rPr lang="en-US" sz="900" dirty="0"/>
              <a:t>25</a:t>
            </a:r>
          </a:p>
        </p:txBody>
      </p:sp>
      <p:sp>
        <p:nvSpPr>
          <p:cNvPr id="54" name="TextBox 53">
            <a:extLst>
              <a:ext uri="{FF2B5EF4-FFF2-40B4-BE49-F238E27FC236}">
                <a16:creationId xmlns:a16="http://schemas.microsoft.com/office/drawing/2014/main" id="{E786B1CE-79E9-769D-1BB0-E98DF85EF7D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55A21EF3-8049-B7FF-9A73-3C520673B094}"/>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A35A3756-A4BB-5D38-6A44-01A2B731CC80}"/>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F367FB1-66D1-1C5B-397B-EFADC20737B3}"/>
              </a:ext>
            </a:extLst>
          </p:cNvPr>
          <p:cNvSpPr txBox="1"/>
          <p:nvPr/>
        </p:nvSpPr>
        <p:spPr>
          <a:xfrm>
            <a:off x="3640666" y="2404765"/>
            <a:ext cx="570089" cy="230832"/>
          </a:xfrm>
          <a:prstGeom prst="rect">
            <a:avLst/>
          </a:prstGeom>
          <a:noFill/>
        </p:spPr>
        <p:txBody>
          <a:bodyPr wrap="square" rtlCol="0">
            <a:spAutoFit/>
          </a:bodyPr>
          <a:lstStyle/>
          <a:p>
            <a:pPr algn="ctr"/>
            <a:r>
              <a:rPr lang="en-US" sz="900" dirty="0"/>
              <a:t>49</a:t>
            </a:r>
          </a:p>
        </p:txBody>
      </p:sp>
      <p:sp>
        <p:nvSpPr>
          <p:cNvPr id="58" name="TextBox 57">
            <a:extLst>
              <a:ext uri="{FF2B5EF4-FFF2-40B4-BE49-F238E27FC236}">
                <a16:creationId xmlns:a16="http://schemas.microsoft.com/office/drawing/2014/main" id="{53277F7D-ADEA-F3CC-3109-B2297A31909E}"/>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5678</a:t>
            </a:r>
          </a:p>
        </p:txBody>
      </p:sp>
      <p:sp>
        <p:nvSpPr>
          <p:cNvPr id="59" name="TextBox 58">
            <a:extLst>
              <a:ext uri="{FF2B5EF4-FFF2-40B4-BE49-F238E27FC236}">
                <a16:creationId xmlns:a16="http://schemas.microsoft.com/office/drawing/2014/main" id="{8891DFDC-2B88-BA18-1B0A-E161A765030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78D2C43E-ED9B-9123-C992-3F96D7E3E14D}"/>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AEA2944D-FF07-2B45-8271-F93BA44F437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4FE89D67-A3D1-5267-446A-06A96F23706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F3D26132-DEDB-A614-E6FA-FA4C196B8C71}"/>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7E2AB814-B81F-14C1-51B8-6D8F1907628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4B2054D-515F-5508-C170-FAF71AFBC02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CCD7DF6-5B57-69BD-EF1E-70B02F4A20D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FCEA5DA-5ECD-9ECB-15BA-9DE0FC03FD0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D693305-DB84-909C-BF0E-36B2FB8C40A7}"/>
              </a:ext>
            </a:extLst>
          </p:cNvPr>
          <p:cNvSpPr txBox="1"/>
          <p:nvPr/>
        </p:nvSpPr>
        <p:spPr>
          <a:xfrm>
            <a:off x="5215469"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3E3E1181-E9E1-2193-A502-5F6C928472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5</a:t>
            </a:r>
          </a:p>
        </p:txBody>
      </p:sp>
      <p:sp>
        <p:nvSpPr>
          <p:cNvPr id="62" name="TextBox 61">
            <a:extLst>
              <a:ext uri="{FF2B5EF4-FFF2-40B4-BE49-F238E27FC236}">
                <a16:creationId xmlns:a16="http://schemas.microsoft.com/office/drawing/2014/main" id="{5A1A8B4C-5E3C-A62A-1FA3-91FAE695D12E}"/>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41C8B8BF-48A2-4D25-AFFF-08831888DF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959B6E6-327E-D6B0-2608-65A9BC0EAAEA}"/>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C3D569AD-6298-8850-BACE-5AAF093D34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97FDAAF3-72B3-2B0E-B2B6-E222A0775786}"/>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D912FBA6-5B87-3352-294B-C5A88B470D7E}"/>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A3CBEDD1-EFF0-9E23-E10F-9B5D1DE6D0E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22" name="TextBox 21">
            <a:extLst>
              <a:ext uri="{FF2B5EF4-FFF2-40B4-BE49-F238E27FC236}">
                <a16:creationId xmlns:a16="http://schemas.microsoft.com/office/drawing/2014/main" id="{75350C02-EC6F-F4FE-379E-020EBEBB182E}"/>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DD7E2495-3218-FA95-0ADF-259FA0E093D1}"/>
              </a:ext>
            </a:extLst>
          </p:cNvPr>
          <p:cNvSpPr txBox="1"/>
          <p:nvPr/>
        </p:nvSpPr>
        <p:spPr>
          <a:xfrm>
            <a:off x="3716867" y="3237891"/>
            <a:ext cx="462845" cy="584775"/>
          </a:xfrm>
          <a:prstGeom prst="rect">
            <a:avLst/>
          </a:prstGeom>
          <a:solidFill>
            <a:srgbClr val="FF0000"/>
          </a:solid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667A508C-5A5B-9460-70B9-A76FE84DDC4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6592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5984C-CC9F-2B9C-61EE-A689FDFBD8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22C684-E77E-156A-EC95-5C2226B621EC}"/>
              </a:ext>
            </a:extLst>
          </p:cNvPr>
          <p:cNvSpPr>
            <a:spLocks noGrp="1"/>
          </p:cNvSpPr>
          <p:nvPr>
            <p:ph sz="half" idx="1"/>
          </p:nvPr>
        </p:nvSpPr>
        <p:spPr/>
        <p:txBody>
          <a:bodyPr>
            <a:normAutofit/>
          </a:bodyPr>
          <a:lstStyle/>
          <a:p>
            <a:r>
              <a:rPr lang="en-US" dirty="0"/>
              <a:t>The correct location for 6 in the center block.</a:t>
            </a:r>
          </a:p>
        </p:txBody>
      </p:sp>
      <p:pic>
        <p:nvPicPr>
          <p:cNvPr id="4" name="Picture 3" descr="A grid of sudoku puzzle&#10;&#10;Description automatically generated">
            <a:extLst>
              <a:ext uri="{FF2B5EF4-FFF2-40B4-BE49-F238E27FC236}">
                <a16:creationId xmlns:a16="http://schemas.microsoft.com/office/drawing/2014/main" id="{CF4CAD6B-3565-FA69-4804-B90EE9C1B4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6186605-E982-E0D7-C708-FE25804365B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19CDA5B-9FCB-00F1-AC97-C75B6107485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51CE1C-D67A-CC0B-A938-8C3AF2B6193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F5F480-CBE3-6F31-83C7-A74A6F37F65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4361858F-C985-2789-857D-54724E4F0C42}"/>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5CFA8C62-1445-AA19-B6A4-CB4742AB040F}"/>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B2BDAA57-19C8-9FA6-4CCE-E948F4D3A417}"/>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2A021345-5F98-C7CB-00DA-7C3A314EDD99}"/>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19E9084E-8A1B-016A-119A-750823C6165F}"/>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8CB22B4C-DC18-BD0E-D9D3-0C77D81E89B3}"/>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7DE511F3-8F57-50EC-9DBB-89F13F9EE818}"/>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C987CC9A-6BCD-4DC9-90E8-71E066DD34AC}"/>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DA00D4E-4916-52C5-5938-D146DB33264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C8015090-C0C5-7B7B-A483-FBF0292F3AB6}"/>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9763D4C0-1BB5-DFC2-66E9-4E7F1ACC654E}"/>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47371A3-31F2-9836-600E-E3A1B5E4D09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EA93C9B-B8B0-4044-3111-0396B40E927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BF2749DA-ADAD-D933-9BF8-4CDD5CE84711}"/>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A295A55C-FAFC-788A-0A75-8F5E4CDEC131}"/>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E709F1EA-A4DE-D7B9-E756-C5AD9966B1CD}"/>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B9ED8464-1726-99A4-D345-92519A866CE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6FC5E0BA-FFCB-B7CE-4B16-AE897E25400F}"/>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0447A40E-15D5-980C-B504-60270F6F0AE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24AF3EB-704C-AFD4-574A-8CDA55C14E9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55F7B4CA-6BF6-57AE-BDBE-98D90D20C0D3}"/>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D7028410-A1C3-0FF7-F010-902E15678939}"/>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DA33F556-F5D9-5D95-B303-E2AF29C94421}"/>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8972AD39-1AAC-4CEE-E733-5096885E82A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A9810EA3-626B-A0C4-CF9C-9C4F1A14669C}"/>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E250E449-CBB2-D925-F68D-6B51EC7C1A2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2606B775-751B-7633-CB8C-EE26F9361B9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B4061D6-91CF-2B00-3135-750059A5BCA2}"/>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E9AEDBF7-A57E-23AF-F296-BDEE5CA26F02}"/>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35586C98-7AF7-560C-B36F-78098D2B541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99DFB005-AC06-465A-2C23-57721D847C37}"/>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AC5DC7EE-3C9F-F37A-BE7D-E9E563D1DCC6}"/>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D7405801-15D9-DA69-FFE3-39BCE3469BD0}"/>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DA7E2279-2E83-36BF-A126-8AB12D019CE4}"/>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AA620038-0BB6-0986-C228-A6CED6435EB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A7AA73C-2CA7-BF3C-B4D0-1A8ACF9C352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64AEFFC3-03AF-DD89-CE70-243C7E1CD12C}"/>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0C707FDB-049B-5819-5FBD-F2FBBB9EC5D6}"/>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FC162C08-D91F-E35C-3A59-2EEFCED09763}"/>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3B13E199-C905-72CB-7793-12E4B2CDF62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DAFB9ED4-6408-7165-6026-BCC5C0B8BBB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0E16065A-A8A3-AA23-455F-7049C59B40C4}"/>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C5A6FFD5-FCAE-29E3-70B5-06BF0CB11C3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111521C-A8D3-98A8-EC6F-DFD974054316}"/>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79F1F92C-927B-D59A-66E8-E57D64789EF4}"/>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4671E9E0-7E88-DC0F-85C3-7262F916F2D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E37655A5-00BE-5188-97C3-A7760FC777D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394ED3DC-8F5A-9996-87DD-155D75957C00}"/>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D914D699-0965-562A-C1AA-F13B0D0EF328}"/>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23456</a:t>
            </a:r>
          </a:p>
        </p:txBody>
      </p:sp>
      <p:sp>
        <p:nvSpPr>
          <p:cNvPr id="63" name="TextBox 62">
            <a:extLst>
              <a:ext uri="{FF2B5EF4-FFF2-40B4-BE49-F238E27FC236}">
                <a16:creationId xmlns:a16="http://schemas.microsoft.com/office/drawing/2014/main" id="{54FA92C2-AD71-8302-AD2D-0528D3F97C0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a:t>
            </a:r>
          </a:p>
        </p:txBody>
      </p:sp>
      <p:sp>
        <p:nvSpPr>
          <p:cNvPr id="64" name="TextBox 63">
            <a:extLst>
              <a:ext uri="{FF2B5EF4-FFF2-40B4-BE49-F238E27FC236}">
                <a16:creationId xmlns:a16="http://schemas.microsoft.com/office/drawing/2014/main" id="{090BB5D0-CB44-58E2-AECD-120CD17AF099}"/>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B06572C4-D6E9-D8E8-B5E0-D06449363D3A}"/>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91D6774-0A1A-EC6F-FFCD-DE099B664F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ADE4AA2-7AB3-53C7-A2CE-61E180F6C7E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3E8BD8E-2C23-8531-E020-A3374D4BC277}"/>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240ABDA-4D7C-9A01-F8C0-8056D448382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903571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BED15-4DD3-3AB3-0E50-D3CBFE1277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35C95B-840A-1D9D-9E11-D415E76C0E0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490F51D-7162-1222-50B4-0CD36C46DC9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3A9714-37A2-2C82-705D-B6CE8550E3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E6CA56-F0A2-4C3E-8B62-D0CA52A5C4E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D18E561-87EF-022E-2E5E-343BF54AA97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6C58534-344E-284E-34BD-9194942F3CEF}"/>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2641389-1F85-FE22-E49E-B17EFD6DE740}"/>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57F99ED9-CBF9-866F-CAF9-8770BFEE2332}"/>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E508BFEE-98C5-42B6-A0AC-3F93423FCD6C}"/>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CF13140-E7E0-ED55-E3FC-FDC27FF59E04}"/>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09A72FA4-4E9A-A4D6-F301-2AB0D603C1AA}"/>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803B2E18-BF85-14F3-B595-666AA67AF164}"/>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F299463D-2CD1-2B6E-F3C3-D1646E71129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F279C1E6-F98C-54E7-5187-FAB5FB6B5B8A}"/>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8ABADF62-B0FF-E95F-50B7-FCD5BB9EBF3E}"/>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C5706EDF-BEE9-DF90-3F75-2E7FCAC8263B}"/>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8EBFD60A-1752-1CC1-6938-24954BFFFD76}"/>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D39B1D8B-E56C-1BC2-D035-7990EEA372B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84F8257-C16F-791F-A057-86D7CB37628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DC7C86D7-190D-0FBB-26C5-1FDB71657705}"/>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CB0FC8A1-0691-55FB-20C4-CEA0E4151654}"/>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4F546F9E-FCB6-C599-C724-23EEEAE2710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D1A7811B-0F90-1118-AC1A-B77AA71AF452}"/>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6B48920C-D2AB-0B60-0759-A2B20BE1828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8AD5B52B-51F9-A939-D18C-45BFA6B8D7CE}"/>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55A5707-ACAA-2889-6076-FAAFC5BBAA69}"/>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C00ED50D-434C-D689-3DDD-080903F323AD}"/>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8352186A-AB07-A615-5FBC-8E82426678C3}"/>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B68C0AB6-EA7A-77D3-1903-9DB2DE6ACFA5}"/>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4F341D1D-05EC-D25F-9598-343FFBBDC6A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D714D384-25AB-15BB-2EE7-F9A59EE8FBC2}"/>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BF5A30A2-10D4-4892-ABB8-D6767FEBEE7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9B1C210A-F726-08E5-3B6A-8F1BCC0051B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96848AF4-4B1F-00C5-96E3-9806BC981121}"/>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09E4192B-724D-A535-5293-6429D89EC5BF}"/>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6D4587E4-22AE-BA42-76B4-B027E0F996D1}"/>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42916125-4F09-C12D-9E58-7925F5DA159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29BF34D6-E5E6-35C3-9842-9536E98D09B9}"/>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01FB1532-E243-B258-2431-FB18CFFF1FD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4C5AA69-A256-A5F4-9CF4-166B9ABFB0FE}"/>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726BBC8C-C9B0-A55E-887A-7D1165A5A3C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7944838-45DA-8D41-4263-D9F75389F39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7A46B77-847D-AD75-F348-29560FDFDE1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C7AE62DA-5283-3771-E57A-A6C263294609}"/>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F039274E-3210-8AF4-F6F7-AB651348E558}"/>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67AAA0D-3877-73D9-4ACB-A15A742BFF6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C7D4C651-1027-5AA3-41FF-55F14BD1B427}"/>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1DA8A978-91AD-D22A-226B-211AF7DCCABB}"/>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2982E7AE-2FFC-AA85-2385-D8EAE382AB43}"/>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E6A8B395-C070-2A30-F58D-87F12C065A8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85658329-098F-FA71-E649-7497A0742A8B}"/>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180F38D7-1C17-2F51-A959-3F422534218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8088BE14-EDC7-5804-8D3B-4C972A5CDE3D}"/>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F84D19B9-5F71-E0C4-9768-AE6F390D1B4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C1B2DD4B-25EA-A140-D68E-D04C5EB980EF}"/>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a:t>
            </a:r>
          </a:p>
        </p:txBody>
      </p:sp>
      <p:sp>
        <p:nvSpPr>
          <p:cNvPr id="63" name="TextBox 62">
            <a:extLst>
              <a:ext uri="{FF2B5EF4-FFF2-40B4-BE49-F238E27FC236}">
                <a16:creationId xmlns:a16="http://schemas.microsoft.com/office/drawing/2014/main" id="{FE00E8C6-6B24-910C-D83E-59A97D1947A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a:t>
            </a:r>
          </a:p>
        </p:txBody>
      </p:sp>
      <p:sp>
        <p:nvSpPr>
          <p:cNvPr id="64" name="TextBox 63">
            <a:extLst>
              <a:ext uri="{FF2B5EF4-FFF2-40B4-BE49-F238E27FC236}">
                <a16:creationId xmlns:a16="http://schemas.microsoft.com/office/drawing/2014/main" id="{655A5679-D764-2C71-8404-0629EAA6C1EB}"/>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DA9AFFF6-E22C-255B-FD7F-AB287FE2F94A}"/>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D9391AE-3CB3-DF2F-761B-B302BDF46A0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8B0051CD-E871-5697-5956-2F66EE9DA5B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5A4986C-46A0-1D63-E7BF-491C1E51C8F1}"/>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E4EB1D6-B49B-E136-F3BB-309EE4395E1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7322654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4060F-A14B-05B1-4FC0-377BBF7662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271467-965E-DF07-4C58-27823ED8D2C4}"/>
              </a:ext>
            </a:extLst>
          </p:cNvPr>
          <p:cNvSpPr>
            <a:spLocks noGrp="1"/>
          </p:cNvSpPr>
          <p:nvPr>
            <p:ph sz="half" idx="1"/>
          </p:nvPr>
        </p:nvSpPr>
        <p:spPr/>
        <p:txBody>
          <a:bodyPr>
            <a:normAutofit/>
          </a:bodyPr>
          <a:lstStyle/>
          <a:p>
            <a:r>
              <a:rPr lang="en-US" dirty="0"/>
              <a:t>This cell (in the bulb) can’t be 4, because the other thermometer cell would have to be 5, which conflicts with the 45 cell in Row 4, Column 1.</a:t>
            </a:r>
          </a:p>
        </p:txBody>
      </p:sp>
      <p:pic>
        <p:nvPicPr>
          <p:cNvPr id="4" name="Picture 3" descr="A grid of sudoku puzzle&#10;&#10;Description automatically generated">
            <a:extLst>
              <a:ext uri="{FF2B5EF4-FFF2-40B4-BE49-F238E27FC236}">
                <a16:creationId xmlns:a16="http://schemas.microsoft.com/office/drawing/2014/main" id="{FC575975-EF21-8F25-AD80-67F348BF21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4C9779-95FA-9484-1676-BB0AC74AEDD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0EA59C-67A1-A09E-117F-233F30CE30E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A664EF6-3E24-7CC2-C1BD-E808A96A740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DC590B8-1E0A-E58F-FD4B-8B863FF1A53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BF638A9C-B5DA-7F39-2AC7-F99A2FB79CA8}"/>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E2923101-36CF-E71B-7468-5774A16225AE}"/>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5496EA62-479E-17F4-A155-7B9DCA0EA123}"/>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F9C8F138-7124-C280-49AF-B5C1EA5D1EA2}"/>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2F1A36E-39CC-350C-D596-24C30A2DAB1C}"/>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EEB9FD08-42E2-58AE-C42C-041DE4A07172}"/>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098D5D92-0362-3545-34A3-6017DDD7E31F}"/>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C93ABA5E-FD0D-2CB9-92B5-9EC8C45D9F0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4051EF0-2791-C57C-EB1A-755FF35F178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FDE25B93-DAE1-9866-7639-9D8C0B6C3AFD}"/>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A148E0D-9586-DC04-F77A-D7D1378F27FD}"/>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8A949038-EF77-18CA-1CD0-103218B5BDF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1F886002-AACC-34EE-5BEE-B2C21532ACF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4E4F206C-CD1C-1A41-5264-D82432C0C164}"/>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8434E770-2DC9-C3C4-69A2-7DBD2E3BC693}"/>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CA3513E1-DB01-905B-2882-E54C59893494}"/>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64CEE5B4-A0E2-1054-F0B8-8C43084C0E0F}"/>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3CAF91EA-E4A0-A779-DBA6-8EC0C78FEBC9}"/>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CE76B73B-FDF8-A7FC-575F-4490643E09E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53E880C1-8F1B-D0DA-2CCB-5019C408DB52}"/>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C45D93BE-4BED-13C9-3CE9-E89CF38D0732}"/>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D2FA1359-7050-FB82-9F5E-4D5DF48A14D7}"/>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384105F9-CD98-D930-394A-C82052708BCE}"/>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6C0B62E3-41DD-0A8C-5CD1-12CF941B56BB}"/>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FDCD9C5-6894-24D0-13C5-706133ABD547}"/>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B1CFC190-0D07-DB18-3997-6F3C46ACE0E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16BF57D-C888-556A-0318-A69DAF5A18E8}"/>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7729E87-1843-C250-69C1-421EEBA3DFBB}"/>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A5FE583F-EAF2-2AF8-7D55-601FB4DC8EA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3A3788F4-7614-FE23-7A94-39F84775773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13FB3930-0E1E-9AAE-7F1A-C237E6D5E4A2}"/>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21E4EFCF-F2EB-8D84-104B-D51B7970173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D48BD91A-8533-EF38-6F77-8383EF68B9FF}"/>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8873B45-CCA9-30DE-2551-E4D5ED5E4E89}"/>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2ECEE9F6-4594-D5E7-7820-2BE61BB0102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6B7A109-CC41-CE5B-4F49-E5176C452ED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3BD9DBB-8A81-E3BD-D052-496A5AB5601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E882CE90-0A7F-E7D1-C1DB-3F0C47466970}"/>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CDB3929B-83F6-528D-385F-02014D7770CC}"/>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A20FA1EA-BB90-A874-946E-AED4E8305EA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3028788E-F996-2DAD-3F8B-A86D0236739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63063BB-86CF-BA7F-AD6C-DE1BD5E0224C}"/>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B1D708E8-B361-6616-EBFB-09CACD1C8AB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C359A99-6FE5-2C3D-3478-0C201AF1534F}"/>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828C4DA4-9A4B-B20D-035B-2156E1F2CC23}"/>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C525F6DF-DDF9-0423-3798-2B58367BA282}"/>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F1893ABF-624F-A76A-0174-A5AA55F2A598}"/>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B1890782-7007-E9AF-C460-0BC3A16A5920}"/>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80815F88-A6BA-8AAD-C53C-91EDA09FD80B}"/>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2345</a:t>
            </a:r>
          </a:p>
        </p:txBody>
      </p:sp>
      <p:sp>
        <p:nvSpPr>
          <p:cNvPr id="63" name="TextBox 62">
            <a:extLst>
              <a:ext uri="{FF2B5EF4-FFF2-40B4-BE49-F238E27FC236}">
                <a16:creationId xmlns:a16="http://schemas.microsoft.com/office/drawing/2014/main" id="{51BBF890-7FDA-43C1-2697-3A34EC2662B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39A46161-C2F4-5778-A14C-73C76C31F3D1}"/>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21EF415F-3CE8-719A-9B2B-04D36C6DABE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77C1031-71BA-29D5-7325-909964679D6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91D1C2D-1D95-F4FC-C410-EE1D33BFB81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A4F95C0-11FB-4614-8BF2-99D824E7ED1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FE394CA-A427-E1D7-A029-853A8FDD00D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873220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DC8BBEEF-6524-DB1C-2E34-6E2B1814B8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F241A11-1B1B-504A-B34E-9A0431C7516A}"/>
              </a:ext>
            </a:extLst>
          </p:cNvPr>
          <p:cNvSpPr>
            <a:spLocks noGrp="1"/>
          </p:cNvSpPr>
          <p:nvPr>
            <p:ph sz="half" idx="1"/>
          </p:nvPr>
        </p:nvSpPr>
        <p:spPr/>
        <p:txBody>
          <a:bodyPr>
            <a:normAutofit/>
          </a:bodyPr>
          <a:lstStyle/>
          <a:p>
            <a:r>
              <a:rPr lang="en-US" dirty="0"/>
              <a:t>Can this cell be 5?</a:t>
            </a:r>
          </a:p>
        </p:txBody>
      </p:sp>
      <p:pic>
        <p:nvPicPr>
          <p:cNvPr id="4" name="Picture 3" descr="A grid of sudoku puzzle&#10;&#10;Description automatically generated">
            <a:extLst>
              <a:ext uri="{FF2B5EF4-FFF2-40B4-BE49-F238E27FC236}">
                <a16:creationId xmlns:a16="http://schemas.microsoft.com/office/drawing/2014/main" id="{13C79636-47BB-EC26-E67B-9D03BF527F4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555492-61F3-22A3-39D7-9CC0DA9F18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E12ED2A-979E-6119-5ACC-0113967F61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E89317-C258-4F01-489F-F0725D841EA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98FAEC-8621-AEA8-5507-30D6035EE47D}"/>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3B61271B-D8E7-25E0-C943-2BE238FE920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056544E6-7761-D3E8-94DB-232E0CFA2D0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A75208CE-59CB-8148-1559-C9291AF85B33}"/>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95F33A7C-DC9F-8CDE-E5A5-8649C675441D}"/>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B1D60CC1-C903-51B1-DFE7-8D330C41E31E}"/>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188361CD-9725-FBA5-8897-F5ED098DBAC3}"/>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EB882A64-4092-A6DD-99C2-5063C2C96C6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74CF514-BBDB-79CF-1CFC-B2D468AEA8E6}"/>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C92B1BA-5CAF-1B1C-5078-23683A1BCE4E}"/>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278F17D3-85EE-784A-7F7C-76315FCB699B}"/>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B995026-DAD4-02FA-BB1A-9E9392DEB53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770CE3F7-6AC9-674B-8841-BD897F00B4F0}"/>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5950ED30-DF53-5F9D-9CF5-018B51E9ADC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22884887-CB4A-95A3-C396-41F613769FF0}"/>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D6B31FE7-5D29-1CF4-8D3A-1D4023DB1365}"/>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8B1DC79F-DFBF-7E2C-F015-3BB872D2A159}"/>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7FE6BA59-3BE1-3439-3E17-4E9B6F0B0758}"/>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C2115128-1016-5DED-DA9B-3A86AA740FFA}"/>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D33B767C-865B-3646-8BC8-DE3F5065358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A52FA893-C800-D7C6-3C5C-1CBB479374A0}"/>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8896AB7-AB82-A74F-6F22-9D97461971CC}"/>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C5F388DD-5225-295D-3777-06C300F045B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F7D19500-04EE-595A-32FA-388D672046B7}"/>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FA242B6-5CCA-971F-BD7A-03EF90C52BF9}"/>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AF7E57A-0BF8-9F2F-25E8-7DB79B197300}"/>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7F9AA8E2-C828-272E-8465-5D1143CA7ED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B33C097-1BD3-33DF-56F3-44EB31411FA9}"/>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886E2A99-93C8-C82A-6EF8-B64211A47DC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A67B64E1-447C-A43E-10EC-2D22F38A3C04}"/>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8E09F509-C5C8-8795-BFE0-AB2AA26C3A6C}"/>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65D57A7B-8BA8-BD2A-5261-0C2A54EE6DDC}"/>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AEA7A3D5-8A3B-2383-7B17-C96823EDFB1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0DF2A8FC-01BD-C386-1B63-7B3B3F113C2D}"/>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F32253EB-C884-F13A-109E-C7432B473C6D}"/>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F37A43DB-47FE-7413-E17C-D495D87A1A2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D85A52F-A514-F97C-B09A-36CA6C53066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F852EAE-F14E-F650-36F7-2AD0D2AB3A1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1F74E9D8-B01A-61B8-418B-22786FCA6368}"/>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A872698E-67D5-78FE-3DC3-66605B6C36CE}"/>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79AC815-B000-C555-CC78-9BC9FA08F2E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E8EAAED4-40FA-2D3E-0657-606C75164BAD}"/>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0CE310E-944D-50B4-736D-B73E2675D9D7}"/>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8EDC1326-880D-1666-CB00-FE945508FC02}"/>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77D23DF1-D837-9FC0-F3DF-35D26639B51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99816EB7-FB18-043B-697F-750162053B19}"/>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97F302B1-E6E2-54B8-A754-7AF7BB0F3B61}"/>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187BD404-D941-CAE9-590E-7E90A5E6031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E7E6F8C1-07E1-F969-C3EF-71A56AAF1F0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EC57A7E8-0DFE-7A6B-E5AC-EC32BA18937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0B9F61CA-C6FB-968C-B5F2-487DAD5DBA69}"/>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A4C92D0B-06F6-BD2D-5826-158A35F5C2E4}"/>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E544B0F-A035-7B26-AD5C-BDB34CF04CA7}"/>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E80DA21-2958-7DEF-2807-1648DEA3B01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E9F9BA4-3FDC-BA1C-0EFD-BE6224208E97}"/>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0BC0511-C19A-D70B-240A-577153B51F1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923A0B8F-EDEC-2E3B-41A2-C9A16A77EBFE}"/>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6289486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5C9C3-EF53-FD41-D032-60F836F8DD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1AB190-31D2-B6D5-A812-F9492082B80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C1677E7-E427-97E3-F734-A23C134C8A7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2B6896A-93E1-396E-2526-433E78A63E8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D6F9621-AF1A-9952-CD78-0B0F6BEA61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9DA637D-A68B-AF32-F5F0-373EDADCC3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09DFEB-8974-78CD-73AF-96CD9462CDFB}"/>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2C66D84-55E8-7992-C639-25978B95C7FD}"/>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33ECCC76-4773-E6C6-2B4E-BE9D25894626}"/>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D1F241E2-8DD1-2625-E95A-8AE2A490ED29}"/>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4B3949EC-B83C-F268-9141-BF50D28C6221}"/>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9DCE4C6F-1B90-91AE-CC42-AFC1B73B013D}"/>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3" name="TextBox 12">
            <a:extLst>
              <a:ext uri="{FF2B5EF4-FFF2-40B4-BE49-F238E27FC236}">
                <a16:creationId xmlns:a16="http://schemas.microsoft.com/office/drawing/2014/main" id="{1A52BECF-CFD3-E1E5-0370-D98EDA4863D3}"/>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8D934A83-6C94-E78B-A757-A5802F478D8D}"/>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C7CAEE6F-6920-0508-D188-87C9328B09E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B145FAEE-F20A-7965-EF6A-69DE7DB27E18}"/>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F2D8B475-527A-EC8D-F122-915727B622CE}"/>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FF4735B5-B243-2018-48FB-0A70D4EE248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7B7FDA89-C318-FB9F-B1D1-37E85D21EE9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85BC4522-B3BD-6EC8-6454-83157AA62B30}"/>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3" name="TextBox 32">
            <a:extLst>
              <a:ext uri="{FF2B5EF4-FFF2-40B4-BE49-F238E27FC236}">
                <a16:creationId xmlns:a16="http://schemas.microsoft.com/office/drawing/2014/main" id="{9283E0A1-40CE-A485-6EB6-C94D101904A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288FC19C-37E9-3889-7E1C-20E61674EDDF}"/>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BC25EADA-4AD1-DA51-119A-F745E34B9339}"/>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30C77B48-EEC5-EF99-60B3-B68195FE1A1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5CF28D8B-C517-AD10-E359-5D9549060E02}"/>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396CC504-2AFD-BACC-6F9C-84DF0C7E542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7B4B7AB-E508-A9FC-9C13-011BE02AF46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774B70C-6942-C4D4-FE63-3ABC564AD8FD}"/>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0964FEE6-681C-6886-098B-86D4028B96FB}"/>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D6E86A3D-B16A-F9A2-9D3E-4BF92CA3BF75}"/>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7570677D-F90D-3676-0B4D-EC5ED878B256}"/>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113F377F-A368-6451-6A1A-914FC444E0B6}"/>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A84F4E53-9195-AB7B-D5C8-9EF525A7E64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9595405D-9B2E-367A-BD69-A54E7F411F81}"/>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A20FBF13-59C6-E87F-3E35-5EFD6B95F1C8}"/>
              </a:ext>
            </a:extLst>
          </p:cNvPr>
          <p:cNvSpPr txBox="1"/>
          <p:nvPr/>
        </p:nvSpPr>
        <p:spPr>
          <a:xfrm>
            <a:off x="3640666" y="2404765"/>
            <a:ext cx="570089" cy="230832"/>
          </a:xfrm>
          <a:prstGeom prst="rect">
            <a:avLst/>
          </a:prstGeom>
          <a:noFill/>
        </p:spPr>
        <p:txBody>
          <a:bodyPr wrap="square" rtlCol="0">
            <a:spAutoFit/>
          </a:bodyPr>
          <a:lstStyle/>
          <a:p>
            <a:pPr algn="ctr"/>
            <a:r>
              <a:rPr lang="en-US" sz="900" dirty="0"/>
              <a:t>4679</a:t>
            </a:r>
          </a:p>
        </p:txBody>
      </p:sp>
      <p:sp>
        <p:nvSpPr>
          <p:cNvPr id="58" name="TextBox 57">
            <a:extLst>
              <a:ext uri="{FF2B5EF4-FFF2-40B4-BE49-F238E27FC236}">
                <a16:creationId xmlns:a16="http://schemas.microsoft.com/office/drawing/2014/main" id="{7C2EEE9F-1CFC-BEF9-156E-72D59EFDA08C}"/>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5FD1E9A1-EFAF-6C47-1BA2-E0E2D708FEC5}"/>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469E6594-5F45-CA6F-7EE4-CD04B8B20896}"/>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1CC8994E-7B57-7768-15BA-4454EFBDEF8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3" name="TextBox 62">
            <a:extLst>
              <a:ext uri="{FF2B5EF4-FFF2-40B4-BE49-F238E27FC236}">
                <a16:creationId xmlns:a16="http://schemas.microsoft.com/office/drawing/2014/main" id="{89E3373B-42AE-9540-4638-48D6D372804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C4FADF5F-21EA-6C2B-9151-5BEA6CBE72E3}"/>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3CCE7259-3C30-3AE3-0DA5-33A289788AD1}"/>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BE61710-EB4D-D548-3616-334F4DA4007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3FF46CF-507A-6DBB-54D4-E4B298675D4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A5BDD1D-997C-A881-2332-9E2027A2E77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C504033-D088-A367-6E8F-DA112960083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C4FFABA0-3254-A384-F094-85BB41EB187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E5B83BB8-4AB5-6660-F3D1-3E09DFE4CD7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5488ECAD-375C-E593-A6D3-E5D2768AC759}"/>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14C6A96-C999-FB0D-1736-F4B57206516C}"/>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B02497E-830E-523E-3AAF-75DF8278E6C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FC3DBF53-E7F8-1379-DB41-EB4583DB9878}"/>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42637248-5255-590A-EC40-6D1080AC2E17}"/>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1495CE4E-B85C-B2E6-237C-D3AA2C3C099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B5859257-1CEA-D462-E7E6-E2569CFDA250}"/>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D1CF0E36-24BD-3511-79F3-D85E7EAA5C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6B537A2D-C14B-D01C-2E82-0DE11A0498A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C395DADD-2E25-629D-9CE9-92EA3344CE7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0EC5C6BD-7989-6563-B00E-01102E7C1A80}"/>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2CA2F38-F588-7DC1-D27C-5BB3A89A4EA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8DF9F489-5A63-07BF-8A2C-6C5137CA31A4}"/>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8D0B293-707D-CC2F-9AFB-8014F779D575}"/>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48DC9B6B-3260-8C1D-DBDF-EAA57B2C69B6}"/>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4419947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A741-52AD-E9CE-A762-5A9BE2DD46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747F81-E174-8ECB-AC96-9B6C7F8B8CA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B810044-64AB-21A7-F3F6-B14CCAEE2AD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7F3663-81D5-1872-5120-05BF1B390B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B8A207B-D013-1D86-FE2F-22D22B4EA32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9A0774F-7851-DB5A-471C-D4FADA44E5A9}"/>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51204940-9381-D9D2-D400-033E141BD0EB}"/>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C2821CD-161A-4135-4138-EDA7862C520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1FBAC062-77DE-E157-5EDF-69744272F802}"/>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A606072E-38E6-F75A-5B82-015DC215915C}"/>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DCCC57E9-902E-18E2-110D-9A35DF8ED209}"/>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4664688C-D1B0-6786-0AB6-8EEEC68D9E58}"/>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E166B7DA-06AD-299B-51CF-BB43CF3AD26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3" name="TextBox 32">
            <a:extLst>
              <a:ext uri="{FF2B5EF4-FFF2-40B4-BE49-F238E27FC236}">
                <a16:creationId xmlns:a16="http://schemas.microsoft.com/office/drawing/2014/main" id="{4E49E019-C02C-EB68-8D45-F0C95EAE5CF3}"/>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78FD9C7-2787-5E6A-C6B7-BA95C62D3B3B}"/>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9F02C8E3-3EAE-F54D-7D4B-496F370C1B2F}"/>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6D4FA229-2307-4DD3-D702-31BFAFCD7A25}"/>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F4B0A9DF-3AA2-2C71-FAD3-794FB61FB4E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76B0F741-F808-3FEA-C3FE-8AAF821A720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F311389-BE61-5D75-F3A5-ED951E1F2AE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07D7473-704B-4439-B5EF-39CA63472260}"/>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F97B5717-CEB7-AE0E-EE80-7B17EE7111B7}"/>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D2ABD852-9367-148A-DB8D-75439C8EBC55}"/>
              </a:ext>
            </a:extLst>
          </p:cNvPr>
          <p:cNvSpPr txBox="1"/>
          <p:nvPr/>
        </p:nvSpPr>
        <p:spPr>
          <a:xfrm>
            <a:off x="7157158" y="507360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F747185C-38FB-4A5B-8A0B-90E88CAE412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1B7D7D43-27D5-D6A7-299C-66427AB1F5B4}"/>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FC06E97-4CF6-B46A-8898-5DFB330F9E22}"/>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a:t>
            </a:r>
          </a:p>
        </p:txBody>
      </p:sp>
      <p:sp>
        <p:nvSpPr>
          <p:cNvPr id="56" name="TextBox 55">
            <a:extLst>
              <a:ext uri="{FF2B5EF4-FFF2-40B4-BE49-F238E27FC236}">
                <a16:creationId xmlns:a16="http://schemas.microsoft.com/office/drawing/2014/main" id="{8C84A360-B7E8-80F9-FE2A-241DE60565F2}"/>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8" name="TextBox 57">
            <a:extLst>
              <a:ext uri="{FF2B5EF4-FFF2-40B4-BE49-F238E27FC236}">
                <a16:creationId xmlns:a16="http://schemas.microsoft.com/office/drawing/2014/main" id="{998CEBA4-F2D6-B260-3D97-0163B24BA867}"/>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a:t>
            </a:r>
          </a:p>
        </p:txBody>
      </p:sp>
      <p:sp>
        <p:nvSpPr>
          <p:cNvPr id="59" name="TextBox 58">
            <a:extLst>
              <a:ext uri="{FF2B5EF4-FFF2-40B4-BE49-F238E27FC236}">
                <a16:creationId xmlns:a16="http://schemas.microsoft.com/office/drawing/2014/main" id="{CD1F73FA-707E-3A04-E7F8-D18AED4C6049}"/>
              </a:ext>
            </a:extLst>
          </p:cNvPr>
          <p:cNvSpPr txBox="1"/>
          <p:nvPr/>
        </p:nvSpPr>
        <p:spPr>
          <a:xfrm>
            <a:off x="3640666" y="4408541"/>
            <a:ext cx="570089" cy="230832"/>
          </a:xfrm>
          <a:prstGeom prst="rect">
            <a:avLst/>
          </a:prstGeom>
          <a:noFill/>
        </p:spPr>
        <p:txBody>
          <a:bodyPr wrap="square" rtlCol="0">
            <a:spAutoFit/>
          </a:bodyPr>
          <a:lstStyle/>
          <a:p>
            <a:pPr algn="ctr"/>
            <a:r>
              <a:rPr lang="en-US" sz="900" dirty="0"/>
              <a:t>678</a:t>
            </a:r>
          </a:p>
        </p:txBody>
      </p:sp>
      <p:sp>
        <p:nvSpPr>
          <p:cNvPr id="60" name="TextBox 59">
            <a:extLst>
              <a:ext uri="{FF2B5EF4-FFF2-40B4-BE49-F238E27FC236}">
                <a16:creationId xmlns:a16="http://schemas.microsoft.com/office/drawing/2014/main" id="{6FF2E112-35BF-EF4B-A134-8DA9719E0E03}"/>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E23218D8-0E0F-AFAF-F078-572FDC0A44F9}"/>
              </a:ext>
            </a:extLst>
          </p:cNvPr>
          <p:cNvSpPr txBox="1"/>
          <p:nvPr/>
        </p:nvSpPr>
        <p:spPr>
          <a:xfrm>
            <a:off x="3138310" y="4408541"/>
            <a:ext cx="570089" cy="230832"/>
          </a:xfrm>
          <a:prstGeom prst="rect">
            <a:avLst/>
          </a:prstGeom>
          <a:noFill/>
        </p:spPr>
        <p:txBody>
          <a:bodyPr wrap="square" rtlCol="0">
            <a:spAutoFit/>
          </a:bodyPr>
          <a:lstStyle/>
          <a:p>
            <a:pPr algn="ctr"/>
            <a:r>
              <a:rPr lang="en-US" sz="900" dirty="0"/>
              <a:t>789</a:t>
            </a:r>
          </a:p>
        </p:txBody>
      </p:sp>
      <p:sp>
        <p:nvSpPr>
          <p:cNvPr id="63" name="TextBox 62">
            <a:extLst>
              <a:ext uri="{FF2B5EF4-FFF2-40B4-BE49-F238E27FC236}">
                <a16:creationId xmlns:a16="http://schemas.microsoft.com/office/drawing/2014/main" id="{6338C4F2-23E1-9C3A-A604-09CCAD7316EC}"/>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3D1C04E5-56DA-220A-8058-9151ED3C59B3}"/>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42E3B3F6-CB74-76BB-803C-2C1E21A0BD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DFA7BE4-4A47-D126-202E-0A70A1A9F3A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BC4C92A-8CBE-9DF4-3348-D5CE7753E5B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EC547B9-D6AB-B4E9-FFB1-BF7571EE8E4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8B68599-2BB0-A779-3038-0E9E600DB5D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7BF0EA8D-22B3-578C-CD10-866529709093}"/>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19096B62-FFFE-C50F-6A78-793AB6037302}"/>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FAEF3371-5072-3063-0069-D148FCC61112}"/>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D862811-60D8-3DF5-A23E-EEC2B2E1FD04}"/>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538D607-E986-1E73-75CE-7A07F882B172}"/>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55B5732B-201C-5314-EC94-B5B76B47F5A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19672251-2EB5-0958-4A5E-0CCEFD506510}"/>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0083CDEB-B828-C77E-592D-722187111CEC}"/>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0CFFECE4-08A2-22E0-EBEE-8C8E625D4D7D}"/>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4D40B250-164A-E2B4-5775-E5F38AB15D36}"/>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A5FE4CCF-F691-9A59-AA1D-0297F0BFAC6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4CCF3A78-42EF-D59A-6E83-985B539C4416}"/>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54ED545D-7DC7-7E82-A76A-5842F198397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A8319FA0-4E79-67D0-E1C0-13E7DB7E4EC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6DB5C922-211C-5727-628F-898FDCDF48D7}"/>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03F222CE-81B8-E2B6-38FE-8D330BFC1A05}"/>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A12E50E8-3CFC-106A-969A-75E5A26CDA5B}"/>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75732212-0EEE-02A7-677D-7AF04122BFF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460A82EF-7C3B-5FFA-D67D-00968945B94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9C7BF46B-C77C-BB06-EB4D-A41B96FB7E3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81EE30CC-88D5-0BCF-0394-C232F2907E91}"/>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3C2A779-2DD5-A4CA-6296-44685853BBA6}"/>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65755D2B-859A-D8F7-E029-628B3634299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09D66321-4713-D6AD-123B-649FB71A5E7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0F19CB7E-15F5-8804-025D-6EE5FFA037FE}"/>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6319042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34E9-457E-EA89-C1EA-989DC3BAFF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B34FE2-1F8B-26BB-F640-1A74C8814E4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FEF2F69-08C1-2ABC-7837-A5B6DDE560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09BF5C8-B5D4-9544-C2B3-02E6D0231A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408415-5E79-EB8D-759D-45B3E17DA06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C9AE591-305D-4AF1-E9E1-B30F90840FD9}"/>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277A4081-76F1-B415-3417-D60D6713307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33D49B19-905D-4455-0E7F-DDD01E32676A}"/>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CD4058F9-7AAA-A857-F742-C76BBD1496F3}"/>
              </a:ext>
            </a:extLst>
          </p:cNvPr>
          <p:cNvSpPr txBox="1"/>
          <p:nvPr/>
        </p:nvSpPr>
        <p:spPr>
          <a:xfrm>
            <a:off x="5650090" y="2077244"/>
            <a:ext cx="570089" cy="230832"/>
          </a:xfrm>
          <a:prstGeom prst="rect">
            <a:avLst/>
          </a:prstGeom>
          <a:noFill/>
        </p:spPr>
        <p:txBody>
          <a:bodyPr wrap="square" rtlCol="0">
            <a:spAutoFit/>
          </a:bodyPr>
          <a:lstStyle/>
          <a:p>
            <a:pPr algn="ctr"/>
            <a:r>
              <a:rPr lang="en-US" sz="900" dirty="0"/>
              <a:t>458</a:t>
            </a:r>
          </a:p>
        </p:txBody>
      </p:sp>
      <p:sp>
        <p:nvSpPr>
          <p:cNvPr id="18" name="TextBox 17">
            <a:extLst>
              <a:ext uri="{FF2B5EF4-FFF2-40B4-BE49-F238E27FC236}">
                <a16:creationId xmlns:a16="http://schemas.microsoft.com/office/drawing/2014/main" id="{88A407A1-7DF8-D24E-9287-C7E43DF6EFD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F7B0FB3F-68A4-5004-11A4-2BDC4C235AF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1B28AD8-E4D8-6542-0972-0DA41B1646C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5B5ED443-777E-1EA8-4E4F-5B05E97E7A6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C02D146A-9C84-7C1B-227B-B133AFF4EF70}"/>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95DFB9EE-14B3-7B09-4202-B14E6FDC9A1C}"/>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0ACA5E83-9A7E-428D-4BE6-6D0573AD09FD}"/>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8FE57D4B-D106-9B46-B808-7D81F97A80D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62A9572-B769-18EE-A0D4-2E321FFAE4E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45CAC1D-E3E8-B3C7-0336-071ACA4B5FDB}"/>
              </a:ext>
            </a:extLst>
          </p:cNvPr>
          <p:cNvSpPr txBox="1"/>
          <p:nvPr/>
        </p:nvSpPr>
        <p:spPr>
          <a:xfrm>
            <a:off x="7157158" y="3907597"/>
            <a:ext cx="570089" cy="230832"/>
          </a:xfrm>
          <a:prstGeom prst="rect">
            <a:avLst/>
          </a:prstGeom>
          <a:noFill/>
        </p:spPr>
        <p:txBody>
          <a:bodyPr wrap="square" rtlCol="0">
            <a:spAutoFit/>
          </a:bodyPr>
          <a:lstStyle/>
          <a:p>
            <a:pPr algn="ctr"/>
            <a:r>
              <a:rPr lang="en-US" sz="900" dirty="0"/>
              <a:t>34</a:t>
            </a:r>
          </a:p>
        </p:txBody>
      </p:sp>
      <p:sp>
        <p:nvSpPr>
          <p:cNvPr id="37" name="TextBox 36">
            <a:extLst>
              <a:ext uri="{FF2B5EF4-FFF2-40B4-BE49-F238E27FC236}">
                <a16:creationId xmlns:a16="http://schemas.microsoft.com/office/drawing/2014/main" id="{8A30E234-F17C-1F73-59A2-7C8D1727BC44}"/>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D16EC1A9-59F6-F640-B3EF-807A9E47D0A9}"/>
              </a:ext>
            </a:extLst>
          </p:cNvPr>
          <p:cNvSpPr txBox="1"/>
          <p:nvPr/>
        </p:nvSpPr>
        <p:spPr>
          <a:xfrm>
            <a:off x="7157158" y="507360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49694EE4-44B6-70CA-55E9-637A33AED213}"/>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35DABD03-C579-5CA9-6B88-B2BECC35BC0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5" name="TextBox 54">
            <a:extLst>
              <a:ext uri="{FF2B5EF4-FFF2-40B4-BE49-F238E27FC236}">
                <a16:creationId xmlns:a16="http://schemas.microsoft.com/office/drawing/2014/main" id="{AA3D2809-3196-812A-3C1C-D5BBE9004C6A}"/>
              </a:ext>
            </a:extLst>
          </p:cNvPr>
          <p:cNvSpPr txBox="1"/>
          <p:nvPr/>
        </p:nvSpPr>
        <p:spPr>
          <a:xfrm>
            <a:off x="7157158" y="1566998"/>
            <a:ext cx="570089" cy="230832"/>
          </a:xfrm>
          <a:prstGeom prst="rect">
            <a:avLst/>
          </a:prstGeom>
          <a:noFill/>
        </p:spPr>
        <p:txBody>
          <a:bodyPr wrap="square" rtlCol="0">
            <a:spAutoFit/>
          </a:bodyPr>
          <a:lstStyle/>
          <a:p>
            <a:pPr algn="ctr"/>
            <a:r>
              <a:rPr lang="en-US" sz="900" dirty="0"/>
              <a:t>57</a:t>
            </a:r>
          </a:p>
        </p:txBody>
      </p:sp>
      <p:sp>
        <p:nvSpPr>
          <p:cNvPr id="56" name="TextBox 55">
            <a:extLst>
              <a:ext uri="{FF2B5EF4-FFF2-40B4-BE49-F238E27FC236}">
                <a16:creationId xmlns:a16="http://schemas.microsoft.com/office/drawing/2014/main" id="{1DEBBBE8-09BE-8313-BCF7-7EFAE3C8C0CE}"/>
              </a:ext>
            </a:extLst>
          </p:cNvPr>
          <p:cNvSpPr txBox="1"/>
          <p:nvPr/>
        </p:nvSpPr>
        <p:spPr>
          <a:xfrm>
            <a:off x="364066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2F416608-F133-399E-848A-7E97D2A56E7A}"/>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a:t>
            </a:r>
          </a:p>
        </p:txBody>
      </p:sp>
      <p:sp>
        <p:nvSpPr>
          <p:cNvPr id="59" name="TextBox 58">
            <a:extLst>
              <a:ext uri="{FF2B5EF4-FFF2-40B4-BE49-F238E27FC236}">
                <a16:creationId xmlns:a16="http://schemas.microsoft.com/office/drawing/2014/main" id="{C5EFA0B8-3856-D990-D868-1ADEAC7C452F}"/>
              </a:ext>
            </a:extLst>
          </p:cNvPr>
          <p:cNvSpPr txBox="1"/>
          <p:nvPr/>
        </p:nvSpPr>
        <p:spPr>
          <a:xfrm>
            <a:off x="3640666" y="4408541"/>
            <a:ext cx="570089" cy="230832"/>
          </a:xfrm>
          <a:prstGeom prst="rect">
            <a:avLst/>
          </a:prstGeom>
          <a:noFill/>
        </p:spPr>
        <p:txBody>
          <a:bodyPr wrap="square" rtlCol="0">
            <a:spAutoFit/>
          </a:bodyPr>
          <a:lstStyle/>
          <a:p>
            <a:pPr algn="ctr"/>
            <a:r>
              <a:rPr lang="en-US" sz="900" dirty="0"/>
              <a:t>78</a:t>
            </a:r>
          </a:p>
        </p:txBody>
      </p:sp>
      <p:sp>
        <p:nvSpPr>
          <p:cNvPr id="60" name="TextBox 59">
            <a:extLst>
              <a:ext uri="{FF2B5EF4-FFF2-40B4-BE49-F238E27FC236}">
                <a16:creationId xmlns:a16="http://schemas.microsoft.com/office/drawing/2014/main" id="{BAB79355-FE42-3FA5-2C37-E9C1C17125EF}"/>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1" name="TextBox 60">
            <a:extLst>
              <a:ext uri="{FF2B5EF4-FFF2-40B4-BE49-F238E27FC236}">
                <a16:creationId xmlns:a16="http://schemas.microsoft.com/office/drawing/2014/main" id="{CEF380B4-A639-B0B4-131F-CD47855CAC1B}"/>
              </a:ext>
            </a:extLst>
          </p:cNvPr>
          <p:cNvSpPr txBox="1"/>
          <p:nvPr/>
        </p:nvSpPr>
        <p:spPr>
          <a:xfrm>
            <a:off x="3138310" y="4408541"/>
            <a:ext cx="570089" cy="230832"/>
          </a:xfrm>
          <a:prstGeom prst="rect">
            <a:avLst/>
          </a:prstGeom>
          <a:noFill/>
        </p:spPr>
        <p:txBody>
          <a:bodyPr wrap="square" rtlCol="0">
            <a:spAutoFit/>
          </a:bodyPr>
          <a:lstStyle/>
          <a:p>
            <a:pPr algn="ctr"/>
            <a:r>
              <a:rPr lang="en-US" sz="900" dirty="0"/>
              <a:t>89</a:t>
            </a:r>
          </a:p>
        </p:txBody>
      </p:sp>
      <p:sp>
        <p:nvSpPr>
          <p:cNvPr id="63" name="TextBox 62">
            <a:extLst>
              <a:ext uri="{FF2B5EF4-FFF2-40B4-BE49-F238E27FC236}">
                <a16:creationId xmlns:a16="http://schemas.microsoft.com/office/drawing/2014/main" id="{737E4FD3-9110-4027-1BFA-628B3961620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14D23213-4084-1649-EF2A-B5B1CCEDFA63}"/>
              </a:ext>
            </a:extLst>
          </p:cNvPr>
          <p:cNvSpPr txBox="1"/>
          <p:nvPr/>
        </p:nvSpPr>
        <p:spPr>
          <a:xfrm>
            <a:off x="7157158" y="769078"/>
            <a:ext cx="570089" cy="230832"/>
          </a:xfrm>
          <a:prstGeom prst="rect">
            <a:avLst/>
          </a:prstGeom>
          <a:noFill/>
        </p:spPr>
        <p:txBody>
          <a:bodyPr wrap="square" rtlCol="0">
            <a:spAutoFit/>
          </a:bodyPr>
          <a:lstStyle/>
          <a:p>
            <a:pPr algn="ctr"/>
            <a:r>
              <a:rPr lang="en-US" sz="900" dirty="0"/>
              <a:t>246</a:t>
            </a:r>
          </a:p>
        </p:txBody>
      </p:sp>
      <p:sp>
        <p:nvSpPr>
          <p:cNvPr id="53" name="TextBox 52">
            <a:extLst>
              <a:ext uri="{FF2B5EF4-FFF2-40B4-BE49-F238E27FC236}">
                <a16:creationId xmlns:a16="http://schemas.microsoft.com/office/drawing/2014/main" id="{F3C34140-5EF0-FDFE-6E71-C6123600B4E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6706CC0-43D7-3E5A-1AF4-527BE408ECA5}"/>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8510827-0B91-E2F8-24C1-AE0C191F88C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9F8CE18-E042-B3EB-188D-82C8A67E691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382F940-728E-A1DF-5287-EC868511CDE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48C9F90C-22CF-5019-1B1B-FF5C37EFA88B}"/>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C314BFC5-4AEC-6A4F-FCCD-1C35FDCA0104}"/>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60615BF3-9AA3-2479-43BB-F49C37AB7B2B}"/>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A0B2410-8C63-816C-66E5-27AD5ADD89A5}"/>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53C8D3D4-4E47-EEA0-3B43-5AEF57EC05E7}"/>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45826591-62BF-B7F5-2026-ABB165E945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8D98D679-E767-5A3C-8FEC-417BBC35528E}"/>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1B32D994-F252-9305-FC31-E2A29BAF67E3}"/>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58163EF3-0BD3-0152-5DF5-BB9618A81E75}"/>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12C58347-A2DF-B783-EA23-29371357E489}"/>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A0E3F4C5-5B4F-FF1C-B62C-6785C492F4A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1DD65271-FB47-9331-E66E-A123D5AD8733}"/>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2828E7EE-302F-FE74-33A4-6E794D9C492F}"/>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32370E98-98D1-1CC2-EEB8-738C0BF2A49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684C5E9-2652-B96B-DDE9-BE26D43E967E}"/>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2D600B00-6B4C-83E6-E45D-74506396E85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FDD00C2-2E12-00C5-B6A8-C12E7E8C12EE}"/>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66A318F0-8817-F157-9A03-8F8A6BEC7BE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7614CE51-CC96-3CA8-34CA-2E5D466A762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C2B854F0-D72B-523B-80E7-00C79D79FD02}"/>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2BFD472B-F837-2151-9295-37FDBC8864A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21FD5D9E-855D-FE46-7F73-F6F454BA953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9A048917-0855-5D0E-74A0-CEF56CC1086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D2A65BDC-637F-F03A-46AE-359DA483CB7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E733CDEC-C7CE-517A-CB2A-B5260D93324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E6E8B591-E9FC-6BEB-ACED-8CE6F764346B}"/>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A3A001F-DEB8-D696-FD3C-E6F313A984F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955828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5370E-18DE-31B6-652B-6998FD89EE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6CE136-57A5-5A5E-C145-D68F592DB91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2C2943D-B1FD-CBCA-784D-A3CF44DC370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18F19B6-254A-C490-8698-BCF18596E9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2CDE2D-2555-4347-5732-BD9F3725C8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7B77BA0-6451-B77D-EF59-8963AE4C877A}"/>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63118CD7-41A6-CCC8-2085-04395D1A04C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F932CF3-6AA0-4B2D-DBC1-E0C072A83DB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29886C6F-D323-17D3-1473-02352368F337}"/>
              </a:ext>
            </a:extLst>
          </p:cNvPr>
          <p:cNvSpPr txBox="1"/>
          <p:nvPr/>
        </p:nvSpPr>
        <p:spPr>
          <a:xfrm>
            <a:off x="5650090" y="2077244"/>
            <a:ext cx="570089" cy="230832"/>
          </a:xfrm>
          <a:prstGeom prst="rect">
            <a:avLst/>
          </a:prstGeom>
          <a:noFill/>
        </p:spPr>
        <p:txBody>
          <a:bodyPr wrap="square" rtlCol="0">
            <a:spAutoFit/>
          </a:bodyPr>
          <a:lstStyle/>
          <a:p>
            <a:pPr algn="ctr"/>
            <a:r>
              <a:rPr lang="en-US" sz="900" dirty="0"/>
              <a:t>458</a:t>
            </a:r>
          </a:p>
        </p:txBody>
      </p:sp>
      <p:sp>
        <p:nvSpPr>
          <p:cNvPr id="18" name="TextBox 17">
            <a:extLst>
              <a:ext uri="{FF2B5EF4-FFF2-40B4-BE49-F238E27FC236}">
                <a16:creationId xmlns:a16="http://schemas.microsoft.com/office/drawing/2014/main" id="{310735D9-2E11-B3E9-7E18-113056B3D8E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B6D846CB-B1C8-D666-7A86-F9D1A5C90F06}"/>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F7D691D-A641-9B52-D544-F15AD6AB1EC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B84E9AEC-A233-19B1-01EF-1577A50B262D}"/>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D8CB8C96-AAF4-2021-37DC-08DF3E55E98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452926C3-F22C-7393-379A-9906B4AF2FD3}"/>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CB915C6E-45FB-51F1-082E-CFE678529996}"/>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B5DF22A6-DEAF-EB7E-42BF-598CFF51983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1443385-10F9-CC5E-1844-B63606D6224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A45794EE-78B1-5D01-14FC-083D8DE790BC}"/>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FDB90C60-6FD2-B745-F444-1E4A248AD2E9}"/>
              </a:ext>
            </a:extLst>
          </p:cNvPr>
          <p:cNvSpPr txBox="1"/>
          <p:nvPr/>
        </p:nvSpPr>
        <p:spPr>
          <a:xfrm>
            <a:off x="7157158" y="507360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FBF8CC75-BC15-215A-7722-6C3BAE128E8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0463A4D8-39B5-2FD0-EE9F-E8727EAD1B4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882C6609-CA9F-4969-C792-CB279178B76F}"/>
              </a:ext>
            </a:extLst>
          </p:cNvPr>
          <p:cNvSpPr txBox="1"/>
          <p:nvPr/>
        </p:nvSpPr>
        <p:spPr>
          <a:xfrm>
            <a:off x="7157158" y="1566998"/>
            <a:ext cx="570089" cy="230832"/>
          </a:xfrm>
          <a:prstGeom prst="rect">
            <a:avLst/>
          </a:prstGeom>
          <a:noFill/>
        </p:spPr>
        <p:txBody>
          <a:bodyPr wrap="square" rtlCol="0">
            <a:spAutoFit/>
          </a:bodyPr>
          <a:lstStyle/>
          <a:p>
            <a:pPr algn="ctr"/>
            <a:r>
              <a:rPr lang="en-US" sz="900" dirty="0"/>
              <a:t>57</a:t>
            </a:r>
          </a:p>
        </p:txBody>
      </p:sp>
      <p:sp>
        <p:nvSpPr>
          <p:cNvPr id="56" name="TextBox 55">
            <a:extLst>
              <a:ext uri="{FF2B5EF4-FFF2-40B4-BE49-F238E27FC236}">
                <a16:creationId xmlns:a16="http://schemas.microsoft.com/office/drawing/2014/main" id="{EAB99EA9-5BB4-9247-4116-674831121A1A}"/>
              </a:ext>
            </a:extLst>
          </p:cNvPr>
          <p:cNvSpPr txBox="1"/>
          <p:nvPr/>
        </p:nvSpPr>
        <p:spPr>
          <a:xfrm>
            <a:off x="364066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959ED346-89D7-9B47-AB05-597996D99D9D}"/>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a:t>
            </a:r>
          </a:p>
        </p:txBody>
      </p:sp>
      <p:sp>
        <p:nvSpPr>
          <p:cNvPr id="60" name="TextBox 59">
            <a:extLst>
              <a:ext uri="{FF2B5EF4-FFF2-40B4-BE49-F238E27FC236}">
                <a16:creationId xmlns:a16="http://schemas.microsoft.com/office/drawing/2014/main" id="{0FEA3107-DE9E-B334-73F4-F130AB7B62E0}"/>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3" name="TextBox 62">
            <a:extLst>
              <a:ext uri="{FF2B5EF4-FFF2-40B4-BE49-F238E27FC236}">
                <a16:creationId xmlns:a16="http://schemas.microsoft.com/office/drawing/2014/main" id="{84BBCC7C-4E86-9BE8-FE5A-CF9662902E3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774B96AA-7559-CD0E-2DF1-938F39E3285A}"/>
              </a:ext>
            </a:extLst>
          </p:cNvPr>
          <p:cNvSpPr txBox="1"/>
          <p:nvPr/>
        </p:nvSpPr>
        <p:spPr>
          <a:xfrm>
            <a:off x="7157158" y="769078"/>
            <a:ext cx="570089" cy="230832"/>
          </a:xfrm>
          <a:prstGeom prst="rect">
            <a:avLst/>
          </a:prstGeom>
          <a:noFill/>
        </p:spPr>
        <p:txBody>
          <a:bodyPr wrap="square" rtlCol="0">
            <a:spAutoFit/>
          </a:bodyPr>
          <a:lstStyle/>
          <a:p>
            <a:pPr algn="ctr"/>
            <a:r>
              <a:rPr lang="en-US" sz="900" dirty="0"/>
              <a:t>246</a:t>
            </a:r>
          </a:p>
        </p:txBody>
      </p:sp>
      <p:sp>
        <p:nvSpPr>
          <p:cNvPr id="53" name="TextBox 52">
            <a:extLst>
              <a:ext uri="{FF2B5EF4-FFF2-40B4-BE49-F238E27FC236}">
                <a16:creationId xmlns:a16="http://schemas.microsoft.com/office/drawing/2014/main" id="{B643CE17-9A41-8498-8A37-A8C832CED922}"/>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0E8BB6C-CF13-E21C-9379-F476C961376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70DA4F3E-A8FC-71E1-5715-7364F7ABC74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842C2BD-954C-FB8E-B03D-A8A8D3ECE992}"/>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7295984-DCCB-074E-9C54-5F9167B4E1E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E4400439-2C8C-B3BA-F492-DF676EA4229D}"/>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2B1E0A2A-DD59-9C0C-FC92-BF968B8165C9}"/>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2A26FFB6-8B07-C230-C6B2-7793EACC3083}"/>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F4F8333C-202C-C902-9D79-43A9DEE6947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7254A62-D48A-45A8-8384-CCE87594CC9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1FF383A0-CA37-B432-4349-F7BB671ABFD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77BF3DBA-0862-7555-63C8-834CC5BAB942}"/>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5A63FD90-A596-6A17-FB84-F33D76F71013}"/>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7BA5862-15A2-B769-4AD9-0397174E62C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C8512194-2E6F-BC0A-3E12-3BF8720B60F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428C5F46-CF9D-817E-75E9-78229EBED65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C375DF8B-7A03-A3EA-E86B-6986899AD2E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FD11B927-B664-4323-3692-9BAD404359E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884DFB2-4403-6FFA-96A8-9712E09F98C8}"/>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85C5C9E9-E2FA-60B0-7D5F-9A333668DB73}"/>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6FA9E5B-BDB8-D8D0-3A25-C47242CCA0C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64426D1-EDE0-DF55-8878-0B161BB5C750}"/>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6BC12783-BE2F-BB18-D898-A20A04D470E7}"/>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02A0E65-0087-8E01-38E2-7A6EC33B6F5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EDA66F0E-A2AA-70DA-3637-E24D0F189FBA}"/>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A71AB556-8BC4-733E-CDB7-84D5FCB6A346}"/>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F635DA72-6E67-ECB3-188B-D4B4C8C94FC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87212E55-CF9A-EC81-F200-89E93DF3CC7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B253A68F-6DE6-5533-3386-DAB9A9A881A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0F155259-E43F-95B4-23DA-215C8DCA9AD7}"/>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38E2481F-4E59-B43F-C174-49DEE90210BC}"/>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650F442F-8FB9-FD67-F1DC-A5B8C772D089}"/>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0498DE5A-C030-61B3-B2AF-AE72216D4F3A}"/>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E4404B47-189C-A27E-C939-FB83E5B8F9BB}"/>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51A62053-9FDB-16DB-4EC8-A2A78942822B}"/>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075304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884DCB21-E1C3-4E7C-B284-8DB84497298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659B4E-9B72-7006-2AA3-4550FEFED613}"/>
              </a:ext>
            </a:extLst>
          </p:cNvPr>
          <p:cNvSpPr>
            <a:spLocks noGrp="1"/>
          </p:cNvSpPr>
          <p:nvPr>
            <p:ph sz="half" idx="1"/>
          </p:nvPr>
        </p:nvSpPr>
        <p:spPr/>
        <p:txBody>
          <a:bodyPr>
            <a:normAutofit/>
          </a:bodyPr>
          <a:lstStyle/>
          <a:p>
            <a:r>
              <a:rPr lang="en-US" dirty="0"/>
              <a:t>FAIL.</a:t>
            </a:r>
          </a:p>
        </p:txBody>
      </p:sp>
      <p:pic>
        <p:nvPicPr>
          <p:cNvPr id="4" name="Picture 3" descr="A grid of sudoku puzzle&#10;&#10;Description automatically generated">
            <a:extLst>
              <a:ext uri="{FF2B5EF4-FFF2-40B4-BE49-F238E27FC236}">
                <a16:creationId xmlns:a16="http://schemas.microsoft.com/office/drawing/2014/main" id="{2E2E4923-460D-25EC-ED2B-DF26009D5B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14AE046-A6F6-2AD4-993A-7FA109249FB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181DDE8-4B12-A0E7-975A-ADC575F6A0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BE27CC9-236F-2404-9897-9ACA01BC243E}"/>
              </a:ext>
            </a:extLst>
          </p:cNvPr>
          <p:cNvPicPr>
            <a:picLocks noChangeAspect="1"/>
          </p:cNvPicPr>
          <p:nvPr/>
        </p:nvPicPr>
        <p:blipFill>
          <a:blip r:embed="rId6"/>
          <a:stretch>
            <a:fillRect/>
          </a:stretch>
        </p:blipFill>
        <p:spPr>
          <a:xfrm>
            <a:off x="4584700" y="2311400"/>
            <a:ext cx="0" cy="0"/>
          </a:xfrm>
          <a:prstGeom prst="rect">
            <a:avLst/>
          </a:prstGeom>
        </p:spPr>
      </p:pic>
      <p:sp>
        <p:nvSpPr>
          <p:cNvPr id="14" name="TextBox 13">
            <a:extLst>
              <a:ext uri="{FF2B5EF4-FFF2-40B4-BE49-F238E27FC236}">
                <a16:creationId xmlns:a16="http://schemas.microsoft.com/office/drawing/2014/main" id="{B08466DC-4A39-5556-D546-D2AF2FC185BD}"/>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617512C3-EB48-073D-6A81-D77B979BD0A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7" name="TextBox 16">
            <a:extLst>
              <a:ext uri="{FF2B5EF4-FFF2-40B4-BE49-F238E27FC236}">
                <a16:creationId xmlns:a16="http://schemas.microsoft.com/office/drawing/2014/main" id="{A4348869-DDA3-03E2-F29F-349025C26B52}"/>
              </a:ext>
            </a:extLst>
          </p:cNvPr>
          <p:cNvSpPr txBox="1"/>
          <p:nvPr/>
        </p:nvSpPr>
        <p:spPr>
          <a:xfrm>
            <a:off x="5650090" y="2077244"/>
            <a:ext cx="570089" cy="230832"/>
          </a:xfrm>
          <a:prstGeom prst="rect">
            <a:avLst/>
          </a:prstGeom>
          <a:noFill/>
        </p:spPr>
        <p:txBody>
          <a:bodyPr wrap="square" rtlCol="0">
            <a:spAutoFit/>
          </a:bodyPr>
          <a:lstStyle/>
          <a:p>
            <a:pPr algn="ctr"/>
            <a:r>
              <a:rPr lang="en-US" sz="900" dirty="0"/>
              <a:t>458</a:t>
            </a:r>
          </a:p>
        </p:txBody>
      </p:sp>
      <p:sp>
        <p:nvSpPr>
          <p:cNvPr id="18" name="TextBox 17">
            <a:extLst>
              <a:ext uri="{FF2B5EF4-FFF2-40B4-BE49-F238E27FC236}">
                <a16:creationId xmlns:a16="http://schemas.microsoft.com/office/drawing/2014/main" id="{2DECF52C-999B-2DC1-410F-B9AE6440AF3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59F9AB61-B4B0-6214-EAA2-25D8856B096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28C2AC5F-22E5-A9E4-9F29-0DD939B4CBF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4" name="TextBox 33">
            <a:extLst>
              <a:ext uri="{FF2B5EF4-FFF2-40B4-BE49-F238E27FC236}">
                <a16:creationId xmlns:a16="http://schemas.microsoft.com/office/drawing/2014/main" id="{71D2EFDE-C1DC-8F61-B158-37822F84ED66}"/>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A92B304F-48A4-1082-944D-AF958048CA94}"/>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B9F36F0C-78F7-8EC0-52B4-E3D46A2C6309}"/>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6C76B406-4A3B-12E4-B15F-698C676B69A1}"/>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91AD920F-C7B9-4B74-A8AB-80A10232763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85BA31B-4712-E4F2-9591-B02FAA51024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3118AF90-E5EE-AF0D-AC37-64B3C9EA1DA4}"/>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4C524334-4D82-059C-7F93-24F828117C4D}"/>
              </a:ext>
            </a:extLst>
          </p:cNvPr>
          <p:cNvSpPr txBox="1"/>
          <p:nvPr/>
        </p:nvSpPr>
        <p:spPr>
          <a:xfrm>
            <a:off x="7157158" y="5073601"/>
            <a:ext cx="570089" cy="230832"/>
          </a:xfrm>
          <a:prstGeom prst="rect">
            <a:avLst/>
          </a:prstGeom>
          <a:noFill/>
        </p:spPr>
        <p:txBody>
          <a:bodyPr wrap="square" rtlCol="0">
            <a:spAutoFit/>
          </a:bodyPr>
          <a:lstStyle/>
          <a:p>
            <a:pPr algn="ctr"/>
            <a:r>
              <a:rPr lang="en-US" sz="900" dirty="0"/>
              <a:t>67</a:t>
            </a:r>
          </a:p>
        </p:txBody>
      </p:sp>
      <p:sp>
        <p:nvSpPr>
          <p:cNvPr id="50" name="TextBox 49">
            <a:extLst>
              <a:ext uri="{FF2B5EF4-FFF2-40B4-BE49-F238E27FC236}">
                <a16:creationId xmlns:a16="http://schemas.microsoft.com/office/drawing/2014/main" id="{2FB1957B-0CD8-C928-B264-DCFE42A6BF26}"/>
              </a:ext>
            </a:extLst>
          </p:cNvPr>
          <p:cNvSpPr txBox="1"/>
          <p:nvPr/>
        </p:nvSpPr>
        <p:spPr>
          <a:xfrm>
            <a:off x="5147734" y="2905709"/>
            <a:ext cx="570089" cy="230832"/>
          </a:xfrm>
          <a:prstGeom prst="rect">
            <a:avLst/>
          </a:prstGeom>
          <a:noFill/>
        </p:spPr>
        <p:txBody>
          <a:bodyPr wrap="square" rtlCol="0">
            <a:spAutoFit/>
          </a:bodyPr>
          <a:lstStyle/>
          <a:p>
            <a:pPr algn="ctr"/>
            <a:r>
              <a:rPr lang="en-US" sz="900" dirty="0"/>
              <a:t>12</a:t>
            </a:r>
          </a:p>
        </p:txBody>
      </p:sp>
      <p:sp>
        <p:nvSpPr>
          <p:cNvPr id="54" name="TextBox 53">
            <a:extLst>
              <a:ext uri="{FF2B5EF4-FFF2-40B4-BE49-F238E27FC236}">
                <a16:creationId xmlns:a16="http://schemas.microsoft.com/office/drawing/2014/main" id="{E7BAE389-C2ED-ED44-96F9-7827264C3CAD}"/>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a:t>
            </a:r>
          </a:p>
        </p:txBody>
      </p:sp>
      <p:sp>
        <p:nvSpPr>
          <p:cNvPr id="55" name="TextBox 54">
            <a:extLst>
              <a:ext uri="{FF2B5EF4-FFF2-40B4-BE49-F238E27FC236}">
                <a16:creationId xmlns:a16="http://schemas.microsoft.com/office/drawing/2014/main" id="{68F1D586-3372-F54C-3BBB-089A582E6961}"/>
              </a:ext>
            </a:extLst>
          </p:cNvPr>
          <p:cNvSpPr txBox="1"/>
          <p:nvPr/>
        </p:nvSpPr>
        <p:spPr>
          <a:xfrm>
            <a:off x="7157158" y="1566998"/>
            <a:ext cx="570089" cy="230832"/>
          </a:xfrm>
          <a:prstGeom prst="rect">
            <a:avLst/>
          </a:prstGeom>
          <a:noFill/>
        </p:spPr>
        <p:txBody>
          <a:bodyPr wrap="square" rtlCol="0">
            <a:spAutoFit/>
          </a:bodyPr>
          <a:lstStyle/>
          <a:p>
            <a:pPr algn="ctr"/>
            <a:r>
              <a:rPr lang="en-US" sz="900" dirty="0"/>
              <a:t>57</a:t>
            </a:r>
          </a:p>
        </p:txBody>
      </p:sp>
      <p:sp>
        <p:nvSpPr>
          <p:cNvPr id="56" name="TextBox 55">
            <a:extLst>
              <a:ext uri="{FF2B5EF4-FFF2-40B4-BE49-F238E27FC236}">
                <a16:creationId xmlns:a16="http://schemas.microsoft.com/office/drawing/2014/main" id="{3669D39A-2E1E-4140-F9CB-86994FBCC844}"/>
              </a:ext>
            </a:extLst>
          </p:cNvPr>
          <p:cNvSpPr txBox="1"/>
          <p:nvPr/>
        </p:nvSpPr>
        <p:spPr>
          <a:xfrm>
            <a:off x="3640666" y="1402877"/>
            <a:ext cx="570089" cy="230832"/>
          </a:xfrm>
          <a:prstGeom prst="rect">
            <a:avLst/>
          </a:prstGeom>
          <a:noFill/>
        </p:spPr>
        <p:txBody>
          <a:bodyPr wrap="square" rtlCol="0">
            <a:spAutoFit/>
          </a:bodyPr>
          <a:lstStyle/>
          <a:p>
            <a:pPr algn="ctr"/>
            <a:r>
              <a:rPr lang="en-US" sz="900" dirty="0"/>
              <a:t>57</a:t>
            </a:r>
          </a:p>
        </p:txBody>
      </p:sp>
      <p:sp>
        <p:nvSpPr>
          <p:cNvPr id="58" name="TextBox 57">
            <a:extLst>
              <a:ext uri="{FF2B5EF4-FFF2-40B4-BE49-F238E27FC236}">
                <a16:creationId xmlns:a16="http://schemas.microsoft.com/office/drawing/2014/main" id="{4B1D3F60-F784-B4F4-E584-5262019B63D7}"/>
              </a:ext>
            </a:extLst>
          </p:cNvPr>
          <p:cNvSpPr txBox="1"/>
          <p:nvPr/>
        </p:nvSpPr>
        <p:spPr>
          <a:xfrm>
            <a:off x="3640666" y="2905709"/>
            <a:ext cx="570089" cy="230832"/>
          </a:xfrm>
          <a:prstGeom prst="rect">
            <a:avLst/>
          </a:prstGeom>
          <a:noFill/>
        </p:spPr>
        <p:txBody>
          <a:bodyPr wrap="square" rtlCol="0">
            <a:spAutoFit/>
          </a:bodyPr>
          <a:lstStyle/>
          <a:p>
            <a:pPr algn="ctr"/>
            <a:r>
              <a:rPr lang="en-US" sz="900" dirty="0"/>
              <a:t>567</a:t>
            </a:r>
          </a:p>
        </p:txBody>
      </p:sp>
      <p:sp>
        <p:nvSpPr>
          <p:cNvPr id="60" name="TextBox 59">
            <a:extLst>
              <a:ext uri="{FF2B5EF4-FFF2-40B4-BE49-F238E27FC236}">
                <a16:creationId xmlns:a16="http://schemas.microsoft.com/office/drawing/2014/main" id="{38887CB7-D066-4083-CDBC-C50BA3734909}"/>
              </a:ext>
            </a:extLst>
          </p:cNvPr>
          <p:cNvSpPr txBox="1"/>
          <p:nvPr/>
        </p:nvSpPr>
        <p:spPr>
          <a:xfrm>
            <a:off x="3138310" y="3907597"/>
            <a:ext cx="570089" cy="230832"/>
          </a:xfrm>
          <a:prstGeom prst="rect">
            <a:avLst/>
          </a:prstGeom>
          <a:noFill/>
        </p:spPr>
        <p:txBody>
          <a:bodyPr wrap="square" rtlCol="0">
            <a:spAutoFit/>
          </a:bodyPr>
          <a:lstStyle/>
          <a:p>
            <a:pPr algn="ctr"/>
            <a:r>
              <a:rPr lang="en-US" sz="900" dirty="0"/>
              <a:t>56</a:t>
            </a:r>
          </a:p>
        </p:txBody>
      </p:sp>
      <p:sp>
        <p:nvSpPr>
          <p:cNvPr id="63" name="TextBox 62">
            <a:extLst>
              <a:ext uri="{FF2B5EF4-FFF2-40B4-BE49-F238E27FC236}">
                <a16:creationId xmlns:a16="http://schemas.microsoft.com/office/drawing/2014/main" id="{AD98F53B-2BCC-1A7B-889C-8FAD12010E0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7E5D7D56-A2E2-E156-7893-BE89735F344F}"/>
              </a:ext>
            </a:extLst>
          </p:cNvPr>
          <p:cNvSpPr txBox="1"/>
          <p:nvPr/>
        </p:nvSpPr>
        <p:spPr>
          <a:xfrm>
            <a:off x="7157158" y="769078"/>
            <a:ext cx="570089" cy="230832"/>
          </a:xfrm>
          <a:prstGeom prst="rect">
            <a:avLst/>
          </a:prstGeom>
          <a:noFill/>
        </p:spPr>
        <p:txBody>
          <a:bodyPr wrap="square" rtlCol="0">
            <a:spAutoFit/>
          </a:bodyPr>
          <a:lstStyle/>
          <a:p>
            <a:pPr algn="ctr"/>
            <a:r>
              <a:rPr lang="en-US" sz="900" dirty="0"/>
              <a:t>246</a:t>
            </a:r>
          </a:p>
        </p:txBody>
      </p:sp>
      <p:sp>
        <p:nvSpPr>
          <p:cNvPr id="53" name="TextBox 52">
            <a:extLst>
              <a:ext uri="{FF2B5EF4-FFF2-40B4-BE49-F238E27FC236}">
                <a16:creationId xmlns:a16="http://schemas.microsoft.com/office/drawing/2014/main" id="{055FAC68-9B73-33FC-82F6-6E9D60DD3BEE}"/>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3AE4178-A856-1E0C-BCDD-A8CE9479625E}"/>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D4845C0-53BA-8017-B554-D4C6673C2E5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20C3E21-7A17-229F-2699-274B98BAA37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C690E2B-A414-C52B-7A94-7DBF5274DB0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26643DE9-BE4B-FD9B-F282-9FD16CE49441}"/>
              </a:ext>
            </a:extLst>
          </p:cNvPr>
          <p:cNvSpPr txBox="1"/>
          <p:nvPr/>
        </p:nvSpPr>
        <p:spPr>
          <a:xfrm>
            <a:off x="5215469" y="223122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632B4FC3-F4A9-8570-EEED-74F70B64705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F14F14C3-4D16-552E-994C-CAC17F9881CD}"/>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AE935461-F03F-5B4B-B23B-31FA49393C4D}"/>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730C704A-50FB-9EED-C2E4-BBF662828DC9}"/>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B94A6CD5-AE32-B214-7CFC-1FF1292EF21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C799298A-6494-5FAF-26D9-F8AE31C273D9}"/>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FABEECE4-910E-5554-9755-1D13C55FAFEA}"/>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1B6CE8E6-9800-68E8-AA69-9201135BDC28}"/>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72" name="TextBox 71">
            <a:extLst>
              <a:ext uri="{FF2B5EF4-FFF2-40B4-BE49-F238E27FC236}">
                <a16:creationId xmlns:a16="http://schemas.microsoft.com/office/drawing/2014/main" id="{CADB6474-A50C-61A6-CA66-E585EF14B67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73" name="TextBox 72">
            <a:extLst>
              <a:ext uri="{FF2B5EF4-FFF2-40B4-BE49-F238E27FC236}">
                <a16:creationId xmlns:a16="http://schemas.microsoft.com/office/drawing/2014/main" id="{3C2EC699-FC93-9539-9013-5FC9EE06FF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74" name="TextBox 73">
            <a:extLst>
              <a:ext uri="{FF2B5EF4-FFF2-40B4-BE49-F238E27FC236}">
                <a16:creationId xmlns:a16="http://schemas.microsoft.com/office/drawing/2014/main" id="{3E2A6A74-C9A3-8DAF-CDE1-40F03B2A0FF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5CF0113C-5ED8-E694-D788-3FA4A510AD40}"/>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944B3163-019D-6A0E-757D-B4E6D8CCFA78}"/>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72F1BAA4-1050-818D-BBCE-5C5DFC65DBD7}"/>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9B73B9C3-EBB4-7BD8-693C-57BA7F94C53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90C590F-41EA-8C53-034F-F9C8B31FAE8E}"/>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3C9A0A0-5F9C-975C-886A-EB4B09EDD0FA}"/>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24" name="TextBox 23">
            <a:extLst>
              <a:ext uri="{FF2B5EF4-FFF2-40B4-BE49-F238E27FC236}">
                <a16:creationId xmlns:a16="http://schemas.microsoft.com/office/drawing/2014/main" id="{DA534FBE-AAB4-62B9-DA8D-A1F995408FC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1A3697EA-86AF-C8B3-BC44-9A827025534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8B417A7D-9FD9-5C44-072C-67CC74CC9B85}"/>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28" name="TextBox 27">
            <a:extLst>
              <a:ext uri="{FF2B5EF4-FFF2-40B4-BE49-F238E27FC236}">
                <a16:creationId xmlns:a16="http://schemas.microsoft.com/office/drawing/2014/main" id="{41709E7C-C40F-41F8-5B7C-AB346F11E01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EEC4C789-9989-1152-1D97-B6D29BFD4A7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30" name="TextBox 29">
            <a:extLst>
              <a:ext uri="{FF2B5EF4-FFF2-40B4-BE49-F238E27FC236}">
                <a16:creationId xmlns:a16="http://schemas.microsoft.com/office/drawing/2014/main" id="{67E8648A-70FF-ED1F-44E9-B59D814388F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3" name="TextBox 2">
            <a:extLst>
              <a:ext uri="{FF2B5EF4-FFF2-40B4-BE49-F238E27FC236}">
                <a16:creationId xmlns:a16="http://schemas.microsoft.com/office/drawing/2014/main" id="{E6AC5DFE-D5C6-AFB3-20E1-7771601D9098}"/>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1F4C56A-10E6-432A-1A1D-234DBC5FD43C}"/>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46226DC8-FA43-7FC0-09C5-BC70050DA358}"/>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576469DC-C2F3-73CB-7819-846419352AA6}"/>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11" name="TextBox 10">
            <a:extLst>
              <a:ext uri="{FF2B5EF4-FFF2-40B4-BE49-F238E27FC236}">
                <a16:creationId xmlns:a16="http://schemas.microsoft.com/office/drawing/2014/main" id="{F55F23F6-1F34-EE8B-F1E0-2413E2A917B2}"/>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12" name="TextBox 11">
            <a:extLst>
              <a:ext uri="{FF2B5EF4-FFF2-40B4-BE49-F238E27FC236}">
                <a16:creationId xmlns:a16="http://schemas.microsoft.com/office/drawing/2014/main" id="{EA5424C6-550B-E566-84AB-0A7BF0391809}"/>
              </a:ext>
            </a:extLst>
          </p:cNvPr>
          <p:cNvSpPr txBox="1"/>
          <p:nvPr/>
        </p:nvSpPr>
        <p:spPr>
          <a:xfrm>
            <a:off x="4715935" y="4747898"/>
            <a:ext cx="462845" cy="584775"/>
          </a:xfrm>
          <a:prstGeom prst="rect">
            <a:avLst/>
          </a:prstGeom>
          <a:solidFill>
            <a:srgbClr val="FF0000"/>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6A37DA0-900A-45D4-C10C-992ECBFC9B84}"/>
              </a:ext>
            </a:extLst>
          </p:cNvPr>
          <p:cNvSpPr txBox="1"/>
          <p:nvPr/>
        </p:nvSpPr>
        <p:spPr>
          <a:xfrm>
            <a:off x="4143022" y="4909484"/>
            <a:ext cx="570089" cy="230832"/>
          </a:xfrm>
          <a:prstGeom prst="rect">
            <a:avLst/>
          </a:prstGeom>
          <a:solidFill>
            <a:srgbClr val="FF0000"/>
          </a:solidFill>
        </p:spPr>
        <p:txBody>
          <a:bodyPr wrap="square" rtlCol="0">
            <a:spAutoFit/>
          </a:bodyPr>
          <a:lstStyle/>
          <a:p>
            <a:pPr algn="ctr"/>
            <a:r>
              <a:rPr lang="en-US" sz="900" dirty="0"/>
              <a:t>63</a:t>
            </a:r>
          </a:p>
        </p:txBody>
      </p:sp>
      <p:sp>
        <p:nvSpPr>
          <p:cNvPr id="16" name="TextBox 15">
            <a:extLst>
              <a:ext uri="{FF2B5EF4-FFF2-40B4-BE49-F238E27FC236}">
                <a16:creationId xmlns:a16="http://schemas.microsoft.com/office/drawing/2014/main" id="{8E98F86A-AB4B-D352-2C18-4051FD264351}"/>
              </a:ext>
            </a:extLst>
          </p:cNvPr>
          <p:cNvSpPr txBox="1"/>
          <p:nvPr/>
        </p:nvSpPr>
        <p:spPr>
          <a:xfrm>
            <a:off x="3138310" y="4909484"/>
            <a:ext cx="570089" cy="230832"/>
          </a:xfrm>
          <a:prstGeom prst="rect">
            <a:avLst/>
          </a:prstGeom>
          <a:solidFill>
            <a:srgbClr val="FF0000"/>
          </a:solidFill>
        </p:spPr>
        <p:txBody>
          <a:bodyPr wrap="square" rtlCol="0">
            <a:spAutoFit/>
          </a:bodyPr>
          <a:lstStyle/>
          <a:p>
            <a:pPr algn="ctr"/>
            <a:r>
              <a:rPr lang="en-US" sz="900" dirty="0"/>
              <a:t>36</a:t>
            </a:r>
          </a:p>
        </p:txBody>
      </p:sp>
    </p:spTree>
    <p:extLst>
      <p:ext uri="{BB962C8B-B14F-4D97-AF65-F5344CB8AC3E}">
        <p14:creationId xmlns:p14="http://schemas.microsoft.com/office/powerpoint/2010/main" val="360093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2F79B-7F16-C96C-F0ED-6D0F66DC0A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996CF8-288D-40E4-19F9-4CEE0E690036}"/>
              </a:ext>
            </a:extLst>
          </p:cNvPr>
          <p:cNvSpPr>
            <a:spLocks noGrp="1"/>
          </p:cNvSpPr>
          <p:nvPr>
            <p:ph sz="half" idx="1"/>
          </p:nvPr>
        </p:nvSpPr>
        <p:spPr/>
        <p:txBody>
          <a:bodyPr>
            <a:normAutofit/>
          </a:bodyPr>
          <a:lstStyle/>
          <a:p>
            <a:r>
              <a:rPr lang="en-US" dirty="0"/>
              <a:t>So, this cell can’t be 5.</a:t>
            </a:r>
          </a:p>
        </p:txBody>
      </p:sp>
      <p:pic>
        <p:nvPicPr>
          <p:cNvPr id="4" name="Picture 3" descr="A grid of sudoku puzzle&#10;&#10;Description automatically generated">
            <a:extLst>
              <a:ext uri="{FF2B5EF4-FFF2-40B4-BE49-F238E27FC236}">
                <a16:creationId xmlns:a16="http://schemas.microsoft.com/office/drawing/2014/main" id="{871C1C2A-890A-CE6F-A949-123E03D3C78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E89C360-520E-AFD3-9029-7D4E61C3EDA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3A9598-1F37-3213-9BC6-484B8269A43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DA1DD9-F7A4-DF40-F117-8EB156E3CE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F7D62F7-CFB4-0284-DFD1-FA332F9C7193}"/>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8A3C0FA-57AC-5022-0559-4EB772E6BF9C}"/>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88B499E9-F989-B6CA-64BE-4072738D3060}"/>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78AF5DD2-C97D-24F1-6869-58C0BB2C8A8C}"/>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AA06A37F-3CCF-6F80-5086-1B86D50FF39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7C4C2A60-040E-1A6B-8F8E-288315E806B7}"/>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4C14AC40-82D5-FDB8-81AF-CB29C17C227D}"/>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D3DFD6B2-0423-5183-14D0-8D2E151E96C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9EB4EABC-6BAB-047F-1D87-62A5C5B0D52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D689DE38-8EE5-095A-F343-33EBF5DD1DB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D875F3E6-3FAF-FF30-1A5D-4F7248E1AD8A}"/>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D6AADEE9-8FC9-821A-B857-0CFB2B7F8CE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63B21A9F-139F-EFF8-BC00-935CA44ABED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72AD4862-342A-84DC-CBAA-92E673031CE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B53E3C18-5357-A42E-3FA6-FBF2A3DA796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3C869B39-FB4B-95D8-B5FC-E88B1A4ECDFA}"/>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85646E2E-C1A3-E32D-1453-B747BC258DD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201FB45D-7176-1050-52A2-53C68BCB977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70C110BB-4980-8072-65D9-453A5F8EDF7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BE276614-8900-F15F-2DDF-5CCA70B17B8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A73F39E-90DC-2C98-3248-048FE0FD051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FC01102F-A3E7-E57D-DFE7-C14287B832CD}"/>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7B7E51A0-3C69-9238-057D-4BBADABC60D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0992E230-EEBC-4A5F-1110-2E199EE7898C}"/>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54B21414-296C-127B-3935-7569ED99593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8AF62270-62B8-0D75-42B2-A73F964D44DF}"/>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B5099B12-8AE4-DDD7-51B0-C9EC7516FA7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1A86AAF-98EB-249D-DB22-C33A32C3F381}"/>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A05E963-68E3-541D-2467-D9C5FE03E732}"/>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152E72A5-5C78-5190-9834-A6A4874A7C25}"/>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3B46BEC4-0A27-90FB-A3FF-BDB68B5C332C}"/>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1131FC09-224D-7F7D-78FE-83D01C752239}"/>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E956BC02-6E7A-12B4-F03D-847C8AEEC76A}"/>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93EBC088-3D59-BEF0-D177-C7819924068E}"/>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C93A12F-AC28-393F-9F87-70A31845F060}"/>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F04E246B-D838-C354-43FD-BD3646F4363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BB0C582-F1D9-49FD-5E6B-1C152264D23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AB28422-8C7F-1525-9557-6C56CDB3529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7E21EB96-AB5A-5ABD-9F81-325629856C1E}"/>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F7F7B2C5-A107-BDAF-31DB-2712B53AEA02}"/>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B74FE794-BC54-5983-A6B4-CD4971157C6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9A812353-0734-2CBB-325B-95C68B26730E}"/>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F24E0B56-40D9-EF56-8E4E-B5B8F21FF44A}"/>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C5681E5C-4666-EAE4-A14B-11B7FF578F1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280ED64-2437-6384-3C93-1797A45EEDB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DFBEDCCF-D405-0DFA-9BE7-1D5EF4A1AD4C}"/>
              </a:ext>
            </a:extLst>
          </p:cNvPr>
          <p:cNvSpPr txBox="1"/>
          <p:nvPr/>
        </p:nvSpPr>
        <p:spPr>
          <a:xfrm>
            <a:off x="3640666" y="2905709"/>
            <a:ext cx="570089" cy="230832"/>
          </a:xfrm>
          <a:prstGeom prst="rect">
            <a:avLst/>
          </a:prstGeom>
          <a:noFill/>
        </p:spPr>
        <p:txBody>
          <a:bodyPr wrap="square" rtlCol="0">
            <a:spAutoFit/>
          </a:bodyPr>
          <a:lstStyle/>
          <a:p>
            <a:pPr algn="ctr"/>
            <a:r>
              <a:rPr lang="en-US" sz="900" dirty="0"/>
              <a:t>45678</a:t>
            </a:r>
          </a:p>
        </p:txBody>
      </p:sp>
      <p:sp>
        <p:nvSpPr>
          <p:cNvPr id="59" name="TextBox 58">
            <a:extLst>
              <a:ext uri="{FF2B5EF4-FFF2-40B4-BE49-F238E27FC236}">
                <a16:creationId xmlns:a16="http://schemas.microsoft.com/office/drawing/2014/main" id="{CFF56165-BE16-5CBF-56DF-D8B2AA5512EF}"/>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185B5B83-C32D-BFB1-C43D-3B3E7F7B53C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B8C60779-A38A-A416-0815-7829789A2A6E}"/>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BE235B20-B307-10B3-4802-113C472F0DBE}"/>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779587C8-9E7C-18AF-BCC6-C5B53033CDA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58AFCF09-7D28-0585-D401-899DA8D8F224}"/>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58482558-2E0E-0F51-2527-8C01F4889BE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B0B7861-9AC2-0160-4543-B243E95CA11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B388E8D-447C-8A85-7E1A-E67E6AC6E6E2}"/>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0977F52-DCED-FC69-EF3E-B396158952A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109DA2A-8633-A641-4B0F-7F1603C2567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046490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6CE47-683C-302F-5348-2EDEAB1450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F8935B-866B-1373-839C-7DD4C7BEFA0A}"/>
              </a:ext>
            </a:extLst>
          </p:cNvPr>
          <p:cNvSpPr>
            <a:spLocks noGrp="1"/>
          </p:cNvSpPr>
          <p:nvPr>
            <p:ph sz="half" idx="1"/>
          </p:nvPr>
        </p:nvSpPr>
        <p:spPr/>
        <p:txBody>
          <a:bodyPr>
            <a:normAutofit/>
          </a:bodyPr>
          <a:lstStyle/>
          <a:p>
            <a:r>
              <a:rPr lang="en-US" dirty="0"/>
              <a:t>In Row 5, 5 is in the center block.</a:t>
            </a:r>
          </a:p>
        </p:txBody>
      </p:sp>
      <p:pic>
        <p:nvPicPr>
          <p:cNvPr id="4" name="Picture 3" descr="A grid of sudoku puzzle&#10;&#10;Description automatically generated">
            <a:extLst>
              <a:ext uri="{FF2B5EF4-FFF2-40B4-BE49-F238E27FC236}">
                <a16:creationId xmlns:a16="http://schemas.microsoft.com/office/drawing/2014/main" id="{FCA8211B-02C0-406C-B29C-264E43E7C1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ADC0DF-E91C-AD30-8999-6B5836722A2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5003122-8046-E38C-5C93-F0D387D76EE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3734CB-E968-CF27-9E83-6C5108BB95A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6295B8-00EE-AC77-6067-56F967FF7D6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49796EE-3612-23A0-EDC8-9E57E88EA3D7}"/>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5A9DD75C-4903-44F3-5ACF-8EEEF61DC44D}"/>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5FF2A4E2-496C-B775-5EDC-721803F61CF5}"/>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13A37C24-D499-5666-EC52-84703010B41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AEA41A52-2EFF-EC10-B433-440396A39B74}"/>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B7FDB746-5970-8DC4-5F37-9724A4B0AC58}"/>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32AA5FF1-EE43-1911-F965-0139B19D766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F111108-1799-8CC0-2782-6A63CD5E8BC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EE8AD4EC-3400-3A96-9CC6-726FB30C32A4}"/>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10B61117-3249-BCD8-0788-1E6A6B7C4CA9}"/>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3AF57FAD-C51C-24DB-E0F2-3032AFC4B423}"/>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2FD3C7CA-8B2F-6BC2-4163-A577D829BF4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CCF95733-A2A5-16FB-B850-607DE3CA1D63}"/>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3748DCB2-69C1-C234-CC7A-949295C4A73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9269B3A1-5E37-C67A-33F3-5CDC0570D5CC}"/>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D9DB3686-E68A-9C50-27C4-9A03DC131D5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AEEB4A8A-2EFA-4772-7C7E-E1A26A6B6CB8}"/>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2C737F41-3C5A-A097-57BC-19E73E9DE125}"/>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4216D5D9-CEB5-4E8A-FF25-6F3DE473421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8C00DCFD-DAE1-879D-3F9F-DFCA6B438524}"/>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94D9AB1-792F-CA2C-DB08-7D2CF2EE5045}"/>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CD216A81-B048-C0C6-F942-99B7DBE31300}"/>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ED865692-4AD1-A6F7-F4E1-60CB4269C9C0}"/>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0595861-6D55-8EAB-7028-71576547A56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DB7B348A-D4D8-6FAC-EAE5-D80A12C433C5}"/>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BEE963BB-026C-E5DB-FBB0-A41DEC22E67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A55508B-2E83-52B4-F5BD-A671669D13A3}"/>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0C39EFB-4123-5496-A0E8-B7A4B3EE01DF}"/>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EFF66D35-8A59-4400-1A59-DAAAC8437D51}"/>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16D236EC-15DF-FAF3-A4B9-1B82CB5DD927}"/>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7B871866-DBEA-4219-E083-EDF0978E214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992CBB73-9C15-E88D-ED7F-EB3847C95790}"/>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DDAA5205-BC3E-358D-55DE-4A6527F4F6F6}"/>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09239220-AF18-CD84-8433-49D7CE82B687}"/>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848C6CE3-C0EF-791A-1E42-0DA0D34513D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1D3EC29C-D299-375E-23CA-589CD441C1B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ACC08E6-97FC-5708-DEAC-F66D82793ED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77F7DF04-399A-C80C-D65B-0125CCBFE423}"/>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2397996D-607E-1A3A-25D9-94E61CBE8F7F}"/>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0723A1B9-9E5F-AC6B-A87F-D940DE23FAE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685E8D78-1D80-8D08-5765-21AE4BBCF2B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A16A8290-7BF2-B0C6-3519-3286A8FA762A}"/>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1521E700-1928-4A2D-4E0A-DAEFA16F37C4}"/>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706F4864-8EBF-4835-EA15-2D808F44DC73}"/>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A6B5040A-964E-BA5B-8962-9A70D19CFF65}"/>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88D5641C-298D-C494-002B-1BEEF3A7A11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57B6C205-EE30-2CF0-F8E1-A4991C2D601E}"/>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0D5F6D9A-7677-5492-8403-C21B9F301F2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B9F5D1A4-4827-9F20-6C0B-CB20E2F4F0FE}"/>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A502C3BA-905D-5559-5DE6-A2700A1B311D}"/>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1D949968-E5B3-09A9-FE4F-867DA7103440}"/>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0B1B0032-B1F4-D76A-1309-78A639DC09D1}"/>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A8B9B7C-D55D-5AFB-0091-DF33BB9BBAF7}"/>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6B63842E-F022-BBC6-BB45-AC7BD569DBA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1DF9FEC-5C05-5682-EFAC-893F59472A3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65FB640-E0F2-1ABB-9EB8-8D9BB6348CB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7095815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1EF8DF03-EA1F-FCC3-EAED-A6439B5F59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4892-C673-D5E4-CC11-AD902116EFE0}"/>
              </a:ext>
            </a:extLst>
          </p:cNvPr>
          <p:cNvSpPr>
            <a:spLocks noGrp="1"/>
          </p:cNvSpPr>
          <p:nvPr>
            <p:ph sz="half" idx="1"/>
          </p:nvPr>
        </p:nvSpPr>
        <p:spPr/>
        <p:txBody>
          <a:bodyPr>
            <a:normAutofit/>
          </a:bodyPr>
          <a:lstStyle/>
          <a:p>
            <a:r>
              <a:rPr lang="en-US" dirty="0"/>
              <a:t>In the center block, there are two possible locations for 5. Can it be this one?</a:t>
            </a:r>
          </a:p>
        </p:txBody>
      </p:sp>
      <p:pic>
        <p:nvPicPr>
          <p:cNvPr id="4" name="Picture 3" descr="A grid of sudoku puzzle&#10;&#10;Description automatically generated">
            <a:extLst>
              <a:ext uri="{FF2B5EF4-FFF2-40B4-BE49-F238E27FC236}">
                <a16:creationId xmlns:a16="http://schemas.microsoft.com/office/drawing/2014/main" id="{2688EC98-001D-DB1D-F077-A3E603A67D1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50862A-FA85-4D29-245E-9AC47B34D4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EA00D0-E1C8-6578-F7B3-C0450D2EA9D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AFB6B18-3BC4-66B7-87D8-2888F5BEB4F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15EDCC-EEDB-AAA8-5ED7-31357222CBF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E8054E95-0F0E-1438-ED76-DF6490CAB8F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1D909E18-6220-003B-5B63-D34381FBE9EB}"/>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C02BF4CB-95FB-5A1E-75C9-279E61D8F127}"/>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63D8BEA1-1B5E-CEB7-D3EA-F55CF3AC3EB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A07FE164-C926-FAE1-DB2E-C9894B194503}"/>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558B59F6-C978-D642-6E62-B1F15C190ED6}"/>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DE9E12BC-FEA7-C6C3-1887-60B9574B99C3}"/>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9240FF5-AC04-87AF-C509-B2C0B35EE95B}"/>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FF93983-B4B2-E832-8ED0-8AFDDA9FE289}"/>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7E9E3F22-F557-0516-31E1-DF19CAD3B2C2}"/>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A8E55ACE-56AB-C3F2-EA86-4146E1F9E1FD}"/>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455F1E25-83B8-3A4B-2C71-9303D46B417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93325EF-537A-5938-17F3-F2B6063B3A5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18A010E1-33A4-B514-19C3-C3441DB0FD54}"/>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483C21E9-A30A-A6FE-9BAE-CF8B0D2D25D9}"/>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6CA87349-F519-892F-FCFF-F8AFB55DF447}"/>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86586867-A48C-309E-2DEA-AAE9A2D7D767}"/>
              </a:ext>
            </a:extLst>
          </p:cNvPr>
          <p:cNvSpPr txBox="1"/>
          <p:nvPr/>
        </p:nvSpPr>
        <p:spPr>
          <a:xfrm>
            <a:off x="5650090" y="2905709"/>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E2C5B685-8D7C-32FF-3181-9A9001CF7B2E}"/>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A197E3B4-4048-D9E5-ECA1-8A28AC79A0CB}"/>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252D9BA-A2E1-59ED-8248-01843F75F51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62884906-7D65-8234-B77E-DDC9F92DB9A5}"/>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279B6B9F-855D-CAF8-FE94-6EF5694BE91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F7C44EFF-72D4-B8C4-1680-E316E5601CE6}"/>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729F3525-1C68-233A-C19A-493F857DE57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94CE197B-BE34-4E16-F2AC-B4A7C298340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C3517DAF-6835-8035-88F8-666C8A6D179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82D29E28-0BCD-B1F5-9F27-A535DA1CFB56}"/>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7667D430-2E7B-529C-EF23-907572C9378D}"/>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891FD624-7BE3-8E5D-56D8-367B9BDECCAA}"/>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DA785F8B-4173-0510-1AD6-953B2A131AFA}"/>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A2058223-3645-CDB5-8F15-31DA9C56B608}"/>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B5FDC5B9-A450-5D1D-FEC8-5AEB945478F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050B7370-2867-B3B9-EB0B-227E47021875}"/>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47C5036E-0297-4BCC-41DB-B080941CA8A8}"/>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7402CA76-B5FF-D6E4-521F-F7A5A7E22A0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B800181-0FF5-B159-E635-ECAADFF373F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BF7EC346-90B4-1A79-FF07-FDAD9C21E0A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9959ADD6-BEE6-D66E-0E36-574D0AE93C7C}"/>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357498B3-38BD-E14F-DE13-C7F6F3B2C991}"/>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0E955727-A1A5-369F-9798-9BE1887348B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7A4C31C1-25E8-48A7-A1EA-5D9E44101FBB}"/>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8D65FB26-E53A-E0AD-7821-F395527E3A08}"/>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4D17834-B768-554C-4248-E69AEDC36014}"/>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B8A11D26-8807-2D30-C8CE-C79F7721B336}"/>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EF6A0A52-F88D-4001-801D-EF11023644C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37B148FB-0FC0-1662-3B43-22FAE7F6E0FF}"/>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B8779893-DF31-F432-AF67-2B2C7EFB867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F349C4B8-60F7-04F2-C87E-95461E835898}"/>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F25586D6-64EB-8C3F-4CE5-4F95EFD5B1B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165DA12A-5ABC-5F9A-401D-9487713DC46D}"/>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E7DE95C0-DAD0-9F08-7447-9001C326E432}"/>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60A4C06-159C-E352-21B0-52B9916F5B90}"/>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BFB64AF-D625-0D09-B5AF-4F1F8C5B150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4458E38-CF8A-A7AC-2EA2-DA6EB1EECE3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9A8C0E7-5BD4-7623-D29C-AA926186563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1E5BA3D-06FB-9842-170E-14D4C28510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979337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2BA9-D0EE-23B3-22D9-CDFC6C7C5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8EAB88-A636-7912-5E66-86A60885B2B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D692C00-D12B-8990-D57D-D2B5765C953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61B88A-2861-8E0F-1942-72DDC005C6D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F9CE93-F4DA-3EF5-74D0-BC8CBA3142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8E28CC-5D3E-C701-4A3A-4A706D68D19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90F1F21-F897-E4B9-59B4-50096F2BC36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C900AF3-F695-B81A-09B6-04D0D7D7E77A}"/>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FABEA289-B9C4-760F-70C0-CA56C8FFBA5A}"/>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09375317-2631-EA82-FAC1-04340E4664E0}"/>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FFCC7CCA-D0BC-75A2-C6AC-4322B7634185}"/>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2CD6352-A66A-6787-BE2B-28D7C297AA28}"/>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3" name="TextBox 12">
            <a:extLst>
              <a:ext uri="{FF2B5EF4-FFF2-40B4-BE49-F238E27FC236}">
                <a16:creationId xmlns:a16="http://schemas.microsoft.com/office/drawing/2014/main" id="{A269CD11-3651-B9F1-13F4-EB1F31F146BC}"/>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CE90FC04-F457-800A-3D9D-8E247525A007}"/>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3C654D56-46DC-B7A1-EA7F-14F68899F2B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3C95770C-0512-71A4-C5DE-D7650013FD42}"/>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B47526B8-8D60-4DE3-634D-67339F0DDF82}"/>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8EA3664A-5A96-77E6-2846-1196B81649C1}"/>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AF9A9D3C-2490-4AF6-5AAB-0F6022B1EAC4}"/>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44895888-1729-F094-B650-46B1A6FBC2C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86597C45-0BF7-9F8A-959D-1ED2327455FE}"/>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45D687D8-56AF-2D71-8937-2E3BAC6ACA2C}"/>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1AB37A77-722A-E62A-6855-F27A0845CD2C}"/>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6E26A772-6107-CD58-5061-A90CB105401D}"/>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1166C9FC-2C04-C05C-07A1-D7BB489F7E49}"/>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A8365122-481F-E6E6-6D4E-2FB2C622BCA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AD393405-A4DF-B38D-5F8D-AA1E13338F93}"/>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2" name="TextBox 31">
            <a:extLst>
              <a:ext uri="{FF2B5EF4-FFF2-40B4-BE49-F238E27FC236}">
                <a16:creationId xmlns:a16="http://schemas.microsoft.com/office/drawing/2014/main" id="{7D7476CF-B8E2-9D8E-C9AD-8C9AB9047574}"/>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24E63961-2A4B-BEB8-389F-E2EF0F84AE04}"/>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073E5700-8489-6329-70BE-2B9F503A54B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3E34ACCC-78E9-333F-A6F9-89B06E2FD585}"/>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D5EDBA5A-F1B8-65C5-22D7-DCE21BA01447}"/>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2944F7E8-ACB6-347D-B63D-40A0A33B8C4E}"/>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F226DB08-B87D-F9E6-E9D3-121A025C32D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6312A7F-D378-26BD-9644-E02A39717B8A}"/>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03CC64D-F5B6-7DF2-C97B-E1A83DF3D6C9}"/>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247E8AC3-2BDF-D68A-AD8E-7B7400FF0DCA}"/>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EB3EADE8-B289-0F11-DF51-70321B299FE3}"/>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CD701B03-8A6A-19ED-7AD0-8280BBBBE4D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BF4983DD-06D8-59C3-7268-5D8478CF8A5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AB30C2A2-3626-806D-DF9A-5BBCC9B96D5D}"/>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2F5138EA-35F4-9DE3-00C8-173004616BA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42678CF2-7239-6C53-6A70-71F1C26E5E67}"/>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2470CD73-6AD3-26D3-0FD2-13899CEB919C}"/>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5AC36E94-9FB1-ACD0-2078-0BACEA3A148A}"/>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0AF7A57F-02B0-E519-9F15-50A79AAEF2A8}"/>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0296B88C-B1C5-593A-08F0-F89D4B771BDF}"/>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64E827F4-87FD-F7C1-3414-9D70DE08764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2E3CD9AB-3D98-196B-78B4-606D51A3D95C}"/>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C271A7D4-9228-D3A1-7510-C5EEDDB01D2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4C76DC0-B6F5-979D-6BD7-6BB547754740}"/>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180D6C2-45E8-0E05-8079-D133FB2A064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9FFC0B15-595C-5964-E7BD-AD1C8C1536E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EFD87E01-531E-ACD7-12F1-5BBD9C36FC5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DD33DF05-4C93-4E71-C8E9-AE37C2E24BA6}"/>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4FFB2CEC-38C7-C36D-4E35-ADC5B7B5D0D2}"/>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2" name="TextBox 51">
            <a:extLst>
              <a:ext uri="{FF2B5EF4-FFF2-40B4-BE49-F238E27FC236}">
                <a16:creationId xmlns:a16="http://schemas.microsoft.com/office/drawing/2014/main" id="{65A201F0-76EB-655D-DBD6-C438978246E3}"/>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800EE02D-EB89-48C5-14B0-D6DB6967008A}"/>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BAE4002D-F7B8-FF86-B0ED-06D923B3E61A}"/>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2AD70E6A-B1C3-0044-D71E-F42C5185F72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8D502BF3-0C28-2CA5-AAA5-D0341B8DEA64}"/>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4CD95A51-9367-B3C6-64D4-CA270DE23CB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2782210E-B1B4-B816-39F5-C67A4375AD0A}"/>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6213624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9530F-17B2-0441-4216-D55E913D18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002640-DADE-366B-EC54-CA142796E53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5197985-4DC7-C83B-A75F-B57EC3DAF67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422DA52-B963-C961-C2D2-16ED614D1AE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E78D447-4CB3-F530-43C1-D72433170A9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3CA9B0F-0F5F-1D5D-9662-B4525E4FC5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E965D2-7F12-8209-A5C2-9FA96AD0640E}"/>
              </a:ext>
            </a:extLst>
          </p:cNvPr>
          <p:cNvSpPr txBox="1"/>
          <p:nvPr/>
        </p:nvSpPr>
        <p:spPr>
          <a:xfrm>
            <a:off x="3640666" y="901933"/>
            <a:ext cx="570089" cy="230832"/>
          </a:xfrm>
          <a:prstGeom prst="rect">
            <a:avLst/>
          </a:prstGeom>
          <a:noFill/>
        </p:spPr>
        <p:txBody>
          <a:bodyPr wrap="square" rtlCol="0">
            <a:spAutoFit/>
          </a:bodyPr>
          <a:lstStyle/>
          <a:p>
            <a:pPr algn="ctr"/>
            <a:r>
              <a:rPr lang="en-US" sz="900" dirty="0"/>
              <a:t>23</a:t>
            </a:r>
          </a:p>
        </p:txBody>
      </p:sp>
      <p:sp>
        <p:nvSpPr>
          <p:cNvPr id="8" name="TextBox 7">
            <a:extLst>
              <a:ext uri="{FF2B5EF4-FFF2-40B4-BE49-F238E27FC236}">
                <a16:creationId xmlns:a16="http://schemas.microsoft.com/office/drawing/2014/main" id="{85CFAC75-97A9-08C7-3310-9CF47F47B847}"/>
              </a:ext>
            </a:extLst>
          </p:cNvPr>
          <p:cNvSpPr txBox="1"/>
          <p:nvPr/>
        </p:nvSpPr>
        <p:spPr>
          <a:xfrm>
            <a:off x="4645378" y="767924"/>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F2F96A51-6AA2-21F0-0CBE-CB3B35F40447}"/>
              </a:ext>
            </a:extLst>
          </p:cNvPr>
          <p:cNvSpPr txBox="1"/>
          <p:nvPr/>
        </p:nvSpPr>
        <p:spPr>
          <a:xfrm>
            <a:off x="4143022" y="1576300"/>
            <a:ext cx="570089" cy="230832"/>
          </a:xfrm>
          <a:prstGeom prst="rect">
            <a:avLst/>
          </a:prstGeom>
          <a:noFill/>
        </p:spPr>
        <p:txBody>
          <a:bodyPr wrap="square" rtlCol="0">
            <a:spAutoFit/>
          </a:bodyPr>
          <a:lstStyle/>
          <a:p>
            <a:pPr algn="ctr"/>
            <a:r>
              <a:rPr lang="en-US" sz="900" dirty="0"/>
              <a:t>34</a:t>
            </a:r>
          </a:p>
        </p:txBody>
      </p:sp>
      <p:sp>
        <p:nvSpPr>
          <p:cNvPr id="14" name="TextBox 13">
            <a:extLst>
              <a:ext uri="{FF2B5EF4-FFF2-40B4-BE49-F238E27FC236}">
                <a16:creationId xmlns:a16="http://schemas.microsoft.com/office/drawing/2014/main" id="{18270387-6C21-F288-C10B-0A6A0588FE9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626EAFBC-A014-DC82-974A-ED32B234111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5A250CF4-7787-9456-829A-04FBCAE115CD}"/>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0EA94E02-3647-ED1E-F781-5DBD84DF244E}"/>
              </a:ext>
            </a:extLst>
          </p:cNvPr>
          <p:cNvSpPr txBox="1"/>
          <p:nvPr/>
        </p:nvSpPr>
        <p:spPr>
          <a:xfrm>
            <a:off x="5650090" y="2077244"/>
            <a:ext cx="570089" cy="230832"/>
          </a:xfrm>
          <a:prstGeom prst="rect">
            <a:avLst/>
          </a:prstGeom>
          <a:noFill/>
        </p:spPr>
        <p:txBody>
          <a:bodyPr wrap="square" rtlCol="0">
            <a:spAutoFit/>
          </a:bodyPr>
          <a:lstStyle/>
          <a:p>
            <a:pPr algn="ctr"/>
            <a:r>
              <a:rPr lang="en-US" sz="900" dirty="0"/>
              <a:t>5678</a:t>
            </a:r>
          </a:p>
        </p:txBody>
      </p:sp>
      <p:sp>
        <p:nvSpPr>
          <p:cNvPr id="18" name="TextBox 17">
            <a:extLst>
              <a:ext uri="{FF2B5EF4-FFF2-40B4-BE49-F238E27FC236}">
                <a16:creationId xmlns:a16="http://schemas.microsoft.com/office/drawing/2014/main" id="{737A5878-A245-E864-4E60-1BBB904C459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318450A2-3288-D170-2009-1280274ED2B0}"/>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C8800EA8-1232-5506-BD86-46E7B74CC1A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165F3F7B-3028-B944-5941-C35DA9930FAD}"/>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96E71A11-B1AC-E4FC-D388-26AC91BDC9A4}"/>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619B45F7-6798-D530-538E-9BDB0CD7FAD7}"/>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D7182984-96EF-D090-B7F7-7886F8803697}"/>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B97255AD-0A7A-0A92-5B85-BB6D5C4D5EE6}"/>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184A86D5-2B19-3D2C-157B-D4FC7AE3876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A64DA5D1-4611-B395-3720-89A001CD2020}"/>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9C2CDB37-0E97-514A-DBC3-B99901A8BE9D}"/>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CB9E555E-F60B-1886-B217-E61661EFC519}"/>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BE375E49-7898-C78D-8798-57DC4F69C9E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92F2DFB8-E41F-6B77-CA67-C9036FB9D60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2088DE8-71BD-7AB1-EEE2-DA545826D78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7BA3BE7-9AA0-8253-7F29-D1650AEB3AEF}"/>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B27E02C8-9F98-605C-5ABF-9AC8A36F8714}"/>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34627987-8743-C3C2-28D2-1D65CCE00081}"/>
              </a:ext>
            </a:extLst>
          </p:cNvPr>
          <p:cNvSpPr txBox="1"/>
          <p:nvPr/>
        </p:nvSpPr>
        <p:spPr>
          <a:xfrm>
            <a:off x="7157158" y="5073601"/>
            <a:ext cx="570089" cy="230832"/>
          </a:xfrm>
          <a:prstGeom prst="rect">
            <a:avLst/>
          </a:prstGeom>
          <a:noFill/>
        </p:spPr>
        <p:txBody>
          <a:bodyPr wrap="square" rtlCol="0">
            <a:spAutoFit/>
          </a:bodyPr>
          <a:lstStyle/>
          <a:p>
            <a:pPr algn="ctr"/>
            <a:r>
              <a:rPr lang="en-US" sz="900" dirty="0"/>
              <a:t>6789</a:t>
            </a:r>
          </a:p>
        </p:txBody>
      </p:sp>
      <p:sp>
        <p:nvSpPr>
          <p:cNvPr id="54" name="TextBox 53">
            <a:extLst>
              <a:ext uri="{FF2B5EF4-FFF2-40B4-BE49-F238E27FC236}">
                <a16:creationId xmlns:a16="http://schemas.microsoft.com/office/drawing/2014/main" id="{D4AADF83-57E7-50AC-91C3-554F1BB21ED6}"/>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0DFB259-FCFE-34C5-7B53-3F775D823705}"/>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8AB768EF-4861-B774-FB1C-BD360B8ED5EB}"/>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716CAF9-2CB1-1CAF-8FC7-5AB51D0E985E}"/>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32C62AAC-DA08-C1F0-CB78-97FAC3D269AF}"/>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405EBC76-B5CA-48D3-A0D2-8A291CD9ED6C}"/>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F127FF71-B3DD-0744-32E0-E786CFC4C4C6}"/>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a:t>
            </a:r>
          </a:p>
        </p:txBody>
      </p:sp>
      <p:sp>
        <p:nvSpPr>
          <p:cNvPr id="61" name="TextBox 60">
            <a:extLst>
              <a:ext uri="{FF2B5EF4-FFF2-40B4-BE49-F238E27FC236}">
                <a16:creationId xmlns:a16="http://schemas.microsoft.com/office/drawing/2014/main" id="{3658780B-DFD2-952F-1C8D-A1EE7947CAE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4" name="TextBox 63">
            <a:extLst>
              <a:ext uri="{FF2B5EF4-FFF2-40B4-BE49-F238E27FC236}">
                <a16:creationId xmlns:a16="http://schemas.microsoft.com/office/drawing/2014/main" id="{7A24D9F5-0AE1-D1BA-05A8-4B6AE0D5774B}"/>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6CD1FCB4-F67F-648E-E494-3262D5744B5A}"/>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A56F0EF-0126-F3D5-FA13-474E7B3BEB9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3FE23FF-DB8E-C0D6-FDBB-7555465ED57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197CD2A-104A-14CF-E02B-418BDF94AF6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1A56161-29E7-36CA-8035-9F581046EE5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FA57D4D-FF0E-8193-191A-0A97D084CFC7}"/>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1FAA2148-6963-4061-2823-77656BF7DB6B}"/>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2" name="TextBox 51">
            <a:extLst>
              <a:ext uri="{FF2B5EF4-FFF2-40B4-BE49-F238E27FC236}">
                <a16:creationId xmlns:a16="http://schemas.microsoft.com/office/drawing/2014/main" id="{1D3C1AE0-3848-8DF4-859F-B638F3D3195C}"/>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025388B9-BDE7-7F75-EA5F-5C34E301DD1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9BE31925-B3F7-AB2E-41D1-00A40B7270FD}"/>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9B1F43A3-6B01-83FC-376D-FD14F7D76BFE}"/>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5C6A0F8B-B21F-C3FE-513D-C97B54C267AA}"/>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499E8652-1EBE-BECA-F892-C4A027858EA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C13C5D5-4DE0-3DDB-B5D5-1BC94120D416}"/>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2464EEFA-1D51-E09A-D436-1B9E77AB94E6}"/>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58FE0DDD-3D13-2F9E-4A4B-80F953ED956D}"/>
              </a:ext>
            </a:extLst>
          </p:cNvPr>
          <p:cNvSpPr txBox="1"/>
          <p:nvPr/>
        </p:nvSpPr>
        <p:spPr>
          <a:xfrm>
            <a:off x="5715003" y="223122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EA378E2A-34DE-A60B-8990-3E79CCA572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276FADA2-91A1-E52B-F12C-576FB9FE81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0C6F6B7D-9D9A-174E-3336-8E78A1340A8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F336B83C-FE07-6585-9594-802304B9705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29CC9D23-F49B-C416-D8CB-7D4C8218FF0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EB369EDA-A4F6-98AB-C4B1-4EE3218072A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4D2432CB-E46F-0A4C-3548-92084E5DDDC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683064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3DBDA517-3919-C00B-78B2-E5743850329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65DBD9-03A0-E58C-3777-1B110E5B1B12}"/>
              </a:ext>
            </a:extLst>
          </p:cNvPr>
          <p:cNvSpPr>
            <a:spLocks noGrp="1"/>
          </p:cNvSpPr>
          <p:nvPr>
            <p:ph sz="half" idx="1"/>
          </p:nvPr>
        </p:nvSpPr>
        <p:spPr/>
        <p:txBody>
          <a:bodyPr>
            <a:normAutofit/>
          </a:bodyPr>
          <a:lstStyle/>
          <a:p>
            <a:r>
              <a:rPr lang="en-US" dirty="0"/>
              <a:t>FAIL. (No location left for 2 in bottom center block.)</a:t>
            </a:r>
          </a:p>
        </p:txBody>
      </p:sp>
      <p:pic>
        <p:nvPicPr>
          <p:cNvPr id="4" name="Picture 3" descr="A grid of sudoku puzzle&#10;&#10;Description automatically generated">
            <a:extLst>
              <a:ext uri="{FF2B5EF4-FFF2-40B4-BE49-F238E27FC236}">
                <a16:creationId xmlns:a16="http://schemas.microsoft.com/office/drawing/2014/main" id="{0D609057-1F5F-17E9-9FC7-1DB89B3DBDF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DA4B10-AFB5-FA31-D939-5ECCA891EE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4A7709-3E0B-E060-6F16-C29B67BD7E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3A3A277-1551-4CF5-1056-2C4BD8AD631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30FE983-327D-F243-3BD6-AFBBFB914055}"/>
              </a:ext>
            </a:extLst>
          </p:cNvPr>
          <p:cNvSpPr txBox="1"/>
          <p:nvPr/>
        </p:nvSpPr>
        <p:spPr>
          <a:xfrm>
            <a:off x="3640666" y="901933"/>
            <a:ext cx="570089" cy="230832"/>
          </a:xfrm>
          <a:prstGeom prst="rect">
            <a:avLst/>
          </a:prstGeom>
          <a:noFill/>
        </p:spPr>
        <p:txBody>
          <a:bodyPr wrap="square" rtlCol="0">
            <a:spAutoFit/>
          </a:bodyPr>
          <a:lstStyle/>
          <a:p>
            <a:pPr algn="ctr"/>
            <a:r>
              <a:rPr lang="en-US" sz="900" dirty="0"/>
              <a:t>23</a:t>
            </a:r>
          </a:p>
        </p:txBody>
      </p:sp>
      <p:sp>
        <p:nvSpPr>
          <p:cNvPr id="8" name="TextBox 7">
            <a:extLst>
              <a:ext uri="{FF2B5EF4-FFF2-40B4-BE49-F238E27FC236}">
                <a16:creationId xmlns:a16="http://schemas.microsoft.com/office/drawing/2014/main" id="{E70E3630-6077-2F41-2190-9C2DACCAECE3}"/>
              </a:ext>
            </a:extLst>
          </p:cNvPr>
          <p:cNvSpPr txBox="1"/>
          <p:nvPr/>
        </p:nvSpPr>
        <p:spPr>
          <a:xfrm>
            <a:off x="4645378" y="767924"/>
            <a:ext cx="570089" cy="230832"/>
          </a:xfrm>
          <a:prstGeom prst="rect">
            <a:avLst/>
          </a:prstGeom>
          <a:noFill/>
        </p:spPr>
        <p:txBody>
          <a:bodyPr wrap="square" rtlCol="0">
            <a:spAutoFit/>
          </a:bodyPr>
          <a:lstStyle/>
          <a:p>
            <a:pPr algn="ctr"/>
            <a:r>
              <a:rPr lang="en-US" sz="900" dirty="0"/>
              <a:t>45</a:t>
            </a:r>
          </a:p>
        </p:txBody>
      </p:sp>
      <p:sp>
        <p:nvSpPr>
          <p:cNvPr id="11" name="TextBox 10">
            <a:extLst>
              <a:ext uri="{FF2B5EF4-FFF2-40B4-BE49-F238E27FC236}">
                <a16:creationId xmlns:a16="http://schemas.microsoft.com/office/drawing/2014/main" id="{32DD0921-B3A5-18FE-0294-B11947AF936A}"/>
              </a:ext>
            </a:extLst>
          </p:cNvPr>
          <p:cNvSpPr txBox="1"/>
          <p:nvPr/>
        </p:nvSpPr>
        <p:spPr>
          <a:xfrm>
            <a:off x="4143022" y="1576300"/>
            <a:ext cx="570089" cy="230832"/>
          </a:xfrm>
          <a:prstGeom prst="rect">
            <a:avLst/>
          </a:prstGeom>
          <a:noFill/>
        </p:spPr>
        <p:txBody>
          <a:bodyPr wrap="square" rtlCol="0">
            <a:spAutoFit/>
          </a:bodyPr>
          <a:lstStyle/>
          <a:p>
            <a:pPr algn="ctr"/>
            <a:r>
              <a:rPr lang="en-US" sz="900" dirty="0"/>
              <a:t>34</a:t>
            </a:r>
          </a:p>
        </p:txBody>
      </p:sp>
      <p:sp>
        <p:nvSpPr>
          <p:cNvPr id="14" name="TextBox 13">
            <a:extLst>
              <a:ext uri="{FF2B5EF4-FFF2-40B4-BE49-F238E27FC236}">
                <a16:creationId xmlns:a16="http://schemas.microsoft.com/office/drawing/2014/main" id="{609533B6-783B-44D4-5399-B8DA6C7D669C}"/>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9509BE00-713B-F41A-C18F-14C03CB49220}"/>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A56775DE-033E-060D-E337-F15B982B7EFD}"/>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97BF547E-371F-99A2-720E-DF04486FE6BB}"/>
              </a:ext>
            </a:extLst>
          </p:cNvPr>
          <p:cNvSpPr txBox="1"/>
          <p:nvPr/>
        </p:nvSpPr>
        <p:spPr>
          <a:xfrm>
            <a:off x="5650090" y="2077244"/>
            <a:ext cx="570089" cy="230832"/>
          </a:xfrm>
          <a:prstGeom prst="rect">
            <a:avLst/>
          </a:prstGeom>
          <a:noFill/>
        </p:spPr>
        <p:txBody>
          <a:bodyPr wrap="square" rtlCol="0">
            <a:spAutoFit/>
          </a:bodyPr>
          <a:lstStyle/>
          <a:p>
            <a:pPr algn="ctr"/>
            <a:r>
              <a:rPr lang="en-US" sz="900" dirty="0"/>
              <a:t>5678</a:t>
            </a:r>
          </a:p>
        </p:txBody>
      </p:sp>
      <p:sp>
        <p:nvSpPr>
          <p:cNvPr id="18" name="TextBox 17">
            <a:extLst>
              <a:ext uri="{FF2B5EF4-FFF2-40B4-BE49-F238E27FC236}">
                <a16:creationId xmlns:a16="http://schemas.microsoft.com/office/drawing/2014/main" id="{293AEF13-A78A-0D12-6EA6-05CC50D83F1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B38F1642-3EF1-6A76-1A66-B9CE905E01C9}"/>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9E53ABE5-15E9-D6A8-A258-B4AACBBBCAA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22A837DB-09C5-E4F6-4866-8CCBEDB90713}"/>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33928EA6-8986-1D8C-4563-ADD23B071441}"/>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73098D51-9A4E-6286-53BA-A17CBA723146}"/>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33801525-5C2C-3B38-A6D6-60644A8D9A41}"/>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15CDA47E-82E8-5F2C-EB12-32D8612E4D34}"/>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ED440C79-6501-04BC-0CC8-BD0D7ED0A0B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2487064D-BD57-E5D2-5A96-5DA4BBF8DCF7}"/>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42" name="TextBox 41">
            <a:extLst>
              <a:ext uri="{FF2B5EF4-FFF2-40B4-BE49-F238E27FC236}">
                <a16:creationId xmlns:a16="http://schemas.microsoft.com/office/drawing/2014/main" id="{4077D883-0BCD-25E4-575D-007E35A00C1E}"/>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5" name="TextBox 44">
            <a:extLst>
              <a:ext uri="{FF2B5EF4-FFF2-40B4-BE49-F238E27FC236}">
                <a16:creationId xmlns:a16="http://schemas.microsoft.com/office/drawing/2014/main" id="{1D10B24A-6C1F-CBC9-4EA5-AD1A18916CB2}"/>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0DE76E91-5895-7E10-EB3A-C4C6F232775D}"/>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42D89130-B5B1-8AB8-E3A7-DBBE6E905C0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DC78DD8-8F03-BFB9-8416-32863D24066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E514081-F4E3-C83B-0162-C03FD1243AE9}"/>
              </a:ext>
            </a:extLst>
          </p:cNvPr>
          <p:cNvSpPr txBox="1"/>
          <p:nvPr/>
        </p:nvSpPr>
        <p:spPr>
          <a:xfrm>
            <a:off x="7157158" y="3907597"/>
            <a:ext cx="570089" cy="230832"/>
          </a:xfrm>
          <a:prstGeom prst="rect">
            <a:avLst/>
          </a:prstGeom>
          <a:noFill/>
        </p:spPr>
        <p:txBody>
          <a:bodyPr wrap="square" rtlCol="0">
            <a:spAutoFit/>
          </a:bodyPr>
          <a:lstStyle/>
          <a:p>
            <a:pPr algn="ctr"/>
            <a:r>
              <a:rPr lang="en-US" sz="900" dirty="0"/>
              <a:t>345</a:t>
            </a:r>
          </a:p>
        </p:txBody>
      </p:sp>
      <p:sp>
        <p:nvSpPr>
          <p:cNvPr id="37" name="TextBox 36">
            <a:extLst>
              <a:ext uri="{FF2B5EF4-FFF2-40B4-BE49-F238E27FC236}">
                <a16:creationId xmlns:a16="http://schemas.microsoft.com/office/drawing/2014/main" id="{279E4C9B-6018-6A6A-96E3-2372834BC888}"/>
              </a:ext>
            </a:extLst>
          </p:cNvPr>
          <p:cNvSpPr txBox="1"/>
          <p:nvPr/>
        </p:nvSpPr>
        <p:spPr>
          <a:xfrm>
            <a:off x="7157158" y="4408541"/>
            <a:ext cx="570089" cy="230832"/>
          </a:xfrm>
          <a:prstGeom prst="rect">
            <a:avLst/>
          </a:prstGeom>
          <a:noFill/>
        </p:spPr>
        <p:txBody>
          <a:bodyPr wrap="square" rtlCol="0">
            <a:spAutoFit/>
          </a:bodyPr>
          <a:lstStyle/>
          <a:p>
            <a:pPr algn="ctr"/>
            <a:r>
              <a:rPr lang="en-US" sz="900" dirty="0"/>
              <a:t>56</a:t>
            </a:r>
          </a:p>
        </p:txBody>
      </p:sp>
      <p:sp>
        <p:nvSpPr>
          <p:cNvPr id="49" name="TextBox 48">
            <a:extLst>
              <a:ext uri="{FF2B5EF4-FFF2-40B4-BE49-F238E27FC236}">
                <a16:creationId xmlns:a16="http://schemas.microsoft.com/office/drawing/2014/main" id="{97F74E4A-42CF-653B-37BF-EE92DE7A9482}"/>
              </a:ext>
            </a:extLst>
          </p:cNvPr>
          <p:cNvSpPr txBox="1"/>
          <p:nvPr/>
        </p:nvSpPr>
        <p:spPr>
          <a:xfrm>
            <a:off x="7157158" y="5073601"/>
            <a:ext cx="570089" cy="230832"/>
          </a:xfrm>
          <a:prstGeom prst="rect">
            <a:avLst/>
          </a:prstGeom>
          <a:noFill/>
        </p:spPr>
        <p:txBody>
          <a:bodyPr wrap="square" rtlCol="0">
            <a:spAutoFit/>
          </a:bodyPr>
          <a:lstStyle/>
          <a:p>
            <a:pPr algn="ctr"/>
            <a:r>
              <a:rPr lang="en-US" sz="900" dirty="0"/>
              <a:t>6789</a:t>
            </a:r>
          </a:p>
        </p:txBody>
      </p:sp>
      <p:sp>
        <p:nvSpPr>
          <p:cNvPr id="54" name="TextBox 53">
            <a:extLst>
              <a:ext uri="{FF2B5EF4-FFF2-40B4-BE49-F238E27FC236}">
                <a16:creationId xmlns:a16="http://schemas.microsoft.com/office/drawing/2014/main" id="{382595B2-C6AC-BBC5-73BD-7BB6D5552B4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B1444B8F-7B06-ED5D-7279-CBB1BD7604C7}"/>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5B15DA05-027B-5D1C-1CBD-CC8DC9551C30}"/>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4C47D6DC-7858-6F33-86AF-E873D35E88F9}"/>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8BD5131E-F609-56BC-4628-3BBC6B098640}"/>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83FCE1D7-F14F-4DB2-EF0D-41512FC60F1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8C29D1E9-79BC-B9B4-C5AC-ABC63E467661}"/>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a:t>
            </a:r>
          </a:p>
        </p:txBody>
      </p:sp>
      <p:sp>
        <p:nvSpPr>
          <p:cNvPr id="61" name="TextBox 60">
            <a:extLst>
              <a:ext uri="{FF2B5EF4-FFF2-40B4-BE49-F238E27FC236}">
                <a16:creationId xmlns:a16="http://schemas.microsoft.com/office/drawing/2014/main" id="{5B63F15B-EC3F-8A93-31BB-E48688E7B41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4" name="TextBox 63">
            <a:extLst>
              <a:ext uri="{FF2B5EF4-FFF2-40B4-BE49-F238E27FC236}">
                <a16:creationId xmlns:a16="http://schemas.microsoft.com/office/drawing/2014/main" id="{7ACF7499-9467-FC25-9159-0922B3B1151A}"/>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1964C544-55D9-13AE-7B91-9C7F44C238D6}"/>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566BA31-1643-D490-2D52-B4820BF3722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0925271-BB92-F45A-AF1D-70E59FBF521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658E04A-0ACB-D565-73E0-BAFB99AF22E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F525CA2-D283-8621-FF54-D56AEC15B61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8DB8FFC8-8EDC-42F8-9FA0-AF0AC05B1DA4}"/>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50" name="TextBox 49">
            <a:extLst>
              <a:ext uri="{FF2B5EF4-FFF2-40B4-BE49-F238E27FC236}">
                <a16:creationId xmlns:a16="http://schemas.microsoft.com/office/drawing/2014/main" id="{042F6EE1-4AF1-8064-B97D-0DEE8467BE26}"/>
              </a:ext>
            </a:extLst>
          </p:cNvPr>
          <p:cNvSpPr txBox="1"/>
          <p:nvPr/>
        </p:nvSpPr>
        <p:spPr>
          <a:xfrm>
            <a:off x="5715003" y="2734556"/>
            <a:ext cx="462845" cy="584775"/>
          </a:xfrm>
          <a:prstGeom prst="rect">
            <a:avLst/>
          </a:prstGeom>
          <a:noFill/>
        </p:spPr>
        <p:txBody>
          <a:bodyPr wrap="square" rtlCol="0">
            <a:spAutoFit/>
          </a:bodyPr>
          <a:lstStyle/>
          <a:p>
            <a:pPr algn="ctr"/>
            <a:r>
              <a:rPr lang="en-US" sz="3200" dirty="0"/>
              <a:t>4</a:t>
            </a:r>
          </a:p>
        </p:txBody>
      </p:sp>
      <p:sp>
        <p:nvSpPr>
          <p:cNvPr id="52" name="TextBox 51">
            <a:extLst>
              <a:ext uri="{FF2B5EF4-FFF2-40B4-BE49-F238E27FC236}">
                <a16:creationId xmlns:a16="http://schemas.microsoft.com/office/drawing/2014/main" id="{0837816D-CDF9-A256-A129-71CBA0EA9925}"/>
              </a:ext>
            </a:extLst>
          </p:cNvPr>
          <p:cNvSpPr txBox="1"/>
          <p:nvPr/>
        </p:nvSpPr>
        <p:spPr>
          <a:xfrm>
            <a:off x="5715003" y="3237891"/>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31201473-86C8-061C-C6AA-EFDA78A7468D}"/>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67" name="TextBox 66">
            <a:extLst>
              <a:ext uri="{FF2B5EF4-FFF2-40B4-BE49-F238E27FC236}">
                <a16:creationId xmlns:a16="http://schemas.microsoft.com/office/drawing/2014/main" id="{B4B5987F-4ACF-7475-5EB2-09E6DEE569F1}"/>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17345A98-6D6D-13FD-3706-8961AAEF9FE3}"/>
              </a:ext>
            </a:extLst>
          </p:cNvPr>
          <p:cNvSpPr txBox="1"/>
          <p:nvPr/>
        </p:nvSpPr>
        <p:spPr>
          <a:xfrm>
            <a:off x="4216401" y="4244561"/>
            <a:ext cx="462845" cy="584775"/>
          </a:xfrm>
          <a:prstGeom prst="rect">
            <a:avLst/>
          </a:prstGeom>
          <a:solidFill>
            <a:srgbClr val="FF0000"/>
          </a:solid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12B92FF1-5C47-AE24-968C-B80CF02F7E37}"/>
              </a:ext>
            </a:extLst>
          </p:cNvPr>
          <p:cNvSpPr txBox="1"/>
          <p:nvPr/>
        </p:nvSpPr>
        <p:spPr>
          <a:xfrm>
            <a:off x="5215469" y="4244561"/>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A13D676F-B6A9-CD44-1D8F-978F3A35FC60}"/>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616D3FA-F931-6235-F04E-AA6BA127C3FC}"/>
              </a:ext>
            </a:extLst>
          </p:cNvPr>
          <p:cNvSpPr txBox="1"/>
          <p:nvPr/>
        </p:nvSpPr>
        <p:spPr>
          <a:xfrm>
            <a:off x="4715935" y="4747898"/>
            <a:ext cx="462845" cy="584775"/>
          </a:xfrm>
          <a:prstGeom prst="rect">
            <a:avLst/>
          </a:prstGeom>
          <a:noFill/>
        </p:spPr>
        <p:txBody>
          <a:bodyPr wrap="square" rtlCol="0">
            <a:spAutoFit/>
          </a:bodyPr>
          <a:lstStyle/>
          <a:p>
            <a:pPr algn="ctr"/>
            <a:r>
              <a:rPr lang="en-US" sz="3200" dirty="0"/>
              <a:t>3</a:t>
            </a:r>
          </a:p>
        </p:txBody>
      </p:sp>
      <p:sp>
        <p:nvSpPr>
          <p:cNvPr id="26" name="TextBox 25">
            <a:extLst>
              <a:ext uri="{FF2B5EF4-FFF2-40B4-BE49-F238E27FC236}">
                <a16:creationId xmlns:a16="http://schemas.microsoft.com/office/drawing/2014/main" id="{AAEF11F4-6AFC-7CA1-1644-7E03F53EB0D1}"/>
              </a:ext>
            </a:extLst>
          </p:cNvPr>
          <p:cNvSpPr txBox="1"/>
          <p:nvPr/>
        </p:nvSpPr>
        <p:spPr>
          <a:xfrm>
            <a:off x="5215469" y="2231221"/>
            <a:ext cx="462845" cy="584775"/>
          </a:xfrm>
          <a:prstGeom prst="rect">
            <a:avLst/>
          </a:prstGeom>
          <a:solidFill>
            <a:srgbClr val="FF0000"/>
          </a:solid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A9EE426-FB19-4F4A-1D84-4908F66EAF01}"/>
              </a:ext>
            </a:extLst>
          </p:cNvPr>
          <p:cNvSpPr txBox="1"/>
          <p:nvPr/>
        </p:nvSpPr>
        <p:spPr>
          <a:xfrm>
            <a:off x="5715003" y="223122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6DC90927-E2BA-EC20-D23A-63032429C9A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39" name="TextBox 38">
            <a:extLst>
              <a:ext uri="{FF2B5EF4-FFF2-40B4-BE49-F238E27FC236}">
                <a16:creationId xmlns:a16="http://schemas.microsoft.com/office/drawing/2014/main" id="{A773D552-09A0-4D9F-23D2-3B309B0B2E2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680938BB-198D-5B18-1966-5882D425688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41" name="TextBox 40">
            <a:extLst>
              <a:ext uri="{FF2B5EF4-FFF2-40B4-BE49-F238E27FC236}">
                <a16:creationId xmlns:a16="http://schemas.microsoft.com/office/drawing/2014/main" id="{6A386CC0-D2E9-6EC6-A898-32328608750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CBFAF9EF-54FA-6DBF-FDF8-A623E8D5AD0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D9F8439C-438E-A04D-A59C-63386EED19A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09D263EA-DDCB-EE32-F84D-77CDFBF9FB1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679143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5757A-EA02-C265-21ED-71321CEED2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A01451-0970-60C9-2FF6-E801CC876E88}"/>
              </a:ext>
            </a:extLst>
          </p:cNvPr>
          <p:cNvSpPr>
            <a:spLocks noGrp="1"/>
          </p:cNvSpPr>
          <p:nvPr>
            <p:ph sz="half" idx="1"/>
          </p:nvPr>
        </p:nvSpPr>
        <p:spPr/>
        <p:txBody>
          <a:bodyPr>
            <a:normAutofit/>
          </a:bodyPr>
          <a:lstStyle/>
          <a:p>
            <a:r>
              <a:rPr lang="en-US" dirty="0"/>
              <a:t>The correct location of 5 in the center block.</a:t>
            </a:r>
          </a:p>
        </p:txBody>
      </p:sp>
      <p:pic>
        <p:nvPicPr>
          <p:cNvPr id="4" name="Picture 3" descr="A grid of sudoku puzzle&#10;&#10;Description automatically generated">
            <a:extLst>
              <a:ext uri="{FF2B5EF4-FFF2-40B4-BE49-F238E27FC236}">
                <a16:creationId xmlns:a16="http://schemas.microsoft.com/office/drawing/2014/main" id="{02A60A85-1E72-9751-25F7-71967811953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02CD3AE-8804-A7D2-296F-9525D42AEFC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14EF027-7A95-FA4E-4559-7B402D030D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069B886-E38F-C6DD-8EDB-1230853318B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E1258EC-CA07-8490-44CF-1F4A2E05911C}"/>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93A0D4D-7260-ECBC-697F-EC78003170F2}"/>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D6898B6E-4BFE-D7AA-8109-1BD066E3F2E4}"/>
              </a:ext>
            </a:extLst>
          </p:cNvPr>
          <p:cNvSpPr txBox="1"/>
          <p:nvPr/>
        </p:nvSpPr>
        <p:spPr>
          <a:xfrm>
            <a:off x="5650090" y="767924"/>
            <a:ext cx="570089" cy="230832"/>
          </a:xfrm>
          <a:prstGeom prst="rect">
            <a:avLst/>
          </a:prstGeom>
          <a:noFill/>
        </p:spPr>
        <p:txBody>
          <a:bodyPr wrap="square" rtlCol="0">
            <a:spAutoFit/>
          </a:bodyPr>
          <a:lstStyle/>
          <a:p>
            <a:pPr algn="ctr"/>
            <a:r>
              <a:rPr lang="en-US" sz="900" dirty="0"/>
              <a:t>567</a:t>
            </a:r>
          </a:p>
        </p:txBody>
      </p:sp>
      <p:sp>
        <p:nvSpPr>
          <p:cNvPr id="10" name="TextBox 9">
            <a:extLst>
              <a:ext uri="{FF2B5EF4-FFF2-40B4-BE49-F238E27FC236}">
                <a16:creationId xmlns:a16="http://schemas.microsoft.com/office/drawing/2014/main" id="{85AA8B3B-E36C-BEFD-4373-475EFDBE29D3}"/>
              </a:ext>
            </a:extLst>
          </p:cNvPr>
          <p:cNvSpPr txBox="1"/>
          <p:nvPr/>
        </p:nvSpPr>
        <p:spPr>
          <a:xfrm>
            <a:off x="6654802" y="767924"/>
            <a:ext cx="570089" cy="230832"/>
          </a:xfrm>
          <a:prstGeom prst="rect">
            <a:avLst/>
          </a:prstGeom>
          <a:noFill/>
        </p:spPr>
        <p:txBody>
          <a:bodyPr wrap="square" rtlCol="0">
            <a:spAutoFit/>
          </a:bodyPr>
          <a:lstStyle/>
          <a:p>
            <a:pPr algn="ctr"/>
            <a:r>
              <a:rPr lang="en-US" sz="900" dirty="0"/>
              <a:t>789</a:t>
            </a:r>
          </a:p>
        </p:txBody>
      </p:sp>
      <p:sp>
        <p:nvSpPr>
          <p:cNvPr id="11" name="TextBox 10">
            <a:extLst>
              <a:ext uri="{FF2B5EF4-FFF2-40B4-BE49-F238E27FC236}">
                <a16:creationId xmlns:a16="http://schemas.microsoft.com/office/drawing/2014/main" id="{E1C7D6BF-1927-08B9-97EF-FC5994BC3020}"/>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6EDB54C4-5D72-7041-329C-C3D39A9B6103}"/>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B2C31C0F-F276-A4EE-8267-66F3BD8C34A2}"/>
              </a:ext>
            </a:extLst>
          </p:cNvPr>
          <p:cNvSpPr txBox="1"/>
          <p:nvPr/>
        </p:nvSpPr>
        <p:spPr>
          <a:xfrm>
            <a:off x="6152446" y="1576300"/>
            <a:ext cx="570089" cy="230832"/>
          </a:xfrm>
          <a:prstGeom prst="rect">
            <a:avLst/>
          </a:prstGeom>
          <a:noFill/>
        </p:spPr>
        <p:txBody>
          <a:bodyPr wrap="square" rtlCol="0">
            <a:spAutoFit/>
          </a:bodyPr>
          <a:lstStyle/>
          <a:p>
            <a:pPr algn="ctr"/>
            <a:r>
              <a:rPr lang="en-US" sz="900" dirty="0"/>
              <a:t>678</a:t>
            </a:r>
          </a:p>
        </p:txBody>
      </p:sp>
      <p:sp>
        <p:nvSpPr>
          <p:cNvPr id="14" name="TextBox 13">
            <a:extLst>
              <a:ext uri="{FF2B5EF4-FFF2-40B4-BE49-F238E27FC236}">
                <a16:creationId xmlns:a16="http://schemas.microsoft.com/office/drawing/2014/main" id="{0DF93513-992A-F3A7-E291-6B9867C75973}"/>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8F03DADE-FF58-0046-4B74-7AF2017059D8}"/>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155F7E1-CC4F-754A-1B36-AC1179E826A3}"/>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FAD9A9DB-EAD7-48C0-78B8-4EF03AEDC1F4}"/>
              </a:ext>
            </a:extLst>
          </p:cNvPr>
          <p:cNvSpPr txBox="1"/>
          <p:nvPr/>
        </p:nvSpPr>
        <p:spPr>
          <a:xfrm>
            <a:off x="5650090" y="2077244"/>
            <a:ext cx="570089" cy="230832"/>
          </a:xfrm>
          <a:prstGeom prst="rect">
            <a:avLst/>
          </a:prstGeom>
          <a:noFill/>
        </p:spPr>
        <p:txBody>
          <a:bodyPr wrap="square" rtlCol="0">
            <a:spAutoFit/>
          </a:bodyPr>
          <a:lstStyle/>
          <a:p>
            <a:pPr algn="ctr"/>
            <a:r>
              <a:rPr lang="en-US" sz="900" dirty="0"/>
              <a:t>45678</a:t>
            </a:r>
          </a:p>
        </p:txBody>
      </p:sp>
      <p:sp>
        <p:nvSpPr>
          <p:cNvPr id="18" name="TextBox 17">
            <a:extLst>
              <a:ext uri="{FF2B5EF4-FFF2-40B4-BE49-F238E27FC236}">
                <a16:creationId xmlns:a16="http://schemas.microsoft.com/office/drawing/2014/main" id="{00C41E10-870D-512B-1559-9A9D6850C3F1}"/>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96ECBDDB-6313-44D7-850B-1CD62063C41A}"/>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5F8D083-B8B9-A226-332F-34A31082576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2" name="TextBox 21">
            <a:extLst>
              <a:ext uri="{FF2B5EF4-FFF2-40B4-BE49-F238E27FC236}">
                <a16:creationId xmlns:a16="http://schemas.microsoft.com/office/drawing/2014/main" id="{4009F810-6288-F249-90A6-8691F019774F}"/>
              </a:ext>
            </a:extLst>
          </p:cNvPr>
          <p:cNvSpPr txBox="1"/>
          <p:nvPr/>
        </p:nvSpPr>
        <p:spPr>
          <a:xfrm>
            <a:off x="6152446" y="2404765"/>
            <a:ext cx="570089" cy="230832"/>
          </a:xfrm>
          <a:prstGeom prst="rect">
            <a:avLst/>
          </a:prstGeom>
          <a:noFill/>
        </p:spPr>
        <p:txBody>
          <a:bodyPr wrap="square" rtlCol="0">
            <a:spAutoFit/>
          </a:bodyPr>
          <a:lstStyle/>
          <a:p>
            <a:pPr algn="ctr"/>
            <a:r>
              <a:rPr lang="en-US" sz="900" dirty="0"/>
              <a:t>56</a:t>
            </a:r>
          </a:p>
        </p:txBody>
      </p:sp>
      <p:sp>
        <p:nvSpPr>
          <p:cNvPr id="23" name="TextBox 22">
            <a:extLst>
              <a:ext uri="{FF2B5EF4-FFF2-40B4-BE49-F238E27FC236}">
                <a16:creationId xmlns:a16="http://schemas.microsoft.com/office/drawing/2014/main" id="{CB33A775-C135-EAB6-9693-473E65461860}"/>
              </a:ext>
            </a:extLst>
          </p:cNvPr>
          <p:cNvSpPr txBox="1"/>
          <p:nvPr/>
        </p:nvSpPr>
        <p:spPr>
          <a:xfrm>
            <a:off x="6654802" y="2404765"/>
            <a:ext cx="570089" cy="230832"/>
          </a:xfrm>
          <a:prstGeom prst="rect">
            <a:avLst/>
          </a:prstGeom>
          <a:noFill/>
        </p:spPr>
        <p:txBody>
          <a:bodyPr wrap="square" rtlCol="0">
            <a:spAutoFit/>
          </a:bodyPr>
          <a:lstStyle/>
          <a:p>
            <a:pPr algn="ctr"/>
            <a:r>
              <a:rPr lang="en-US" sz="900" dirty="0"/>
              <a:t>67</a:t>
            </a:r>
          </a:p>
        </p:txBody>
      </p:sp>
      <p:sp>
        <p:nvSpPr>
          <p:cNvPr id="24" name="TextBox 23">
            <a:extLst>
              <a:ext uri="{FF2B5EF4-FFF2-40B4-BE49-F238E27FC236}">
                <a16:creationId xmlns:a16="http://schemas.microsoft.com/office/drawing/2014/main" id="{B2D79EEF-B36C-F762-89AD-D61DF3264AC0}"/>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7" name="TextBox 26">
            <a:extLst>
              <a:ext uri="{FF2B5EF4-FFF2-40B4-BE49-F238E27FC236}">
                <a16:creationId xmlns:a16="http://schemas.microsoft.com/office/drawing/2014/main" id="{CB22B6FA-0E04-0F39-16C2-365928760E92}"/>
              </a:ext>
            </a:extLst>
          </p:cNvPr>
          <p:cNvSpPr txBox="1"/>
          <p:nvPr/>
        </p:nvSpPr>
        <p:spPr>
          <a:xfrm>
            <a:off x="7157158" y="2905709"/>
            <a:ext cx="570089" cy="230832"/>
          </a:xfrm>
          <a:prstGeom prst="rect">
            <a:avLst/>
          </a:prstGeom>
          <a:noFill/>
        </p:spPr>
        <p:txBody>
          <a:bodyPr wrap="square" rtlCol="0">
            <a:spAutoFit/>
          </a:bodyPr>
          <a:lstStyle/>
          <a:p>
            <a:pPr algn="ctr"/>
            <a:r>
              <a:rPr lang="en-US" sz="900" dirty="0"/>
              <a:t>78</a:t>
            </a:r>
          </a:p>
        </p:txBody>
      </p:sp>
      <p:sp>
        <p:nvSpPr>
          <p:cNvPr id="28" name="TextBox 27">
            <a:extLst>
              <a:ext uri="{FF2B5EF4-FFF2-40B4-BE49-F238E27FC236}">
                <a16:creationId xmlns:a16="http://schemas.microsoft.com/office/drawing/2014/main" id="{6F36AD2F-7A66-765A-64E8-655B4424C874}"/>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1D005348-4C75-653E-CAC6-BA08FF0EE65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6122C142-FD7E-DAE3-EB59-2289F53A1EF8}"/>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0A562940-17B5-2833-0EC0-2006433BDBCF}"/>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2" name="TextBox 31">
            <a:extLst>
              <a:ext uri="{FF2B5EF4-FFF2-40B4-BE49-F238E27FC236}">
                <a16:creationId xmlns:a16="http://schemas.microsoft.com/office/drawing/2014/main" id="{EEA322DF-316F-EE07-15C6-F99204543664}"/>
              </a:ext>
            </a:extLst>
          </p:cNvPr>
          <p:cNvSpPr txBox="1"/>
          <p:nvPr/>
        </p:nvSpPr>
        <p:spPr>
          <a:xfrm>
            <a:off x="7157158" y="3406653"/>
            <a:ext cx="570089" cy="230832"/>
          </a:xfrm>
          <a:prstGeom prst="rect">
            <a:avLst/>
          </a:prstGeom>
          <a:noFill/>
        </p:spPr>
        <p:txBody>
          <a:bodyPr wrap="square" rtlCol="0">
            <a:spAutoFit/>
          </a:bodyPr>
          <a:lstStyle/>
          <a:p>
            <a:pPr algn="ctr"/>
            <a:r>
              <a:rPr lang="en-US" sz="900" dirty="0"/>
              <a:t>89</a:t>
            </a:r>
          </a:p>
        </p:txBody>
      </p:sp>
      <p:sp>
        <p:nvSpPr>
          <p:cNvPr id="33" name="TextBox 32">
            <a:extLst>
              <a:ext uri="{FF2B5EF4-FFF2-40B4-BE49-F238E27FC236}">
                <a16:creationId xmlns:a16="http://schemas.microsoft.com/office/drawing/2014/main" id="{4B957709-C371-31A0-15AA-B7629B5C569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FD75962-6BC4-3CEE-89E3-0899AAC1533B}"/>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425404E2-8E17-BD8E-0E07-034467C0B0C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1C373A3-9C48-909E-7AEC-3B07B9A0592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833B0F41-200E-36A3-4B72-6E7A4677C203}"/>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7E996417-0573-CB3A-E20F-F1026F98BDE5}"/>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4C82D1AC-1408-B6DD-1AD1-49CC1EC46E62}"/>
              </a:ext>
            </a:extLst>
          </p:cNvPr>
          <p:cNvSpPr txBox="1"/>
          <p:nvPr/>
        </p:nvSpPr>
        <p:spPr>
          <a:xfrm>
            <a:off x="6152446" y="4282414"/>
            <a:ext cx="570089" cy="230832"/>
          </a:xfrm>
          <a:prstGeom prst="rect">
            <a:avLst/>
          </a:prstGeom>
          <a:noFill/>
        </p:spPr>
        <p:txBody>
          <a:bodyPr wrap="square" rtlCol="0">
            <a:spAutoFit/>
          </a:bodyPr>
          <a:lstStyle/>
          <a:p>
            <a:pPr algn="ctr"/>
            <a:r>
              <a:rPr lang="en-US" sz="900" dirty="0"/>
              <a:t>678</a:t>
            </a:r>
          </a:p>
        </p:txBody>
      </p:sp>
      <p:sp>
        <p:nvSpPr>
          <p:cNvPr id="43" name="TextBox 42">
            <a:extLst>
              <a:ext uri="{FF2B5EF4-FFF2-40B4-BE49-F238E27FC236}">
                <a16:creationId xmlns:a16="http://schemas.microsoft.com/office/drawing/2014/main" id="{135C39B5-D386-DE81-4F33-76B299D1151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F4FF084D-3E4F-9304-5D80-488FC7309568}"/>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5" name="TextBox 44">
            <a:extLst>
              <a:ext uri="{FF2B5EF4-FFF2-40B4-BE49-F238E27FC236}">
                <a16:creationId xmlns:a16="http://schemas.microsoft.com/office/drawing/2014/main" id="{3AE81011-E0C6-7528-9178-74A5AD7074B4}"/>
              </a:ext>
            </a:extLst>
          </p:cNvPr>
          <p:cNvSpPr txBox="1"/>
          <p:nvPr/>
        </p:nvSpPr>
        <p:spPr>
          <a:xfrm>
            <a:off x="5650090" y="5075024"/>
            <a:ext cx="570089" cy="230832"/>
          </a:xfrm>
          <a:prstGeom prst="rect">
            <a:avLst/>
          </a:prstGeom>
          <a:noFill/>
        </p:spPr>
        <p:txBody>
          <a:bodyPr wrap="square" rtlCol="0">
            <a:spAutoFit/>
          </a:bodyPr>
          <a:lstStyle/>
          <a:p>
            <a:pPr algn="ctr"/>
            <a:r>
              <a:rPr lang="en-US" sz="900" dirty="0"/>
              <a:t>56</a:t>
            </a:r>
          </a:p>
        </p:txBody>
      </p:sp>
      <p:sp>
        <p:nvSpPr>
          <p:cNvPr id="46" name="TextBox 45">
            <a:extLst>
              <a:ext uri="{FF2B5EF4-FFF2-40B4-BE49-F238E27FC236}">
                <a16:creationId xmlns:a16="http://schemas.microsoft.com/office/drawing/2014/main" id="{2D15B2F2-3BAB-6B3D-88C6-A8A6A6D454C3}"/>
              </a:ext>
            </a:extLst>
          </p:cNvPr>
          <p:cNvSpPr txBox="1"/>
          <p:nvPr/>
        </p:nvSpPr>
        <p:spPr>
          <a:xfrm>
            <a:off x="6654802" y="5075024"/>
            <a:ext cx="570089" cy="230832"/>
          </a:xfrm>
          <a:prstGeom prst="rect">
            <a:avLst/>
          </a:prstGeom>
          <a:noFill/>
        </p:spPr>
        <p:txBody>
          <a:bodyPr wrap="square" rtlCol="0">
            <a:spAutoFit/>
          </a:bodyPr>
          <a:lstStyle/>
          <a:p>
            <a:pPr algn="ctr"/>
            <a:r>
              <a:rPr lang="en-US" sz="900" dirty="0"/>
              <a:t>789</a:t>
            </a:r>
          </a:p>
        </p:txBody>
      </p:sp>
      <p:sp>
        <p:nvSpPr>
          <p:cNvPr id="47" name="TextBox 46">
            <a:extLst>
              <a:ext uri="{FF2B5EF4-FFF2-40B4-BE49-F238E27FC236}">
                <a16:creationId xmlns:a16="http://schemas.microsoft.com/office/drawing/2014/main" id="{D7AF07CC-C551-6D71-0613-A0BE9191521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0BE1A7C-225F-E595-03AC-C2CEC256D3C9}"/>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1526318-8685-8E59-F16E-4823B471EFF7}"/>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A0AFD2ED-AE29-3B09-0E56-7A1190176374}"/>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DB041988-32BA-2F92-7AF3-134782F2ED93}"/>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A50E6216-29E2-BE4E-69ED-1742579DCE5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a:t>
            </a:r>
          </a:p>
        </p:txBody>
      </p:sp>
      <p:sp>
        <p:nvSpPr>
          <p:cNvPr id="54" name="TextBox 53">
            <a:extLst>
              <a:ext uri="{FF2B5EF4-FFF2-40B4-BE49-F238E27FC236}">
                <a16:creationId xmlns:a16="http://schemas.microsoft.com/office/drawing/2014/main" id="{26D31C8B-EB7A-5F15-8CA9-B1DB1EF585C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B72C7918-7547-C5EA-5F7B-F12BEBCB5248}"/>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6E14FE76-1813-9E85-25BC-853E0FE6F885}"/>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5B27B33C-AAC2-7F0B-6B8C-9728B6F3799D}"/>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CBB07C4C-8C6C-62E4-ED3D-B0B96C6A4C0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95D7F89A-1A36-8D50-ACD5-88410ADAE0F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52B4E5AC-6746-0263-11F3-AB391C158728}"/>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2424A8E2-071D-98F3-6C1A-81E30C04570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329FF67E-1C5A-E6D5-EC7C-0301C4AEB37D}"/>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5C9F47F1-EAC6-9F7A-9488-1D680801BE0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8B333600-BA81-1E88-7F9C-3A11051B9A3C}"/>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98351D13-0452-3CC2-CFB5-40719BC7F96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184AC4F-A7DF-B055-BA9D-0F642CD7D838}"/>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4352A24-474C-D3D2-1802-58678AC32B1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B4BF9DB-EFBC-043F-BCB0-B19A011897F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C469C07-20B7-3724-D5CA-F7D1B412D7B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A2EE1A08-6A4E-2A96-A8B0-5092DA45FF2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06823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6CA00-54F6-BA03-0435-D5EFDCF8B4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B68EEA-3DB7-7550-4AA1-BFDDF7A8CD9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8A0C867-D179-C2E7-C958-B351996FEE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C936B06-7629-00CC-4F80-145B0B8DF4A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B19500-399A-CFEA-EFA6-95FE828CB2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FDDDD14-3173-AD96-4723-F9C720515C3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1FC8AA9-15B8-855A-227B-54B45DD2C3FD}"/>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C0865488-8B38-7724-5067-74A68B40C5CC}"/>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9" name="TextBox 8">
            <a:extLst>
              <a:ext uri="{FF2B5EF4-FFF2-40B4-BE49-F238E27FC236}">
                <a16:creationId xmlns:a16="http://schemas.microsoft.com/office/drawing/2014/main" id="{9F11B76D-7DAA-8202-B940-2A964B5AC339}"/>
              </a:ext>
            </a:extLst>
          </p:cNvPr>
          <p:cNvSpPr txBox="1"/>
          <p:nvPr/>
        </p:nvSpPr>
        <p:spPr>
          <a:xfrm>
            <a:off x="5650090" y="767924"/>
            <a:ext cx="570089" cy="230832"/>
          </a:xfrm>
          <a:prstGeom prst="rect">
            <a:avLst/>
          </a:prstGeom>
          <a:noFill/>
        </p:spPr>
        <p:txBody>
          <a:bodyPr wrap="square" rtlCol="0">
            <a:spAutoFit/>
          </a:bodyPr>
          <a:lstStyle/>
          <a:p>
            <a:pPr algn="ctr"/>
            <a:r>
              <a:rPr lang="en-US" sz="900" dirty="0"/>
              <a:t>67</a:t>
            </a:r>
          </a:p>
        </p:txBody>
      </p:sp>
      <p:sp>
        <p:nvSpPr>
          <p:cNvPr id="10" name="TextBox 9">
            <a:extLst>
              <a:ext uri="{FF2B5EF4-FFF2-40B4-BE49-F238E27FC236}">
                <a16:creationId xmlns:a16="http://schemas.microsoft.com/office/drawing/2014/main" id="{32CC4143-9FA4-858E-AC10-3597B55BB74C}"/>
              </a:ext>
            </a:extLst>
          </p:cNvPr>
          <p:cNvSpPr txBox="1"/>
          <p:nvPr/>
        </p:nvSpPr>
        <p:spPr>
          <a:xfrm>
            <a:off x="6654802" y="767924"/>
            <a:ext cx="570089" cy="230832"/>
          </a:xfrm>
          <a:prstGeom prst="rect">
            <a:avLst/>
          </a:prstGeom>
          <a:noFill/>
        </p:spPr>
        <p:txBody>
          <a:bodyPr wrap="square" rtlCol="0">
            <a:spAutoFit/>
          </a:bodyPr>
          <a:lstStyle/>
          <a:p>
            <a:pPr algn="ctr"/>
            <a:r>
              <a:rPr lang="en-US" sz="900" dirty="0"/>
              <a:t>89</a:t>
            </a:r>
          </a:p>
        </p:txBody>
      </p:sp>
      <p:sp>
        <p:nvSpPr>
          <p:cNvPr id="11" name="TextBox 10">
            <a:extLst>
              <a:ext uri="{FF2B5EF4-FFF2-40B4-BE49-F238E27FC236}">
                <a16:creationId xmlns:a16="http://schemas.microsoft.com/office/drawing/2014/main" id="{241FD9EE-B4EF-2C6A-9BE4-1A307C86F5AD}"/>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A8F3CFCB-E7AB-CA88-75B6-B3B5B95DB96A}"/>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3" name="TextBox 12">
            <a:extLst>
              <a:ext uri="{FF2B5EF4-FFF2-40B4-BE49-F238E27FC236}">
                <a16:creationId xmlns:a16="http://schemas.microsoft.com/office/drawing/2014/main" id="{ED5075C3-AC46-5119-BCB5-2CA64176BFD9}"/>
              </a:ext>
            </a:extLst>
          </p:cNvPr>
          <p:cNvSpPr txBox="1"/>
          <p:nvPr/>
        </p:nvSpPr>
        <p:spPr>
          <a:xfrm>
            <a:off x="6152446" y="1576300"/>
            <a:ext cx="570089" cy="230832"/>
          </a:xfrm>
          <a:prstGeom prst="rect">
            <a:avLst/>
          </a:prstGeom>
          <a:noFill/>
        </p:spPr>
        <p:txBody>
          <a:bodyPr wrap="square" rtlCol="0">
            <a:spAutoFit/>
          </a:bodyPr>
          <a:lstStyle/>
          <a:p>
            <a:pPr algn="ctr"/>
            <a:r>
              <a:rPr lang="en-US" sz="900" dirty="0"/>
              <a:t>78</a:t>
            </a:r>
          </a:p>
        </p:txBody>
      </p:sp>
      <p:sp>
        <p:nvSpPr>
          <p:cNvPr id="14" name="TextBox 13">
            <a:extLst>
              <a:ext uri="{FF2B5EF4-FFF2-40B4-BE49-F238E27FC236}">
                <a16:creationId xmlns:a16="http://schemas.microsoft.com/office/drawing/2014/main" id="{78F542F0-FFC2-114B-9E1A-2077000A585B}"/>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A164E12A-1D51-D974-2EB6-E15CA852A575}"/>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E263587-B357-4ED5-E025-DB29535AB8AE}"/>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72F8203B-F3A4-1929-32E6-2A1160EA89D8}"/>
              </a:ext>
            </a:extLst>
          </p:cNvPr>
          <p:cNvSpPr txBox="1"/>
          <p:nvPr/>
        </p:nvSpPr>
        <p:spPr>
          <a:xfrm>
            <a:off x="5650090" y="2077244"/>
            <a:ext cx="570089" cy="230832"/>
          </a:xfrm>
          <a:prstGeom prst="rect">
            <a:avLst/>
          </a:prstGeom>
          <a:noFill/>
        </p:spPr>
        <p:txBody>
          <a:bodyPr wrap="square" rtlCol="0">
            <a:spAutoFit/>
          </a:bodyPr>
          <a:lstStyle/>
          <a:p>
            <a:pPr algn="ctr"/>
            <a:r>
              <a:rPr lang="en-US" sz="900" dirty="0"/>
              <a:t>4678</a:t>
            </a:r>
          </a:p>
        </p:txBody>
      </p:sp>
      <p:sp>
        <p:nvSpPr>
          <p:cNvPr id="18" name="TextBox 17">
            <a:extLst>
              <a:ext uri="{FF2B5EF4-FFF2-40B4-BE49-F238E27FC236}">
                <a16:creationId xmlns:a16="http://schemas.microsoft.com/office/drawing/2014/main" id="{A194A341-E1E7-7740-A2CF-A0F9144076AE}"/>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6FA96722-B7AC-2DC3-D899-7EA4741AE746}"/>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97DC8CB1-6FE7-C810-C109-68502CE2C223}"/>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01CD212E-994A-FAF4-5B3B-CC2C14D412DC}"/>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6D3E933A-4B20-5B02-5B27-1D41903D8C56}"/>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A18C2C75-10F1-D001-73B6-49D447F8450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767BF651-1F79-642A-79EB-8633EA85379C}"/>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4A512544-C5F5-B016-22FF-1270F4FC98DB}"/>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A2B611C2-9049-3BC0-D404-649A04E5206B}"/>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AD7BEACB-00FE-287F-8E95-C228F1053485}"/>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3A0BA79D-7B37-2EFA-CEFD-900910CD071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4237BEA8-76A6-A8E4-F9A7-9E8E470204B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6B6E6BDF-2798-78F2-99D0-E77DF8B4FA44}"/>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16799BF1-7FF3-BFCE-382C-FB00D7AF84D5}"/>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BDC4980C-BAAB-B95E-0FC4-771292C514AF}"/>
              </a:ext>
            </a:extLst>
          </p:cNvPr>
          <p:cNvSpPr txBox="1"/>
          <p:nvPr/>
        </p:nvSpPr>
        <p:spPr>
          <a:xfrm>
            <a:off x="6152446" y="4282414"/>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8405C4BA-7948-547B-DEC5-4BF293FC93D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9AB18A13-5E82-6F88-CDE8-7DD51FAB6C0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6" name="TextBox 45">
            <a:extLst>
              <a:ext uri="{FF2B5EF4-FFF2-40B4-BE49-F238E27FC236}">
                <a16:creationId xmlns:a16="http://schemas.microsoft.com/office/drawing/2014/main" id="{ED4DFB87-3CAE-0B8C-3764-42143003C36C}"/>
              </a:ext>
            </a:extLst>
          </p:cNvPr>
          <p:cNvSpPr txBox="1"/>
          <p:nvPr/>
        </p:nvSpPr>
        <p:spPr>
          <a:xfrm>
            <a:off x="6654802" y="5075024"/>
            <a:ext cx="570089" cy="230832"/>
          </a:xfrm>
          <a:prstGeom prst="rect">
            <a:avLst/>
          </a:prstGeom>
          <a:noFill/>
        </p:spPr>
        <p:txBody>
          <a:bodyPr wrap="square" rtlCol="0">
            <a:spAutoFit/>
          </a:bodyPr>
          <a:lstStyle/>
          <a:p>
            <a:pPr algn="ctr"/>
            <a:r>
              <a:rPr lang="en-US" sz="900" dirty="0"/>
              <a:t>89</a:t>
            </a:r>
          </a:p>
        </p:txBody>
      </p:sp>
      <p:sp>
        <p:nvSpPr>
          <p:cNvPr id="47" name="TextBox 46">
            <a:extLst>
              <a:ext uri="{FF2B5EF4-FFF2-40B4-BE49-F238E27FC236}">
                <a16:creationId xmlns:a16="http://schemas.microsoft.com/office/drawing/2014/main" id="{81F23236-3108-1437-9AB9-A69B28EE46B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FB0EC14-B6BD-503F-2764-4726A749513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BCDDFB94-ED14-E153-A198-424FB888B18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40CBF9DF-1609-17D9-7910-FF12181D41DB}"/>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A5B2777A-8D42-CD18-CEF1-EC6F054BBE76}"/>
              </a:ext>
            </a:extLst>
          </p:cNvPr>
          <p:cNvSpPr txBox="1"/>
          <p:nvPr/>
        </p:nvSpPr>
        <p:spPr>
          <a:xfrm>
            <a:off x="7157158" y="5073601"/>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A765D749-7B78-7C75-D13F-35453970FF0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556C3A14-9750-27C5-866C-AC7D662F008A}"/>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B99F0BF-30FF-385A-A2AF-44C5B3F4DE6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456789</a:t>
            </a:r>
          </a:p>
        </p:txBody>
      </p:sp>
      <p:sp>
        <p:nvSpPr>
          <p:cNvPr id="56" name="TextBox 55">
            <a:extLst>
              <a:ext uri="{FF2B5EF4-FFF2-40B4-BE49-F238E27FC236}">
                <a16:creationId xmlns:a16="http://schemas.microsoft.com/office/drawing/2014/main" id="{2D4E3C4C-4164-E630-7C42-F32AD9392FE2}"/>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6B4B60E8-396D-19D2-85C7-F29CF6C36D3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45679</a:t>
            </a:r>
          </a:p>
        </p:txBody>
      </p:sp>
      <p:sp>
        <p:nvSpPr>
          <p:cNvPr id="58" name="TextBox 57">
            <a:extLst>
              <a:ext uri="{FF2B5EF4-FFF2-40B4-BE49-F238E27FC236}">
                <a16:creationId xmlns:a16="http://schemas.microsoft.com/office/drawing/2014/main" id="{5A30511D-1397-55F9-C8F6-39E3EF0922DC}"/>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4678</a:t>
            </a:r>
          </a:p>
        </p:txBody>
      </p:sp>
      <p:sp>
        <p:nvSpPr>
          <p:cNvPr id="59" name="TextBox 58">
            <a:extLst>
              <a:ext uri="{FF2B5EF4-FFF2-40B4-BE49-F238E27FC236}">
                <a16:creationId xmlns:a16="http://schemas.microsoft.com/office/drawing/2014/main" id="{4EE64FB7-CB25-FB88-E191-947B3DB192F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EF0F88CB-6489-C6AC-F379-CBD1A15BB419}"/>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48118056-571D-EDCC-5C45-00852132A22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4AC11968-00EC-D09C-9C42-E8F067DABBE0}"/>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B455DD06-A376-74B4-B1BC-76D7A892264E}"/>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58892DE2-D3BB-65C4-13B3-03B256EDA165}"/>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08306629-44A5-40F5-9702-2B3759135C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3AB2DB5-A902-DB7A-D3AD-D4E14FAA30F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DDEA5E0-65BA-17C5-6A26-5B172821793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F9BADF0-0E49-375E-4619-C285A5FA0F7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D25B087-2332-B52F-C392-9B0B321B87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C6A0461-6717-7841-D601-79AB64DD419D}"/>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173EA68D-7648-0B12-D47A-0932E7A5F7AE}"/>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90E4F621-299A-62AF-15A7-CF769DE1450B}"/>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02A39390-130A-27AC-D375-D271B3D44789}"/>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22CBDDA4-C731-ED10-515D-5507D66A3724}"/>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4226839-3673-E13B-FECB-9BB89ED426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2552679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D6AE3-78CA-BCD0-E5D3-C155A05FA0D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28F7BC-D4DF-C647-C8ED-4F32C0AC711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788EF9C-2411-278A-3A44-6A699062C1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DC636D-5DCE-DE15-2B4C-EF867DC3BC7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1275733-EB47-30F4-778A-779603D9AFD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E3469CC-AC56-299B-AEED-4486B65154C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FF56B0-4707-4C1C-C169-D9E87A9C7771}"/>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816839AE-98B8-5655-644E-8EAE63176376}"/>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D204986E-E202-3686-0D66-AEC1FB51C023}"/>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5E89F9AC-349D-2225-CA28-0907C17B8672}"/>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4" name="TextBox 13">
            <a:extLst>
              <a:ext uri="{FF2B5EF4-FFF2-40B4-BE49-F238E27FC236}">
                <a16:creationId xmlns:a16="http://schemas.microsoft.com/office/drawing/2014/main" id="{E07F7FA0-2C3D-56F9-C7AF-B19A56C30F92}"/>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A527C20D-AC97-BA68-01A9-D1EDB9F16F54}"/>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00FC732D-7D8D-BE8F-0060-D73CAFB263D3}"/>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11152F15-74B6-ABD7-F963-C1159EC755F8}"/>
              </a:ext>
            </a:extLst>
          </p:cNvPr>
          <p:cNvSpPr txBox="1"/>
          <p:nvPr/>
        </p:nvSpPr>
        <p:spPr>
          <a:xfrm>
            <a:off x="5650090" y="2077244"/>
            <a:ext cx="570089" cy="230832"/>
          </a:xfrm>
          <a:prstGeom prst="rect">
            <a:avLst/>
          </a:prstGeom>
          <a:noFill/>
        </p:spPr>
        <p:txBody>
          <a:bodyPr wrap="square" rtlCol="0">
            <a:spAutoFit/>
          </a:bodyPr>
          <a:lstStyle/>
          <a:p>
            <a:pPr algn="ctr"/>
            <a:r>
              <a:rPr lang="en-US" sz="900" dirty="0"/>
              <a:t>478</a:t>
            </a:r>
          </a:p>
        </p:txBody>
      </p:sp>
      <p:sp>
        <p:nvSpPr>
          <p:cNvPr id="18" name="TextBox 17">
            <a:extLst>
              <a:ext uri="{FF2B5EF4-FFF2-40B4-BE49-F238E27FC236}">
                <a16:creationId xmlns:a16="http://schemas.microsoft.com/office/drawing/2014/main" id="{723DC74F-AA5E-0D3B-35D3-BD60EE7E27C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E0441F7B-991D-4AFC-0D53-E37E0F0BDF88}"/>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52EF875-9531-C5FF-EB88-E66338D8B40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D6CAE470-BF50-B884-3BA2-A21EB1BFFB2C}"/>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86617516-4AC7-5C94-8FCD-9008DBA2BE66}"/>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E17BBA04-FB42-10FE-F7F0-90CF2F654C0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4DA5BF93-3532-EE32-F3FE-3C0573DDE677}"/>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0A4C66FF-439F-07F3-9214-603C3301F7F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11D38945-9B76-AF88-C890-4957C9D46B90}"/>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1FE7FBFE-72BC-FAC7-BCCD-9787D2DCBA32}"/>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A2DB34FA-B024-8239-B5C5-C4E560C4BA63}"/>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4A31D76-DDD8-0FA3-1A8A-A63B111B401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A9D5443D-FAAF-A8BB-9F86-EA875A123E75}"/>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229622DB-988E-2058-CFE3-CF5873C61806}"/>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2" name="TextBox 41">
            <a:extLst>
              <a:ext uri="{FF2B5EF4-FFF2-40B4-BE49-F238E27FC236}">
                <a16:creationId xmlns:a16="http://schemas.microsoft.com/office/drawing/2014/main" id="{2A2B0E28-DB8E-DDC9-D6D8-3C5FCB76C01C}"/>
              </a:ext>
            </a:extLst>
          </p:cNvPr>
          <p:cNvSpPr txBox="1"/>
          <p:nvPr/>
        </p:nvSpPr>
        <p:spPr>
          <a:xfrm>
            <a:off x="6152446" y="4282414"/>
            <a:ext cx="570089" cy="230832"/>
          </a:xfrm>
          <a:prstGeom prst="rect">
            <a:avLst/>
          </a:prstGeom>
          <a:noFill/>
        </p:spPr>
        <p:txBody>
          <a:bodyPr wrap="square" rtlCol="0">
            <a:spAutoFit/>
          </a:bodyPr>
          <a:lstStyle/>
          <a:p>
            <a:pPr algn="ctr"/>
            <a:r>
              <a:rPr lang="en-US" sz="900" dirty="0"/>
              <a:t>78</a:t>
            </a:r>
          </a:p>
        </p:txBody>
      </p:sp>
      <p:sp>
        <p:nvSpPr>
          <p:cNvPr id="43" name="TextBox 42">
            <a:extLst>
              <a:ext uri="{FF2B5EF4-FFF2-40B4-BE49-F238E27FC236}">
                <a16:creationId xmlns:a16="http://schemas.microsoft.com/office/drawing/2014/main" id="{FB932BAF-E2F9-AE94-9745-BF852E6483C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CEADD4A0-C6BD-94C4-985D-740107800F83}"/>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6" name="TextBox 45">
            <a:extLst>
              <a:ext uri="{FF2B5EF4-FFF2-40B4-BE49-F238E27FC236}">
                <a16:creationId xmlns:a16="http://schemas.microsoft.com/office/drawing/2014/main" id="{8CD38F61-53E0-B12A-CD64-19199808240A}"/>
              </a:ext>
            </a:extLst>
          </p:cNvPr>
          <p:cNvSpPr txBox="1"/>
          <p:nvPr/>
        </p:nvSpPr>
        <p:spPr>
          <a:xfrm>
            <a:off x="6654802" y="5075024"/>
            <a:ext cx="570089" cy="230832"/>
          </a:xfrm>
          <a:prstGeom prst="rect">
            <a:avLst/>
          </a:prstGeom>
          <a:noFill/>
        </p:spPr>
        <p:txBody>
          <a:bodyPr wrap="square" rtlCol="0">
            <a:spAutoFit/>
          </a:bodyPr>
          <a:lstStyle/>
          <a:p>
            <a:pPr algn="ctr"/>
            <a:r>
              <a:rPr lang="en-US" sz="900" dirty="0"/>
              <a:t>89</a:t>
            </a:r>
          </a:p>
        </p:txBody>
      </p:sp>
      <p:sp>
        <p:nvSpPr>
          <p:cNvPr id="47" name="TextBox 46">
            <a:extLst>
              <a:ext uri="{FF2B5EF4-FFF2-40B4-BE49-F238E27FC236}">
                <a16:creationId xmlns:a16="http://schemas.microsoft.com/office/drawing/2014/main" id="{030B6ABD-940C-2F91-0A7E-9C276147027A}"/>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628E544-4A6E-604E-A2F2-BBB137C5966A}"/>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106826DE-5B22-E147-9EE2-CFC114048BE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58337B1A-1351-F970-2C58-BF531591C9B6}"/>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283AD6E5-C167-724B-E12B-2061718E9A43}"/>
              </a:ext>
            </a:extLst>
          </p:cNvPr>
          <p:cNvSpPr txBox="1"/>
          <p:nvPr/>
        </p:nvSpPr>
        <p:spPr>
          <a:xfrm>
            <a:off x="7157158" y="5073601"/>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3A145505-3D0E-7C2C-CC38-7D7D8A915413}"/>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22141513-19D6-B7B1-7F82-144C0F5086BD}"/>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6FAD9DC2-4151-E838-592E-5B1D8C822ED2}"/>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a:t>
            </a:r>
          </a:p>
        </p:txBody>
      </p:sp>
      <p:sp>
        <p:nvSpPr>
          <p:cNvPr id="56" name="TextBox 55">
            <a:extLst>
              <a:ext uri="{FF2B5EF4-FFF2-40B4-BE49-F238E27FC236}">
                <a16:creationId xmlns:a16="http://schemas.microsoft.com/office/drawing/2014/main" id="{85BAF6D1-1347-59A7-69B6-8C3130853A14}"/>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7AD6E90-0675-529A-BCDE-1302949612BE}"/>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EEFB71E5-E834-A357-7655-782C26269584}"/>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59" name="TextBox 58">
            <a:extLst>
              <a:ext uri="{FF2B5EF4-FFF2-40B4-BE49-F238E27FC236}">
                <a16:creationId xmlns:a16="http://schemas.microsoft.com/office/drawing/2014/main" id="{A3E4E6FD-D187-8BCD-A3C0-DB4571BBA6B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66B8FE40-49BE-1ABE-030D-4270C202BDD3}"/>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B8626C91-A766-8689-E70A-2F81A457D81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775611CF-E398-3C3F-57B6-1770856511F5}"/>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0357F1AD-3BDA-A2F8-B793-7A099A12775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27F06842-11CF-6E54-5524-56E0AFA64564}"/>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50D4AE96-921F-3C7A-BD57-BE9E5B9B557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8A859CE-3854-16DB-4574-AC1DBC8215D7}"/>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3616C143-A1DC-08B2-F1B1-A6EC2BE2F77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C799498D-9F87-30F4-F1C4-CF2ECFDAADD8}"/>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248A37F-E8CE-3DF5-6AA2-56ECE4816ED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01AE379E-62F1-A39A-CF0F-CD1E6598F115}"/>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8D0CFD9F-3580-726F-7DA5-C1D5E394166E}"/>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9C91A3E3-C8C1-76F6-2D33-1E29EA0D0D08}"/>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649BF17-BC3C-81B9-22B9-8DC62D04446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CE144FD0-4CBF-90E5-6CB1-DB35485D7A46}"/>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8BBD8DF-8865-8FE6-CB59-3CAA0CBF82B5}"/>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6291151-586A-C170-5A4C-6854A49A8AA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526B3B0-EC92-68E3-F295-5D88487EB61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F7D5E9B0-D7BD-1B05-C159-495DB642CED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2610901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30CD-F1F7-8452-DA8A-AE0D31B3AF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BDD69E-4003-0EE6-D1BE-8A75CB31935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87CF290-8A53-4FC8-D02D-0EEC3B28EE5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23B9A98-93E7-538D-ADC7-DB998EE3B7E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B4751F9-825A-714B-BCAA-2363024C102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B52090-D83A-FA4D-BE50-BC0A0307AC0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2BFC0D5-F984-57F3-B9EB-69F85CCDD596}"/>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7988EFA9-0E71-7917-6773-247B0AB3F17B}"/>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9919C3D5-1CF2-876D-0B6B-CE4FE90E9408}"/>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8B3C7CE1-47D7-CD2F-F5EE-9BB0D9E69B3E}"/>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4" name="TextBox 13">
            <a:extLst>
              <a:ext uri="{FF2B5EF4-FFF2-40B4-BE49-F238E27FC236}">
                <a16:creationId xmlns:a16="http://schemas.microsoft.com/office/drawing/2014/main" id="{BE4DE76E-5AF3-2816-A1F2-75998C8F2FD0}"/>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4E763BD3-0AEC-4C4B-C7F0-F9ACF8D404A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6DE11254-ECB8-615D-F89A-BE664B92F1C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C1703F46-C097-461D-F03F-BF82F25FA62F}"/>
              </a:ext>
            </a:extLst>
          </p:cNvPr>
          <p:cNvSpPr txBox="1"/>
          <p:nvPr/>
        </p:nvSpPr>
        <p:spPr>
          <a:xfrm>
            <a:off x="5650090" y="2077244"/>
            <a:ext cx="570089" cy="230832"/>
          </a:xfrm>
          <a:prstGeom prst="rect">
            <a:avLst/>
          </a:prstGeom>
          <a:noFill/>
        </p:spPr>
        <p:txBody>
          <a:bodyPr wrap="square" rtlCol="0">
            <a:spAutoFit/>
          </a:bodyPr>
          <a:lstStyle/>
          <a:p>
            <a:pPr algn="ctr"/>
            <a:r>
              <a:rPr lang="en-US" sz="900" dirty="0"/>
              <a:t>48</a:t>
            </a:r>
          </a:p>
        </p:txBody>
      </p:sp>
      <p:sp>
        <p:nvSpPr>
          <p:cNvPr id="18" name="TextBox 17">
            <a:extLst>
              <a:ext uri="{FF2B5EF4-FFF2-40B4-BE49-F238E27FC236}">
                <a16:creationId xmlns:a16="http://schemas.microsoft.com/office/drawing/2014/main" id="{2BE1E3EF-6C56-1F84-98DD-592E47EDB1D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34567</a:t>
            </a:r>
          </a:p>
        </p:txBody>
      </p:sp>
      <p:sp>
        <p:nvSpPr>
          <p:cNvPr id="19" name="TextBox 18">
            <a:extLst>
              <a:ext uri="{FF2B5EF4-FFF2-40B4-BE49-F238E27FC236}">
                <a16:creationId xmlns:a16="http://schemas.microsoft.com/office/drawing/2014/main" id="{02D222F1-84B3-0082-20A1-9CFB8DF79DE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DC91BD7F-A665-581D-BC40-3CC3D674A02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810D34B1-BE97-3AA8-B485-A0EA99C66C7A}"/>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968E69FE-7AFB-D3CE-3569-FA267F127F36}"/>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C75C1D7-3556-9D54-3745-3AEDE2CCECA2}"/>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38DC68D7-2A72-AAF1-E2E7-598365504B99}"/>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E82CAF7B-1286-0AD0-F284-CC392A1230EB}"/>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32A76010-7544-21A7-C850-C5C88A17C6A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7F4F2601-B9D4-076F-9ECA-9A2AF1A662AA}"/>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801BEE84-CB49-8BA7-18D1-84535D64191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4062B52-520F-E21B-9BFA-5C807FB64AD5}"/>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8173E127-174B-227E-7869-9D4EE1883847}"/>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A1D63C4D-BF07-ED06-0112-F44B3EABF2F8}"/>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3" name="TextBox 42">
            <a:extLst>
              <a:ext uri="{FF2B5EF4-FFF2-40B4-BE49-F238E27FC236}">
                <a16:creationId xmlns:a16="http://schemas.microsoft.com/office/drawing/2014/main" id="{90C0AB5E-AC2F-A25A-D0B3-3226184BC98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D79CFC92-9540-041D-9BE0-933E889C0724}"/>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A126C23E-D5AE-D3E3-3FA2-7FD1E63A9A4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7AB1591-8C71-0F27-6D22-F60D110B0D9A}"/>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8401DD1-C377-94D9-1C0A-96D5FCDE0E4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a:t>
            </a:r>
          </a:p>
        </p:txBody>
      </p:sp>
      <p:sp>
        <p:nvSpPr>
          <p:cNvPr id="37" name="TextBox 36">
            <a:extLst>
              <a:ext uri="{FF2B5EF4-FFF2-40B4-BE49-F238E27FC236}">
                <a16:creationId xmlns:a16="http://schemas.microsoft.com/office/drawing/2014/main" id="{6975588B-F1C4-8AE1-040A-1452EF3C2F6F}"/>
              </a:ext>
            </a:extLst>
          </p:cNvPr>
          <p:cNvSpPr txBox="1"/>
          <p:nvPr/>
        </p:nvSpPr>
        <p:spPr>
          <a:xfrm>
            <a:off x="7157158" y="4408541"/>
            <a:ext cx="570089" cy="230832"/>
          </a:xfrm>
          <a:prstGeom prst="rect">
            <a:avLst/>
          </a:prstGeom>
          <a:noFill/>
        </p:spPr>
        <p:txBody>
          <a:bodyPr wrap="square" rtlCol="0">
            <a:spAutoFit/>
          </a:bodyPr>
          <a:lstStyle/>
          <a:p>
            <a:pPr algn="ctr"/>
            <a:r>
              <a:rPr lang="en-US" sz="900" dirty="0"/>
              <a:t>456</a:t>
            </a:r>
          </a:p>
        </p:txBody>
      </p:sp>
      <p:sp>
        <p:nvSpPr>
          <p:cNvPr id="49" name="TextBox 48">
            <a:extLst>
              <a:ext uri="{FF2B5EF4-FFF2-40B4-BE49-F238E27FC236}">
                <a16:creationId xmlns:a16="http://schemas.microsoft.com/office/drawing/2014/main" id="{51D14392-3B05-CDB6-CC5A-DFB2E7508DC4}"/>
              </a:ext>
            </a:extLst>
          </p:cNvPr>
          <p:cNvSpPr txBox="1"/>
          <p:nvPr/>
        </p:nvSpPr>
        <p:spPr>
          <a:xfrm>
            <a:off x="7157158" y="5073601"/>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BE207D53-13C7-1A42-D8F8-B0A02160B2D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1030F2EF-DA80-5B27-CD3E-CBAD0CE1DA6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28541A14-4223-E610-CACD-9988854EB041}"/>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a:t>
            </a:r>
          </a:p>
        </p:txBody>
      </p:sp>
      <p:sp>
        <p:nvSpPr>
          <p:cNvPr id="56" name="TextBox 55">
            <a:extLst>
              <a:ext uri="{FF2B5EF4-FFF2-40B4-BE49-F238E27FC236}">
                <a16:creationId xmlns:a16="http://schemas.microsoft.com/office/drawing/2014/main" id="{1B7365C5-C6C4-A87A-3508-5060DDE906F8}"/>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45679</a:t>
            </a:r>
          </a:p>
        </p:txBody>
      </p:sp>
      <p:sp>
        <p:nvSpPr>
          <p:cNvPr id="57" name="TextBox 56">
            <a:extLst>
              <a:ext uri="{FF2B5EF4-FFF2-40B4-BE49-F238E27FC236}">
                <a16:creationId xmlns:a16="http://schemas.microsoft.com/office/drawing/2014/main" id="{27CCE904-01CA-8D5C-AFD4-3519D80F95C8}"/>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83FAF7C7-3B52-0DB4-FA35-C4CB6B0A3045}"/>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59" name="TextBox 58">
            <a:extLst>
              <a:ext uri="{FF2B5EF4-FFF2-40B4-BE49-F238E27FC236}">
                <a16:creationId xmlns:a16="http://schemas.microsoft.com/office/drawing/2014/main" id="{1AC50DD1-AF8C-CAB1-169B-4AB164C8DDE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45678</a:t>
            </a:r>
          </a:p>
        </p:txBody>
      </p:sp>
      <p:sp>
        <p:nvSpPr>
          <p:cNvPr id="60" name="TextBox 59">
            <a:extLst>
              <a:ext uri="{FF2B5EF4-FFF2-40B4-BE49-F238E27FC236}">
                <a16:creationId xmlns:a16="http://schemas.microsoft.com/office/drawing/2014/main" id="{F0D04D0A-976C-8C86-E287-5EB9AD1BBCBC}"/>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1" name="TextBox 60">
            <a:extLst>
              <a:ext uri="{FF2B5EF4-FFF2-40B4-BE49-F238E27FC236}">
                <a16:creationId xmlns:a16="http://schemas.microsoft.com/office/drawing/2014/main" id="{12B3E81E-2FC9-9831-CE0E-A40DAB136B0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62" name="TextBox 61">
            <a:extLst>
              <a:ext uri="{FF2B5EF4-FFF2-40B4-BE49-F238E27FC236}">
                <a16:creationId xmlns:a16="http://schemas.microsoft.com/office/drawing/2014/main" id="{DE18A5DA-CAE7-F134-E2ED-7AA12018777B}"/>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27AC3DEF-BA9F-731B-E456-738450F1F79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0FD389A1-B9BE-B9D9-6B92-E39429E6A70C}"/>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2EC0142F-941F-B52C-E1E4-27879E395EA7}"/>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263389A-1DAF-71A6-A003-218B29E0C3F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52C1D8D7-77E7-A0F2-4336-C7C2FCF926A0}"/>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04BA781-B6D4-2CC2-72D0-26DD3E22D87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FA0AE29-D83E-20E0-F946-7B04440ADEB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C72FE254-BDDB-E28F-579F-7B16E3305BD8}"/>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545F13C6-B34E-E2BF-F67A-B65FDC189FC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94B66F47-5F5F-DE04-3558-1FB6250D9A04}"/>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3764D02-9B43-B86A-3E9D-1E520F0575B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4810736-BB4F-958A-798F-45EBEC3196E6}"/>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E5B1DAD-9D3D-A576-5479-7A4B1BD42473}"/>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75E0C45-AD06-3541-ED1E-3E4482E2F49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1C1E664-60E8-FD1B-1238-29328830FE4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28D762D4-A6CA-39E2-A9B1-329E09F4FC0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21CFF12A-0107-CD8C-A74D-5A5E7D7802B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2B6A6138-9F9B-6128-7CD4-9EFD2EDEDF14}"/>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6101404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D49A-518B-014B-5608-39FBDA5D25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787E60-E0BC-7F96-A20B-594AB184A63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160108D-1BC1-0AB1-5EF9-73C4221F81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C60467-5ED3-9458-5BD5-816BC4D48B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0222EC-A52A-6039-A9EB-19134CB9C5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834E876-A0D3-9733-4CFB-221FB628021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F1E8AB-6F13-721F-ABAF-A018E241C37B}"/>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5175263-E214-4742-1050-B456B40E82B7}"/>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C6E19D69-C9FD-992B-31F5-9CB077F2793B}"/>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D2B6343A-0E46-5B6E-716D-047AF0AF1E70}"/>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4" name="TextBox 13">
            <a:extLst>
              <a:ext uri="{FF2B5EF4-FFF2-40B4-BE49-F238E27FC236}">
                <a16:creationId xmlns:a16="http://schemas.microsoft.com/office/drawing/2014/main" id="{BC7599DB-0409-99FA-B0CA-6E338C298F37}"/>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75B718F9-BEA4-4A4C-9425-0858F07308C7}"/>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34533BD-7033-F0F8-54C8-973F5F8C6700}"/>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DD7FCADB-EF24-F758-6806-9DB11E194EB1}"/>
              </a:ext>
            </a:extLst>
          </p:cNvPr>
          <p:cNvSpPr txBox="1"/>
          <p:nvPr/>
        </p:nvSpPr>
        <p:spPr>
          <a:xfrm>
            <a:off x="5650090" y="2077244"/>
            <a:ext cx="570089" cy="230832"/>
          </a:xfrm>
          <a:prstGeom prst="rect">
            <a:avLst/>
          </a:prstGeom>
          <a:noFill/>
        </p:spPr>
        <p:txBody>
          <a:bodyPr wrap="square" rtlCol="0">
            <a:spAutoFit/>
          </a:bodyPr>
          <a:lstStyle/>
          <a:p>
            <a:pPr algn="ctr"/>
            <a:r>
              <a:rPr lang="en-US" sz="900" dirty="0"/>
              <a:t>48</a:t>
            </a:r>
          </a:p>
        </p:txBody>
      </p:sp>
      <p:sp>
        <p:nvSpPr>
          <p:cNvPr id="18" name="TextBox 17">
            <a:extLst>
              <a:ext uri="{FF2B5EF4-FFF2-40B4-BE49-F238E27FC236}">
                <a16:creationId xmlns:a16="http://schemas.microsoft.com/office/drawing/2014/main" id="{5E9F4393-CEFB-596F-956E-38D9D9A0B48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7C5ED18B-775C-89BE-1358-6B33929BDF79}"/>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0AD3BB2-5B90-3E2D-6BB4-EE3659DE6623}"/>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83596867-F9C5-B6F1-D9DA-AD04C0425E1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A734381A-7F66-C186-4313-48C5FF829F03}"/>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5CF72202-23F1-84E4-C9C4-CBC91DA5BEA2}"/>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62E0ABDA-E51B-5619-11A9-9214721AD842}"/>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508BA977-56ED-28B5-1C2D-31CB80CE5EE8}"/>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9AC238F5-F67A-F07F-6FCB-CAA0F364756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76E6BF6C-3B42-C777-8A2E-7F37E750186F}"/>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787B65B9-E686-3B1C-5BF1-3EB6CBE023B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5C82469-490C-86F0-BA72-A96FB022591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7C8E836-7592-2CDF-BC82-17F45D81B29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1" name="TextBox 40">
            <a:extLst>
              <a:ext uri="{FF2B5EF4-FFF2-40B4-BE49-F238E27FC236}">
                <a16:creationId xmlns:a16="http://schemas.microsoft.com/office/drawing/2014/main" id="{0920AD07-9533-8408-7CAA-535361317FD7}"/>
              </a:ext>
            </a:extLst>
          </p:cNvPr>
          <p:cNvSpPr txBox="1"/>
          <p:nvPr/>
        </p:nvSpPr>
        <p:spPr>
          <a:xfrm>
            <a:off x="5147734" y="4282414"/>
            <a:ext cx="570089" cy="230832"/>
          </a:xfrm>
          <a:prstGeom prst="rect">
            <a:avLst/>
          </a:prstGeom>
          <a:noFill/>
        </p:spPr>
        <p:txBody>
          <a:bodyPr wrap="square" rtlCol="0">
            <a:spAutoFit/>
          </a:bodyPr>
          <a:lstStyle/>
          <a:p>
            <a:pPr algn="ctr"/>
            <a:r>
              <a:rPr lang="en-US" sz="900" dirty="0"/>
              <a:t>45</a:t>
            </a:r>
          </a:p>
        </p:txBody>
      </p:sp>
      <p:sp>
        <p:nvSpPr>
          <p:cNvPr id="43" name="TextBox 42">
            <a:extLst>
              <a:ext uri="{FF2B5EF4-FFF2-40B4-BE49-F238E27FC236}">
                <a16:creationId xmlns:a16="http://schemas.microsoft.com/office/drawing/2014/main" id="{816F50C6-5AD9-A399-2200-EE996D6ABA31}"/>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091CFA6D-BBDD-6CF0-DE2F-717E616EB04B}"/>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169415BA-08DF-528A-84FB-CEADCF91B6A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14700263-2803-C2B6-9A6E-3EC7C8A74E84}"/>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B07ABAE8-72F9-F7B1-13B8-4F5F478C2314}"/>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129A5267-0CED-CA0D-79EE-B3B33E547C24}"/>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81244F28-7D82-8BD2-AAB8-A6539D90BA05}"/>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F0647E1-B316-146C-33EB-8736C4CEF34F}"/>
              </a:ext>
            </a:extLst>
          </p:cNvPr>
          <p:cNvSpPr txBox="1"/>
          <p:nvPr/>
        </p:nvSpPr>
        <p:spPr>
          <a:xfrm>
            <a:off x="7157158" y="1566998"/>
            <a:ext cx="570089" cy="230832"/>
          </a:xfrm>
          <a:prstGeom prst="rect">
            <a:avLst/>
          </a:prstGeom>
          <a:noFill/>
        </p:spPr>
        <p:txBody>
          <a:bodyPr wrap="square" rtlCol="0">
            <a:spAutoFit/>
          </a:bodyPr>
          <a:lstStyle/>
          <a:p>
            <a:pPr algn="ctr"/>
            <a:r>
              <a:rPr lang="en-US" sz="900" dirty="0"/>
              <a:t>4567</a:t>
            </a:r>
          </a:p>
        </p:txBody>
      </p:sp>
      <p:sp>
        <p:nvSpPr>
          <p:cNvPr id="56" name="TextBox 55">
            <a:extLst>
              <a:ext uri="{FF2B5EF4-FFF2-40B4-BE49-F238E27FC236}">
                <a16:creationId xmlns:a16="http://schemas.microsoft.com/office/drawing/2014/main" id="{FA551C12-CAFB-3492-C1F7-DC781EF47EBE}"/>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45679</a:t>
            </a:r>
          </a:p>
        </p:txBody>
      </p:sp>
      <p:sp>
        <p:nvSpPr>
          <p:cNvPr id="57" name="TextBox 56">
            <a:extLst>
              <a:ext uri="{FF2B5EF4-FFF2-40B4-BE49-F238E27FC236}">
                <a16:creationId xmlns:a16="http://schemas.microsoft.com/office/drawing/2014/main" id="{5640644D-1832-CB23-1692-A6108DB08100}"/>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9D56DB86-6579-7D8E-A08B-9338E0BF7613}"/>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75D2082C-2154-D063-0963-F04C888B0D82}"/>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62" name="TextBox 61">
            <a:extLst>
              <a:ext uri="{FF2B5EF4-FFF2-40B4-BE49-F238E27FC236}">
                <a16:creationId xmlns:a16="http://schemas.microsoft.com/office/drawing/2014/main" id="{1B26FE9C-5922-A002-041B-59036F2460BC}"/>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1CB693C7-E660-DD07-A187-31C6084FCDA8}"/>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125E2FE7-1453-9860-8592-9E34CA653BDC}"/>
              </a:ext>
            </a:extLst>
          </p:cNvPr>
          <p:cNvSpPr txBox="1"/>
          <p:nvPr/>
        </p:nvSpPr>
        <p:spPr>
          <a:xfrm>
            <a:off x="7157158" y="769078"/>
            <a:ext cx="570089" cy="230832"/>
          </a:xfrm>
          <a:prstGeom prst="rect">
            <a:avLst/>
          </a:prstGeom>
          <a:noFill/>
        </p:spPr>
        <p:txBody>
          <a:bodyPr wrap="square" rtlCol="0">
            <a:spAutoFit/>
          </a:bodyPr>
          <a:lstStyle/>
          <a:p>
            <a:pPr algn="ctr"/>
            <a:r>
              <a:rPr lang="en-US" sz="900" dirty="0"/>
              <a:t>23456</a:t>
            </a:r>
          </a:p>
        </p:txBody>
      </p:sp>
      <p:sp>
        <p:nvSpPr>
          <p:cNvPr id="53" name="TextBox 52">
            <a:extLst>
              <a:ext uri="{FF2B5EF4-FFF2-40B4-BE49-F238E27FC236}">
                <a16:creationId xmlns:a16="http://schemas.microsoft.com/office/drawing/2014/main" id="{C43ABA85-3B9E-4CE9-9B0F-6F06E655A5A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10DBBF9-8D32-AE79-C231-C80303773E3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A67CED9-911D-3B78-55FA-13A62978A2E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33558A6-9414-9B57-324B-B71342F8C09D}"/>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5FC293F-D5AF-EDBD-2860-1F1894845F8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0B1AA6D-82F9-BB6D-E836-756301275E1E}"/>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F8DB4A3E-A129-13C7-2F5E-17798311116A}"/>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F532ED6C-EB82-25AD-B2D4-945500701A0B}"/>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577D2C2-4BEC-EB08-7D6C-7A43743867E1}"/>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2FC6117C-31D3-BF31-6A0A-7AE2540C4C2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9012A7D-C4F1-E736-6B71-0E5EDC2291D1}"/>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A912707-75CA-C052-1E10-4CBAD781DCF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7AAEE2F-AFBA-1DB3-B7DE-582D59CE856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64FD3280-3D89-2C6C-8DD0-8BCE51A1E64A}"/>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FB8E1886-8E1A-A151-E89E-3D187BFE781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73165659-94C2-7DEB-0B2D-F840175BB750}"/>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8EF655C-16F6-F80A-E014-9058EBB4532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25D3F09-D763-4109-3E31-1E6EEDEFE8E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486542C9-D4CC-5062-4445-F8C202C03661}"/>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0B455ED-6719-0A80-8FC9-64EE8370FC2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0601537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3C376-316C-170A-5C82-2456C28869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41382D-015C-B36D-28BB-9F5270E4867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325EFBD-C675-A48A-21DA-3D3DD4B26C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DBE2ED-1532-6C4B-C165-FF6B3E4B3D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19F5E24-7ED8-5967-3790-F32AB954B4C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B1076A-D4FC-C236-5CDA-DA7CF07562E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33048F0-9866-846A-A2F6-9AC0BC60022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EE48B836-2BCC-15BB-4C34-ACC5511DEC19}"/>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11471B5F-CE8D-8672-49E7-EC046C3A5F9C}"/>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7D653122-694C-34F2-E88D-E08A2566BEB8}"/>
              </a:ext>
            </a:extLst>
          </p:cNvPr>
          <p:cNvSpPr txBox="1"/>
          <p:nvPr/>
        </p:nvSpPr>
        <p:spPr>
          <a:xfrm>
            <a:off x="5147734" y="1576300"/>
            <a:ext cx="570089" cy="230832"/>
          </a:xfrm>
          <a:prstGeom prst="rect">
            <a:avLst/>
          </a:prstGeom>
          <a:noFill/>
        </p:spPr>
        <p:txBody>
          <a:bodyPr wrap="square" rtlCol="0">
            <a:spAutoFit/>
          </a:bodyPr>
          <a:lstStyle/>
          <a:p>
            <a:pPr algn="ctr"/>
            <a:r>
              <a:rPr lang="en-US" sz="900" dirty="0"/>
              <a:t>456</a:t>
            </a:r>
          </a:p>
        </p:txBody>
      </p:sp>
      <p:sp>
        <p:nvSpPr>
          <p:cNvPr id="14" name="TextBox 13">
            <a:extLst>
              <a:ext uri="{FF2B5EF4-FFF2-40B4-BE49-F238E27FC236}">
                <a16:creationId xmlns:a16="http://schemas.microsoft.com/office/drawing/2014/main" id="{9EAD8F31-A566-63E2-099E-96E5F0E621A9}"/>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57C8E7E5-2F6E-8DD5-9368-881C5F993563}"/>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C5791297-0DE7-2A81-239C-07DB9B6A873C}"/>
              </a:ext>
            </a:extLst>
          </p:cNvPr>
          <p:cNvSpPr txBox="1"/>
          <p:nvPr/>
        </p:nvSpPr>
        <p:spPr>
          <a:xfrm>
            <a:off x="5147734" y="2077244"/>
            <a:ext cx="570089" cy="230832"/>
          </a:xfrm>
          <a:prstGeom prst="rect">
            <a:avLst/>
          </a:prstGeom>
          <a:noFill/>
        </p:spPr>
        <p:txBody>
          <a:bodyPr wrap="square" rtlCol="0">
            <a:spAutoFit/>
          </a:bodyPr>
          <a:lstStyle/>
          <a:p>
            <a:pPr algn="ctr"/>
            <a:r>
              <a:rPr lang="en-US" sz="900" dirty="0"/>
              <a:t>569</a:t>
            </a:r>
          </a:p>
        </p:txBody>
      </p:sp>
      <p:sp>
        <p:nvSpPr>
          <p:cNvPr id="17" name="TextBox 16">
            <a:extLst>
              <a:ext uri="{FF2B5EF4-FFF2-40B4-BE49-F238E27FC236}">
                <a16:creationId xmlns:a16="http://schemas.microsoft.com/office/drawing/2014/main" id="{5B70A41E-7DC2-FB91-942F-B569D077D6B4}"/>
              </a:ext>
            </a:extLst>
          </p:cNvPr>
          <p:cNvSpPr txBox="1"/>
          <p:nvPr/>
        </p:nvSpPr>
        <p:spPr>
          <a:xfrm>
            <a:off x="5650090" y="2077244"/>
            <a:ext cx="570089" cy="230832"/>
          </a:xfrm>
          <a:prstGeom prst="rect">
            <a:avLst/>
          </a:prstGeom>
          <a:noFill/>
        </p:spPr>
        <p:txBody>
          <a:bodyPr wrap="square" rtlCol="0">
            <a:spAutoFit/>
          </a:bodyPr>
          <a:lstStyle/>
          <a:p>
            <a:pPr algn="ctr"/>
            <a:r>
              <a:rPr lang="en-US" sz="900" dirty="0"/>
              <a:t>48</a:t>
            </a:r>
          </a:p>
        </p:txBody>
      </p:sp>
      <p:sp>
        <p:nvSpPr>
          <p:cNvPr id="18" name="TextBox 17">
            <a:extLst>
              <a:ext uri="{FF2B5EF4-FFF2-40B4-BE49-F238E27FC236}">
                <a16:creationId xmlns:a16="http://schemas.microsoft.com/office/drawing/2014/main" id="{AA18B493-E358-CB68-BBEC-D1EE7447B37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C6E16652-28A5-9E44-9054-328F6D88D7C1}"/>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A5813EC7-3723-52B2-7701-84742A3BB62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4F43FAF5-0B18-C358-1FB2-15F6761FDC3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5A34C37C-E885-DB24-CBDF-61EAC4C31231}"/>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00C30E2B-9E7C-F1A0-A302-6FCF58E870C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40C30CCB-C359-1C35-EF63-D2523F2D9135}"/>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35183B83-9E3E-3C8C-A5FB-B1AF426714B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A6F96F7F-615D-831A-33BD-8035E505E20C}"/>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76626B70-C9FF-ED9D-B61D-89D23E1FA9A2}"/>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45433D00-17FF-25E8-94A6-F5C049337589}"/>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218A039-C989-C925-A326-E904E69AAB9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A2626E52-51AE-65BB-884D-B82B44EAA690}"/>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CEFCBC8E-5712-CBD1-A487-01CDA8D333BA}"/>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A28B2E3A-D723-9020-2DF0-D4C29B9ACC7B}"/>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CB79734F-19B0-B156-69FA-9C794995581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7701724-DC34-7BBF-40CA-913BC3D9194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9B72FC8-63CD-D68B-975B-7896E3ED670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726F1318-C8CF-2088-737C-526ECDA92F8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9DD816F0-C702-51B7-8AE0-0A2DDDA5BEC2}"/>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E74680F4-C8B9-1EE1-E20F-E4CC584CEFBB}"/>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6" name="TextBox 55">
            <a:extLst>
              <a:ext uri="{FF2B5EF4-FFF2-40B4-BE49-F238E27FC236}">
                <a16:creationId xmlns:a16="http://schemas.microsoft.com/office/drawing/2014/main" id="{4B4CC4F1-FBE7-3AB6-B251-904D342526A0}"/>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45679</a:t>
            </a:r>
          </a:p>
        </p:txBody>
      </p:sp>
      <p:sp>
        <p:nvSpPr>
          <p:cNvPr id="57" name="TextBox 56">
            <a:extLst>
              <a:ext uri="{FF2B5EF4-FFF2-40B4-BE49-F238E27FC236}">
                <a16:creationId xmlns:a16="http://schemas.microsoft.com/office/drawing/2014/main" id="{E288A581-15A7-00B3-CC6A-1E491929608C}"/>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7496F31E-2807-FB67-FF4F-9E87126F64DD}"/>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E8EEEE96-961D-D255-627B-7F27B344D97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822235D5-74A1-933B-1FF1-C1BBCAC01375}"/>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3CC7C3AD-CAA5-C833-F7FB-8D8C7D0E2A11}"/>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4B1467FA-56CB-FDCE-72B7-E8BF3E9F9D65}"/>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938D1D36-4AA2-386E-8490-B35C2ABA6EC5}"/>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358ED74-B081-235A-BCA9-4CDF113535F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6EFA0D6-1966-C9F8-D217-71940DD2B30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29F6769-BCC0-4E6D-BE45-DAAD8ECC5E3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E0DE2932-605D-09A7-7BE9-D33409953B2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B6029607-98D8-99B2-0184-EEC6163E823B}"/>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96BD39C1-B82B-6AA3-D308-C4C21B77628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20D2E857-8EEE-8F90-49D0-B0C7CF915287}"/>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961079E-E4AE-7B6E-7C73-FC0813B85C7F}"/>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5E579A4-2C49-42F2-BFE3-CD9FAC63FCC1}"/>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70E91315-C4A5-BE8E-BAF3-D8C43E3ED69E}"/>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1487EC3-C752-FCB1-EBC2-06472D795FE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545ED99-F9AF-702A-15E7-D27266173F8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FACA0766-C236-CB0D-73CF-8AC31376B4F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B3307767-9EFB-CB15-5321-CB381565886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1B2AA4BD-3581-F4D8-BD9A-98631ECC8C82}"/>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D4B552F-8226-1C81-0920-677DB0DFD0C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D89539E2-5750-8431-AB17-6ADB5C0171DE}"/>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D87ABD1-8C6B-6118-9195-4AA2967256C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F299C7E-3831-C83C-3D52-302F14C8D134}"/>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B0B0AA3-9001-4021-8ED0-8F9C0BCB7F1C}"/>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673959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FD78E-A2AD-B060-E4A1-9E83F6A48D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1B53EC-2032-2F07-3978-274E6E11E31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3E532A7-B817-0B7E-D960-548387ADC9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EAA848-CE58-7302-586A-A5BE66A765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F3A2D3-3BC5-0E04-70B1-FA1B30206B2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4C5EA24-A844-422E-CD63-F3EBAAD2A33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CC8313F-FC0F-EF92-ABFC-2E0A2B21A74D}"/>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A83AA7A-BA5E-EC85-6E69-B7EEAABFA7F9}"/>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EE0FD702-A840-4142-C123-A04B321EF9D0}"/>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C839FA6A-2EFB-60BC-8A33-D86E8BD2A456}"/>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4" name="TextBox 13">
            <a:extLst>
              <a:ext uri="{FF2B5EF4-FFF2-40B4-BE49-F238E27FC236}">
                <a16:creationId xmlns:a16="http://schemas.microsoft.com/office/drawing/2014/main" id="{633BDC10-F423-54DA-AE88-A89953CED0B5}"/>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F876E025-D33B-6E82-3A09-18A837151765}"/>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6" name="TextBox 15">
            <a:extLst>
              <a:ext uri="{FF2B5EF4-FFF2-40B4-BE49-F238E27FC236}">
                <a16:creationId xmlns:a16="http://schemas.microsoft.com/office/drawing/2014/main" id="{7CC335DF-E4E9-5B4D-E9C4-98532C96F0B5}"/>
              </a:ext>
            </a:extLst>
          </p:cNvPr>
          <p:cNvSpPr txBox="1"/>
          <p:nvPr/>
        </p:nvSpPr>
        <p:spPr>
          <a:xfrm>
            <a:off x="5147734" y="2077244"/>
            <a:ext cx="570089" cy="230832"/>
          </a:xfrm>
          <a:prstGeom prst="rect">
            <a:avLst/>
          </a:prstGeom>
          <a:noFill/>
        </p:spPr>
        <p:txBody>
          <a:bodyPr wrap="square" rtlCol="0">
            <a:spAutoFit/>
          </a:bodyPr>
          <a:lstStyle/>
          <a:p>
            <a:pPr algn="ctr"/>
            <a:r>
              <a:rPr lang="en-US" sz="900" dirty="0"/>
              <a:t>69</a:t>
            </a:r>
          </a:p>
        </p:txBody>
      </p:sp>
      <p:sp>
        <p:nvSpPr>
          <p:cNvPr id="17" name="TextBox 16">
            <a:extLst>
              <a:ext uri="{FF2B5EF4-FFF2-40B4-BE49-F238E27FC236}">
                <a16:creationId xmlns:a16="http://schemas.microsoft.com/office/drawing/2014/main" id="{8B079BEE-64A6-9C4D-36F7-B43E1F5DD551}"/>
              </a:ext>
            </a:extLst>
          </p:cNvPr>
          <p:cNvSpPr txBox="1"/>
          <p:nvPr/>
        </p:nvSpPr>
        <p:spPr>
          <a:xfrm>
            <a:off x="5650090" y="2077244"/>
            <a:ext cx="570089" cy="230832"/>
          </a:xfrm>
          <a:prstGeom prst="rect">
            <a:avLst/>
          </a:prstGeom>
          <a:noFill/>
        </p:spPr>
        <p:txBody>
          <a:bodyPr wrap="square" rtlCol="0">
            <a:spAutoFit/>
          </a:bodyPr>
          <a:lstStyle/>
          <a:p>
            <a:pPr algn="ctr"/>
            <a:r>
              <a:rPr lang="en-US" sz="900" dirty="0"/>
              <a:t>48</a:t>
            </a:r>
          </a:p>
        </p:txBody>
      </p:sp>
      <p:sp>
        <p:nvSpPr>
          <p:cNvPr id="18" name="TextBox 17">
            <a:extLst>
              <a:ext uri="{FF2B5EF4-FFF2-40B4-BE49-F238E27FC236}">
                <a16:creationId xmlns:a16="http://schemas.microsoft.com/office/drawing/2014/main" id="{605FB58B-EB23-8F02-89D2-B7C2DB56FE13}"/>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EDF6254D-EDA8-A143-48DE-2AABF96F664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EF7BB916-78FA-ECB5-D8B2-BA8CCD548235}"/>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F65F438D-891A-87A3-97C9-7523F3793B9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6CABF10C-0455-D4BA-1CBA-CCB6E27383FC}"/>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783446ED-EA4C-F961-7520-7681C74E6B7A}"/>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7EEEB368-FB9F-79D1-6FF5-CB1C2609D3DB}"/>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63CFB282-862F-291A-516C-F2178F31D776}"/>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A3B2EA2F-8038-3BCE-6C10-A3A88E084296}"/>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3AB1AD8-A8FB-1A3C-4244-8934386D5652}"/>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0484DD9E-3F8A-2204-F7E3-1E8CD5FE9DF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16DDAC7-4EDA-CEFB-9664-D8C86552A2E8}"/>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D69CA72-487F-F0B3-D416-D79046A4A96F}"/>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06ECB5DA-7125-1635-175E-C6225368C87A}"/>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F81E8D74-D30F-317F-05E6-4092FCB9905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3D3C970B-CFD6-8697-4E8B-F9C28FCA22C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9ACF215-35BB-2610-DFCE-1F0C4742604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896ECBD-D8A4-4289-5CD5-F334698C642F}"/>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072ABA60-0963-A791-26E3-E76E4688271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69F9CEBC-B5F0-F581-25B0-73DC03C71818}"/>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54A815EE-0D4E-5F0A-FE51-6ACC6D1A490B}"/>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6" name="TextBox 55">
            <a:extLst>
              <a:ext uri="{FF2B5EF4-FFF2-40B4-BE49-F238E27FC236}">
                <a16:creationId xmlns:a16="http://schemas.microsoft.com/office/drawing/2014/main" id="{7813E979-D56E-FFFA-CEAE-6D6461BCAE7B}"/>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45679</a:t>
            </a:r>
          </a:p>
        </p:txBody>
      </p:sp>
      <p:sp>
        <p:nvSpPr>
          <p:cNvPr id="57" name="TextBox 56">
            <a:extLst>
              <a:ext uri="{FF2B5EF4-FFF2-40B4-BE49-F238E27FC236}">
                <a16:creationId xmlns:a16="http://schemas.microsoft.com/office/drawing/2014/main" id="{CB4D15E7-0401-29E6-2B49-39232AD54345}"/>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DF1E9EEA-06C2-AA88-0039-90C14310B4AA}"/>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78DAC224-A31A-3DE7-65CE-46CEAD2727F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5499D710-74FA-E44A-DF7F-984F921127E1}"/>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C5C08CCC-E796-C747-80FF-AB2AC5F5262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FA9C20B4-2CD9-E1B1-BDC9-B7C26C4E505E}"/>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AF6F27DF-F694-F680-BA7E-A03E5E53B62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9BAC2D8-6648-1E06-BC92-0C8E0B98C0F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1EDDC663-CACE-A45D-D92B-A78D9B5BB65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C5A969A-5B14-7C85-7A8D-40F11A74159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CC0A018-9725-3956-1361-1022502339F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9238F957-2DFB-3C80-5149-C4219E82096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F0E6F84C-6BC4-D656-0242-59F88F91515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FE0DB7A-BB4C-69AB-5380-41500DE54F83}"/>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6A63C118-7252-54EC-DC2E-FCA5114AF046}"/>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9B048E5D-170A-6D71-2E38-C8E5F8754636}"/>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60823978-A0F4-337A-52D0-BDDF2832081A}"/>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5730B7A-EDF9-0A63-11B7-3531DE6CA41B}"/>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7DD81E60-5047-CD72-E5FA-A72864E9527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A53F16E-3C3C-D00B-7CF5-22A83FCE6167}"/>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F1E54849-D29F-C46A-4B8E-1942FC96481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CA844BBF-EC6E-92C3-D2D1-9ECB61F8888B}"/>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CEBD624E-ECF4-2ABB-75AE-10E50564FB55}"/>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87BFEE1F-DD76-0B84-6F71-CB5940627AB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CD69D29-7F9D-06C4-6A1D-EEBDE6BA292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4AB72DBD-EF55-5FE8-7E28-58BD9DB614D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747EB99-2216-8A63-08F9-CEA3B13D0E1D}"/>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4083820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D614-D9E0-5757-FC39-9638C4E99BA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DEADCF-4057-2E76-DAB4-9EDC9BBAEBD3}"/>
              </a:ext>
            </a:extLst>
          </p:cNvPr>
          <p:cNvSpPr>
            <a:spLocks noGrp="1"/>
          </p:cNvSpPr>
          <p:nvPr>
            <p:ph sz="half" idx="1"/>
          </p:nvPr>
        </p:nvSpPr>
        <p:spPr/>
        <p:txBody>
          <a:bodyPr>
            <a:normAutofit/>
          </a:bodyPr>
          <a:lstStyle/>
          <a:p>
            <a:r>
              <a:rPr lang="en-US" dirty="0"/>
              <a:t>Last possible 9’s in upper center block and lower right block.</a:t>
            </a:r>
          </a:p>
          <a:p>
            <a:r>
              <a:rPr lang="en-US" dirty="0"/>
              <a:t>Last possible 8’s in upper center block and left center block.</a:t>
            </a:r>
          </a:p>
        </p:txBody>
      </p:sp>
      <p:pic>
        <p:nvPicPr>
          <p:cNvPr id="4" name="Picture 3" descr="A grid of sudoku puzzle&#10;&#10;Description automatically generated">
            <a:extLst>
              <a:ext uri="{FF2B5EF4-FFF2-40B4-BE49-F238E27FC236}">
                <a16:creationId xmlns:a16="http://schemas.microsoft.com/office/drawing/2014/main" id="{1168D471-A538-3540-94E8-5F538AD1F71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8F2763-5AB8-BEC7-F6E4-9C57C61357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1C81AB-D392-468B-9655-733AE42EB7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EE7925-655E-29E6-B5D4-B07613DD4F0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09EAAF-7BAF-D031-A25D-279F7B3A735D}"/>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5DEA8186-C49F-5778-6CA8-6C0C6AF5D650}"/>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3845DB6F-9D4A-3A1D-3328-21C671482995}"/>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DC1598B6-CF96-F4F5-A03F-426BDB67616C}"/>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4" name="TextBox 13">
            <a:extLst>
              <a:ext uri="{FF2B5EF4-FFF2-40B4-BE49-F238E27FC236}">
                <a16:creationId xmlns:a16="http://schemas.microsoft.com/office/drawing/2014/main" id="{87EC404A-1E0D-CE2B-AE39-C23C32A3E62E}"/>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A845A59C-DAEC-73FA-415E-E1A9D3BD329D}"/>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8" name="TextBox 17">
            <a:extLst>
              <a:ext uri="{FF2B5EF4-FFF2-40B4-BE49-F238E27FC236}">
                <a16:creationId xmlns:a16="http://schemas.microsoft.com/office/drawing/2014/main" id="{BF804A68-761D-1CE4-913B-D4FDC04CA8CC}"/>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5F24F15C-C530-1B97-8D1E-D4E308B3205F}"/>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F2A62263-EFD1-C4CF-0AE6-C4F2071A18B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3A498071-C5FD-D360-25DB-6D1CBC517035}"/>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11ED3732-5023-F1C2-6391-3442AA9AC23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3978D539-8B5F-50DB-4412-C2314FF166E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EEBA6107-80F5-3596-D6C5-58388B3843F9}"/>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D4B7F1F0-F80C-A019-426D-3110DBE66739}"/>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4D5CB0AA-BCBD-8254-7889-DEBCD6C972EF}"/>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3F89A4B7-4B4F-DC03-465B-1507F8FD9F68}"/>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B6E5CB24-3AA7-7B9A-5CD1-D5F8B156DDC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E723794-9C75-45E0-FE64-0D5A447D4F88}"/>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2EB4BD95-CF42-D5CF-F5F9-A01D2FA56DC5}"/>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95680C98-E61B-E778-EA66-399CB9E6A7DB}"/>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B7F905B3-03AB-1035-40CD-6A3B22D9005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413C5920-0064-4633-AECC-8BBBBCF1548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FDB2BBA-9C40-A6E1-2480-19392D96483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7FE0658C-862E-EFF2-F63F-B44B52F8547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34B39AEA-4AFA-D625-561E-E7CC8E753EE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A865031F-2C8A-0D7D-897D-C9FF9B459EA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A1C4C4F-A67E-9ADB-DEC4-A26916122B38}"/>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6" name="TextBox 55">
            <a:extLst>
              <a:ext uri="{FF2B5EF4-FFF2-40B4-BE49-F238E27FC236}">
                <a16:creationId xmlns:a16="http://schemas.microsoft.com/office/drawing/2014/main" id="{39416592-76CA-4DCD-7092-8F6562EA9A9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45679</a:t>
            </a:r>
          </a:p>
        </p:txBody>
      </p:sp>
      <p:sp>
        <p:nvSpPr>
          <p:cNvPr id="57" name="TextBox 56">
            <a:extLst>
              <a:ext uri="{FF2B5EF4-FFF2-40B4-BE49-F238E27FC236}">
                <a16:creationId xmlns:a16="http://schemas.microsoft.com/office/drawing/2014/main" id="{67AE9A78-EDD0-ABB4-444A-141739F593C5}"/>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E7819F77-77EB-15D8-B6AC-151EA2303A6B}"/>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942DDA8D-ADB9-D3A1-9C26-D3488932A23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AB3461E8-AEF3-6569-760B-00A25DA4E52D}"/>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B441DDEF-D1BB-72FF-83EC-E87C5932EEF9}"/>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BC10C361-4B4F-FE89-2887-77110A69F51E}"/>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CE867B65-DFC2-9431-E225-1DC5E318AD8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216FA22-A327-2872-EC18-2C3D19230FB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2A70C71-FA33-FA65-01C7-650D4CB65AA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11B7E27-AD34-D9A7-77E0-B281ECD66B2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43FE942A-6102-0322-7068-69CFAC8EB0B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40AF7F90-9232-6FF3-C423-8754070DEF1E}"/>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5DE5EED7-9AD2-7E21-D583-D71542D9327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FCA944E4-D8FF-FCC4-C33B-030662CBFB64}"/>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415E192-8A75-1554-2267-1D1390BDE32C}"/>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25762B96-DD89-1173-FCEA-E58FA06CEF49}"/>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1409BAA-2699-9795-6F7D-1D713C65D550}"/>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9343FEC-E659-4FE4-2AEE-CC0DD1D382F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09CE5A6-5A39-1D1D-8773-4AB368DBD39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822629D9-2E30-41F0-EB5A-CB82EF76681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EC0DC38C-73A9-8AF7-B3F7-6C53AA2BBE4A}"/>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10DE7757-14F5-4752-56A8-2AC08A653D23}"/>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244F20C7-E871-2011-8E90-FF4AF5DFE57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0341BD0-6400-D108-BA0F-1781FD6F1D6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AFD037D-83B0-E4CC-03BB-0243675FD90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95FA15D-3A18-CA7B-52A7-2723CEF97A5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182FF69-135F-E652-D144-83E831FBDD7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415BFAA9-F6E0-AE38-5890-D9D94AC2B4C5}"/>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DAF28C65-CD8C-7343-38A3-CCA29A4F622C}"/>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4BB66754-7C7D-E35C-9ECD-DBB3696EB72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252AD7C6-F12B-F6A8-CD63-62A30B04C1EA}"/>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0923238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88E3D-36F0-762B-99B3-1D95108E81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8A6BB6-0D5F-60CA-2DEA-FF94072FA21F}"/>
              </a:ext>
            </a:extLst>
          </p:cNvPr>
          <p:cNvSpPr>
            <a:spLocks noGrp="1"/>
          </p:cNvSpPr>
          <p:nvPr>
            <p:ph sz="half" idx="1"/>
          </p:nvPr>
        </p:nvSpPr>
        <p:spPr/>
        <p:txBody>
          <a:bodyPr>
            <a:normAutofit/>
          </a:bodyPr>
          <a:lstStyle/>
          <a:p>
            <a:r>
              <a:rPr lang="en-US" dirty="0"/>
              <a:t>Last possible 8 and 9 in upper left block.</a:t>
            </a:r>
          </a:p>
        </p:txBody>
      </p:sp>
      <p:pic>
        <p:nvPicPr>
          <p:cNvPr id="4" name="Picture 3" descr="A grid of sudoku puzzle&#10;&#10;Description automatically generated">
            <a:extLst>
              <a:ext uri="{FF2B5EF4-FFF2-40B4-BE49-F238E27FC236}">
                <a16:creationId xmlns:a16="http://schemas.microsoft.com/office/drawing/2014/main" id="{C48C2997-DE89-4EEA-D901-4E0F0CDD310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F174C22-7376-394B-7E6F-CFFC4D4C97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A5417C7-B0A2-EBC0-D249-31850EA1D4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5962F80-CD83-728E-AAF2-35ED2BCB72A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F15C5EE-50D2-2F05-8AD2-5870A0E38C65}"/>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C01553A-8DCE-B69E-DB26-78D51E0109BD}"/>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EF5C6F9C-E867-6FF2-4842-9582600DDA54}"/>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988FF3BC-A54C-8F9E-6D75-20F27D093563}"/>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4" name="TextBox 13">
            <a:extLst>
              <a:ext uri="{FF2B5EF4-FFF2-40B4-BE49-F238E27FC236}">
                <a16:creationId xmlns:a16="http://schemas.microsoft.com/office/drawing/2014/main" id="{35FDAE21-DAD0-0099-76ED-298F33698AA6}"/>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000D4C90-4D44-5008-768C-0619417956BC}"/>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8" name="TextBox 17">
            <a:extLst>
              <a:ext uri="{FF2B5EF4-FFF2-40B4-BE49-F238E27FC236}">
                <a16:creationId xmlns:a16="http://schemas.microsoft.com/office/drawing/2014/main" id="{4FDD5C8F-644D-72F2-01C7-00C049EC30A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033A67B0-E458-5C9A-27EC-9CF0504ACBC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B3A18330-AD1C-C375-7C0A-8EF71EA706B0}"/>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BE6BAE56-3416-EB7F-5717-EA207314078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C9D03247-35A4-1024-2780-ED3CDD560225}"/>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CBE97BE5-C18D-1A0B-54E6-E243B5A4EAC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8E0132C0-3E0C-5692-0AC6-90C8D4CF6BC0}"/>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C21CF575-A30A-66FD-0F4F-FBB13E5C061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20292903-41D6-AD60-3421-3E7EFBFFF108}"/>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05AF843C-6B10-6F52-8C82-DE655D866E07}"/>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18331745-68CF-EDF6-63D4-8997D3B3814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9F4FD6C-F01B-E3B7-5EEE-6A0796E3778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B65E3B24-1CD0-2582-33A5-CDB4F6057D3A}"/>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6BC15F5A-01D1-C119-EEFA-92D45660786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9D6A5F7B-06E8-C210-D3A2-CA4D5F435105}"/>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CC339A9A-75C4-3044-66AE-742FB9C08925}"/>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2681006-2073-BFBF-14D4-9C721BBF2EA6}"/>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E59F54A7-F5AC-DA89-0F34-4FCB9E64F5EE}"/>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B5D1FB54-B949-45E6-7D6A-E39B2A20396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09E8326E-895D-A3A9-0A3F-87BB6508760E}"/>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9381C13E-EE2A-F1C9-36C4-ED3055EAE76E}"/>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7" name="TextBox 56">
            <a:extLst>
              <a:ext uri="{FF2B5EF4-FFF2-40B4-BE49-F238E27FC236}">
                <a16:creationId xmlns:a16="http://schemas.microsoft.com/office/drawing/2014/main" id="{4C1C7167-EA35-2023-BD41-C5E1D834CE4A}"/>
              </a:ext>
            </a:extLst>
          </p:cNvPr>
          <p:cNvSpPr txBox="1"/>
          <p:nvPr/>
        </p:nvSpPr>
        <p:spPr>
          <a:xfrm>
            <a:off x="3640666" y="2404765"/>
            <a:ext cx="570089" cy="230832"/>
          </a:xfrm>
          <a:prstGeom prst="rect">
            <a:avLst/>
          </a:prstGeom>
          <a:noFill/>
        </p:spPr>
        <p:txBody>
          <a:bodyPr wrap="square" rtlCol="0">
            <a:spAutoFit/>
          </a:bodyPr>
          <a:lstStyle/>
          <a:p>
            <a:pPr algn="ctr"/>
            <a:r>
              <a:rPr lang="en-US" sz="900" dirty="0"/>
              <a:t>459</a:t>
            </a:r>
          </a:p>
        </p:txBody>
      </p:sp>
      <p:sp>
        <p:nvSpPr>
          <p:cNvPr id="58" name="TextBox 57">
            <a:extLst>
              <a:ext uri="{FF2B5EF4-FFF2-40B4-BE49-F238E27FC236}">
                <a16:creationId xmlns:a16="http://schemas.microsoft.com/office/drawing/2014/main" id="{1826588C-5262-910E-5DC3-FDA7BC433E2A}"/>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848FA8C2-608A-C528-1725-81E36DE0E2D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8706A26F-C896-2219-C3EB-E408E504E73E}"/>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BDB154A7-4FBF-F596-7F24-E7EFF52892A3}"/>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1E591BE2-0403-2C6A-4D7B-19B97DA618BE}"/>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5EE55032-C851-A9EA-85C5-9EC645021CCE}"/>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F22AD1B-E871-2FE4-1655-38CCB4433E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6A302B53-BC96-BC9F-1452-9266C18001A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CE86354-E10F-55AD-A0BE-594594D736F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56FC9EFF-7CD2-641D-E4B8-96EECCC30F0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5942D8D8-3D37-FEE6-DE26-EE279F215DFB}"/>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32857CAE-E392-C8A3-8364-2C2D5D3ABF4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FCBCD5C-6448-D6BD-CE0E-8F003A206179}"/>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61F6B89-BE8A-7DB7-C63D-79E48093B40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61386DB-E183-AAD7-DA21-0236782CF2D9}"/>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50C5AB7E-DF88-A57A-1808-98487422B1C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E32FC72-0923-AC2D-579B-C60213199B2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972990FE-FE37-D723-1CC6-FA0A0501D27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D30487E1-3AB7-6B37-52CB-603FF03438E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0D81A209-58C8-F9D4-D4C2-A41D5AE1CE1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481F0E3-0501-3342-7AEF-4F6DD00132E2}"/>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C7C1A2BD-0B3B-1BF7-38F6-CA28863ED64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F5010C6-F812-504A-230B-025F9BCEE1D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5845EE4-955D-A5CE-E631-52241FE7E63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37E93B9-C2B5-552A-4055-400B252A29DF}"/>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6B5919F1-C949-1493-E3C2-888A613912BB}"/>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A0D2E21-75EB-25A7-7CE7-B5C9FAD56732}"/>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DE96411C-4A88-5D1B-FA8E-4BF794DCE00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A475DE6-E026-ECAE-41DF-710897F53F7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043F81D0-F5A4-9C70-AAA4-0616449AFF3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7087DACC-3CBB-AE03-8E31-DEF446549DD9}"/>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61" name="TextBox 60">
            <a:extLst>
              <a:ext uri="{FF2B5EF4-FFF2-40B4-BE49-F238E27FC236}">
                <a16:creationId xmlns:a16="http://schemas.microsoft.com/office/drawing/2014/main" id="{78AC0E58-62E9-4A63-F69D-CFEB63E56EAD}"/>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8312560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54533-C88B-9702-B855-C62091FCEF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12BB29-1050-34F9-2CD9-BDED38BB636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252348F-10E7-4E94-4DC6-FDB250AB04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9859205-8051-57FD-4EEB-45C3C9EBDA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3225592-3B5E-E866-72CF-5CA4825219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932F7F-6814-59A4-CCD7-3D0A0EF2223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EF5EB84-0DB5-AA86-1B32-AE5FFD7ECDBA}"/>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93B37FBE-8CCA-451B-DF0D-DC0D42737251}"/>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D44FB30D-3D5D-56E6-1B99-55F49CFA7B69}"/>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B5C89A37-2C5E-D0F1-C538-3BF45E86E74A}"/>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4" name="TextBox 13">
            <a:extLst>
              <a:ext uri="{FF2B5EF4-FFF2-40B4-BE49-F238E27FC236}">
                <a16:creationId xmlns:a16="http://schemas.microsoft.com/office/drawing/2014/main" id="{09AF064C-70B5-F0A2-475C-0FC2AC9FFCB1}"/>
              </a:ext>
            </a:extLst>
          </p:cNvPr>
          <p:cNvSpPr txBox="1"/>
          <p:nvPr/>
        </p:nvSpPr>
        <p:spPr>
          <a:xfrm>
            <a:off x="3640666" y="1903821"/>
            <a:ext cx="570089" cy="230832"/>
          </a:xfrm>
          <a:prstGeom prst="rect">
            <a:avLst/>
          </a:prstGeom>
          <a:noFill/>
        </p:spPr>
        <p:txBody>
          <a:bodyPr wrap="square" rtlCol="0">
            <a:spAutoFit/>
          </a:bodyPr>
          <a:lstStyle/>
          <a:p>
            <a:pPr algn="ctr"/>
            <a:r>
              <a:rPr lang="en-US" sz="900" dirty="0"/>
              <a:t>56</a:t>
            </a:r>
          </a:p>
        </p:txBody>
      </p:sp>
      <p:sp>
        <p:nvSpPr>
          <p:cNvPr id="15" name="TextBox 14">
            <a:extLst>
              <a:ext uri="{FF2B5EF4-FFF2-40B4-BE49-F238E27FC236}">
                <a16:creationId xmlns:a16="http://schemas.microsoft.com/office/drawing/2014/main" id="{6D63A886-6AB7-FFEF-9A23-4F5853C60210}"/>
              </a:ext>
            </a:extLst>
          </p:cNvPr>
          <p:cNvSpPr txBox="1"/>
          <p:nvPr/>
        </p:nvSpPr>
        <p:spPr>
          <a:xfrm>
            <a:off x="4143022" y="1903821"/>
            <a:ext cx="570089" cy="230832"/>
          </a:xfrm>
          <a:prstGeom prst="rect">
            <a:avLst/>
          </a:prstGeom>
          <a:noFill/>
        </p:spPr>
        <p:txBody>
          <a:bodyPr wrap="square" rtlCol="0">
            <a:spAutoFit/>
          </a:bodyPr>
          <a:lstStyle/>
          <a:p>
            <a:pPr algn="ctr"/>
            <a:r>
              <a:rPr lang="en-US" sz="900" dirty="0"/>
              <a:t>67</a:t>
            </a:r>
          </a:p>
        </p:txBody>
      </p:sp>
      <p:sp>
        <p:nvSpPr>
          <p:cNvPr id="18" name="TextBox 17">
            <a:extLst>
              <a:ext uri="{FF2B5EF4-FFF2-40B4-BE49-F238E27FC236}">
                <a16:creationId xmlns:a16="http://schemas.microsoft.com/office/drawing/2014/main" id="{0852CBDA-D76F-E302-268D-ECA3268BB9B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CACE3A4D-96EC-8FE1-8880-B5E13FA0892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0E77E6B0-844F-8D6D-1A8E-09AA5CEDF21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A6D820A1-0D60-36FD-4E92-D8E033B458B6}"/>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28" name="TextBox 27">
            <a:extLst>
              <a:ext uri="{FF2B5EF4-FFF2-40B4-BE49-F238E27FC236}">
                <a16:creationId xmlns:a16="http://schemas.microsoft.com/office/drawing/2014/main" id="{0938C377-276F-68FB-B98F-5D25E730798F}"/>
              </a:ext>
            </a:extLst>
          </p:cNvPr>
          <p:cNvSpPr txBox="1"/>
          <p:nvPr/>
        </p:nvSpPr>
        <p:spPr>
          <a:xfrm>
            <a:off x="3138310" y="2905709"/>
            <a:ext cx="570089" cy="230832"/>
          </a:xfrm>
          <a:prstGeom prst="rect">
            <a:avLst/>
          </a:prstGeom>
          <a:noFill/>
        </p:spPr>
        <p:txBody>
          <a:bodyPr wrap="square" rtlCol="0">
            <a:spAutoFit/>
          </a:bodyPr>
          <a:lstStyle/>
          <a:p>
            <a:pPr algn="ctr"/>
            <a:r>
              <a:rPr lang="en-US" sz="900" dirty="0"/>
              <a:t>34</a:t>
            </a:r>
          </a:p>
        </p:txBody>
      </p:sp>
      <p:sp>
        <p:nvSpPr>
          <p:cNvPr id="29" name="TextBox 28">
            <a:extLst>
              <a:ext uri="{FF2B5EF4-FFF2-40B4-BE49-F238E27FC236}">
                <a16:creationId xmlns:a16="http://schemas.microsoft.com/office/drawing/2014/main" id="{DD8DBE88-58D5-DAA3-1F7C-E5631370FD1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a:t>
            </a:r>
          </a:p>
        </p:txBody>
      </p:sp>
      <p:sp>
        <p:nvSpPr>
          <p:cNvPr id="30" name="TextBox 29">
            <a:extLst>
              <a:ext uri="{FF2B5EF4-FFF2-40B4-BE49-F238E27FC236}">
                <a16:creationId xmlns:a16="http://schemas.microsoft.com/office/drawing/2014/main" id="{6EA1E5B5-8655-DDBF-5D1C-68951903F414}"/>
              </a:ext>
            </a:extLst>
          </p:cNvPr>
          <p:cNvSpPr txBox="1"/>
          <p:nvPr/>
        </p:nvSpPr>
        <p:spPr>
          <a:xfrm>
            <a:off x="4143022" y="3406653"/>
            <a:ext cx="570089" cy="230832"/>
          </a:xfrm>
          <a:prstGeom prst="rect">
            <a:avLst/>
          </a:prstGeom>
          <a:noFill/>
        </p:spPr>
        <p:txBody>
          <a:bodyPr wrap="square" rtlCol="0">
            <a:spAutoFit/>
          </a:bodyPr>
          <a:lstStyle/>
          <a:p>
            <a:pPr algn="ctr"/>
            <a:r>
              <a:rPr lang="en-US" sz="900" dirty="0"/>
              <a:t>12</a:t>
            </a:r>
          </a:p>
        </p:txBody>
      </p:sp>
      <p:sp>
        <p:nvSpPr>
          <p:cNvPr id="31" name="TextBox 30">
            <a:extLst>
              <a:ext uri="{FF2B5EF4-FFF2-40B4-BE49-F238E27FC236}">
                <a16:creationId xmlns:a16="http://schemas.microsoft.com/office/drawing/2014/main" id="{034B70CF-457E-EC91-DFD1-8FCF575EB96F}"/>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46C47560-DDCA-CE30-982E-3A0A1BF6F3C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236DFD68-BB90-FFD2-258E-346AC3CC8A25}"/>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8C386819-28D4-3A26-ACE3-651B685B94A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65D9181C-0D5C-BA95-A1A4-F3EF507ADCCB}"/>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7786639-EC15-D85E-166E-40E0C0A7FB9C}"/>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E4025A8E-3F30-1CA1-15F0-AE1433B0805A}"/>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BA39A9F9-851D-EA4D-663F-1598DAA254F3}"/>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5C3F1F84-DDA7-A991-DACC-CC9A9EF53A4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CDC8662-9E71-3970-4ECE-F3C1AB7ED17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66C3C2B-0C34-110F-547F-BDD865247C1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59B39E3D-1D0D-ADE7-9F06-BE60EA3569A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280F24FB-5C82-AAE9-657A-6569845E5450}"/>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75A0EF73-7758-E2C9-8BE4-2FCD1A6F7AD9}"/>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7" name="TextBox 56">
            <a:extLst>
              <a:ext uri="{FF2B5EF4-FFF2-40B4-BE49-F238E27FC236}">
                <a16:creationId xmlns:a16="http://schemas.microsoft.com/office/drawing/2014/main" id="{52FEE5D3-624E-EAB3-D142-135B8262842E}"/>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58" name="TextBox 57">
            <a:extLst>
              <a:ext uri="{FF2B5EF4-FFF2-40B4-BE49-F238E27FC236}">
                <a16:creationId xmlns:a16="http://schemas.microsoft.com/office/drawing/2014/main" id="{D82D4998-5EC3-AD6D-08D6-48453D7CA091}"/>
              </a:ext>
            </a:extLst>
          </p:cNvPr>
          <p:cNvSpPr txBox="1"/>
          <p:nvPr/>
        </p:nvSpPr>
        <p:spPr>
          <a:xfrm>
            <a:off x="3640666" y="2905709"/>
            <a:ext cx="570089" cy="230832"/>
          </a:xfrm>
          <a:prstGeom prst="rect">
            <a:avLst/>
          </a:prstGeom>
          <a:noFill/>
        </p:spPr>
        <p:txBody>
          <a:bodyPr wrap="square" rtlCol="0">
            <a:spAutoFit/>
          </a:bodyPr>
          <a:lstStyle/>
          <a:p>
            <a:pPr algn="ctr"/>
            <a:r>
              <a:rPr lang="en-US" sz="900" dirty="0"/>
              <a:t>467</a:t>
            </a:r>
          </a:p>
        </p:txBody>
      </p:sp>
      <p:sp>
        <p:nvSpPr>
          <p:cNvPr id="60" name="TextBox 59">
            <a:extLst>
              <a:ext uri="{FF2B5EF4-FFF2-40B4-BE49-F238E27FC236}">
                <a16:creationId xmlns:a16="http://schemas.microsoft.com/office/drawing/2014/main" id="{B61551FA-D43A-FE78-EC4C-F85A5C0BE24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0469BB5E-88B1-29E5-8843-43D5B612E0F1}"/>
              </a:ext>
            </a:extLst>
          </p:cNvPr>
          <p:cNvSpPr txBox="1"/>
          <p:nvPr/>
        </p:nvSpPr>
        <p:spPr>
          <a:xfrm>
            <a:off x="5147734" y="2404765"/>
            <a:ext cx="570089" cy="230832"/>
          </a:xfrm>
          <a:prstGeom prst="rect">
            <a:avLst/>
          </a:prstGeom>
          <a:noFill/>
        </p:spPr>
        <p:txBody>
          <a:bodyPr wrap="square" rtlCol="0">
            <a:spAutoFit/>
          </a:bodyPr>
          <a:lstStyle/>
          <a:p>
            <a:pPr algn="ctr"/>
            <a:r>
              <a:rPr lang="en-US" sz="900" dirty="0"/>
              <a:t>234</a:t>
            </a:r>
          </a:p>
        </p:txBody>
      </p:sp>
      <p:sp>
        <p:nvSpPr>
          <p:cNvPr id="63" name="TextBox 62">
            <a:extLst>
              <a:ext uri="{FF2B5EF4-FFF2-40B4-BE49-F238E27FC236}">
                <a16:creationId xmlns:a16="http://schemas.microsoft.com/office/drawing/2014/main" id="{4AF68679-2007-6452-2E85-8A0E6E84784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a:t>
            </a:r>
          </a:p>
        </p:txBody>
      </p:sp>
      <p:sp>
        <p:nvSpPr>
          <p:cNvPr id="64" name="TextBox 63">
            <a:extLst>
              <a:ext uri="{FF2B5EF4-FFF2-40B4-BE49-F238E27FC236}">
                <a16:creationId xmlns:a16="http://schemas.microsoft.com/office/drawing/2014/main" id="{2372E83E-A233-C638-2D77-CB53CA3F1006}"/>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93E61C96-B37F-F85F-6C84-BBC18BE3D156}"/>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7C83541-8F76-61D1-D396-98AF4CD6C4BC}"/>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8ED8ED55-8178-26C6-82C4-A3199995BE2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A0EECA9-62A7-030A-7E38-4A948243107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633AA31-13E3-5239-B107-882ADA98D35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49E47B34-DA6A-5A46-2619-990141DA325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121CCC1E-4A53-12B8-576D-7F36AE60C5B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51BB1D3-2996-AEDA-28D7-E467193B1335}"/>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C2343BE-03F2-61CC-F7E2-FD5D35804341}"/>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988E2ADD-C764-6B13-CF35-F60F2CD665D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C042621-FEEF-C410-DAC5-9EC92E3E731C}"/>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6DEB6ED-C6F8-7505-CD18-C1F21059334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00622BC-9F95-AD6F-04BF-22905E1A5F7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985E576F-7A4E-B250-1CFB-3A044ACDE39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F178AAA9-AAE1-A77E-9DDB-34EFBFCFE301}"/>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0AFDA3DD-E742-CB02-E43E-357E86F80811}"/>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D493926-7168-D00C-987E-8C2BB4772FE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38B2C6F-6B1C-645C-654F-88E68147B3F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7B271DD-F25B-CCBA-F4E5-3DCACFE7F24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17B6847E-58FD-D2AD-63E0-0F5472417A30}"/>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2E277B1-4F72-1CE7-1702-83938BD8FF51}"/>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D57DC5C5-1E61-EAAD-ABE3-9AA0BAD1C02D}"/>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6C2FEBCB-0A6E-EB9D-C4FA-C234C49B28C9}"/>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E7C1D536-3CF5-F790-7C23-4F3F99453D4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D7C0DA0F-C214-785F-3CA0-E8013346E0A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05C539A4-22D9-66AF-9AA5-F06896702B50}"/>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AFFCA327-5946-8A89-5157-A857218E2730}"/>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8883650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B4163-2ED4-5060-C691-D6F6726EBE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AF5592-04DD-DAE7-07A0-401E2B9A2B5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BF5ABEA-2F0D-C4ED-84F9-49628DFC307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551FF8-383F-71C8-D821-84DBD30ED1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E0DFD2-0338-89A4-C704-974D6C59BDA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0A6623-DC03-CEA4-4D19-F62A5C805E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2762F92-0288-0861-1B02-5C1344174119}"/>
              </a:ext>
            </a:extLst>
          </p:cNvPr>
          <p:cNvSpPr txBox="1"/>
          <p:nvPr/>
        </p:nvSpPr>
        <p:spPr>
          <a:xfrm>
            <a:off x="3640666" y="901933"/>
            <a:ext cx="570089" cy="230832"/>
          </a:xfrm>
          <a:prstGeom prst="rect">
            <a:avLst/>
          </a:prstGeom>
          <a:noFill/>
        </p:spPr>
        <p:txBody>
          <a:bodyPr wrap="square" rtlCol="0">
            <a:spAutoFit/>
          </a:bodyPr>
          <a:lstStyle/>
          <a:p>
            <a:pPr algn="ctr"/>
            <a:r>
              <a:rPr lang="en-US" sz="900" dirty="0"/>
              <a:t>123</a:t>
            </a:r>
          </a:p>
        </p:txBody>
      </p:sp>
      <p:sp>
        <p:nvSpPr>
          <p:cNvPr id="8" name="TextBox 7">
            <a:extLst>
              <a:ext uri="{FF2B5EF4-FFF2-40B4-BE49-F238E27FC236}">
                <a16:creationId xmlns:a16="http://schemas.microsoft.com/office/drawing/2014/main" id="{A182706D-8B73-4DDF-E998-7A80BC519D53}"/>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08ED6BE1-A750-89A6-5AC2-DA73F4D22F02}"/>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194C5886-9F8C-A6E3-2F25-F8B2457C5EBD}"/>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8" name="TextBox 17">
            <a:extLst>
              <a:ext uri="{FF2B5EF4-FFF2-40B4-BE49-F238E27FC236}">
                <a16:creationId xmlns:a16="http://schemas.microsoft.com/office/drawing/2014/main" id="{0899EBCA-31A2-9C3A-ECAD-203035C22DCE}"/>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3456</a:t>
            </a:r>
          </a:p>
        </p:txBody>
      </p:sp>
      <p:sp>
        <p:nvSpPr>
          <p:cNvPr id="19" name="TextBox 18">
            <a:extLst>
              <a:ext uri="{FF2B5EF4-FFF2-40B4-BE49-F238E27FC236}">
                <a16:creationId xmlns:a16="http://schemas.microsoft.com/office/drawing/2014/main" id="{9820A7FC-F587-8FDF-B746-77721002AC3E}"/>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23456</a:t>
            </a:r>
          </a:p>
        </p:txBody>
      </p:sp>
      <p:sp>
        <p:nvSpPr>
          <p:cNvPr id="20" name="TextBox 19">
            <a:extLst>
              <a:ext uri="{FF2B5EF4-FFF2-40B4-BE49-F238E27FC236}">
                <a16:creationId xmlns:a16="http://schemas.microsoft.com/office/drawing/2014/main" id="{7D8FD51E-8755-058A-C82A-EF54F8A9AC19}"/>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E6D04725-F45A-5543-7286-85A9E41501E7}"/>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55626FC3-1A3A-4329-8619-BDB859F69D0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F3A82E14-DACF-58A4-9084-454600C78310}"/>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64A90DCC-6DB0-4AA5-46C0-D089C25B56D1}"/>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42FFF2C5-22FD-ABB4-81EF-F7ED68894DD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E2426CCB-8A54-3CD5-F95C-60E6E2B7D8E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186290CC-9248-AD77-22C3-88E84847CBC7}"/>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3" name="TextBox 42">
            <a:extLst>
              <a:ext uri="{FF2B5EF4-FFF2-40B4-BE49-F238E27FC236}">
                <a16:creationId xmlns:a16="http://schemas.microsoft.com/office/drawing/2014/main" id="{F722D8B3-85DE-AE2E-B9BF-EC29C287BE6A}"/>
              </a:ext>
            </a:extLst>
          </p:cNvPr>
          <p:cNvSpPr txBox="1"/>
          <p:nvPr/>
        </p:nvSpPr>
        <p:spPr>
          <a:xfrm>
            <a:off x="3640666" y="4909484"/>
            <a:ext cx="570089" cy="230832"/>
          </a:xfrm>
          <a:prstGeom prst="rect">
            <a:avLst/>
          </a:prstGeom>
          <a:noFill/>
        </p:spPr>
        <p:txBody>
          <a:bodyPr wrap="square" rtlCol="0">
            <a:spAutoFit/>
          </a:bodyPr>
          <a:lstStyle/>
          <a:p>
            <a:pPr algn="ctr"/>
            <a:r>
              <a:rPr lang="en-US" sz="900" dirty="0"/>
              <a:t>12</a:t>
            </a:r>
          </a:p>
        </p:txBody>
      </p:sp>
      <p:sp>
        <p:nvSpPr>
          <p:cNvPr id="44" name="TextBox 43">
            <a:extLst>
              <a:ext uri="{FF2B5EF4-FFF2-40B4-BE49-F238E27FC236}">
                <a16:creationId xmlns:a16="http://schemas.microsoft.com/office/drawing/2014/main" id="{641870B9-EF02-DEF1-5190-150C9D1E157F}"/>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8C8E73EF-375A-18C2-8632-463D670CB49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5C56CC4-80CD-921F-1E39-B319E737D11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BFB23AB-5F8A-EE62-F899-A67B1BDB6E19}"/>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433CC7B3-F5FD-4330-D60C-6B79B0184D9C}"/>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a:t>
            </a:r>
          </a:p>
        </p:txBody>
      </p:sp>
      <p:sp>
        <p:nvSpPr>
          <p:cNvPr id="54" name="TextBox 53">
            <a:extLst>
              <a:ext uri="{FF2B5EF4-FFF2-40B4-BE49-F238E27FC236}">
                <a16:creationId xmlns:a16="http://schemas.microsoft.com/office/drawing/2014/main" id="{570AE162-CD07-1C64-189C-131C81DA2C9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4E743DA9-84C7-8CBD-82D3-882599EFC774}"/>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7" name="TextBox 56">
            <a:extLst>
              <a:ext uri="{FF2B5EF4-FFF2-40B4-BE49-F238E27FC236}">
                <a16:creationId xmlns:a16="http://schemas.microsoft.com/office/drawing/2014/main" id="{064BFC9A-CDCB-6880-5F46-D3825FF6026E}"/>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58" name="TextBox 57">
            <a:extLst>
              <a:ext uri="{FF2B5EF4-FFF2-40B4-BE49-F238E27FC236}">
                <a16:creationId xmlns:a16="http://schemas.microsoft.com/office/drawing/2014/main" id="{45B27B1E-3DD6-F44C-79C6-DA6AC96B608B}"/>
              </a:ext>
            </a:extLst>
          </p:cNvPr>
          <p:cNvSpPr txBox="1"/>
          <p:nvPr/>
        </p:nvSpPr>
        <p:spPr>
          <a:xfrm>
            <a:off x="3640666" y="2905709"/>
            <a:ext cx="570089" cy="230832"/>
          </a:xfrm>
          <a:prstGeom prst="rect">
            <a:avLst/>
          </a:prstGeom>
          <a:noFill/>
        </p:spPr>
        <p:txBody>
          <a:bodyPr wrap="square" rtlCol="0">
            <a:spAutoFit/>
          </a:bodyPr>
          <a:lstStyle/>
          <a:p>
            <a:pPr algn="ctr"/>
            <a:r>
              <a:rPr lang="en-US" sz="900" dirty="0"/>
              <a:t>67</a:t>
            </a:r>
          </a:p>
        </p:txBody>
      </p:sp>
      <p:sp>
        <p:nvSpPr>
          <p:cNvPr id="60" name="TextBox 59">
            <a:extLst>
              <a:ext uri="{FF2B5EF4-FFF2-40B4-BE49-F238E27FC236}">
                <a16:creationId xmlns:a16="http://schemas.microsoft.com/office/drawing/2014/main" id="{FA840D7F-E045-00E0-903E-72A3B5A4D3F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C2064E68-800E-6488-DD2E-83B1C9DC89DD}"/>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F5DD1968-67FD-7E08-C099-0BC6A2A5E57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4D5462CC-0272-378E-4D6A-FBF67EDB1AC8}"/>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7EF697E5-D205-F94B-5364-A8B6BE40FE8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67EFD44-3A7A-553B-4376-B74299CA0E58}"/>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961B6B43-B41A-46A0-CD69-E1961FC4BD8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7D15131-71E5-6317-9C1D-234FD2846F05}"/>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BF4FF3E-1F1F-E5C0-3230-7506602F2D7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22FB888-46B5-1817-0462-D2D43D4FD3CE}"/>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0EE59DA3-F29A-0349-6ECF-8E44AB117784}"/>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9439AE1-47D7-1E4E-30F7-40F9840D2C0F}"/>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76C5940-7711-BBC0-9718-2332EB3DE7FD}"/>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63E9A1FB-1431-F96F-5513-BA369AB6D87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EFFA8818-E62D-2A7B-6B55-56499D0C4119}"/>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9AECF9A-CA91-FEC1-EBDE-499DC85EAA43}"/>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EC09F5C-18DA-5B51-296C-A3F6E8408DC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9FB6F4B7-F07C-3050-1435-6C5756614912}"/>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5BB79BB0-6FA5-2F8B-68FF-6686CE55379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9866F4D1-EA71-BCF3-18F6-83467D128B43}"/>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1E9102F1-7FBD-D524-9837-C3A01A60250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30ABB29F-F329-4E05-3844-69B46FE411B7}"/>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689C3B2C-EB35-5F81-E34C-73E2E8AC72B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DA50E5B8-4B14-A72F-CA22-3E36960C03DB}"/>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281CE89-F527-EE63-C916-D98B24A52E02}"/>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A470DCF0-BFAE-4DAF-F755-4033BAA544E7}"/>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FFF5EFF2-3F6E-E0E2-0540-3A9C07DE805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DB060D2D-0726-CF51-925D-C31804F7609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22C023B-7B0D-6AAA-EC02-BA8C92AA18C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C30B343C-23A4-C3D3-48C4-912746554200}"/>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F475C71A-F334-457E-11F6-CD5F0BBF85E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84B5150F-CEA1-A486-9D72-791DEE9BF14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6E580C85-6D20-25E1-67BA-71CFDD84265C}"/>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70" name="TextBox 69">
            <a:extLst>
              <a:ext uri="{FF2B5EF4-FFF2-40B4-BE49-F238E27FC236}">
                <a16:creationId xmlns:a16="http://schemas.microsoft.com/office/drawing/2014/main" id="{1122EA04-70CF-EFE0-D499-3191B5133717}"/>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1" name="TextBox 70">
            <a:extLst>
              <a:ext uri="{FF2B5EF4-FFF2-40B4-BE49-F238E27FC236}">
                <a16:creationId xmlns:a16="http://schemas.microsoft.com/office/drawing/2014/main" id="{17FD8CCF-E8B4-B554-6807-0A176D4CE738}"/>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2" name="TextBox 71">
            <a:extLst>
              <a:ext uri="{FF2B5EF4-FFF2-40B4-BE49-F238E27FC236}">
                <a16:creationId xmlns:a16="http://schemas.microsoft.com/office/drawing/2014/main" id="{70CE4E78-F9F3-629F-0309-D0DF3EB1DC13}"/>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10944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D5C85-F06A-E4E1-065C-A2D5B5968D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997F55-73E4-59CF-991B-A72BB7E9FE28}"/>
              </a:ext>
            </a:extLst>
          </p:cNvPr>
          <p:cNvSpPr>
            <a:spLocks noGrp="1"/>
          </p:cNvSpPr>
          <p:nvPr>
            <p:ph sz="half" idx="1"/>
          </p:nvPr>
        </p:nvSpPr>
        <p:spPr>
          <a:xfrm>
            <a:off x="1373124" y="5517422"/>
            <a:ext cx="9445752" cy="1143000"/>
          </a:xfrm>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2DE077-ED43-1524-D512-98A0180FEC8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83983D3-0A17-BF47-9E8E-DBD42BD6B4C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E52CA10-4C0E-AD2C-8CEE-2D5F18F3F91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A4E1FCE-2A94-2190-7E30-AE6DD18439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0883037-9E99-47F2-C2AD-7F1D38171E04}"/>
              </a:ext>
            </a:extLst>
          </p:cNvPr>
          <p:cNvSpPr txBox="1"/>
          <p:nvPr/>
        </p:nvSpPr>
        <p:spPr>
          <a:xfrm>
            <a:off x="3640666" y="901933"/>
            <a:ext cx="570089" cy="230832"/>
          </a:xfrm>
          <a:prstGeom prst="rect">
            <a:avLst/>
          </a:prstGeom>
          <a:noFill/>
        </p:spPr>
        <p:txBody>
          <a:bodyPr wrap="square" rtlCol="0">
            <a:spAutoFit/>
          </a:bodyPr>
          <a:lstStyle/>
          <a:p>
            <a:pPr algn="ctr"/>
            <a:r>
              <a:rPr lang="en-US" sz="900" dirty="0"/>
              <a:t>13</a:t>
            </a:r>
          </a:p>
        </p:txBody>
      </p:sp>
      <p:sp>
        <p:nvSpPr>
          <p:cNvPr id="8" name="TextBox 7">
            <a:extLst>
              <a:ext uri="{FF2B5EF4-FFF2-40B4-BE49-F238E27FC236}">
                <a16:creationId xmlns:a16="http://schemas.microsoft.com/office/drawing/2014/main" id="{92896CB0-1F71-2C12-6221-1FD4B5FA9DA4}"/>
              </a:ext>
            </a:extLst>
          </p:cNvPr>
          <p:cNvSpPr txBox="1"/>
          <p:nvPr/>
        </p:nvSpPr>
        <p:spPr>
          <a:xfrm>
            <a:off x="4645378" y="767924"/>
            <a:ext cx="570089" cy="230832"/>
          </a:xfrm>
          <a:prstGeom prst="rect">
            <a:avLst/>
          </a:prstGeom>
          <a:noFill/>
        </p:spPr>
        <p:txBody>
          <a:bodyPr wrap="square" rtlCol="0">
            <a:spAutoFit/>
          </a:bodyPr>
          <a:lstStyle/>
          <a:p>
            <a:pPr algn="ctr"/>
            <a:r>
              <a:rPr lang="en-US" sz="900" dirty="0"/>
              <a:t>345</a:t>
            </a:r>
          </a:p>
        </p:txBody>
      </p:sp>
      <p:sp>
        <p:nvSpPr>
          <p:cNvPr id="11" name="TextBox 10">
            <a:extLst>
              <a:ext uri="{FF2B5EF4-FFF2-40B4-BE49-F238E27FC236}">
                <a16:creationId xmlns:a16="http://schemas.microsoft.com/office/drawing/2014/main" id="{DE822B28-87C3-7545-44A9-BE683983B78D}"/>
              </a:ext>
            </a:extLst>
          </p:cNvPr>
          <p:cNvSpPr txBox="1"/>
          <p:nvPr/>
        </p:nvSpPr>
        <p:spPr>
          <a:xfrm>
            <a:off x="4143022" y="1576300"/>
            <a:ext cx="570089" cy="230832"/>
          </a:xfrm>
          <a:prstGeom prst="rect">
            <a:avLst/>
          </a:prstGeom>
          <a:noFill/>
        </p:spPr>
        <p:txBody>
          <a:bodyPr wrap="square" rtlCol="0">
            <a:spAutoFit/>
          </a:bodyPr>
          <a:lstStyle/>
          <a:p>
            <a:pPr algn="ctr"/>
            <a:r>
              <a:rPr lang="en-US" sz="900" dirty="0"/>
              <a:t>234</a:t>
            </a:r>
          </a:p>
        </p:txBody>
      </p:sp>
      <p:sp>
        <p:nvSpPr>
          <p:cNvPr id="12" name="TextBox 11">
            <a:extLst>
              <a:ext uri="{FF2B5EF4-FFF2-40B4-BE49-F238E27FC236}">
                <a16:creationId xmlns:a16="http://schemas.microsoft.com/office/drawing/2014/main" id="{FCB3747F-6985-65CE-D22C-47A37BC57F51}"/>
              </a:ext>
            </a:extLst>
          </p:cNvPr>
          <p:cNvSpPr txBox="1"/>
          <p:nvPr/>
        </p:nvSpPr>
        <p:spPr>
          <a:xfrm>
            <a:off x="5147734" y="1576300"/>
            <a:ext cx="570089" cy="230832"/>
          </a:xfrm>
          <a:prstGeom prst="rect">
            <a:avLst/>
          </a:prstGeom>
          <a:noFill/>
        </p:spPr>
        <p:txBody>
          <a:bodyPr wrap="square" rtlCol="0">
            <a:spAutoFit/>
          </a:bodyPr>
          <a:lstStyle/>
          <a:p>
            <a:pPr algn="ctr"/>
            <a:r>
              <a:rPr lang="en-US" sz="900" dirty="0"/>
              <a:t>46</a:t>
            </a:r>
          </a:p>
        </p:txBody>
      </p:sp>
      <p:sp>
        <p:nvSpPr>
          <p:cNvPr id="18" name="TextBox 17">
            <a:extLst>
              <a:ext uri="{FF2B5EF4-FFF2-40B4-BE49-F238E27FC236}">
                <a16:creationId xmlns:a16="http://schemas.microsoft.com/office/drawing/2014/main" id="{96928CB3-F879-9171-36D6-D01C301BF22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88B0181B-845A-0AF1-6648-43E44649CE53}"/>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BC55EB4F-8C8C-139B-D110-0B89C2B98588}"/>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82FE9B29-DD62-726D-7ACE-BF11707D87E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D6C11471-4E80-5DAA-691F-5C2C6AE6BC97}"/>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19D0C7FB-B3E7-4A51-9872-189CE895760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B587352F-0E13-BE99-2597-D9C4415F0B4F}"/>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8C89AE6A-C2FD-953C-9A3F-D79B9FFE74A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C33E0271-CC1F-EF85-E1C6-4C2F0BDBFF4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E4CA93ED-24DC-63CD-B1B0-DEBA2935AB07}"/>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0416EF14-16A3-8052-8F5A-36AFEE61EFD0}"/>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3D7CE715-56AC-933B-5940-EB441E523E7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0A97574-5047-0578-269B-9744E535D63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5B4BDABA-3681-A610-7C5D-6790FD5D83D3}"/>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EF110315-49D4-FBF5-6B39-A285DFA26E5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1E43ED16-C86F-08CA-DC6E-B181D45FC2D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28ABF24-705E-592E-19AA-A0B9DF9B46B0}"/>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7" name="TextBox 56">
            <a:extLst>
              <a:ext uri="{FF2B5EF4-FFF2-40B4-BE49-F238E27FC236}">
                <a16:creationId xmlns:a16="http://schemas.microsoft.com/office/drawing/2014/main" id="{D48733FF-9F9D-A235-D446-72BE65A1EE74}"/>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60" name="TextBox 59">
            <a:extLst>
              <a:ext uri="{FF2B5EF4-FFF2-40B4-BE49-F238E27FC236}">
                <a16:creationId xmlns:a16="http://schemas.microsoft.com/office/drawing/2014/main" id="{C0197D74-9C42-7D22-83D3-63B1C95E7A2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6967D99D-486A-F2EB-B111-4E8097F1AEF7}"/>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EE894FA3-ABDB-9292-09F2-E56C8493FD0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7C4C4F78-AA71-FF8A-20C6-D8A444993EEE}"/>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CBAB8910-9207-87DC-7675-9C10B54AEF15}"/>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5166B6E-C6AB-5850-E97D-4A75B78A957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FF9D36E1-52BD-2925-10A7-8715F77E4B9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32A5724-3C9C-4CD6-50CD-BBA64B7AB81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7847AE6-5518-790F-A4CE-008B22C7243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BA621035-09BA-3EF6-E42C-8BCA8D8DBFC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B83C7B22-FA70-B5B2-F6AD-45286450B0E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D5FD8B08-F4C4-C0CC-4F2C-E71C40F3920C}"/>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23A7F55E-400E-C8D9-870A-2620FB587564}"/>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F7C4134-C769-7E0F-877A-C73951A765F2}"/>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CF504B6-0887-738C-3218-65A434FC65C3}"/>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F5EC681-D755-0E9A-D225-6430563440E4}"/>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83C97484-97F7-BED1-C2B7-9C0EAB58979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D0A2D6D7-51A1-7BB0-F203-DB431C42922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5D25E7B6-5890-37EE-3A2F-66C0BEDEDB4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142A966E-F2CE-5684-142A-E932C53E1EA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CBA4132-BD79-4CC0-DB91-FD8B5E8E37E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41C1DD7-6D4C-3B6F-AAC7-17DF8852BE63}"/>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974867DA-69FC-7CB7-201B-9FE13994132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E604C91-6C48-BE0B-EC75-FBB74DA70F6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63987A7-A4BE-B334-13BB-096B3B165789}"/>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607C054F-55A1-BCF8-6449-D0D8281436D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32566462-E349-7128-8ACD-EC071A960A9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3A5BF53F-97A3-584C-3FFE-8E8645A4012A}"/>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A566CDC-45FC-7283-84F8-B63D9A00A3A5}"/>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017A1800-2DE9-8CE0-4E48-C9C86F9BBE37}"/>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D53003DE-17FE-9383-7B12-9FF26F41BB1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AF38EDC4-7C61-91F3-C253-EB34C0CDB16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FE90285-1E2C-2222-1E54-612E769CC40D}"/>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E597066-732E-E2C6-6302-A035AFC3A77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B9D11E7E-0416-49A0-6208-FDD6BF95372D}"/>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30" name="TextBox 29">
            <a:extLst>
              <a:ext uri="{FF2B5EF4-FFF2-40B4-BE49-F238E27FC236}">
                <a16:creationId xmlns:a16="http://schemas.microsoft.com/office/drawing/2014/main" id="{4A5DC5E6-CBAC-3D1D-66C3-BA9C062270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0" name="TextBox 69">
            <a:extLst>
              <a:ext uri="{FF2B5EF4-FFF2-40B4-BE49-F238E27FC236}">
                <a16:creationId xmlns:a16="http://schemas.microsoft.com/office/drawing/2014/main" id="{4F197C55-03E8-C8D6-E9BD-0B022742CB0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71" name="TextBox 70">
            <a:extLst>
              <a:ext uri="{FF2B5EF4-FFF2-40B4-BE49-F238E27FC236}">
                <a16:creationId xmlns:a16="http://schemas.microsoft.com/office/drawing/2014/main" id="{9044F450-9A17-9B0E-EDA4-01EFA9B9E10A}"/>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0401460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BD44-74D6-14D7-4570-62C1D16B2F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BCCECF-6819-9CAC-74A2-758F667F992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4F6B8F8-B29E-21FA-36CD-DBD6A655A2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680A6A1-7340-39AF-97CB-1C5767E19FA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36F48ED-6EF8-8B40-D8B5-32E5A98410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5E6D0E-2E1C-69D7-BF9C-D79CB4D9ABC0}"/>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014DBF63-AC83-709F-8430-CD5D9DCBA7B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7F01ADD6-C902-4654-988D-EC4473A83A0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EBCEB537-F1E7-62E3-94FB-18BF002F073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7BEA325F-388D-25E9-FCD2-7E840BFF10EF}"/>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BC3CFA2E-FD6F-2AA5-6177-8E98B20C0C81}"/>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177FEDBE-30F9-8F5C-DB0D-65FC881F181D}"/>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8BA85E0D-DD12-7219-21FC-E0BB877D1CAE}"/>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05BDA734-39BB-E763-2E25-92F6819C0DD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8D7865D4-E0A5-5A67-B36B-05BECEC1BC40}"/>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9C66DA9-874B-9D99-AB0E-3A83F241838A}"/>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2AD84683-E421-923D-50FA-FECBBCC20DCD}"/>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BCBF70FC-B399-F35A-917E-892194E33AB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DEF45D7-BF76-F98F-A2F2-D90819FD58C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728CE0D-E627-C72C-D222-CA025CF4ED8A}"/>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FB641A9D-A6FB-8630-D40D-E2DDAB6E781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4C5CCE5A-9114-23D9-78D8-4E13403B9B7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a:t>
            </a:r>
          </a:p>
        </p:txBody>
      </p:sp>
      <p:sp>
        <p:nvSpPr>
          <p:cNvPr id="55" name="TextBox 54">
            <a:extLst>
              <a:ext uri="{FF2B5EF4-FFF2-40B4-BE49-F238E27FC236}">
                <a16:creationId xmlns:a16="http://schemas.microsoft.com/office/drawing/2014/main" id="{3EEF2A94-03E6-19D1-5271-1DA215A9A5E4}"/>
              </a:ext>
            </a:extLst>
          </p:cNvPr>
          <p:cNvSpPr txBox="1"/>
          <p:nvPr/>
        </p:nvSpPr>
        <p:spPr>
          <a:xfrm>
            <a:off x="7157158" y="1566998"/>
            <a:ext cx="570089" cy="230832"/>
          </a:xfrm>
          <a:prstGeom prst="rect">
            <a:avLst/>
          </a:prstGeom>
          <a:noFill/>
        </p:spPr>
        <p:txBody>
          <a:bodyPr wrap="square" rtlCol="0">
            <a:spAutoFit/>
          </a:bodyPr>
          <a:lstStyle/>
          <a:p>
            <a:pPr algn="ctr"/>
            <a:r>
              <a:rPr lang="en-US" sz="900" dirty="0"/>
              <a:t>67</a:t>
            </a:r>
          </a:p>
        </p:txBody>
      </p:sp>
      <p:sp>
        <p:nvSpPr>
          <p:cNvPr id="57" name="TextBox 56">
            <a:extLst>
              <a:ext uri="{FF2B5EF4-FFF2-40B4-BE49-F238E27FC236}">
                <a16:creationId xmlns:a16="http://schemas.microsoft.com/office/drawing/2014/main" id="{E2F4BCE2-10A5-D204-4487-437C52E60542}"/>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60" name="TextBox 59">
            <a:extLst>
              <a:ext uri="{FF2B5EF4-FFF2-40B4-BE49-F238E27FC236}">
                <a16:creationId xmlns:a16="http://schemas.microsoft.com/office/drawing/2014/main" id="{086E5E9F-9EAA-3012-F9DA-2AAE88706CC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1307A086-0E28-4639-E6B7-5455D998CA01}"/>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33F28F58-CCAA-907C-B740-D8DA391F360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19014AA4-E436-CBBF-0064-074F215EA05C}"/>
              </a:ext>
            </a:extLst>
          </p:cNvPr>
          <p:cNvSpPr txBox="1"/>
          <p:nvPr/>
        </p:nvSpPr>
        <p:spPr>
          <a:xfrm>
            <a:off x="7157158" y="769078"/>
            <a:ext cx="570089" cy="230832"/>
          </a:xfrm>
          <a:prstGeom prst="rect">
            <a:avLst/>
          </a:prstGeom>
          <a:noFill/>
        </p:spPr>
        <p:txBody>
          <a:bodyPr wrap="square" rtlCol="0">
            <a:spAutoFit/>
          </a:bodyPr>
          <a:lstStyle/>
          <a:p>
            <a:pPr algn="ctr"/>
            <a:r>
              <a:rPr lang="en-US" sz="900" dirty="0"/>
              <a:t>236</a:t>
            </a:r>
          </a:p>
        </p:txBody>
      </p:sp>
      <p:sp>
        <p:nvSpPr>
          <p:cNvPr id="53" name="TextBox 52">
            <a:extLst>
              <a:ext uri="{FF2B5EF4-FFF2-40B4-BE49-F238E27FC236}">
                <a16:creationId xmlns:a16="http://schemas.microsoft.com/office/drawing/2014/main" id="{951A9EC1-77C6-43E1-4F13-3817891AB70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60CEB4F-97D3-FABA-0336-B1B51CAB6232}"/>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A7FD447-475B-7FE3-C485-41A7F36BDCC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95B50DFC-F303-BF5A-A17C-B716D604104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595E72F-F41D-48D0-4F51-79A0E185CFD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A87E7113-C03C-D6BE-F0E9-983B6AA88B7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D6A395C9-4C7B-D016-EFBE-27A60D9C6D34}"/>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3845C5D6-94AB-BCD7-BE9E-ED956FF1789C}"/>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7EDC4D95-2ED4-7C55-4F78-A56F84FB6F7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04758EFC-41D0-9198-5E22-9B712040B47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16D2A2F-A721-F8CC-F605-328E9A67FC35}"/>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CD7B8725-A0C1-501A-0657-C095278F8E09}"/>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93B0A50C-6E30-5D63-5314-E8C16C2A14F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E1EF0F3C-4F99-0919-A97C-87BF9EC8634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3DE1349F-BF10-1F6D-6AD5-44B464D7F5F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B001268D-C697-460B-46A8-7295C300759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C27A84D-E5E7-66E9-1CE8-D32B203B251E}"/>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85BE87D5-078F-E0AF-FC29-5C7C8D13152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59A4857-3589-FB09-BC3D-A898050EE0B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A90F4BD-4110-CCFA-145C-F9F825FD728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2EDFB729-6D57-07CD-1B49-9011194857D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3BB4A9E5-3F11-890F-836E-C58D57FF122F}"/>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04E9FAFF-98AE-8ACF-7FCC-EB9503C1B79C}"/>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2213F54-7356-4027-A312-A4B4DDF0B40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0C8A72E3-2278-5643-1AC5-9A039AF9882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ADA182DB-9388-6D51-1F60-74EE27648308}"/>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F01BB2A2-75BC-7DA7-097D-13FE22C8DE5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0B1DB4F-35CC-F993-06DD-8A4FDBA599FB}"/>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540DB5B-D864-08C6-8DF3-EADE08B3B8D0}"/>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19E14EF6-204A-72B4-171F-B58EA61A3F52}"/>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8979B98A-F5D7-0F84-71A5-EF5BA197CB7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2CFC9482-F40F-80A1-F07B-7EDB782D59D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029A9FDD-035A-80CB-B999-3437402AEF8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ED4FF220-7B2F-903E-5927-05BF7957C70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D2010E71-87C1-FD28-2A71-A83F50C91FA5}"/>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4B6C70B-1F12-E176-706A-AB6C6FFFE5C0}"/>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27905DBB-C1D7-8CF4-668D-35C074C7540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74" name="TextBox 73">
            <a:extLst>
              <a:ext uri="{FF2B5EF4-FFF2-40B4-BE49-F238E27FC236}">
                <a16:creationId xmlns:a16="http://schemas.microsoft.com/office/drawing/2014/main" id="{2A211F70-8D67-9E09-12C4-35EBA7A5FBF1}"/>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5556887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FCBC-5FC3-ACFC-F079-1C9B1953F7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0803F0-8885-C6B4-5C0C-C5C5C4AB99F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B4587EE-365B-989C-FD00-C8D4B677448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59CAB20-3E44-F39C-C6D4-F01E23E988D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6671BA-0E51-CDC4-B8AA-25779E688B5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928DC40-E2CC-39FD-0783-58A487AE6D15}"/>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CDF5DB47-246C-1BDE-BFAC-FAFD9844C46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D3744CCB-C18D-1D91-58CB-CBBB7352F42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01713774-E4AE-E85D-95C7-028BA3428F92}"/>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8ED93BD2-8C3C-7A56-5C90-C84CC3181C18}"/>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97F0550D-68CA-CCAD-E870-2DEB3901E590}"/>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625AEE22-49BB-B01C-0D34-62218D2C1E91}"/>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4D50F4A6-F377-594F-CB99-BD0E91429A3A}"/>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A04101F8-73CC-245D-CDDF-75C476F6D62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3A507D8D-5A33-E254-D69C-76C618A4C0D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C06A651C-3D2C-58B4-B41A-545A6CD9FDC6}"/>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71251108-AC11-D647-64A6-8D68C198C0A7}"/>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C5E560A6-2659-417F-E304-1C98EA21C544}"/>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8BC17BD-01CC-1CAD-12BC-8D43B414656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A36E6B3-6C1F-4A0C-8D2D-FD65DFC40CF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883C94F9-6558-382C-8A5C-E6CBB7211F2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721360D2-5854-7B05-8129-AA601B6E924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7" name="TextBox 56">
            <a:extLst>
              <a:ext uri="{FF2B5EF4-FFF2-40B4-BE49-F238E27FC236}">
                <a16:creationId xmlns:a16="http://schemas.microsoft.com/office/drawing/2014/main" id="{03B1F7DA-564F-53E9-73E1-87701DE359E9}"/>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60" name="TextBox 59">
            <a:extLst>
              <a:ext uri="{FF2B5EF4-FFF2-40B4-BE49-F238E27FC236}">
                <a16:creationId xmlns:a16="http://schemas.microsoft.com/office/drawing/2014/main" id="{9812CC4B-2B04-EA2A-0F22-436DB161E7F7}"/>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70C65ABF-9D5E-38D6-A4DD-A701BB7697D7}"/>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F99B3D4D-C507-BF2B-BEE1-1263C37F9F5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64" name="TextBox 63">
            <a:extLst>
              <a:ext uri="{FF2B5EF4-FFF2-40B4-BE49-F238E27FC236}">
                <a16:creationId xmlns:a16="http://schemas.microsoft.com/office/drawing/2014/main" id="{43A09A07-AB9E-160E-F4A8-F98248E409A4}"/>
              </a:ext>
            </a:extLst>
          </p:cNvPr>
          <p:cNvSpPr txBox="1"/>
          <p:nvPr/>
        </p:nvSpPr>
        <p:spPr>
          <a:xfrm>
            <a:off x="7157158" y="769078"/>
            <a:ext cx="570089" cy="230832"/>
          </a:xfrm>
          <a:prstGeom prst="rect">
            <a:avLst/>
          </a:prstGeom>
          <a:noFill/>
        </p:spPr>
        <p:txBody>
          <a:bodyPr wrap="square" rtlCol="0">
            <a:spAutoFit/>
          </a:bodyPr>
          <a:lstStyle/>
          <a:p>
            <a:pPr algn="ctr"/>
            <a:r>
              <a:rPr lang="en-US" sz="900" dirty="0"/>
              <a:t>26</a:t>
            </a:r>
          </a:p>
        </p:txBody>
      </p:sp>
      <p:sp>
        <p:nvSpPr>
          <p:cNvPr id="53" name="TextBox 52">
            <a:extLst>
              <a:ext uri="{FF2B5EF4-FFF2-40B4-BE49-F238E27FC236}">
                <a16:creationId xmlns:a16="http://schemas.microsoft.com/office/drawing/2014/main" id="{2B571458-6074-3B75-A663-D97A7CBABD2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170D45D-F253-CA96-3DBB-AA68BC6A1A9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6C8D185D-8A20-3CF8-12CC-6AB51C3F68AC}"/>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26DAC5F-F44A-0E3A-20DC-6EE27D2DF10D}"/>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AE9399D-EA53-67D8-C49E-14EF644B832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71AA04CE-FA32-11B2-2D50-8D6A3E01F93B}"/>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C213A787-3485-8631-6700-68493D18A0D3}"/>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B230ACE-0BD4-F619-DE80-54F74826DD04}"/>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6147FB9F-1E0A-8E04-B067-1D7471C1CE9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C1E88F8E-11D7-6F38-3E24-D5161A4BE072}"/>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04CE2245-EFF5-771B-8C5E-1FF9B0D72835}"/>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2228041-40FB-82CB-212A-648A67FF8D79}"/>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2ED5AD40-FFBF-034C-46D9-65AD940F959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44AC9B54-8026-5020-28D3-1248887BA112}"/>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F9F16DAE-B959-7247-1171-5B4BF9F42D3D}"/>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35C68910-6984-DD23-54DB-3D502FDB8027}"/>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C2B402F-3FA0-67B5-C3AB-9B7247844D0D}"/>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E35108E3-BBB2-E7EE-71DD-F91D4F0A949A}"/>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0830E0A9-9B70-BD40-928C-1CA4BFD3D8C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2E108D23-2DD4-8DA5-6378-307FEDC7BC9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383B930-0526-B011-6393-3B4378B38C25}"/>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55523ACF-3244-4433-0218-07CC12C8345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DE96F792-B640-2474-9DE1-7C48AF85C8A0}"/>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60DC55D-FBD9-28C6-EB13-B5983119ABF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E5FFF10-58F1-AD43-EFA5-3E86C017209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E62174C8-03CF-A5B5-94EA-65A2B4111BFC}"/>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FFB4658F-260E-4C8D-3FDD-C9ACA988113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8DFF808-20E3-513F-78C6-51611E960BFB}"/>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1EB46B74-1680-A3FE-4B6A-4121B22F13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D9D17211-4AF4-8507-D6B6-FECF8A3C7CD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E949C23-3843-53E5-F4F9-7308287228A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28706F8-8FC0-11BC-223A-436CF60AEB0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6CBE5325-FBCA-48C3-1627-3F721E28816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4BF1D34D-FC61-7DE4-03B7-547256B03F2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6BDC2E83-A045-4AE0-8C27-7BD9D44F3BA8}"/>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ED24802-1197-6F36-F29D-3E437D19615C}"/>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CF649500-5FB9-C62C-BB44-BBEDBFB013EC}"/>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5B9481E-F363-E09F-2A0B-902C12549CA8}"/>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E61DC0F1-FCF7-2DEA-D276-73FA2F368CBE}"/>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0494871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3DD7-9C2C-FAAA-3A47-201306AEF1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59417F-16BE-DEF4-6B26-11AAC9D4AB0B}"/>
              </a:ext>
            </a:extLst>
          </p:cNvPr>
          <p:cNvSpPr>
            <a:spLocks noGrp="1"/>
          </p:cNvSpPr>
          <p:nvPr>
            <p:ph sz="half" idx="1"/>
          </p:nvPr>
        </p:nvSpPr>
        <p:spPr/>
        <p:txBody>
          <a:bodyPr>
            <a:normAutofit/>
          </a:bodyPr>
          <a:lstStyle/>
          <a:p>
            <a:r>
              <a:rPr lang="en-US" dirty="0"/>
              <a:t>Last possible 6’s in upper right, lower right, and left center blocks.</a:t>
            </a:r>
          </a:p>
          <a:p>
            <a:r>
              <a:rPr lang="en-US" dirty="0"/>
              <a:t>Last possible 9 in left center block.</a:t>
            </a:r>
          </a:p>
        </p:txBody>
      </p:sp>
      <p:pic>
        <p:nvPicPr>
          <p:cNvPr id="4" name="Picture 3" descr="A grid of sudoku puzzle&#10;&#10;Description automatically generated">
            <a:extLst>
              <a:ext uri="{FF2B5EF4-FFF2-40B4-BE49-F238E27FC236}">
                <a16:creationId xmlns:a16="http://schemas.microsoft.com/office/drawing/2014/main" id="{1A86352F-3F7B-54EB-83B8-82E1AAFBBD9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EFE3C2D-412F-78B7-362E-D7D43AA2AE1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BBB760B-5D51-60D8-67CC-C2C5C5A1AC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CE08B74-5DAC-D381-4CCE-298CAF565E6C}"/>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98047737-9EDF-303B-EB88-38838AAAF91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80EDF256-2E5B-7C5B-CB4F-EAD23C015F64}"/>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B1790B37-11F3-A5A8-77A3-40DA679F079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17D5DD0E-1BBA-0E4B-1E26-A9A662D4CFC2}"/>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0832B825-EA90-2C08-32B4-F1E25EE720F9}"/>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3" name="TextBox 32">
            <a:extLst>
              <a:ext uri="{FF2B5EF4-FFF2-40B4-BE49-F238E27FC236}">
                <a16:creationId xmlns:a16="http://schemas.microsoft.com/office/drawing/2014/main" id="{7EF3A966-74A9-FED3-480C-28A4D80DB529}"/>
              </a:ext>
            </a:extLst>
          </p:cNvPr>
          <p:cNvSpPr txBox="1"/>
          <p:nvPr/>
        </p:nvSpPr>
        <p:spPr>
          <a:xfrm>
            <a:off x="3640666" y="3907597"/>
            <a:ext cx="570089" cy="230832"/>
          </a:xfrm>
          <a:prstGeom prst="rect">
            <a:avLst/>
          </a:prstGeom>
          <a:noFill/>
        </p:spPr>
        <p:txBody>
          <a:bodyPr wrap="square" rtlCol="0">
            <a:spAutoFit/>
          </a:bodyPr>
          <a:lstStyle/>
          <a:p>
            <a:pPr algn="ctr"/>
            <a:r>
              <a:rPr lang="en-US" sz="900" dirty="0"/>
              <a:t>45</a:t>
            </a:r>
          </a:p>
        </p:txBody>
      </p:sp>
      <p:sp>
        <p:nvSpPr>
          <p:cNvPr id="34" name="TextBox 33">
            <a:extLst>
              <a:ext uri="{FF2B5EF4-FFF2-40B4-BE49-F238E27FC236}">
                <a16:creationId xmlns:a16="http://schemas.microsoft.com/office/drawing/2014/main" id="{9FD0E5FC-A384-F386-AAF9-0C2C410B658C}"/>
              </a:ext>
            </a:extLst>
          </p:cNvPr>
          <p:cNvSpPr txBox="1"/>
          <p:nvPr/>
        </p:nvSpPr>
        <p:spPr>
          <a:xfrm>
            <a:off x="4143022" y="4081019"/>
            <a:ext cx="570089" cy="230832"/>
          </a:xfrm>
          <a:prstGeom prst="rect">
            <a:avLst/>
          </a:prstGeom>
          <a:noFill/>
        </p:spPr>
        <p:txBody>
          <a:bodyPr wrap="square" rtlCol="0">
            <a:spAutoFit/>
          </a:bodyPr>
          <a:lstStyle/>
          <a:p>
            <a:pPr algn="ctr"/>
            <a:r>
              <a:rPr lang="en-US" sz="900" dirty="0"/>
              <a:t>56</a:t>
            </a:r>
          </a:p>
        </p:txBody>
      </p:sp>
      <p:sp>
        <p:nvSpPr>
          <p:cNvPr id="38" name="TextBox 37">
            <a:extLst>
              <a:ext uri="{FF2B5EF4-FFF2-40B4-BE49-F238E27FC236}">
                <a16:creationId xmlns:a16="http://schemas.microsoft.com/office/drawing/2014/main" id="{821D6296-A3ED-CF14-1296-1DD48C6F996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286C86E4-8541-1AB7-3DF3-4719E19C649A}"/>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3E40A268-B024-CB06-2FED-A1402A1D0728}"/>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866B8133-75AC-4678-263D-122E92B71DB7}"/>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279F0DC0-EDC5-8ACD-B1FF-A23AC28CC7B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569AAD9-2476-FE99-25DD-92B101A1A1C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8EF93156-6CA4-793D-8874-E0A84A33D749}"/>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0D75469E-30B7-4DB9-C0EF-2004681EB29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C1036A9D-1B47-2AD0-CD4E-29BAC5C1B3F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7" name="TextBox 56">
            <a:extLst>
              <a:ext uri="{FF2B5EF4-FFF2-40B4-BE49-F238E27FC236}">
                <a16:creationId xmlns:a16="http://schemas.microsoft.com/office/drawing/2014/main" id="{4382D614-C680-A27E-A398-8C2A3060FC9B}"/>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60" name="TextBox 59">
            <a:extLst>
              <a:ext uri="{FF2B5EF4-FFF2-40B4-BE49-F238E27FC236}">
                <a16:creationId xmlns:a16="http://schemas.microsoft.com/office/drawing/2014/main" id="{E2A32495-D349-868C-8C63-2C4BB395DE05}"/>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B413FEE3-1F4D-CC04-4D91-9AAEE8DF7B5E}"/>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479DC3BF-ECD7-677B-5ED7-531DC717C88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34EDB394-B4FC-785D-993E-5F0E5BEB2691}"/>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2D999AC7-623E-04C1-1C57-CBD89C0A2F29}"/>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3031B66-6FD6-1B56-7622-6A998B500554}"/>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5854926-A8B2-B151-FC0F-44C0A6646CF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E17F9094-27AC-5478-8621-6ECEBA90D29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B6718B3-BD34-E7DC-A20F-7F004AA20AE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B6F57761-C127-7573-16EC-D5166581BDD1}"/>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93D800AC-96C4-A7C2-C327-7A185688770A}"/>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BED7210-9614-15FF-0E44-86D5E9964FC4}"/>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E96AF694-FD6A-2662-7325-48A9EF780D7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BA07CB97-F6EB-76D8-684D-84109F768D7C}"/>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A0AC187-0695-9E83-C0F1-2E5F077B094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7D9C6A5-2F66-2E22-4243-D1C58EC281F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98D1619D-B222-0D47-7BD3-E93968D82B7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E272F602-4F6C-DF77-8370-DB59403CD57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C2A03155-81C2-2331-822F-7C84914725E1}"/>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099ECEE7-7814-5186-380F-DB23E8B7D983}"/>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88A6F54-8751-461D-B25A-C19B9F09E44C}"/>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6A743303-4E96-0079-B227-3E30D00AE28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1F737F6-7221-D43F-1919-526819B8A963}"/>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F0F2832-72F3-B73E-96D5-AD21A0A42299}"/>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A9CDC24C-0D29-B9BC-C6EE-5FF3FF53BD7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CD78CC95-DBC2-0980-2F2D-8E93E59BCD2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ACD82C7D-83ED-0484-CFF6-80FDD787BEB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D7B574A8-9083-BEC5-E013-030DF8725609}"/>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9376AC46-0288-8060-EAF6-B7C0A15313FE}"/>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ADA9C690-BFDD-0D35-4715-FBFB40D3C43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927EFA15-038F-A13E-FA15-E2ED59D9AD4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ABAA000-7287-5967-DF01-60B41CE4264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C8DB980-AA00-8A65-BA4A-D3F01763B1AE}"/>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BAFABED-9E73-569E-816C-D987E58E554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848F4437-0E0D-AE0B-BB38-D98A00667473}"/>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BDD30AAE-1F1A-05E1-B3EB-B2745CB5E8A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5DA286E5-1705-0969-B183-6F3F5D9AB44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132B8F53-8CB7-9AA0-E55B-B2A89A695E98}"/>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500C3939-A254-F35D-9A18-C6C73E1D800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577E236-9B9C-827A-AC6B-002FAF8E9C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86759E4-A0ED-175E-E992-03C4D60C0C0C}"/>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25B9488-A926-AB9A-94D5-3A8D3724EA48}"/>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5045DE6D-5531-EEAD-044D-871CCDA45C74}"/>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143F2210-1135-65BE-3233-028EBFF70071}"/>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61D13FC0-AFC0-E7F8-D36E-99A99397CF7A}"/>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89BFAD9-ABD0-14FD-3482-71E38A66055E}"/>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0547124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6CA0-9C11-18EB-A051-B4DEBEA861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D0708C6-049D-BF08-9347-C0D35DEC6E1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58D5C10-5477-1B0D-87E5-2272DB7719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A393B1C-509D-C2B3-A33A-BD64F34FC7E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2B9EA7-EFF2-286E-0200-E417D2373A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219C498-1D05-B41F-38D3-445ED3955620}"/>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F162D302-FD84-E96F-9F91-FD1ACEE8302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FAF1BFA1-34B6-4601-B3FB-F17CAF8B935B}"/>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C9224004-EA47-582D-2CC5-3C2515FE3C71}"/>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24" name="TextBox 23">
            <a:extLst>
              <a:ext uri="{FF2B5EF4-FFF2-40B4-BE49-F238E27FC236}">
                <a16:creationId xmlns:a16="http://schemas.microsoft.com/office/drawing/2014/main" id="{17E6C3D3-A7F3-873E-8E54-4393B9B604E3}"/>
              </a:ext>
            </a:extLst>
          </p:cNvPr>
          <p:cNvSpPr txBox="1"/>
          <p:nvPr/>
        </p:nvSpPr>
        <p:spPr>
          <a:xfrm>
            <a:off x="3138310" y="2404765"/>
            <a:ext cx="570089" cy="230832"/>
          </a:xfrm>
          <a:prstGeom prst="rect">
            <a:avLst/>
          </a:prstGeom>
          <a:noFill/>
        </p:spPr>
        <p:txBody>
          <a:bodyPr wrap="square" rtlCol="0">
            <a:spAutoFit/>
          </a:bodyPr>
          <a:lstStyle/>
          <a:p>
            <a:pPr algn="ctr"/>
            <a:r>
              <a:rPr lang="en-US" sz="900" dirty="0"/>
              <a:t>45</a:t>
            </a:r>
          </a:p>
        </p:txBody>
      </p:sp>
      <p:sp>
        <p:nvSpPr>
          <p:cNvPr id="31" name="TextBox 30">
            <a:extLst>
              <a:ext uri="{FF2B5EF4-FFF2-40B4-BE49-F238E27FC236}">
                <a16:creationId xmlns:a16="http://schemas.microsoft.com/office/drawing/2014/main" id="{04A870BA-5288-6E07-8D3E-2AE4385D7852}"/>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8" name="TextBox 37">
            <a:extLst>
              <a:ext uri="{FF2B5EF4-FFF2-40B4-BE49-F238E27FC236}">
                <a16:creationId xmlns:a16="http://schemas.microsoft.com/office/drawing/2014/main" id="{84B690F4-836B-7416-7388-6D826C45671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7D3E2C9A-0A92-20AD-7E71-97476D573559}"/>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5994C55C-DF71-5BAC-BD5D-6C15B2F61EE5}"/>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77EA645B-A426-DC1B-505B-AC4B2BD81CB1}"/>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EDD30898-506E-0C02-2F2D-0C698F6EC13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88F4302-B4A8-A244-6C71-7E74EDF4A99D}"/>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3B960E1A-1F6B-374F-C14C-8A6ED40A8674}"/>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CBED7DC8-AE3B-056B-FF60-3E8894047FEB}"/>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38C74C0E-13BE-D16A-9E81-A6DC7D70648A}"/>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7" name="TextBox 56">
            <a:extLst>
              <a:ext uri="{FF2B5EF4-FFF2-40B4-BE49-F238E27FC236}">
                <a16:creationId xmlns:a16="http://schemas.microsoft.com/office/drawing/2014/main" id="{8BC6FED5-E781-8DE5-FEBA-2FB93FB62989}"/>
              </a:ext>
            </a:extLst>
          </p:cNvPr>
          <p:cNvSpPr txBox="1"/>
          <p:nvPr/>
        </p:nvSpPr>
        <p:spPr>
          <a:xfrm>
            <a:off x="3640666" y="2404765"/>
            <a:ext cx="570089" cy="230832"/>
          </a:xfrm>
          <a:prstGeom prst="rect">
            <a:avLst/>
          </a:prstGeom>
          <a:noFill/>
        </p:spPr>
        <p:txBody>
          <a:bodyPr wrap="square" rtlCol="0">
            <a:spAutoFit/>
          </a:bodyPr>
          <a:lstStyle/>
          <a:p>
            <a:pPr algn="ctr"/>
            <a:r>
              <a:rPr lang="en-US" sz="900" dirty="0"/>
              <a:t>54</a:t>
            </a:r>
          </a:p>
        </p:txBody>
      </p:sp>
      <p:sp>
        <p:nvSpPr>
          <p:cNvPr id="60" name="TextBox 59">
            <a:extLst>
              <a:ext uri="{FF2B5EF4-FFF2-40B4-BE49-F238E27FC236}">
                <a16:creationId xmlns:a16="http://schemas.microsoft.com/office/drawing/2014/main" id="{48464F5B-25B1-2D3F-7F6F-5E517D379357}"/>
              </a:ext>
            </a:extLst>
          </p:cNvPr>
          <p:cNvSpPr txBox="1"/>
          <p:nvPr/>
        </p:nvSpPr>
        <p:spPr>
          <a:xfrm>
            <a:off x="3138310" y="3907597"/>
            <a:ext cx="570089" cy="230832"/>
          </a:xfrm>
          <a:prstGeom prst="rect">
            <a:avLst/>
          </a:prstGeom>
          <a:noFill/>
        </p:spPr>
        <p:txBody>
          <a:bodyPr wrap="square" rtlCol="0">
            <a:spAutoFit/>
          </a:bodyPr>
          <a:lstStyle/>
          <a:p>
            <a:pPr algn="ctr"/>
            <a:r>
              <a:rPr lang="en-US" sz="900" dirty="0"/>
              <a:t>456</a:t>
            </a:r>
          </a:p>
        </p:txBody>
      </p:sp>
      <p:sp>
        <p:nvSpPr>
          <p:cNvPr id="62" name="TextBox 61">
            <a:extLst>
              <a:ext uri="{FF2B5EF4-FFF2-40B4-BE49-F238E27FC236}">
                <a16:creationId xmlns:a16="http://schemas.microsoft.com/office/drawing/2014/main" id="{3CB182C9-457F-B306-D882-B84CACB8DC13}"/>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7441C46D-10FA-9619-D57B-557F989E088F}"/>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EED470E5-5E41-589E-0893-B48788D0345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49C6C31-973F-DF9F-CE4F-6E1FD0399B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5C7E8E70-EB46-2E14-8DC8-4259C751E76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E3F7E4F7-CE48-1365-BA0F-E1E215A6AAA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F01B338-09BC-FEF0-2602-3432A93590A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037E440D-D594-11CD-71BC-79AB00E742B5}"/>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C0124D14-A48C-8B8E-40D2-3AC278A033B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39969A87-B8BA-8E71-6BDC-6B0A93C261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E9755BA-8F1A-DA1F-57AB-FAB1798967B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A116105-CE20-FAA2-D14C-7B226955E1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CEDB7D9-5D3B-042F-6EBD-38EA5EB21AB0}"/>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0D8C01D8-3B46-6FC6-9464-17C423789100}"/>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E77B216-60DB-1190-3E24-FB74CED2512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8F125956-601E-1F88-0A26-1CF2CD4F870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EC0A8F8B-06A4-FDF6-25C0-1824ED8BF8BD}"/>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434CDD1C-4836-A8F5-315B-948ED63BB609}"/>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012C70F9-5187-CD77-1B7A-55E9A42EA32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39D4D5B-6722-1CA5-FFCC-93520C7F3B7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337635B-B3EC-9AEF-B18F-B3AE63C2CAE4}"/>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FA8B52B8-C41A-B35A-7E15-B1BB403076D9}"/>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69B59D2-89A2-6FD7-8549-BF844CA829BF}"/>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460CCFD2-C872-DA48-55ED-C36C5A9C1778}"/>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CFA4FAA1-FB87-C639-DA47-C1E7C46993A9}"/>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50805256-AC5E-C771-A1E7-6F53AF854CD9}"/>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9CE0E97-6BF1-3BFC-4F8D-B146CCD543F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4746F0FF-C86A-6195-E374-7B396A042F5D}"/>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476FA1D5-B4B1-ACE8-1DB9-5E5A4718350B}"/>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894E61B6-80BE-73B2-5775-C22C7ABBA38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860B1BD-DA85-BA2D-C1DC-4DF3F8C70C9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ABB2B642-712C-E330-328E-780F47756C85}"/>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72728D6D-049E-7FD2-7BCF-F8FDC20C58F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0C72A48-45AF-D4B6-5540-F5F3BE5230E7}"/>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02647CA1-D306-BA3C-B260-28B941F3CC9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41C32A9A-BD2D-D1BF-1340-5B0131EAD565}"/>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BB558F80-8C8E-C453-A3FF-8457AD5A20DC}"/>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D13125B1-08C6-9BCF-251A-6229A5E0C71C}"/>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F62A0DD-CF9E-D8E4-0F95-141FC0AAFCB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5C4E042-3D2A-DD5C-11E2-7E7F3A064429}"/>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CF55305-F630-DD30-EDBA-0FE4A1EF350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EC9CDF3A-9250-BDFB-98C2-E8B6862B256D}"/>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1A26464E-00CE-0B64-AC62-BB479ABC9EF6}"/>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26154397-2352-1EA5-297A-09068F44D6E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6464991-F3AA-9568-CEB3-6CF995DEF3AA}"/>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67341D1A-0FF0-EF70-0D4E-7E76ADDFA4CB}"/>
              </a:ext>
            </a:extLst>
          </p:cNvPr>
          <p:cNvSpPr txBox="1"/>
          <p:nvPr/>
        </p:nvSpPr>
        <p:spPr>
          <a:xfrm>
            <a:off x="4216401" y="3741226"/>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A7055D95-7450-402F-3E97-DFC30B81F8D2}"/>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45718349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524D-A656-F95B-E84D-FCDAB2CB3A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6748B5-6F09-FD2C-4848-F2E5191A070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4906FEF-B95F-3C8C-4ED9-FBBD5AAD4A8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EB36DD5-A22B-947C-229C-D3B49C6EDC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2BAE0D8-1759-A7C8-A817-ACA50F012A9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22890A-987E-AFF0-9482-F82A06897FD1}"/>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A30861B5-FC84-36A9-4AD1-FD24F7E5350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112B6F55-F6FC-2BE2-C393-E390BABD0D4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97E9C427-3244-8BE6-37CD-17E83DBB01B3}"/>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105F29D5-08E5-BC87-3D25-5F6F8BB3A15D}"/>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8" name="TextBox 37">
            <a:extLst>
              <a:ext uri="{FF2B5EF4-FFF2-40B4-BE49-F238E27FC236}">
                <a16:creationId xmlns:a16="http://schemas.microsoft.com/office/drawing/2014/main" id="{95734EA1-FF9D-DC09-F677-920462BE3E1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30C2B551-D843-4F5B-F0C4-3E63BAA79A94}"/>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073BAC82-27AA-4F0B-0202-1402248076DC}"/>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64D8F1BE-23D8-A6E1-3E3C-047F75D5DC1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E94457BB-1F04-6C4B-DCBD-5FD4B77485BF}"/>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A61F272B-FD09-270E-09CB-F8806D7A339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D6079D45-98CF-AF16-65C1-FC4ED732DF7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C3E1D91B-BEB4-2E76-68D1-184D0852310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113588EE-9D41-0941-DFC4-3CA8A291B099}"/>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2" name="TextBox 61">
            <a:extLst>
              <a:ext uri="{FF2B5EF4-FFF2-40B4-BE49-F238E27FC236}">
                <a16:creationId xmlns:a16="http://schemas.microsoft.com/office/drawing/2014/main" id="{4B70BC90-E684-7D96-27A2-2CCDC551C3A5}"/>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2226387E-787B-C4A8-A5BE-330FA8B23B3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5551B005-85A7-E8C4-F170-F98A78196F1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FA44BD7-0C01-F875-41CE-717CD8F21EFA}"/>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8B40004-1EEA-B4EB-C780-E23C7B396FC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1BAE522-7380-EF90-8E87-93FD99E861D7}"/>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247661E-DC8B-ADD9-2540-5C00D1264D4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ABA591D4-A7B5-D11D-4CE7-A64C7993F29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058628A5-0D3A-B3A7-057C-8B8CDA46D1C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00AA442-FD94-CD70-7CDF-6562C675B8E6}"/>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FFA2873-4DAC-4916-52CF-68118ACAFEAD}"/>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DC0948ED-DFB9-D383-4514-93EFCB14722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61CB1CB-9D9E-3220-07E9-F03470DEFFBD}"/>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24873EC7-4E96-A666-4F2A-5B1838D7EB39}"/>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A6BAC5B-65E8-33C1-FF26-9B5E8C07D24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CB252C5C-CC64-D42B-7966-F9111F7523F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1FB0541F-C5E3-7E4A-63CD-3964CE7BC4D1}"/>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675949A2-3369-5A82-1820-1EA96349FB3F}"/>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414F7F1-5EB7-DC9B-250B-0C84A899F88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795896C-6836-D4C1-C172-75C837D5F7D3}"/>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B525A2B1-399D-BA7E-BE13-2003C7C1329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D5DDF3C2-4B55-D5B6-EF37-D063C1F34C64}"/>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29E1A7DC-21A7-B065-CFAD-A9247DB129B5}"/>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2999ECA6-CE7B-0F22-13E7-E9FCA238C454}"/>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4F09C3AC-4AFD-6289-457C-4B5440B7F0CA}"/>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C6F8A7C-A527-926E-DA69-77BBA5C7A55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25B4F5D-12D9-F40C-4890-7B3D5528169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D4F0B786-AC42-2BF7-3108-3D3B8F82BF11}"/>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0B1CC38D-C2D6-AA97-735F-AC29A59F51C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04FA0DB1-EE01-0C59-3D5D-3CF45C4F75A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07546A33-C6A5-8867-D528-5151670EE737}"/>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77D46810-925C-910D-A4F2-9D82B653FD5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83CF2C92-FCD8-8181-60B6-D5A2C172741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D087500-97E8-42EC-86EC-4637FA755D4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C5665497-EDC0-7E3D-D290-57944FA7D5F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17EE3178-3EC8-A8B0-AED5-43792D6F8EB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5E816D06-09AA-8DCC-FFB7-45D6DF317EC5}"/>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29513306-201D-D587-827D-903D0C61DE4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7FE21B33-EBDA-EA79-09DA-BFE8A5F6F64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A03643C9-644F-3DD4-7987-C3C06AD8D28C}"/>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3E63596-512E-CB4B-2E1E-B2AE0858E0D4}"/>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2127426-52CE-F2B2-FFFA-BED78C159AF8}"/>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DB9946AE-270D-05EB-E97F-7D73E45EB3F0}"/>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166B92CC-FDEA-23B3-26FB-3EB6E9506844}"/>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ACA0450-3CD4-9337-7D75-F6E0E98D6AAA}"/>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73A6D598-09BA-51A1-5684-DB940DB1E8A3}"/>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3677E4DB-48CB-7013-A906-EC80898C205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227A3C9-9026-3893-C0FF-961FDCFEAB2B}"/>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83BBEA92-5B7D-D21C-4F8A-B04A6B52A58B}"/>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1AA7198-9B8A-8F64-F69F-CD93EDFB0D23}"/>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13040252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7F5E-E49D-194A-58DE-9EC71EF103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575D7F-0381-7AFB-C325-A8CDFC1DB2FD}"/>
              </a:ext>
            </a:extLst>
          </p:cNvPr>
          <p:cNvSpPr>
            <a:spLocks noGrp="1"/>
          </p:cNvSpPr>
          <p:nvPr>
            <p:ph sz="half" idx="1"/>
          </p:nvPr>
        </p:nvSpPr>
        <p:spPr/>
        <p:txBody>
          <a:bodyPr>
            <a:normAutofit/>
          </a:bodyPr>
          <a:lstStyle/>
          <a:p>
            <a:r>
              <a:rPr lang="en-US" dirty="0"/>
              <a:t>Last possible 7 in lower left block.</a:t>
            </a:r>
          </a:p>
        </p:txBody>
      </p:sp>
      <p:pic>
        <p:nvPicPr>
          <p:cNvPr id="4" name="Picture 3" descr="A grid of sudoku puzzle&#10;&#10;Description automatically generated">
            <a:extLst>
              <a:ext uri="{FF2B5EF4-FFF2-40B4-BE49-F238E27FC236}">
                <a16:creationId xmlns:a16="http://schemas.microsoft.com/office/drawing/2014/main" id="{E82081AF-F5D9-1163-EDD8-792FEFDD0BE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BA36A0-F99A-DFC2-19FC-B2E1C4A4AF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0F16C2C-7D3B-E76E-C420-0F0DE3045B0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C8D5E58-BD2C-7B8B-5101-25DD93746BB2}"/>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1E268046-6173-7537-46E6-0362206AD0F1}"/>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C13E8BEE-243C-BBAD-9A6D-7CC015A83EB8}"/>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73671D47-B03C-14D6-8702-4AB1BA99355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1" name="TextBox 30">
            <a:extLst>
              <a:ext uri="{FF2B5EF4-FFF2-40B4-BE49-F238E27FC236}">
                <a16:creationId xmlns:a16="http://schemas.microsoft.com/office/drawing/2014/main" id="{EC2D8870-87F9-2B12-BD84-9F4A736B9095}"/>
              </a:ext>
            </a:extLst>
          </p:cNvPr>
          <p:cNvSpPr txBox="1"/>
          <p:nvPr/>
        </p:nvSpPr>
        <p:spPr>
          <a:xfrm>
            <a:off x="5650090" y="3406653"/>
            <a:ext cx="570089" cy="230832"/>
          </a:xfrm>
          <a:prstGeom prst="rect">
            <a:avLst/>
          </a:prstGeom>
          <a:noFill/>
        </p:spPr>
        <p:txBody>
          <a:bodyPr wrap="square" rtlCol="0">
            <a:spAutoFit/>
          </a:bodyPr>
          <a:lstStyle/>
          <a:p>
            <a:pPr algn="ctr"/>
            <a:r>
              <a:rPr lang="en-US" sz="900" dirty="0"/>
              <a:t>34</a:t>
            </a:r>
          </a:p>
        </p:txBody>
      </p:sp>
      <p:sp>
        <p:nvSpPr>
          <p:cNvPr id="38" name="TextBox 37">
            <a:extLst>
              <a:ext uri="{FF2B5EF4-FFF2-40B4-BE49-F238E27FC236}">
                <a16:creationId xmlns:a16="http://schemas.microsoft.com/office/drawing/2014/main" id="{88BDEBE7-E1CE-E279-CA5B-14A4EF0B037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E2209B7A-E508-F737-E81E-02333C17E517}"/>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65238881-CDD6-BAAF-9D7A-44F7B5162DB4}"/>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6B95DA64-AE27-680B-5749-E839812B893E}"/>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2814DEA5-1562-AF10-2E4F-BEC717E438C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D2DE26C-0C9D-3E87-D3B7-D3DC512039A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46E5CBC-9304-57E6-4086-55F768D0FE12}"/>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31D88068-6C31-C3E0-574B-86AF74ADB4F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B36464F9-48BB-10F0-B44C-39CD4708169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2" name="TextBox 61">
            <a:extLst>
              <a:ext uri="{FF2B5EF4-FFF2-40B4-BE49-F238E27FC236}">
                <a16:creationId xmlns:a16="http://schemas.microsoft.com/office/drawing/2014/main" id="{839B7E17-7AC9-3C72-9D29-6EFFBBAF4A0B}"/>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E6B3F926-328B-0874-3112-8CD7E7DCD4F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12FA5C43-801C-56E7-0EBF-B84FA7D0E31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BECF1EE-2261-3AE7-35F2-02FE27875E3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24AEF514-4FDE-527E-1849-75F4DD1CDDC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D302271-07D9-CFB5-C767-24E10FA5EA3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6BD1B6D-23DC-23A1-A28E-A0C34FFBCC9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B173DD98-4E2D-1ADB-90FB-8AE994FE9F23}"/>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78AB2571-1713-DA51-F2E1-BA40D86BAF62}"/>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5F3EEAE8-DEBB-FA9E-9E7E-D58021389D91}"/>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E4EF9320-100F-5732-2679-64E7C58A686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C152E67-22D2-170D-E44F-8D512821077D}"/>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D8038275-B006-365F-5F87-86AF00FEC2C9}"/>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FE9E7A9-EC3B-47D6-DCD0-ACFDD6F18E59}"/>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BB480CC2-D11D-FB84-FF90-C3C16D3AF51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1BA479B-50A0-C4C4-84DF-92DC538A9FE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E46FC01D-F6CE-4C64-9E15-1676E903663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B90F873C-167F-0944-A92E-A8044006A10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A53B488D-D432-7B8D-9320-565AC054932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468B8E4-9858-406C-2ADB-FBD6E99DC75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2A404736-2214-38B2-794D-32A55DF7BD7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0614B46-567E-EB97-FA0C-5306F382F88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BCF1CD6-2D76-D885-3473-50A73E2A8FF7}"/>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07C4420-FF76-EE79-52BD-2A6FB7D01BDC}"/>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594CB784-6411-4D0D-7647-B79D114D99AE}"/>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0F580AE6-9743-2510-C833-31B20AA7B8C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CB76A11-F2E5-A3AD-1D4B-035CC666574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FC5F39E1-17B9-2447-8401-6AECEDADE738}"/>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41505F1A-9C88-4813-DC54-135399D87D1C}"/>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241CAADF-CE67-7D77-4F49-F577A3BE919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5C39328C-3157-51F4-0672-5DA4F0AF4262}"/>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4091EB61-53CA-08D2-038C-4C6A459B3DD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37DA56EE-D99D-2C4B-D554-84F6E8C8060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A1CCAFE-CDF6-608F-8370-CA97A636E76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14BEC495-9A64-13AE-CBCA-303B151DB7F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17A2AA15-B73C-8B23-EB8B-3F17972843C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65699914-3509-A965-9C50-2B646D0711A4}"/>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379DEFEE-1975-AE6D-13C7-7EEB69D6905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C05806E-3FE0-323D-843D-F1EF50064CA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90C14EA-16CF-27DF-0ADF-CD502CF35D3F}"/>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7EF7558-551B-CB7B-68FA-EAC54F39A537}"/>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D817FDD5-B023-060D-CAA1-34779E7352DA}"/>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AE45D4B6-B38D-D536-15BD-68F618D5E747}"/>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A7222E3-D81E-1E1F-4578-151C8E7875F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1286789-F189-73BE-3FCD-55D837D1514B}"/>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765AE364-8265-D92F-030B-DFBD4D06D3E4}"/>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5C343556-A4CA-355C-83FF-0409F71468C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1C2F2790-61E7-A9EA-1C82-F0E79C177D73}"/>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1B24EEB9-DCF0-50C3-1670-700A430BCDE1}"/>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8F55B55-C663-F94A-2B2B-DB922AC5050C}"/>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4902D7AA-239D-6FF1-D675-484AE332300A}"/>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7129261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1EDF2-F282-E734-1012-64B7D48A7E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A98446-EA0D-123F-C149-AAB91E9BB3ED}"/>
              </a:ext>
            </a:extLst>
          </p:cNvPr>
          <p:cNvSpPr>
            <a:spLocks noGrp="1"/>
          </p:cNvSpPr>
          <p:nvPr>
            <p:ph sz="half" idx="1"/>
          </p:nvPr>
        </p:nvSpPr>
        <p:spPr/>
        <p:txBody>
          <a:bodyPr>
            <a:normAutofit/>
          </a:bodyPr>
          <a:lstStyle/>
          <a:p>
            <a:r>
              <a:rPr lang="en-US" dirty="0"/>
              <a:t>Last possible 4 in Column 6.</a:t>
            </a:r>
          </a:p>
        </p:txBody>
      </p:sp>
      <p:pic>
        <p:nvPicPr>
          <p:cNvPr id="4" name="Picture 3" descr="A grid of sudoku puzzle&#10;&#10;Description automatically generated">
            <a:extLst>
              <a:ext uri="{FF2B5EF4-FFF2-40B4-BE49-F238E27FC236}">
                <a16:creationId xmlns:a16="http://schemas.microsoft.com/office/drawing/2014/main" id="{583D64FE-C507-DECC-2132-7D82EA58886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E747E3-A952-471D-37CC-387BDACFC56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24B44F-D8C8-58CE-720A-11F35BDCFD2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17269BF-D947-4C2D-E5B6-36A6C1629501}"/>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D61FE7AF-05D6-1102-FBED-43F34D0CFD4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77CEF2A1-90DB-6F14-07A8-69300A76614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E3133E41-4E97-6DD0-275B-7A1783F6DAE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F3F14EE3-4637-E279-F448-C6AFD4CBAF2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C95A257-9D48-B715-D44A-1FC27C97FEB8}"/>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ADEAAECE-8FFA-41C0-13C5-46CEA5044D55}"/>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4E90C8DF-AF93-4D76-C98B-3FFB1711A9AB}"/>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7F483FC3-86C6-E843-3686-6DF5836EE75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9A2DA44-CEE3-F5CF-F1E0-2B57F519108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71BE93F-6977-71C9-39C1-6CE9051CD321}"/>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A1AC3E70-6225-E066-67B3-3B2442427B4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124</a:t>
            </a:r>
          </a:p>
        </p:txBody>
      </p:sp>
      <p:sp>
        <p:nvSpPr>
          <p:cNvPr id="54" name="TextBox 53">
            <a:extLst>
              <a:ext uri="{FF2B5EF4-FFF2-40B4-BE49-F238E27FC236}">
                <a16:creationId xmlns:a16="http://schemas.microsoft.com/office/drawing/2014/main" id="{B761AE19-15EF-4D4D-E9A2-5491CD872CEB}"/>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2" name="TextBox 61">
            <a:extLst>
              <a:ext uri="{FF2B5EF4-FFF2-40B4-BE49-F238E27FC236}">
                <a16:creationId xmlns:a16="http://schemas.microsoft.com/office/drawing/2014/main" id="{A8AC2C21-F98D-EFD0-1BE3-F992FA1F1321}"/>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4C73761E-5C72-1021-2435-8E67B1B231D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B7713734-1B2F-6989-928E-9E630661F9C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AFCD4C5-4ACB-85EF-1C8E-F95C933243E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62D8D8C7-5DEC-AFDB-B90B-BD3387C163D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A24CB40-CD77-4FFB-6DFC-F0FE0C9C71EE}"/>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91E7574-6794-0C8D-18F2-FD62D2B5C6E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9E0889EF-563C-FDD7-430A-946E4B549292}"/>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EEA78FDE-0461-F70C-BACC-DC5379659D8A}"/>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1258D740-3CCD-DD6D-F309-21FCD2D42EA6}"/>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26E0555A-2B00-55CC-A187-C635976E50A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1E0158FB-95A5-59E5-DADF-813C208AAE6F}"/>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7A238D3-43B3-52A8-05E1-08EEF9A589E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72DC031-16E2-AA05-D447-6F50AF9B6A7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A7AE466-C3F5-1C4B-CAD6-0AAFEE08591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25858D0F-6B19-677D-D4C0-E897BC0EBD49}"/>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9597AD44-3B27-80B1-6B1B-30F2C0B08B1A}"/>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6B94DF84-E8DA-737A-BD27-9A26779F6754}"/>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C8582F03-A877-3CED-9D2F-58DBA34DDD74}"/>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78CEC90-2D4B-5D80-2443-258A9169B76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3330F73-49F3-475B-711E-8C78455F6791}"/>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8F2C4D3-D03D-7264-62C7-5ABC56E54F9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7346CA6E-B83B-419F-605B-B5123F778A4D}"/>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29558F2C-9815-B802-1F1D-F61DC213AAE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C50E3772-DD82-1026-BE4B-A061A839E77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E2E49154-106F-38FA-5022-1B73DDF780C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D898AB4-8FF3-D33B-1D57-40E4A398460B}"/>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852F615E-4726-8C27-6043-9933378B3E3F}"/>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B592C85C-0B52-2D49-8A17-58773385D3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E4913464-0485-8848-035B-9D8EFC51118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064A6F6F-7DFC-CD2F-F01F-CA1AA82F1FE9}"/>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8E68BF2E-69EC-86C7-E0A4-1F6C568E2322}"/>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32B5166-A7E4-906D-7E2B-8062AA3A83C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D92B972A-6A26-C462-4A15-0350E6111702}"/>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BA389000-A490-D142-02D7-7984A3171F4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9F97785A-50EF-2493-FBD0-4D2D0A7673EA}"/>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4BDBD976-9DDE-73CF-8B28-544F329290CB}"/>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9ED62E42-1E74-8F5E-AF7A-70DA9C751471}"/>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0D620AE-B86C-E799-9325-176819791B2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4FDC14E0-9B0C-0E89-8BC3-4BD337024CEF}"/>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FACAD01-F752-7A0D-B3F8-06AF6A239B0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09084DA3-3237-9708-EA28-4D80EB73A616}"/>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D46C11E1-D50B-3BBB-A559-87A0E808C5C2}"/>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C3C4BB1F-4F59-4F9D-2A45-91B320789899}"/>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CD10E42-2836-E04B-A721-0B6C844895D5}"/>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BEE07A0E-F8C9-F902-6A21-6D4FCDC5909B}"/>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3D874476-2CB7-8E43-C3E1-04457062595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E98180A-76E2-3795-FE08-DB71F3B07431}"/>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AF8AB16D-983D-0124-4163-7F2F07C131E2}"/>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501260D-44A6-4B66-EDA2-33A1121660E8}"/>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9F1FF3F-E99F-AD84-A1C6-A419BADE8FF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397AF047-97CE-FCEA-F981-0C35C22E5F9D}"/>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9417707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760B4-5B95-3F82-6733-F39F640E59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2B3AAF-D50B-5ABD-AB39-5C59F933975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7F93DC9-3B1A-14BA-8884-3E7AE05EE89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2D05BB3-F6EF-CBDE-7D33-1A794794327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3B7560C-78DF-5339-90DA-B09C18896FB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FA3310-C4B3-145F-F560-2327D4439EA4}"/>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8DC9BF4D-4229-A585-E4FE-4177B7640151}"/>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5E731ADC-78A8-82B3-0086-6301A1F8FC61}"/>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8AD62D93-2EB1-E864-23A0-1128ADF0FDB0}"/>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3EB9723B-12F5-FAF3-B28E-A1D45432334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13789F4D-FE5D-54AA-1305-01D3A55F12CC}"/>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1FD86F23-29E3-3081-8CA4-C791944E70DC}"/>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97593600-D6E1-8B11-B6CD-1384BAB53FAA}"/>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2CDFA994-EF4D-2DBF-AC67-BEEF0906DA3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49A0971-302B-8F42-8180-DF0E05F1B7E9}"/>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BE208614-B906-B16B-69CA-21CA30AB2CD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D04ECD0E-93B4-00B9-6505-FB14B6A665A2}"/>
              </a:ext>
            </a:extLst>
          </p:cNvPr>
          <p:cNvSpPr txBox="1"/>
          <p:nvPr/>
        </p:nvSpPr>
        <p:spPr>
          <a:xfrm>
            <a:off x="5147734" y="2905709"/>
            <a:ext cx="570089" cy="230832"/>
          </a:xfrm>
          <a:prstGeom prst="rect">
            <a:avLst/>
          </a:prstGeom>
          <a:noFill/>
        </p:spPr>
        <p:txBody>
          <a:bodyPr wrap="square" rtlCol="0">
            <a:spAutoFit/>
          </a:bodyPr>
          <a:lstStyle/>
          <a:p>
            <a:pPr algn="ctr"/>
            <a:r>
              <a:rPr lang="en-US" sz="900" dirty="0"/>
              <a:t>21</a:t>
            </a:r>
          </a:p>
        </p:txBody>
      </p:sp>
      <p:sp>
        <p:nvSpPr>
          <p:cNvPr id="54" name="TextBox 53">
            <a:extLst>
              <a:ext uri="{FF2B5EF4-FFF2-40B4-BE49-F238E27FC236}">
                <a16:creationId xmlns:a16="http://schemas.microsoft.com/office/drawing/2014/main" id="{AC257363-74B5-2CF3-5FEE-2C4BC35ECD6A}"/>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2" name="TextBox 61">
            <a:extLst>
              <a:ext uri="{FF2B5EF4-FFF2-40B4-BE49-F238E27FC236}">
                <a16:creationId xmlns:a16="http://schemas.microsoft.com/office/drawing/2014/main" id="{8D8CE8CC-10E2-9FE4-0FB4-1367FEF255F2}"/>
              </a:ext>
            </a:extLst>
          </p:cNvPr>
          <p:cNvSpPr txBox="1"/>
          <p:nvPr/>
        </p:nvSpPr>
        <p:spPr>
          <a:xfrm>
            <a:off x="5147734" y="2404765"/>
            <a:ext cx="570089" cy="230832"/>
          </a:xfrm>
          <a:prstGeom prst="rect">
            <a:avLst/>
          </a:prstGeom>
          <a:noFill/>
        </p:spPr>
        <p:txBody>
          <a:bodyPr wrap="square" rtlCol="0">
            <a:spAutoFit/>
          </a:bodyPr>
          <a:lstStyle/>
          <a:p>
            <a:pPr algn="ctr"/>
            <a:r>
              <a:rPr lang="en-US" sz="900" dirty="0"/>
              <a:t>23</a:t>
            </a:r>
          </a:p>
        </p:txBody>
      </p:sp>
      <p:sp>
        <p:nvSpPr>
          <p:cNvPr id="63" name="TextBox 62">
            <a:extLst>
              <a:ext uri="{FF2B5EF4-FFF2-40B4-BE49-F238E27FC236}">
                <a16:creationId xmlns:a16="http://schemas.microsoft.com/office/drawing/2014/main" id="{CF4F9114-99EA-78C0-7F5A-1CDB0FBC097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AA87451D-49BC-46D4-ADD6-A637EF9FDD0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3D9E545-544B-3E54-EF65-646D95F4CBA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7FC2164B-8A5B-9DA3-41C1-E79D5715A84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9D97AB02-0A1F-48CA-B2D9-8305523A842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8EAC5BA-90FE-04CB-3285-AB10110A262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5075A68B-5B48-715F-A1F2-B4E4B8A7663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DECB4228-9BEB-E7CD-15D8-F11C3CB484A9}"/>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C2F465AE-C60D-E50C-57D2-AEFA36C0CCBD}"/>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C9AC8A7-79F0-B0BF-6FA2-5CDFD88112CA}"/>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D9C3B54-A30D-6810-DB51-AFFD7CDBBD69}"/>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0C87995D-82D0-4BFC-0932-9962378C861B}"/>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AB2EDE4-0FEC-7264-02F1-9F0AEC53C83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0F5B1B3B-F34F-D9B0-4CF1-829A8DAD84C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7831C8D7-86B3-EF9A-2DC9-137D3AFA546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7A3319A0-FE4B-FF20-7BBE-9E82F85E9EBA}"/>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69F49731-3E84-6B82-E38E-8DDE87329749}"/>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F2B022B-56FC-0F2E-EE59-B36091FD179F}"/>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23653EB-56E0-B9C2-A268-4B76CEC516F7}"/>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F773CE3-5992-C77D-1759-5866229B8CA1}"/>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918FEC3-2404-D602-4041-94493CEF11C7}"/>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23AD5B4-2487-B8EB-25F2-A15321E3E6E3}"/>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E4BD6695-66B0-05A2-EF62-68AC8769692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12BBB70F-60B0-8C2A-DE10-12EFD6EABE0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744BD51-B166-B2AB-D8CB-BFB71C38002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27D9050-49AB-AC33-E37C-B9C5C8FF37B3}"/>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1F10FD42-46C6-349D-B415-E2A1A57D1984}"/>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769F0121-F849-D250-2539-34C7DE0BC3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EAB6360E-5089-62C8-32EB-567509D3F84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43F999F0-2245-2074-863B-D41400DEA686}"/>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0486DE8-D1E2-88B8-7676-30883D986818}"/>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AAC2785C-8AD8-633A-6910-14E80B9FBA78}"/>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D41A032-E100-03CB-BA5C-A4411C3F4DF1}"/>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D5B17E88-4F9C-197C-BEF1-D3110B88CBDE}"/>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A60EF3F2-3873-76DD-29C4-7D7E971737F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F32BA250-9E81-6115-8190-2F41A2EECC63}"/>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F8C8A22-4291-EBF2-A672-CF4898D1326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A5F1E0A-0F44-C77A-D338-6B6E3D93525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6A70EE91-9206-4A4A-84AF-1238246B175D}"/>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8D25B36-14F4-5BBD-BFE5-7730DBCA7DD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5D218A9-2015-D366-16FA-60EBBC304198}"/>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F3D85648-30A7-577F-628D-CD3EF8FB8CA8}"/>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CAB9C54-F55C-784F-3C3A-E6915D5CD88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94D4F8B-1D89-2B58-C247-F19B42E7FCE3}"/>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4114FC93-8409-762D-80AA-01566D3AF262}"/>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D19515CB-1941-87C0-35B0-7852F8D8D15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6D523128-70ED-7B32-4A25-512955686E91}"/>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1D24697E-DB86-F2DD-199A-26F955AE49B0}"/>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C2C2E664-6E2F-7018-A265-738A2E1D55C4}"/>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517F51C6-A63E-63B8-8640-D7555B54910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CD27D268-FFD5-027C-C4D8-E310F50A23E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625905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991B-2B9E-48BF-7575-EC29465C71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E0B91E-A1C7-CC19-382B-C036AA97508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E76D25A-76BF-67F8-2A42-1535ED6A38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A9FD931-9B99-42DC-1C1F-D2F01D4ECD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59FF1D2-571B-35B4-CC5A-E606FA349E6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99E510-785C-A457-DBFE-0D0E09BA5AC8}"/>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58596D4A-B994-F55B-0E11-CE04B868C89B}"/>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DD58DFBF-9CCC-1C74-0E7E-83914015747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158BD4FE-CC26-BF45-4922-0F4C6EF89FC7}"/>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ACDC9782-60CB-6932-ED6C-F38CC0876E64}"/>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F8836463-53EA-C0AD-A894-9B72A306532D}"/>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F8E9187-A788-EB6D-463B-6C0F921CADA8}"/>
              </a:ext>
            </a:extLst>
          </p:cNvPr>
          <p:cNvSpPr txBox="1"/>
          <p:nvPr/>
        </p:nvSpPr>
        <p:spPr>
          <a:xfrm>
            <a:off x="4143022" y="4282414"/>
            <a:ext cx="570089" cy="230832"/>
          </a:xfrm>
          <a:prstGeom prst="rect">
            <a:avLst/>
          </a:prstGeom>
          <a:noFill/>
        </p:spPr>
        <p:txBody>
          <a:bodyPr wrap="square" rtlCol="0">
            <a:spAutoFit/>
          </a:bodyPr>
          <a:lstStyle/>
          <a:p>
            <a:pPr algn="ctr"/>
            <a:r>
              <a:rPr lang="en-US" sz="900" dirty="0"/>
              <a:t>23</a:t>
            </a:r>
          </a:p>
        </p:txBody>
      </p:sp>
      <p:sp>
        <p:nvSpPr>
          <p:cNvPr id="44" name="TextBox 43">
            <a:extLst>
              <a:ext uri="{FF2B5EF4-FFF2-40B4-BE49-F238E27FC236}">
                <a16:creationId xmlns:a16="http://schemas.microsoft.com/office/drawing/2014/main" id="{B52C8B80-E18C-637A-5DA1-DAA8D62207C2}"/>
              </a:ext>
            </a:extLst>
          </p:cNvPr>
          <p:cNvSpPr txBox="1"/>
          <p:nvPr/>
        </p:nvSpPr>
        <p:spPr>
          <a:xfrm>
            <a:off x="4645378" y="507502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D5A3996F-BD8E-6A80-2620-DB46F57393E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105989A-05E6-FBF8-A056-2BDB50E1A562}"/>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6246A809-DEF5-7B08-CD29-DD01A30BE00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E44E9604-BEF6-7F33-D53B-01684BEF8631}"/>
              </a:ext>
            </a:extLst>
          </p:cNvPr>
          <p:cNvSpPr txBox="1"/>
          <p:nvPr/>
        </p:nvSpPr>
        <p:spPr>
          <a:xfrm>
            <a:off x="5147734" y="2905709"/>
            <a:ext cx="570089" cy="230832"/>
          </a:xfrm>
          <a:prstGeom prst="rect">
            <a:avLst/>
          </a:prstGeom>
          <a:noFill/>
        </p:spPr>
        <p:txBody>
          <a:bodyPr wrap="square" rtlCol="0">
            <a:spAutoFit/>
          </a:bodyPr>
          <a:lstStyle/>
          <a:p>
            <a:pPr algn="ctr"/>
            <a:r>
              <a:rPr lang="en-US" sz="900" dirty="0"/>
              <a:t>21</a:t>
            </a:r>
          </a:p>
        </p:txBody>
      </p:sp>
      <p:sp>
        <p:nvSpPr>
          <p:cNvPr id="54" name="TextBox 53">
            <a:extLst>
              <a:ext uri="{FF2B5EF4-FFF2-40B4-BE49-F238E27FC236}">
                <a16:creationId xmlns:a16="http://schemas.microsoft.com/office/drawing/2014/main" id="{7D25B0B8-38EF-3501-DD25-3385890D0E61}"/>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3" name="TextBox 62">
            <a:extLst>
              <a:ext uri="{FF2B5EF4-FFF2-40B4-BE49-F238E27FC236}">
                <a16:creationId xmlns:a16="http://schemas.microsoft.com/office/drawing/2014/main" id="{A6509A30-D8B6-DA3C-9C5C-C6B311F65882}"/>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5A4DD5F7-6873-F4E4-4EAE-31D894F3CD7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9DC6077-A6F3-0922-2053-46378523D02C}"/>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F6817179-7669-53DD-65C6-FB9C9D46176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CC5735F-1F0D-5C02-BE69-B652D920D48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D13ECD8-15F3-2B51-FEA4-FDB5EC5E0F2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E949CA58-F989-3A1E-1281-AE833A838A2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24F31239-EA0F-4444-7A88-6A861EC55EAE}"/>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8A152520-4EFD-A475-616B-29975442FC18}"/>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7337EF5D-D303-659D-EB45-E48DCDA0625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57B8590-4BFD-4D5F-1D20-1D3A5BDE6E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255F5A5-B5FD-5A7C-3E3D-C50A728CCBF8}"/>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AEC4C937-D22D-F801-DAAF-4EC9FC3418B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40D6F5B3-FAA0-86FD-F828-A7484B5BEC3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E45A8205-76A2-4F52-F5D0-6FABB5C4F94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89240F6D-CB0F-2E33-AD92-054613E718B7}"/>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FE5385F7-B178-28B9-9551-9831AC3CBCD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52BFB66-E838-5D55-6068-6AAFBE4DCB5B}"/>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C70F1FB-891D-37D4-C94A-DDFCEB9A2B37}"/>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C61C93D4-87F3-DCA6-160B-F2E86491050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A4BB674-A49E-3939-1E32-F5D61F0AAFA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25E2EB2-8F44-014C-85FE-C3E503BF76B9}"/>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EE873198-6589-A770-FE4F-B5262740F752}"/>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0504A69B-0514-8D38-2352-FBA21B9D450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F15FB2E2-7DA6-66D4-3582-E95E1831EE5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3CFA4F2-5820-1C2B-33AD-C39EB708F3F5}"/>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749A7256-11B3-5417-9DD4-7885C16C7DE9}"/>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71B886CA-095F-6BF7-9E1C-36498FA9850C}"/>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35388F57-EC1B-91DF-D612-24DC571D344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00C3D8CB-C03A-91D5-11AC-E5DD19A905AF}"/>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45C560A4-0942-4143-6942-5BDCB64B5F76}"/>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1AD7FE3C-A0D0-2307-0497-B15FCE831747}"/>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A79DFACB-EA16-D7C1-7853-A60F2103A6D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8FC613DD-6FC7-5985-36FD-5BA9942F07B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8A1E3DD1-83BF-7049-2FE1-B48C8BFDE9A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52A377D8-E081-ABEA-B39C-671964A1FEBA}"/>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89A889D-F7F0-DEB4-CBDC-624BF6D5440E}"/>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927AD09-ABD4-C66F-B310-CF94C646599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7488094-567C-DC43-9DBD-549E788B9B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AF1DA5E-F817-9198-734F-1334AB1F330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E8E5FBBA-39BA-E1BF-DEE4-51908C22B9DF}"/>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2C30FA38-62F1-9EAC-BFA3-0BD2F4035F93}"/>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A6F99C7-5836-EC54-4184-1870C8425D28}"/>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3C5AB098-6185-672F-7AEC-E7D448EE80E1}"/>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F1541BDD-C00F-00B4-F82E-69CB85E1F684}"/>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C4CD66B6-D094-4E3B-8502-360B7B0D73D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0A262BE-86F6-1A52-9036-860DA5C9F751}"/>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BB0A27F6-5DF0-6A93-E9D8-9D5223804CBC}"/>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75EA40CD-0537-5A17-08DA-83F827B8B968}"/>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D72AF37-34DD-CADE-014F-B6B88C8335A7}"/>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D14D2ED3-A7D0-F4F9-CB7C-C81E3CF7C4C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31" name="TextBox 30">
            <a:extLst>
              <a:ext uri="{FF2B5EF4-FFF2-40B4-BE49-F238E27FC236}">
                <a16:creationId xmlns:a16="http://schemas.microsoft.com/office/drawing/2014/main" id="{41385C71-FCFA-84D6-5CF4-20A86064B95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8347554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EFEF0-EB9A-F32A-8CA1-FFB14E9AA8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5BC7E7-C415-70C7-2680-4744DCCC76BF}"/>
              </a:ext>
            </a:extLst>
          </p:cNvPr>
          <p:cNvSpPr>
            <a:spLocks noGrp="1"/>
          </p:cNvSpPr>
          <p:nvPr>
            <p:ph sz="half" idx="1"/>
          </p:nvPr>
        </p:nvSpPr>
        <p:spPr/>
        <p:txBody>
          <a:bodyPr>
            <a:normAutofit/>
          </a:bodyPr>
          <a:lstStyle/>
          <a:p>
            <a:r>
              <a:rPr lang="en-US" dirty="0"/>
              <a:t>Initialize remaining cells.</a:t>
            </a:r>
          </a:p>
        </p:txBody>
      </p:sp>
      <p:pic>
        <p:nvPicPr>
          <p:cNvPr id="4" name="Picture 3" descr="A grid of sudoku puzzle&#10;&#10;Description automatically generated">
            <a:extLst>
              <a:ext uri="{FF2B5EF4-FFF2-40B4-BE49-F238E27FC236}">
                <a16:creationId xmlns:a16="http://schemas.microsoft.com/office/drawing/2014/main" id="{10E994F2-86B5-FCD3-BE4C-B033A983558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4CCBC1-6000-1153-4BE6-BFFFB989701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ABF0C74-EBF7-0BDF-6262-674343FAA59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2A33C47-41B6-1C52-D660-15849B246214}"/>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0C2EEC44-10BF-9476-B14D-B7DDBF2892C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8BAC0A20-ED99-4D1F-5789-11F4F4CD150D}"/>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1E428E44-6944-3BA8-E401-40F300D4354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C4A3CF92-3DE0-192F-0D12-774867D4024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4F50A2D9-3A25-B17A-4810-9E10429F36DF}"/>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0" name="TextBox 39">
            <a:extLst>
              <a:ext uri="{FF2B5EF4-FFF2-40B4-BE49-F238E27FC236}">
                <a16:creationId xmlns:a16="http://schemas.microsoft.com/office/drawing/2014/main" id="{FC02E2E1-2A10-7173-AB68-D60DADFD6275}"/>
              </a:ext>
            </a:extLst>
          </p:cNvPr>
          <p:cNvSpPr txBox="1"/>
          <p:nvPr/>
        </p:nvSpPr>
        <p:spPr>
          <a:xfrm>
            <a:off x="4143022" y="4282414"/>
            <a:ext cx="570089" cy="230832"/>
          </a:xfrm>
          <a:prstGeom prst="rect">
            <a:avLst/>
          </a:prstGeom>
          <a:solidFill>
            <a:schemeClr val="accent4">
              <a:lumMod val="20000"/>
              <a:lumOff val="80000"/>
            </a:schemeClr>
          </a:solidFill>
        </p:spPr>
        <p:txBody>
          <a:bodyPr wrap="square" rtlCol="0">
            <a:spAutoFit/>
          </a:bodyPr>
          <a:lstStyle/>
          <a:p>
            <a:pPr algn="ctr"/>
            <a:r>
              <a:rPr lang="en-US" sz="900" dirty="0"/>
              <a:t>32</a:t>
            </a:r>
          </a:p>
        </p:txBody>
      </p:sp>
      <p:sp>
        <p:nvSpPr>
          <p:cNvPr id="44" name="TextBox 43">
            <a:extLst>
              <a:ext uri="{FF2B5EF4-FFF2-40B4-BE49-F238E27FC236}">
                <a16:creationId xmlns:a16="http://schemas.microsoft.com/office/drawing/2014/main" id="{1B876C53-0DA8-FD98-E929-6E34C8EEA1B4}"/>
              </a:ext>
            </a:extLst>
          </p:cNvPr>
          <p:cNvSpPr txBox="1"/>
          <p:nvPr/>
        </p:nvSpPr>
        <p:spPr>
          <a:xfrm>
            <a:off x="4645378" y="5075024"/>
            <a:ext cx="570089" cy="230832"/>
          </a:xfrm>
          <a:prstGeom prst="rect">
            <a:avLst/>
          </a:prstGeom>
          <a:solidFill>
            <a:schemeClr val="accent4">
              <a:lumMod val="20000"/>
              <a:lumOff val="80000"/>
            </a:schemeClr>
          </a:solid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91AD8286-D8E9-BCDA-9CEF-77ED0389560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384AB9F-0CC9-6904-67EA-9124CC5D710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0476AF09-3CC6-A6D5-78E9-D05C23FB1E28}"/>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6C0D53A3-5A35-7A02-E9A2-0F24D445BEF3}"/>
              </a:ext>
            </a:extLst>
          </p:cNvPr>
          <p:cNvSpPr txBox="1"/>
          <p:nvPr/>
        </p:nvSpPr>
        <p:spPr>
          <a:xfrm>
            <a:off x="5147734" y="2905709"/>
            <a:ext cx="570089" cy="230832"/>
          </a:xfrm>
          <a:prstGeom prst="rect">
            <a:avLst/>
          </a:prstGeom>
          <a:noFill/>
        </p:spPr>
        <p:txBody>
          <a:bodyPr wrap="square" rtlCol="0">
            <a:spAutoFit/>
          </a:bodyPr>
          <a:lstStyle/>
          <a:p>
            <a:pPr algn="ctr"/>
            <a:r>
              <a:rPr lang="en-US" sz="900" dirty="0"/>
              <a:t>21</a:t>
            </a:r>
          </a:p>
        </p:txBody>
      </p:sp>
      <p:sp>
        <p:nvSpPr>
          <p:cNvPr id="54" name="TextBox 53">
            <a:extLst>
              <a:ext uri="{FF2B5EF4-FFF2-40B4-BE49-F238E27FC236}">
                <a16:creationId xmlns:a16="http://schemas.microsoft.com/office/drawing/2014/main" id="{41DFDC8B-B616-C5BD-6803-08A5BAA4ABFD}"/>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3" name="TextBox 62">
            <a:extLst>
              <a:ext uri="{FF2B5EF4-FFF2-40B4-BE49-F238E27FC236}">
                <a16:creationId xmlns:a16="http://schemas.microsoft.com/office/drawing/2014/main" id="{6CCD526B-679B-2C39-E774-9CBF843BA19B}"/>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C29A0D6F-BF80-FA2F-6DF8-BB8F4D1ECF2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991E07B-A0FE-C85C-CA85-45452C059047}"/>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07B67227-AD39-AA41-77F3-32AAD9DAD4B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9DCA17A7-20D9-F608-976E-E5776201D51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775BDD0-0A39-006F-07B5-66226D78465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B60CC72B-40EA-585F-85BB-48F42521CF9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0FB81993-74F2-BED4-67AA-1D93D20B329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D774F95-A7EC-D61E-2177-0FC1212622FA}"/>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CD52E17F-FA3E-380A-C7D9-F8AD5DEE3C18}"/>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1116AC40-31C0-758A-D9FA-D06C02B4DC6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2BA7DC6F-9DA3-EFB4-1FF6-CF83769C64BD}"/>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182DCD42-7297-9791-FC4B-E41564800D06}"/>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25B2234-CDBB-ABD7-DE35-280D783F000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ACA3B951-E2ED-9CF3-B636-A13F6B4A6BD5}"/>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80097F0F-810D-CE0A-7773-7ED57715357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5640BE14-F611-0C9A-10B4-F86D982C1763}"/>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CE1F719-1CC9-B5AC-114C-5F3933EA639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B516E00-F81B-9903-8CC8-06663ABA499B}"/>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B4AC987-6042-7C70-5E05-7AE356682D89}"/>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0E473E91-02CB-9376-1336-6FE7E194B3AC}"/>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06358B29-946A-EA99-1A85-89B02463B051}"/>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D5099C89-D929-C31D-1329-D9F266212597}"/>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C3CC0324-DBE2-D27F-CE68-B435F1417BBF}"/>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85490A1D-B18B-4E73-620A-FD2B4F47B69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ADBEFAA-CBD0-BCF1-47C2-4E4FAA384117}"/>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6C353A20-E8B7-B800-DD40-B647A689E33A}"/>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A58F030F-6AA7-CD4C-0A7C-70FDE1A3422B}"/>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DFD935D-14EF-5551-BD0E-CD0BDD3CBBD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FEB99687-108C-8F2E-A81F-308BC5D9F54C}"/>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833D86D7-C8F2-521F-CCF7-D161E15BCCBA}"/>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C135AE16-7439-A045-90BA-FD2BD22B40B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D02661A-279F-72FD-2D70-C85C2BB2637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21FCA2E7-2D93-B096-67EB-2D344B9E342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8C5851C3-C223-8911-0D50-C4F89731AD6F}"/>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B804157F-D1BF-7435-9A78-67F2E26302F0}"/>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DEC32E70-5DFA-3991-5E02-069015244633}"/>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B10862E0-FE60-8AF0-C4CE-537C1A4BBE5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BB97B17F-BB49-18D7-8BC7-B4AB3DE3165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74098BB2-E1D3-46ED-12CA-9F392C945C0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C253CE03-AB11-2ED7-085B-7A64A0AA519A}"/>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CB310351-D8F5-DE1A-B641-209EB4E9101D}"/>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7A0EA236-BE07-3CC7-7132-44F0622BCFC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6C4DC6D-5E4B-7072-76A4-1A1EF8CE4F43}"/>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2E8EBB86-8D52-3361-53A4-49920E265647}"/>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00E1E4DD-2B3D-23A6-776F-4D5424A60DCC}"/>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FE05071-DC63-825F-BB33-11F293F90E0D}"/>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9E917AA1-9262-C53E-6046-E062A79D83EC}"/>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0064DBA-0535-B945-14CB-D203B7F91ED0}"/>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BC4A41F4-ED16-2325-3192-ED96EC5CE30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77C5297A-2311-539F-5FBF-03C240F9FF80}"/>
              </a:ext>
            </a:extLst>
          </p:cNvPr>
          <p:cNvSpPr txBox="1"/>
          <p:nvPr/>
        </p:nvSpPr>
        <p:spPr>
          <a:xfrm>
            <a:off x="3138310" y="901933"/>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F0897DBE-490A-0451-A70E-F87BB746DCD0}"/>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B65136C3-1818-0582-A0F5-BD5EDD811245}"/>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4" name="TextBox 73">
            <a:extLst>
              <a:ext uri="{FF2B5EF4-FFF2-40B4-BE49-F238E27FC236}">
                <a16:creationId xmlns:a16="http://schemas.microsoft.com/office/drawing/2014/main" id="{38AD0335-632F-7EA5-4629-86A3AF78FFF3}"/>
              </a:ext>
            </a:extLst>
          </p:cNvPr>
          <p:cNvSpPr txBox="1"/>
          <p:nvPr/>
        </p:nvSpPr>
        <p:spPr>
          <a:xfrm>
            <a:off x="4143022"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23</a:t>
            </a:r>
          </a:p>
        </p:txBody>
      </p:sp>
      <p:sp>
        <p:nvSpPr>
          <p:cNvPr id="75" name="TextBox 74">
            <a:extLst>
              <a:ext uri="{FF2B5EF4-FFF2-40B4-BE49-F238E27FC236}">
                <a16:creationId xmlns:a16="http://schemas.microsoft.com/office/drawing/2014/main" id="{0AAFBE32-CDF5-9D32-E8BA-CFBBD3FD79DD}"/>
              </a:ext>
            </a:extLst>
          </p:cNvPr>
          <p:cNvSpPr txBox="1"/>
          <p:nvPr/>
        </p:nvSpPr>
        <p:spPr>
          <a:xfrm>
            <a:off x="5147734" y="901933"/>
            <a:ext cx="570089" cy="230832"/>
          </a:xfrm>
          <a:prstGeom prst="rect">
            <a:avLst/>
          </a:prstGeom>
          <a:noFill/>
        </p:spPr>
        <p:txBody>
          <a:bodyPr wrap="square" rtlCol="0">
            <a:spAutoFit/>
          </a:bodyPr>
          <a:lstStyle/>
          <a:p>
            <a:pPr algn="ctr"/>
            <a:r>
              <a:rPr lang="en-US" sz="900" dirty="0"/>
              <a:t>124</a:t>
            </a:r>
          </a:p>
        </p:txBody>
      </p:sp>
      <p:sp>
        <p:nvSpPr>
          <p:cNvPr id="76" name="TextBox 75">
            <a:extLst>
              <a:ext uri="{FF2B5EF4-FFF2-40B4-BE49-F238E27FC236}">
                <a16:creationId xmlns:a16="http://schemas.microsoft.com/office/drawing/2014/main" id="{D645E3C2-E659-910E-441F-C1EBC5592B26}"/>
              </a:ext>
            </a:extLst>
          </p:cNvPr>
          <p:cNvSpPr txBox="1"/>
          <p:nvPr/>
        </p:nvSpPr>
        <p:spPr>
          <a:xfrm>
            <a:off x="6152446" y="901933"/>
            <a:ext cx="570089" cy="230832"/>
          </a:xfrm>
          <a:prstGeom prst="rect">
            <a:avLst/>
          </a:prstGeom>
          <a:noFill/>
        </p:spPr>
        <p:txBody>
          <a:bodyPr wrap="square" rtlCol="0">
            <a:spAutoFit/>
          </a:bodyPr>
          <a:lstStyle/>
          <a:p>
            <a:pPr algn="ctr"/>
            <a:r>
              <a:rPr lang="en-US" sz="900" dirty="0"/>
              <a:t>124</a:t>
            </a:r>
          </a:p>
        </p:txBody>
      </p:sp>
      <p:sp>
        <p:nvSpPr>
          <p:cNvPr id="77" name="TextBox 76">
            <a:extLst>
              <a:ext uri="{FF2B5EF4-FFF2-40B4-BE49-F238E27FC236}">
                <a16:creationId xmlns:a16="http://schemas.microsoft.com/office/drawing/2014/main" id="{8C12F11D-A2B4-BC92-AD40-AA75EDF38B89}"/>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78" name="TextBox 77">
            <a:extLst>
              <a:ext uri="{FF2B5EF4-FFF2-40B4-BE49-F238E27FC236}">
                <a16:creationId xmlns:a16="http://schemas.microsoft.com/office/drawing/2014/main" id="{D4C8FC86-C0E4-5ED3-F99A-DD2145A89E6C}"/>
              </a:ext>
            </a:extLst>
          </p:cNvPr>
          <p:cNvSpPr txBox="1"/>
          <p:nvPr/>
        </p:nvSpPr>
        <p:spPr>
          <a:xfrm>
            <a:off x="5650090" y="4408541"/>
            <a:ext cx="570089" cy="230832"/>
          </a:xfrm>
          <a:prstGeom prst="rect">
            <a:avLst/>
          </a:prstGeom>
          <a:noFill/>
        </p:spPr>
        <p:txBody>
          <a:bodyPr wrap="square" rtlCol="0">
            <a:spAutoFit/>
          </a:bodyPr>
          <a:lstStyle/>
          <a:p>
            <a:pPr algn="ctr"/>
            <a:r>
              <a:rPr lang="en-US" sz="900" dirty="0"/>
              <a:t>123</a:t>
            </a:r>
          </a:p>
        </p:txBody>
      </p:sp>
      <p:sp>
        <p:nvSpPr>
          <p:cNvPr id="79" name="TextBox 78">
            <a:extLst>
              <a:ext uri="{FF2B5EF4-FFF2-40B4-BE49-F238E27FC236}">
                <a16:creationId xmlns:a16="http://schemas.microsoft.com/office/drawing/2014/main" id="{2D993025-0A5F-CDA5-7C76-B238E7D33D32}"/>
              </a:ext>
            </a:extLst>
          </p:cNvPr>
          <p:cNvSpPr txBox="1"/>
          <p:nvPr/>
        </p:nvSpPr>
        <p:spPr>
          <a:xfrm>
            <a:off x="5147734" y="4909484"/>
            <a:ext cx="570089" cy="230832"/>
          </a:xfrm>
          <a:prstGeom prst="rect">
            <a:avLst/>
          </a:prstGeom>
          <a:solidFill>
            <a:schemeClr val="accent4">
              <a:lumMod val="20000"/>
              <a:lumOff val="80000"/>
            </a:schemeClr>
          </a:solidFill>
        </p:spPr>
        <p:txBody>
          <a:bodyPr wrap="square" rtlCol="0">
            <a:spAutoFit/>
          </a:bodyPr>
          <a:lstStyle/>
          <a:p>
            <a:pPr algn="ctr"/>
            <a:r>
              <a:rPr lang="en-US" sz="900" dirty="0"/>
              <a:t>42</a:t>
            </a:r>
          </a:p>
        </p:txBody>
      </p:sp>
      <p:sp>
        <p:nvSpPr>
          <p:cNvPr id="80" name="TextBox 79">
            <a:extLst>
              <a:ext uri="{FF2B5EF4-FFF2-40B4-BE49-F238E27FC236}">
                <a16:creationId xmlns:a16="http://schemas.microsoft.com/office/drawing/2014/main" id="{5E12D94B-7823-F9F3-51FD-62FC41A6AB0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EECB7A42-EE4B-3B3A-5608-F21479EF9395}"/>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82" name="TextBox 81">
            <a:extLst>
              <a:ext uri="{FF2B5EF4-FFF2-40B4-BE49-F238E27FC236}">
                <a16:creationId xmlns:a16="http://schemas.microsoft.com/office/drawing/2014/main" id="{625A2CCB-A4B2-FB16-1A38-47D170BDC56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84" name="TextBox 83">
            <a:extLst>
              <a:ext uri="{FF2B5EF4-FFF2-40B4-BE49-F238E27FC236}">
                <a16:creationId xmlns:a16="http://schemas.microsoft.com/office/drawing/2014/main" id="{48705C56-7057-3D58-4A55-4B2D1C71EBA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BB47CAD6-F938-B215-DF0A-D770CF52A30F}"/>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7" name="TextBox 86">
            <a:extLst>
              <a:ext uri="{FF2B5EF4-FFF2-40B4-BE49-F238E27FC236}">
                <a16:creationId xmlns:a16="http://schemas.microsoft.com/office/drawing/2014/main" id="{939B28D9-88E5-0A7E-226E-F35F605D6469}"/>
              </a:ext>
            </a:extLst>
          </p:cNvPr>
          <p:cNvSpPr txBox="1"/>
          <p:nvPr/>
        </p:nvSpPr>
        <p:spPr>
          <a:xfrm>
            <a:off x="7157158" y="2404765"/>
            <a:ext cx="570089" cy="230832"/>
          </a:xfrm>
          <a:prstGeom prst="rect">
            <a:avLst/>
          </a:prstGeom>
          <a:noFill/>
        </p:spPr>
        <p:txBody>
          <a:bodyPr wrap="square" rtlCol="0">
            <a:spAutoFit/>
          </a:bodyPr>
          <a:lstStyle/>
          <a:p>
            <a:pPr algn="ctr"/>
            <a:r>
              <a:rPr lang="en-US" sz="900" dirty="0"/>
              <a:t>21</a:t>
            </a:r>
          </a:p>
        </p:txBody>
      </p:sp>
      <p:sp>
        <p:nvSpPr>
          <p:cNvPr id="88" name="TextBox 87">
            <a:extLst>
              <a:ext uri="{FF2B5EF4-FFF2-40B4-BE49-F238E27FC236}">
                <a16:creationId xmlns:a16="http://schemas.microsoft.com/office/drawing/2014/main" id="{A7FE4D61-32B5-59E9-BEA8-B0C5D3CDAFF1}"/>
              </a:ext>
            </a:extLst>
          </p:cNvPr>
          <p:cNvSpPr txBox="1"/>
          <p:nvPr/>
        </p:nvSpPr>
        <p:spPr>
          <a:xfrm>
            <a:off x="6152446" y="2905709"/>
            <a:ext cx="570089" cy="230832"/>
          </a:xfrm>
          <a:prstGeom prst="rect">
            <a:avLst/>
          </a:prstGeom>
          <a:noFill/>
        </p:spPr>
        <p:txBody>
          <a:bodyPr wrap="square" rtlCol="0">
            <a:spAutoFit/>
          </a:bodyPr>
          <a:lstStyle/>
          <a:p>
            <a:pPr algn="ctr"/>
            <a:r>
              <a:rPr lang="en-US" sz="900" dirty="0"/>
              <a:t>124</a:t>
            </a:r>
          </a:p>
        </p:txBody>
      </p:sp>
      <p:sp>
        <p:nvSpPr>
          <p:cNvPr id="89" name="TextBox 88">
            <a:extLst>
              <a:ext uri="{FF2B5EF4-FFF2-40B4-BE49-F238E27FC236}">
                <a16:creationId xmlns:a16="http://schemas.microsoft.com/office/drawing/2014/main" id="{65CF7FB3-10D0-76A9-99DA-7295E1771058}"/>
              </a:ext>
            </a:extLst>
          </p:cNvPr>
          <p:cNvSpPr txBox="1"/>
          <p:nvPr/>
        </p:nvSpPr>
        <p:spPr>
          <a:xfrm>
            <a:off x="6654802" y="2905709"/>
            <a:ext cx="570089" cy="230832"/>
          </a:xfrm>
          <a:prstGeom prst="rect">
            <a:avLst/>
          </a:prstGeom>
          <a:noFill/>
        </p:spPr>
        <p:txBody>
          <a:bodyPr wrap="square" rtlCol="0">
            <a:spAutoFit/>
          </a:bodyPr>
          <a:lstStyle/>
          <a:p>
            <a:pPr algn="ctr"/>
            <a:r>
              <a:rPr lang="en-US" sz="900" dirty="0"/>
              <a:t>124</a:t>
            </a:r>
          </a:p>
        </p:txBody>
      </p:sp>
      <p:sp>
        <p:nvSpPr>
          <p:cNvPr id="90" name="TextBox 89">
            <a:extLst>
              <a:ext uri="{FF2B5EF4-FFF2-40B4-BE49-F238E27FC236}">
                <a16:creationId xmlns:a16="http://schemas.microsoft.com/office/drawing/2014/main" id="{AFD75301-E357-270B-356F-86849ED15B4D}"/>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BF0E687C-4610-90F3-EA00-C7BDE0D6F5BD}"/>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Tree>
    <p:extLst>
      <p:ext uri="{BB962C8B-B14F-4D97-AF65-F5344CB8AC3E}">
        <p14:creationId xmlns:p14="http://schemas.microsoft.com/office/powerpoint/2010/main" val="16516054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6943F-8F55-7161-DBC3-E77BCE82752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B80EB0-032C-80FB-95E7-CB9B53C6C106}"/>
              </a:ext>
            </a:extLst>
          </p:cNvPr>
          <p:cNvSpPr>
            <a:spLocks noGrp="1"/>
          </p:cNvSpPr>
          <p:nvPr>
            <p:ph sz="half" idx="1"/>
          </p:nvPr>
        </p:nvSpPr>
        <p:spPr/>
        <p:txBody>
          <a:bodyPr>
            <a:normAutofit/>
          </a:bodyPr>
          <a:lstStyle/>
          <a:p>
            <a:r>
              <a:rPr lang="en-US" dirty="0"/>
              <a:t>The first possibility in the blue cells can’t be right, because it repeats 3.  Therefore, it must be the second possibility.</a:t>
            </a:r>
          </a:p>
        </p:txBody>
      </p:sp>
      <p:pic>
        <p:nvPicPr>
          <p:cNvPr id="4" name="Picture 3" descr="A grid of sudoku puzzle&#10;&#10;Description automatically generated">
            <a:extLst>
              <a:ext uri="{FF2B5EF4-FFF2-40B4-BE49-F238E27FC236}">
                <a16:creationId xmlns:a16="http://schemas.microsoft.com/office/drawing/2014/main" id="{76B817A1-509D-7E10-D447-59828CDAFA3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D3A7643-2A2F-CE82-C957-9BE711A11DE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3D0514B-60CF-9934-18F7-A4FD8B5B87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03517A6-8586-5928-284C-A7E317567420}"/>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605894AD-DA75-A6A2-955A-C415EFE21797}"/>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98EEDF50-E85A-9797-EBF4-1DA552B84520}"/>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D8C9BDF0-3E02-0258-68D9-1B2277D1DC8A}"/>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AB6D7B2F-B682-504B-8D2B-E1F08DF5694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5CE70814-F68A-8108-92CF-A456AC74FABF}"/>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D7437AA7-561E-3AED-3730-AF730038645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2E47395-91FA-6FDC-30D4-33E5A226ACB9}"/>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1F65B43-DFB5-A3C8-F125-D373E6F63173}"/>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0" name="TextBox 49">
            <a:extLst>
              <a:ext uri="{FF2B5EF4-FFF2-40B4-BE49-F238E27FC236}">
                <a16:creationId xmlns:a16="http://schemas.microsoft.com/office/drawing/2014/main" id="{62AFA3CD-065F-8DD6-9A64-BBD9763639A1}"/>
              </a:ext>
            </a:extLst>
          </p:cNvPr>
          <p:cNvSpPr txBox="1"/>
          <p:nvPr/>
        </p:nvSpPr>
        <p:spPr>
          <a:xfrm>
            <a:off x="5147734" y="2905709"/>
            <a:ext cx="570089" cy="230832"/>
          </a:xfrm>
          <a:prstGeom prst="rect">
            <a:avLst/>
          </a:prstGeom>
          <a:noFill/>
        </p:spPr>
        <p:txBody>
          <a:bodyPr wrap="square" rtlCol="0">
            <a:spAutoFit/>
          </a:bodyPr>
          <a:lstStyle/>
          <a:p>
            <a:pPr algn="ctr"/>
            <a:r>
              <a:rPr lang="en-US" sz="900" dirty="0"/>
              <a:t>21</a:t>
            </a:r>
          </a:p>
        </p:txBody>
      </p:sp>
      <p:sp>
        <p:nvSpPr>
          <p:cNvPr id="54" name="TextBox 53">
            <a:extLst>
              <a:ext uri="{FF2B5EF4-FFF2-40B4-BE49-F238E27FC236}">
                <a16:creationId xmlns:a16="http://schemas.microsoft.com/office/drawing/2014/main" id="{5FBFE634-6DF7-210D-3417-D35E81ED773D}"/>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63" name="TextBox 62">
            <a:extLst>
              <a:ext uri="{FF2B5EF4-FFF2-40B4-BE49-F238E27FC236}">
                <a16:creationId xmlns:a16="http://schemas.microsoft.com/office/drawing/2014/main" id="{56FD64B2-9EDB-C4D3-7519-A069A03736B6}"/>
              </a:ext>
            </a:extLst>
          </p:cNvPr>
          <p:cNvSpPr txBox="1"/>
          <p:nvPr/>
        </p:nvSpPr>
        <p:spPr>
          <a:xfrm>
            <a:off x="5650090" y="2404765"/>
            <a:ext cx="570089" cy="230832"/>
          </a:xfrm>
          <a:prstGeom prst="rect">
            <a:avLst/>
          </a:prstGeom>
          <a:noFill/>
        </p:spPr>
        <p:txBody>
          <a:bodyPr wrap="square" rtlCol="0">
            <a:spAutoFit/>
          </a:bodyPr>
          <a:lstStyle/>
          <a:p>
            <a:pPr algn="ctr"/>
            <a:r>
              <a:rPr lang="en-US" sz="900" dirty="0"/>
              <a:t>12</a:t>
            </a:r>
          </a:p>
        </p:txBody>
      </p:sp>
      <p:sp>
        <p:nvSpPr>
          <p:cNvPr id="53" name="TextBox 52">
            <a:extLst>
              <a:ext uri="{FF2B5EF4-FFF2-40B4-BE49-F238E27FC236}">
                <a16:creationId xmlns:a16="http://schemas.microsoft.com/office/drawing/2014/main" id="{9DBB5F40-C800-C2CF-6E26-A18ABE3BFD94}"/>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BEFB02B-88F6-81DE-2207-E75C274B6C0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1856404-DF64-6977-958C-E99892975046}"/>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C3629A2C-1FEC-21A2-0139-C5C72BAC056D}"/>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7BBF9F2-1174-2963-D820-ABF876E3643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5639AAD4-5131-D224-4B20-D9356F6D35BA}"/>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73FB5648-B15D-E1F5-A791-49DB12A1F8E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215909E2-0A1F-AA25-093D-B7CA8200C0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D9A6B8CB-9B0A-9BA7-4285-239D475B4378}"/>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5EBE9449-C60E-3CE7-CD56-ED077446E69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984F00ED-CCF4-5F61-270B-E4A49ADF892B}"/>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D0CBA45-9DAC-D1BE-C836-3A649A815A7C}"/>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E67E668-C2C9-60A5-F283-1564B45FC75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F78874B-B314-043F-28FD-A8957D595372}"/>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73EEDF4F-95FD-D54F-7F2E-B43AB676D8C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6A050414-6065-474C-5DA8-BCB4C9781FE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0DA2320-2755-0AE0-3E41-15D4C608055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F5A0605-F08B-DC91-9A7A-9E129CA71B5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F07D9B04-04E1-934D-D036-EBA300C29093}"/>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601C101-8840-4CF5-6888-86C90BACA34C}"/>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513A3505-0DAA-87C7-2170-7AFD03039CE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C5C509A-C431-A2A3-1651-AC039E92D554}"/>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2667A776-EEFD-1677-A72F-4D54E185E03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DF6C6409-DD8E-3258-3210-DA3C6EFB3E8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8F9FF08-6743-D94A-72E4-5CB777AEA9A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220CB78D-D72B-654B-1D34-F5B5D2B3F998}"/>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D2CAF7AC-730D-3254-9D2E-D19C567424D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52C6D6B-37A9-C755-DA35-3FE21F90407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6FBE3448-B814-4608-1FC5-3C69E3BA3049}"/>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90936E70-FCDF-D7CF-9F16-B4FCEAF74A79}"/>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58FC171F-539B-B3A6-DE2E-E31FD5236F6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94D427C-B1F6-E484-FDA6-6E3DE419134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B09A59A3-1F43-8093-29BB-90CE1B47574A}"/>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0BE0BDE2-30E0-30D7-B7C7-7A510D950C5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B39B2A99-305E-9690-1F1F-00686E67456B}"/>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17974E7-60E1-8E84-F84C-AACBE361C5DD}"/>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878A56C3-6AB4-E106-6FDB-C2991B073F30}"/>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A4CD485-0FFE-44EA-3AFA-9F280B3CBFA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5969239-0276-5D8E-79F3-78DD26CA489D}"/>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2A334A8-DA45-45EB-173E-8BF89E1346F1}"/>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ABFFF753-727E-6B69-89B4-22A8330805B3}"/>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BF8E53B-9C3A-04B9-4C31-D8239016C3E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C940915-F0D4-C31B-B00B-DF1CB148D91D}"/>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7A9421D3-D999-5D51-B706-707181B3015C}"/>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6F48B843-0A51-9C11-6B04-65CD73A18C7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CF2A354F-1D99-C42B-55BB-FE9A550AD170}"/>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ED40496-DF0B-1C54-D08D-653597D7980D}"/>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3DF49B24-26F5-8F1B-7702-72953D6ECE2A}"/>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BCC037AB-128F-85D1-79C3-16A3F0D2A88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328AC236-463E-6FED-34B4-A30A2588CAE4}"/>
              </a:ext>
            </a:extLst>
          </p:cNvPr>
          <p:cNvSpPr txBox="1"/>
          <p:nvPr/>
        </p:nvSpPr>
        <p:spPr>
          <a:xfrm>
            <a:off x="3138310" y="901933"/>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02BC73DD-AD8B-83FC-D63B-573ACA03FDE1}"/>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D1315462-4ECF-D429-5B3C-5DC2BCF518CE}"/>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5" name="TextBox 74">
            <a:extLst>
              <a:ext uri="{FF2B5EF4-FFF2-40B4-BE49-F238E27FC236}">
                <a16:creationId xmlns:a16="http://schemas.microsoft.com/office/drawing/2014/main" id="{A1B8386D-CBC0-B5A5-0BDC-7EA1A1CD34A8}"/>
              </a:ext>
            </a:extLst>
          </p:cNvPr>
          <p:cNvSpPr txBox="1"/>
          <p:nvPr/>
        </p:nvSpPr>
        <p:spPr>
          <a:xfrm>
            <a:off x="5147734" y="901933"/>
            <a:ext cx="570089" cy="230832"/>
          </a:xfrm>
          <a:prstGeom prst="rect">
            <a:avLst/>
          </a:prstGeom>
          <a:noFill/>
        </p:spPr>
        <p:txBody>
          <a:bodyPr wrap="square" rtlCol="0">
            <a:spAutoFit/>
          </a:bodyPr>
          <a:lstStyle/>
          <a:p>
            <a:pPr algn="ctr"/>
            <a:r>
              <a:rPr lang="en-US" sz="900" dirty="0"/>
              <a:t>124</a:t>
            </a:r>
          </a:p>
        </p:txBody>
      </p:sp>
      <p:sp>
        <p:nvSpPr>
          <p:cNvPr id="76" name="TextBox 75">
            <a:extLst>
              <a:ext uri="{FF2B5EF4-FFF2-40B4-BE49-F238E27FC236}">
                <a16:creationId xmlns:a16="http://schemas.microsoft.com/office/drawing/2014/main" id="{22971199-FAF8-5647-2097-CDFDF22DAAC6}"/>
              </a:ext>
            </a:extLst>
          </p:cNvPr>
          <p:cNvSpPr txBox="1"/>
          <p:nvPr/>
        </p:nvSpPr>
        <p:spPr>
          <a:xfrm>
            <a:off x="6152446" y="901933"/>
            <a:ext cx="570089" cy="230832"/>
          </a:xfrm>
          <a:prstGeom prst="rect">
            <a:avLst/>
          </a:prstGeom>
          <a:noFill/>
        </p:spPr>
        <p:txBody>
          <a:bodyPr wrap="square" rtlCol="0">
            <a:spAutoFit/>
          </a:bodyPr>
          <a:lstStyle/>
          <a:p>
            <a:pPr algn="ctr"/>
            <a:r>
              <a:rPr lang="en-US" sz="900" dirty="0"/>
              <a:t>124</a:t>
            </a:r>
          </a:p>
        </p:txBody>
      </p:sp>
      <p:sp>
        <p:nvSpPr>
          <p:cNvPr id="77" name="TextBox 76">
            <a:extLst>
              <a:ext uri="{FF2B5EF4-FFF2-40B4-BE49-F238E27FC236}">
                <a16:creationId xmlns:a16="http://schemas.microsoft.com/office/drawing/2014/main" id="{F7B022D3-D519-9048-D782-51B86C2B930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a:t>
            </a:r>
          </a:p>
        </p:txBody>
      </p:sp>
      <p:sp>
        <p:nvSpPr>
          <p:cNvPr id="78" name="TextBox 77">
            <a:extLst>
              <a:ext uri="{FF2B5EF4-FFF2-40B4-BE49-F238E27FC236}">
                <a16:creationId xmlns:a16="http://schemas.microsoft.com/office/drawing/2014/main" id="{313371DA-26F0-2932-9E2B-F62C5BA560D9}"/>
              </a:ext>
            </a:extLst>
          </p:cNvPr>
          <p:cNvSpPr txBox="1"/>
          <p:nvPr/>
        </p:nvSpPr>
        <p:spPr>
          <a:xfrm>
            <a:off x="5650090" y="4408541"/>
            <a:ext cx="570089" cy="230832"/>
          </a:xfrm>
          <a:prstGeom prst="rect">
            <a:avLst/>
          </a:prstGeom>
          <a:noFill/>
        </p:spPr>
        <p:txBody>
          <a:bodyPr wrap="square" rtlCol="0">
            <a:spAutoFit/>
          </a:bodyPr>
          <a:lstStyle/>
          <a:p>
            <a:pPr algn="ctr"/>
            <a:r>
              <a:rPr lang="en-US" sz="900" dirty="0"/>
              <a:t>123</a:t>
            </a:r>
          </a:p>
        </p:txBody>
      </p:sp>
      <p:sp>
        <p:nvSpPr>
          <p:cNvPr id="80" name="TextBox 79">
            <a:extLst>
              <a:ext uri="{FF2B5EF4-FFF2-40B4-BE49-F238E27FC236}">
                <a16:creationId xmlns:a16="http://schemas.microsoft.com/office/drawing/2014/main" id="{80C3018C-E753-B2F6-9798-06BAF95D4A8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2BC02AEE-B4B1-0C02-300B-498C49760DA5}"/>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82" name="TextBox 81">
            <a:extLst>
              <a:ext uri="{FF2B5EF4-FFF2-40B4-BE49-F238E27FC236}">
                <a16:creationId xmlns:a16="http://schemas.microsoft.com/office/drawing/2014/main" id="{648CE377-C9DD-1A11-B784-593079A730B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a:t>
            </a:r>
          </a:p>
        </p:txBody>
      </p:sp>
      <p:sp>
        <p:nvSpPr>
          <p:cNvPr id="84" name="TextBox 83">
            <a:extLst>
              <a:ext uri="{FF2B5EF4-FFF2-40B4-BE49-F238E27FC236}">
                <a16:creationId xmlns:a16="http://schemas.microsoft.com/office/drawing/2014/main" id="{4A5AC98A-6133-B758-1F01-58BDACF6D31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11A8B2E1-10E3-60E7-19DD-BC107E9D104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7" name="TextBox 86">
            <a:extLst>
              <a:ext uri="{FF2B5EF4-FFF2-40B4-BE49-F238E27FC236}">
                <a16:creationId xmlns:a16="http://schemas.microsoft.com/office/drawing/2014/main" id="{8A944A39-D9A9-9253-8A28-C3E35E9F573E}"/>
              </a:ext>
            </a:extLst>
          </p:cNvPr>
          <p:cNvSpPr txBox="1"/>
          <p:nvPr/>
        </p:nvSpPr>
        <p:spPr>
          <a:xfrm>
            <a:off x="7157158" y="2404765"/>
            <a:ext cx="570089" cy="230832"/>
          </a:xfrm>
          <a:prstGeom prst="rect">
            <a:avLst/>
          </a:prstGeom>
          <a:noFill/>
        </p:spPr>
        <p:txBody>
          <a:bodyPr wrap="square" rtlCol="0">
            <a:spAutoFit/>
          </a:bodyPr>
          <a:lstStyle/>
          <a:p>
            <a:pPr algn="ctr"/>
            <a:r>
              <a:rPr lang="en-US" sz="900" dirty="0"/>
              <a:t>21</a:t>
            </a:r>
          </a:p>
        </p:txBody>
      </p:sp>
      <p:sp>
        <p:nvSpPr>
          <p:cNvPr id="88" name="TextBox 87">
            <a:extLst>
              <a:ext uri="{FF2B5EF4-FFF2-40B4-BE49-F238E27FC236}">
                <a16:creationId xmlns:a16="http://schemas.microsoft.com/office/drawing/2014/main" id="{59C44A74-5B4D-325B-4EB7-E913E4E1A3F8}"/>
              </a:ext>
            </a:extLst>
          </p:cNvPr>
          <p:cNvSpPr txBox="1"/>
          <p:nvPr/>
        </p:nvSpPr>
        <p:spPr>
          <a:xfrm>
            <a:off x="6152446" y="2905709"/>
            <a:ext cx="570089" cy="230832"/>
          </a:xfrm>
          <a:prstGeom prst="rect">
            <a:avLst/>
          </a:prstGeom>
          <a:noFill/>
        </p:spPr>
        <p:txBody>
          <a:bodyPr wrap="square" rtlCol="0">
            <a:spAutoFit/>
          </a:bodyPr>
          <a:lstStyle/>
          <a:p>
            <a:pPr algn="ctr"/>
            <a:r>
              <a:rPr lang="en-US" sz="900" dirty="0"/>
              <a:t>124</a:t>
            </a:r>
          </a:p>
        </p:txBody>
      </p:sp>
      <p:sp>
        <p:nvSpPr>
          <p:cNvPr id="89" name="TextBox 88">
            <a:extLst>
              <a:ext uri="{FF2B5EF4-FFF2-40B4-BE49-F238E27FC236}">
                <a16:creationId xmlns:a16="http://schemas.microsoft.com/office/drawing/2014/main" id="{BD68D84A-0D3E-57E8-D7CB-B241DA82CDCE}"/>
              </a:ext>
            </a:extLst>
          </p:cNvPr>
          <p:cNvSpPr txBox="1"/>
          <p:nvPr/>
        </p:nvSpPr>
        <p:spPr>
          <a:xfrm>
            <a:off x="6654802" y="2905709"/>
            <a:ext cx="570089" cy="230832"/>
          </a:xfrm>
          <a:prstGeom prst="rect">
            <a:avLst/>
          </a:prstGeom>
          <a:noFill/>
        </p:spPr>
        <p:txBody>
          <a:bodyPr wrap="square" rtlCol="0">
            <a:spAutoFit/>
          </a:bodyPr>
          <a:lstStyle/>
          <a:p>
            <a:pPr algn="ctr"/>
            <a:r>
              <a:rPr lang="en-US" sz="900" dirty="0"/>
              <a:t>124</a:t>
            </a:r>
          </a:p>
        </p:txBody>
      </p:sp>
      <p:sp>
        <p:nvSpPr>
          <p:cNvPr id="90" name="TextBox 89">
            <a:extLst>
              <a:ext uri="{FF2B5EF4-FFF2-40B4-BE49-F238E27FC236}">
                <a16:creationId xmlns:a16="http://schemas.microsoft.com/office/drawing/2014/main" id="{41407C0F-E96E-FF24-291F-51D2D805879C}"/>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45AC87FB-77BC-403F-4021-FF7E9FE3442A}"/>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1ECBEF7F-921D-E8B6-BE00-03A7AFD718B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F0527418-998D-0600-D203-126AD09998C5}"/>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EA223F32-863F-D172-73A4-DAFF13C924C2}"/>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A792B247-7FE0-C55A-8562-59B552166979}"/>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6639811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64EA3-8403-56B9-609A-5F07BBF291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A14022-9FB6-77C5-7AE2-C6EA4D56140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466F16C-364C-8F09-5DE9-D1FBA677B3D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CC6F66-36EE-9C67-1E82-8FCC8EB9FB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9785F9-EC37-6A76-91D0-3E5C5E534E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D38638E-2C78-E79A-902A-E906907E3B61}"/>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2056AD0F-9AD4-BF8D-6C28-5F4A94C4241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C95EFDB7-DE24-4435-4C8D-D06F11FF7E8C}"/>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D596DFC2-D14D-A636-C0ED-DF4211C2BBCD}"/>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CA423E67-EEDF-AAB7-431E-40300F28997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429BC0E2-7C72-A0FD-F7C7-220737F55CD2}"/>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D18C0008-7190-6D19-8F46-D7281A23DA7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9ECA623-8295-E970-97BA-4163CD040AC5}"/>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8DF7B6A-7FB3-FA0D-5716-AE65C48865D6}"/>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D07C9067-17F9-A2C3-F30F-81F55213081C}"/>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3" name="TextBox 52">
            <a:extLst>
              <a:ext uri="{FF2B5EF4-FFF2-40B4-BE49-F238E27FC236}">
                <a16:creationId xmlns:a16="http://schemas.microsoft.com/office/drawing/2014/main" id="{9BE43125-1E67-E380-D2F3-68770AC29235}"/>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FF8D7E5-F3D0-2E96-FE48-D0D42F60CF6F}"/>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B5107CF-A4D4-FD8A-409C-514FCECBCC5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635D066C-3A40-C303-D535-2C3376CC2AF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473E8F92-AA6D-1E20-DD82-651AE9EA3A0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A62CF8B6-E0D8-19F2-D09A-40AA8BCB1EB8}"/>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4653867B-CA54-0FFD-A950-2ACAB09F4228}"/>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55D221B2-07E3-DAC2-A055-5747F4FCFA12}"/>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1D3A545-8D31-5315-622E-74EA37811EA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5C24B479-E7C1-A7C6-3F27-5CDB32C94D9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84F0814-0BBB-D063-47E3-7FA992A7C7A1}"/>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E14298F-2334-134D-EA17-EF78F4BCAFA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82C019D-8DDF-CD10-6198-38CA19D7A50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DCAEBA9D-985A-10D9-2399-A5A57D06978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8AEDC13D-9E83-8EDA-34AA-DE3111FE6E9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D239453-24BF-9086-AB34-A74982C166A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836DA6FC-269B-F5A1-70D4-CF26AFEA6CD1}"/>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87850DE3-13B1-7F63-4A2C-1316BA74F8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FAA1F5FC-06F9-964C-E4E7-0C93B8E62AE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2BF1ABE1-8A9B-1490-0449-13AE3FC9CE33}"/>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4DC6377A-3E12-8DFC-FD29-38AA905965E2}"/>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B5DD745D-D738-9633-ADDF-63C4EB93EE52}"/>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37F0DAD7-5AA1-9198-7169-03E94DB6AB79}"/>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2A667156-A05D-0300-6EB0-119726313E94}"/>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3EEA1D6-B72C-0777-EE6F-BFC4FD9DD3A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69F70D09-0AFC-9CC0-EDF5-4B8C08D66ACC}"/>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8E8FFC15-5342-2178-0CBF-FA96A69C978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193158F1-B73C-C867-50DF-EB5605394C2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BB91ADE5-AF49-46AA-B333-F86E6F19023A}"/>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142CF310-7432-F514-EAE7-FD0EB2A0E0B7}"/>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D0005531-8EE7-89D0-BD82-E514821A3FB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20E77F3-0C10-5D20-EAFF-03CE7EE0260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12F030EF-FE4F-2CB6-F249-9736CB3A6A40}"/>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65C636EB-09A1-9D7F-037F-C2C50DF2BC1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8DAAF790-1B92-1650-5190-FDE7FC1BD13F}"/>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5C36C4DE-1C9B-4562-2A9F-16B51671CFC8}"/>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885C269-D6EA-98EC-FB80-CFE71997E61B}"/>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71C0436-FFA6-AFA5-A66B-66CC7900FE3B}"/>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F8BBF6A-2C6C-2A61-F6A9-52F5F8303DD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BD4374FE-D9FE-F31D-B3E1-6A7441552EAC}"/>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32A307B3-5D71-C029-857C-72772D1B430D}"/>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492E725-91BE-7A5A-6169-82FCB6638DCC}"/>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3745AC5-5862-3A74-831D-11A57AA3421E}"/>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BFB0FAAB-54C6-246D-C733-6BEF8A9B43CC}"/>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7D4B3D42-4449-C341-6D8F-D348EAE3C203}"/>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7235B236-AEC6-6909-72C3-7F77CF7B0C7A}"/>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ACB5637-50CA-79E9-9B20-AE2700BCACE4}"/>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32A962D-5B89-2A75-E43B-2E9322ADF2CF}"/>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97744F25-D637-FD3D-84B2-6DDDD734416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4B2FD9AC-D088-CB53-8E44-0635B996C4E9}"/>
              </a:ext>
            </a:extLst>
          </p:cNvPr>
          <p:cNvSpPr txBox="1"/>
          <p:nvPr/>
        </p:nvSpPr>
        <p:spPr>
          <a:xfrm>
            <a:off x="3138310" y="901933"/>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956949BE-56DF-7756-C662-E302CE626DA2}"/>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D1176ED1-8AAD-1F91-CA7F-7CC80E72441B}"/>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5" name="TextBox 74">
            <a:extLst>
              <a:ext uri="{FF2B5EF4-FFF2-40B4-BE49-F238E27FC236}">
                <a16:creationId xmlns:a16="http://schemas.microsoft.com/office/drawing/2014/main" id="{D16F056E-C284-D014-EE11-73E91AFB124A}"/>
              </a:ext>
            </a:extLst>
          </p:cNvPr>
          <p:cNvSpPr txBox="1"/>
          <p:nvPr/>
        </p:nvSpPr>
        <p:spPr>
          <a:xfrm>
            <a:off x="5147734" y="901933"/>
            <a:ext cx="570089" cy="230832"/>
          </a:xfrm>
          <a:prstGeom prst="rect">
            <a:avLst/>
          </a:prstGeom>
          <a:noFill/>
        </p:spPr>
        <p:txBody>
          <a:bodyPr wrap="square" rtlCol="0">
            <a:spAutoFit/>
          </a:bodyPr>
          <a:lstStyle/>
          <a:p>
            <a:pPr algn="ctr"/>
            <a:r>
              <a:rPr lang="en-US" sz="900" dirty="0"/>
              <a:t>14</a:t>
            </a:r>
          </a:p>
        </p:txBody>
      </p:sp>
      <p:sp>
        <p:nvSpPr>
          <p:cNvPr id="76" name="TextBox 75">
            <a:extLst>
              <a:ext uri="{FF2B5EF4-FFF2-40B4-BE49-F238E27FC236}">
                <a16:creationId xmlns:a16="http://schemas.microsoft.com/office/drawing/2014/main" id="{36A1E035-C2B4-4988-D166-F2CEAD81422A}"/>
              </a:ext>
            </a:extLst>
          </p:cNvPr>
          <p:cNvSpPr txBox="1"/>
          <p:nvPr/>
        </p:nvSpPr>
        <p:spPr>
          <a:xfrm>
            <a:off x="6152446" y="901933"/>
            <a:ext cx="570089" cy="230832"/>
          </a:xfrm>
          <a:prstGeom prst="rect">
            <a:avLst/>
          </a:prstGeom>
          <a:noFill/>
        </p:spPr>
        <p:txBody>
          <a:bodyPr wrap="square" rtlCol="0">
            <a:spAutoFit/>
          </a:bodyPr>
          <a:lstStyle/>
          <a:p>
            <a:pPr algn="ctr"/>
            <a:r>
              <a:rPr lang="en-US" sz="900" dirty="0"/>
              <a:t>124</a:t>
            </a:r>
          </a:p>
        </p:txBody>
      </p:sp>
      <p:sp>
        <p:nvSpPr>
          <p:cNvPr id="77" name="TextBox 76">
            <a:extLst>
              <a:ext uri="{FF2B5EF4-FFF2-40B4-BE49-F238E27FC236}">
                <a16:creationId xmlns:a16="http://schemas.microsoft.com/office/drawing/2014/main" id="{D4E0D8B3-8C1A-6A40-9315-CF119B2A0412}"/>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DB94CA87-A64D-9AB1-4C54-72966FC4A994}"/>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A3B0C9C0-B8B2-16B2-2AEC-26C4DC3670B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37F6E039-C2A5-9AB1-7DC9-ABC147343DE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82" name="TextBox 81">
            <a:extLst>
              <a:ext uri="{FF2B5EF4-FFF2-40B4-BE49-F238E27FC236}">
                <a16:creationId xmlns:a16="http://schemas.microsoft.com/office/drawing/2014/main" id="{854E4924-E7AF-4B4C-8288-3683A8FB5495}"/>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F31B58B7-50B6-995A-DF60-6905401CF01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2F9C7F93-57F1-F287-85EE-7785D83B308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7" name="TextBox 86">
            <a:extLst>
              <a:ext uri="{FF2B5EF4-FFF2-40B4-BE49-F238E27FC236}">
                <a16:creationId xmlns:a16="http://schemas.microsoft.com/office/drawing/2014/main" id="{DF724DBE-7801-FD9F-53A3-D4E04120CC7A}"/>
              </a:ext>
            </a:extLst>
          </p:cNvPr>
          <p:cNvSpPr txBox="1"/>
          <p:nvPr/>
        </p:nvSpPr>
        <p:spPr>
          <a:xfrm>
            <a:off x="7157158" y="2404765"/>
            <a:ext cx="570089" cy="230832"/>
          </a:xfrm>
          <a:prstGeom prst="rect">
            <a:avLst/>
          </a:prstGeom>
          <a:noFill/>
        </p:spPr>
        <p:txBody>
          <a:bodyPr wrap="square" rtlCol="0">
            <a:spAutoFit/>
          </a:bodyPr>
          <a:lstStyle/>
          <a:p>
            <a:pPr algn="ctr"/>
            <a:r>
              <a:rPr lang="en-US" sz="900" dirty="0"/>
              <a:t>21</a:t>
            </a:r>
          </a:p>
        </p:txBody>
      </p:sp>
      <p:sp>
        <p:nvSpPr>
          <p:cNvPr id="88" name="TextBox 87">
            <a:extLst>
              <a:ext uri="{FF2B5EF4-FFF2-40B4-BE49-F238E27FC236}">
                <a16:creationId xmlns:a16="http://schemas.microsoft.com/office/drawing/2014/main" id="{2A82104D-E047-2F78-AFEB-2CCE1377E962}"/>
              </a:ext>
            </a:extLst>
          </p:cNvPr>
          <p:cNvSpPr txBox="1"/>
          <p:nvPr/>
        </p:nvSpPr>
        <p:spPr>
          <a:xfrm>
            <a:off x="6152446" y="2905709"/>
            <a:ext cx="570089" cy="230832"/>
          </a:xfrm>
          <a:prstGeom prst="rect">
            <a:avLst/>
          </a:prstGeom>
          <a:noFill/>
        </p:spPr>
        <p:txBody>
          <a:bodyPr wrap="square" rtlCol="0">
            <a:spAutoFit/>
          </a:bodyPr>
          <a:lstStyle/>
          <a:p>
            <a:pPr algn="ctr"/>
            <a:r>
              <a:rPr lang="en-US" sz="900" dirty="0"/>
              <a:t>124</a:t>
            </a:r>
          </a:p>
        </p:txBody>
      </p:sp>
      <p:sp>
        <p:nvSpPr>
          <p:cNvPr id="89" name="TextBox 88">
            <a:extLst>
              <a:ext uri="{FF2B5EF4-FFF2-40B4-BE49-F238E27FC236}">
                <a16:creationId xmlns:a16="http://schemas.microsoft.com/office/drawing/2014/main" id="{4D84034A-3EF1-C52A-1A58-C5C944E06498}"/>
              </a:ext>
            </a:extLst>
          </p:cNvPr>
          <p:cNvSpPr txBox="1"/>
          <p:nvPr/>
        </p:nvSpPr>
        <p:spPr>
          <a:xfrm>
            <a:off x="6654802" y="2905709"/>
            <a:ext cx="570089" cy="230832"/>
          </a:xfrm>
          <a:prstGeom prst="rect">
            <a:avLst/>
          </a:prstGeom>
          <a:noFill/>
        </p:spPr>
        <p:txBody>
          <a:bodyPr wrap="square" rtlCol="0">
            <a:spAutoFit/>
          </a:bodyPr>
          <a:lstStyle/>
          <a:p>
            <a:pPr algn="ctr"/>
            <a:r>
              <a:rPr lang="en-US" sz="900" dirty="0"/>
              <a:t>124</a:t>
            </a:r>
          </a:p>
        </p:txBody>
      </p:sp>
      <p:sp>
        <p:nvSpPr>
          <p:cNvPr id="90" name="TextBox 89">
            <a:extLst>
              <a:ext uri="{FF2B5EF4-FFF2-40B4-BE49-F238E27FC236}">
                <a16:creationId xmlns:a16="http://schemas.microsoft.com/office/drawing/2014/main" id="{6E4BCCFB-1BED-457F-0372-984347848799}"/>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0259753F-D939-47F2-ED0B-328A6A10101A}"/>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AF4D6F41-BF3C-D6C2-45D5-1D61D43B6B8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FB496DE7-0912-6E53-EEB0-BDA4F25807F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4B5D0903-1BEB-E6B4-FC21-FACF0A6BF0D8}"/>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8ABF6572-3740-3813-01E1-044504F1DC6E}"/>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00E524C1-2678-7FD9-FB56-847CA703CCDA}"/>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8C44D30D-6284-3EDE-0155-8CE3046EA11B}"/>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9028208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74561-72C3-D4E6-D25D-C05CFA4BE1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2401B-0B8D-F1BF-8E53-15B909D1117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CE4D5F2-A6DC-1A08-9AE0-1AF44EA9CE8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C27EB77-459D-54A3-3C36-AB54375CDE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11D6CF-5AE0-BF97-202E-B12D1BB45D7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4845029-EFF2-83E0-F48A-0A9F45361C45}"/>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CFA85CDE-F9D1-F936-3A95-9DFF35259F12}"/>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0C9EDAAF-6AFC-41AE-68A6-DC95DEFD6F53}"/>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9721D952-D84D-D851-098F-3C8D54AF7E6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a:t>
            </a:r>
          </a:p>
        </p:txBody>
      </p:sp>
      <p:sp>
        <p:nvSpPr>
          <p:cNvPr id="38" name="TextBox 37">
            <a:extLst>
              <a:ext uri="{FF2B5EF4-FFF2-40B4-BE49-F238E27FC236}">
                <a16:creationId xmlns:a16="http://schemas.microsoft.com/office/drawing/2014/main" id="{93D9DAE2-F6B1-CF48-5709-B89DDD30492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056E2D3F-596E-0096-092E-6CE5D364C3EB}"/>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9A71D587-3709-F749-748E-A20B7710F7C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E562367-C5CE-559E-0385-A198761A853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247C1286-7F51-C549-35B7-056136C8D80C}"/>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a:t>
            </a:r>
          </a:p>
        </p:txBody>
      </p:sp>
      <p:sp>
        <p:nvSpPr>
          <p:cNvPr id="54" name="TextBox 53">
            <a:extLst>
              <a:ext uri="{FF2B5EF4-FFF2-40B4-BE49-F238E27FC236}">
                <a16:creationId xmlns:a16="http://schemas.microsoft.com/office/drawing/2014/main" id="{6F2FE2A6-C8D0-7F5C-E2BD-C797CAF2184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3" name="TextBox 52">
            <a:extLst>
              <a:ext uri="{FF2B5EF4-FFF2-40B4-BE49-F238E27FC236}">
                <a16:creationId xmlns:a16="http://schemas.microsoft.com/office/drawing/2014/main" id="{05A85EE6-9C94-4B72-6534-F436B05B6F9D}"/>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F846913-29F5-ECA3-A66E-71D381012A6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BE85AC0-D524-A967-91BC-7235B218B7B7}"/>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FCF925C-291A-1DF5-F964-D8905D71A354}"/>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3F752BE-FC2F-74C0-BE54-EDDA3A19ABC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5DDD430B-6200-514F-11BF-8AD57F434AE0}"/>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09CEB204-504C-A5AC-0449-69C0BA6B589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83605086-0CC9-4CB4-DD07-4C6B2E03211F}"/>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C46D145-63DA-0568-047A-8E5A67923019}"/>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E60C4A0F-2A42-01C2-DC24-948FF479AA7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E7A17CAC-40BC-1BE9-84F3-594032975D01}"/>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34F51964-C2D6-8757-DD9A-C16FF7D4D48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72C7EC5-C289-EFE9-AFE4-434F103A869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4A6A434-EAB9-017B-2C4A-C5777071E751}"/>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D0036775-4B81-ECE9-DE17-4D2D89738118}"/>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9AC72B47-1B22-8325-0EC3-35E5CC579865}"/>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EA01EFD0-DB00-1F37-391A-C2D89DB9411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00216AAC-218B-8B8A-2890-706A30336DE7}"/>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8266A4EE-F74B-1FFC-CBE1-D8CB373A07BB}"/>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FF65575-231B-FB35-9395-1901807EAFC5}"/>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E7A1D63-425E-7CDD-98E4-BB869079A7CC}"/>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F3D558F4-89AD-12F7-1CD1-B8D8EA65CB8C}"/>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B3880A2F-6788-D546-EB9B-2CE3CF1D083E}"/>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312F58E8-51B5-9714-6535-D0D1D6D98C5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E3E1145-4962-0102-7395-44CF41DA2FD3}"/>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9E46E86A-1AAF-F2A6-619D-1CF201634FCF}"/>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128B5140-EDE9-E612-18FB-9C5E7C9B795C}"/>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930A785F-E81E-ECC7-D016-26FA5D6561F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8CAD9177-6D9C-B03F-3072-3EBB822C220C}"/>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689D9407-7980-5578-FF07-07B978BB4EB0}"/>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8674743B-8B18-8F64-2FFD-DB6396D6D8F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4A79F71D-CF00-CED0-3C3A-97CE2E4C4233}"/>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BF98B5EF-440A-F66D-8839-736A0FC22F1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06C46178-047D-DB3A-B3AA-58AD3C5228B3}"/>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8B19E5BE-CDDC-55BC-C2DA-BA0B368989B0}"/>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9852B4BF-B354-693D-D6FE-C5AFEB48B52A}"/>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A0D46CE1-98B8-1904-6AD2-4567AA16865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84BBB594-7D93-D707-9A56-004AC99B62E0}"/>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D6A43B9-4E4B-E126-F878-861DFE53CB9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98E9372-509A-EE70-79FA-2C83DCA4B541}"/>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3282B97C-FE5E-7013-7904-7AACAD7E51D1}"/>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8FFE2B3C-E967-DF1D-F396-EEBF25922DBD}"/>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AEFE37C-449E-5F31-C62C-4E4AAEEABADB}"/>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6BC57CF3-FB99-2038-9DBC-1519F4B94E34}"/>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91C60A2E-39D9-6E87-B32E-87C2BD0F5BE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45A7614-30EF-9E42-43F5-FDD47830BEF2}"/>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956C0D1A-B291-B043-278B-FCA8CBEC3882}"/>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D63146F7-AB00-ED49-EDDB-7DB8EE30387D}"/>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C6DEDBDD-8508-0041-2345-CC77EC8550E3}"/>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A0F94B54-B784-08B5-06C3-C21844AC75EC}"/>
              </a:ext>
            </a:extLst>
          </p:cNvPr>
          <p:cNvSpPr txBox="1"/>
          <p:nvPr/>
        </p:nvSpPr>
        <p:spPr>
          <a:xfrm>
            <a:off x="3138310" y="901933"/>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C700BB31-F50D-4407-33FD-58F1CF172AC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F5EE7FCF-6807-637E-77C8-2D4B3A5E9BF0}"/>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6" name="TextBox 75">
            <a:extLst>
              <a:ext uri="{FF2B5EF4-FFF2-40B4-BE49-F238E27FC236}">
                <a16:creationId xmlns:a16="http://schemas.microsoft.com/office/drawing/2014/main" id="{61DFDE98-1666-F307-81FE-6374B615C6D6}"/>
              </a:ext>
            </a:extLst>
          </p:cNvPr>
          <p:cNvSpPr txBox="1"/>
          <p:nvPr/>
        </p:nvSpPr>
        <p:spPr>
          <a:xfrm>
            <a:off x="6152446" y="901933"/>
            <a:ext cx="570089" cy="230832"/>
          </a:xfrm>
          <a:prstGeom prst="rect">
            <a:avLst/>
          </a:prstGeom>
          <a:noFill/>
        </p:spPr>
        <p:txBody>
          <a:bodyPr wrap="square" rtlCol="0">
            <a:spAutoFit/>
          </a:bodyPr>
          <a:lstStyle/>
          <a:p>
            <a:pPr algn="ctr"/>
            <a:r>
              <a:rPr lang="en-US" sz="900" dirty="0"/>
              <a:t>124</a:t>
            </a:r>
          </a:p>
        </p:txBody>
      </p:sp>
      <p:sp>
        <p:nvSpPr>
          <p:cNvPr id="77" name="TextBox 76">
            <a:extLst>
              <a:ext uri="{FF2B5EF4-FFF2-40B4-BE49-F238E27FC236}">
                <a16:creationId xmlns:a16="http://schemas.microsoft.com/office/drawing/2014/main" id="{67F1FF73-E7BB-F7EF-3625-8A0915538873}"/>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9034CC80-198A-19E4-F3A0-D0EF537454CA}"/>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DABE7BE1-5F14-0B54-E69A-2DFF4D00CAE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52FF739A-5BE2-8F01-B9B4-AF6714FB954F}"/>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81BCF27D-4323-262E-D79C-28F05B899FA1}"/>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468A48CD-A539-65CB-2226-F331E3EBDACC}"/>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FCCDE69A-CFDF-0B23-04E6-E006ABEA1C8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9DBA1890-A600-0D0A-DC77-6FB20DB8D492}"/>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EC80C085-56D9-24DD-FFDD-F25C19D45F85}"/>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3F307C3A-BE24-8318-F1F4-38889B697B3E}"/>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2FDC207E-693F-6DC8-406D-44D30CB68FC0}"/>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7F95C5E5-3633-C896-C213-7CFC5CAB15EB}"/>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55E9B4D6-64F9-4745-688C-4694007EC03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D213D709-0B88-5370-E34F-8433EB2B224F}"/>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A3A35123-0750-7FDA-D5DB-05A9B4795275}"/>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04E57A4E-9B2B-5567-3AAE-3583722509B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962C8327-1FD0-C71A-4E8F-367D0ABC591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0B68695-600C-7640-4125-712E4A48B3CF}"/>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701AE649-470C-5DF5-5BE5-01CB1AD771E2}"/>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3399211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C247-18E1-688F-0ACD-32FEF5FA54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5B2936-DC7B-EF2E-7DC3-009D6BAA2E0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3099479-959C-E411-BD3E-5955D6F2686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900181-3F6A-8A86-F124-8C331E53AE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3588323-50FE-0805-8B14-54C949B280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3202FC5-93CA-B1A3-D9F6-23B29303033C}"/>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46BCC7E2-0382-0F9F-2144-0656C868D9DF}"/>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04C00F01-1A5E-EDB7-CB52-E685D810F23B}"/>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AD176BB3-C1FD-DB72-1DFD-49001FDBD121}"/>
              </a:ext>
            </a:extLst>
          </p:cNvPr>
          <p:cNvSpPr txBox="1"/>
          <p:nvPr/>
        </p:nvSpPr>
        <p:spPr>
          <a:xfrm>
            <a:off x="7157158" y="1903821"/>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DF321A7E-F54F-FCD1-9C3F-D8FE29D996E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39" name="TextBox 38">
            <a:extLst>
              <a:ext uri="{FF2B5EF4-FFF2-40B4-BE49-F238E27FC236}">
                <a16:creationId xmlns:a16="http://schemas.microsoft.com/office/drawing/2014/main" id="{B3B43401-49A9-8651-FBFF-C0B9C2D45649}"/>
              </a:ext>
            </a:extLst>
          </p:cNvPr>
          <p:cNvSpPr txBox="1"/>
          <p:nvPr/>
        </p:nvSpPr>
        <p:spPr>
          <a:xfrm>
            <a:off x="6654802" y="3907597"/>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7178261F-A55F-4F41-5660-AA3D8F6019A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633C7E2-0CEC-FBE6-8F4F-CD68DEAD1D6E}"/>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F6573B52-7CEC-B2BD-1394-4087E87B46B4}"/>
              </a:ext>
            </a:extLst>
          </p:cNvPr>
          <p:cNvSpPr txBox="1"/>
          <p:nvPr/>
        </p:nvSpPr>
        <p:spPr>
          <a:xfrm>
            <a:off x="7157158" y="3907597"/>
            <a:ext cx="570089" cy="230832"/>
          </a:xfrm>
          <a:prstGeom prst="rect">
            <a:avLst/>
          </a:prstGeom>
          <a:noFill/>
        </p:spPr>
        <p:txBody>
          <a:bodyPr wrap="square" rtlCol="0">
            <a:spAutoFit/>
          </a:bodyPr>
          <a:lstStyle/>
          <a:p>
            <a:pPr algn="ctr"/>
            <a:r>
              <a:rPr lang="en-US" sz="900" dirty="0"/>
              <a:t>32</a:t>
            </a:r>
          </a:p>
        </p:txBody>
      </p:sp>
      <p:sp>
        <p:nvSpPr>
          <p:cNvPr id="54" name="TextBox 53">
            <a:extLst>
              <a:ext uri="{FF2B5EF4-FFF2-40B4-BE49-F238E27FC236}">
                <a16:creationId xmlns:a16="http://schemas.microsoft.com/office/drawing/2014/main" id="{916E778B-DE31-4D61-23F4-6F85B3C9280F}"/>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1235</a:t>
            </a:r>
          </a:p>
        </p:txBody>
      </p:sp>
      <p:sp>
        <p:nvSpPr>
          <p:cNvPr id="53" name="TextBox 52">
            <a:extLst>
              <a:ext uri="{FF2B5EF4-FFF2-40B4-BE49-F238E27FC236}">
                <a16:creationId xmlns:a16="http://schemas.microsoft.com/office/drawing/2014/main" id="{296375AE-DCAA-24F0-E69D-D66CF15EE0A9}"/>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95CA709-E31E-10B2-8CC9-DAD3389A7A62}"/>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BACE6AC-A0DD-7181-9071-68BD1D4E2D4F}"/>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8EEBD22-5978-F22C-DF0B-2C96AB9B9C80}"/>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D8C95B7-B122-1825-C2D4-60650C28CE4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A8DCE6C6-8E63-BCD0-CAE8-D55B49671D9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27D3B1BB-96BC-BEDE-76C7-70197514E1DD}"/>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AF23C4F-C059-9C88-6D8D-55FCFB13FD57}"/>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914AEE13-A91D-A6E5-822A-36CDA4A27A54}"/>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844D1497-C5AD-5392-FC1C-BCCAB55474CD}"/>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8602AEC5-7EBE-BB13-1425-695F18E49B9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A0F55E0-7BA6-8D3A-CF5D-C3CA6EA5BDA1}"/>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2400634-E18C-C686-1420-8A64B0FF428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B8B702AB-CA7D-90DD-6ABE-61FC4F4C5E5A}"/>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EFEF333F-B5B9-1D91-378D-C563BA595043}"/>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59E5016-077F-9008-EAEF-992A9249DCD1}"/>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8A0E6C3-DB90-3BC5-18D9-2A473A8748DA}"/>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B7BC55E5-F2F8-EADA-8126-ABD01E154A9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4F9E8B00-9BC3-E5C6-5395-94CBE3E48FD9}"/>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76D8B61D-815F-7A50-3789-B3E137437C94}"/>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E4D879C-95A6-DFC6-1FC8-0FB4221928B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46D2A8B7-918E-7F3C-6775-171DF11A577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86B7534C-3B3E-8A29-8998-0AF1101BABA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AB44760C-EBCA-6BA8-047B-1D6C201F940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A4E3E9E8-EB9F-88D9-BEB8-8DFFB77EEB92}"/>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23621598-0196-2D71-46A6-E19589D35ED7}"/>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9F43CDD6-5B76-6B19-D4F7-4FB508C2FB6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5B34BE7E-C374-09A5-4E93-257A9A73BD5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0B094E1-409F-6AEA-0D0B-D9029D9163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189397C8-AEA1-45F7-696D-69F4FC0BA45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345E4E4-1945-A692-3740-26F58486675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3DC56C62-DC0B-3C7C-0803-05C25C0AAFA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AF835A7D-B8CF-ADEF-7CFF-4440D98B374D}"/>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DCCA1CFB-3802-635C-174F-AA47AFFC158E}"/>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4110DDC7-F2BE-F1AC-D296-86DE19CFAEB5}"/>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3B07F57F-0583-3F9F-AB32-57EE7576BF78}"/>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C13F436-50F0-536A-A13B-068A826ED4D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08CD41C0-F8D3-405F-0334-423BB9C25813}"/>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549E978-B1A9-011B-E248-07623CCEABC2}"/>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366FF626-D72B-8FA1-8E59-A3A254D6EAFA}"/>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A89DA2ED-31DA-294F-7B31-8AB78D1AD3B5}"/>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E2221D05-D543-0CBB-C55C-42B2B6D65797}"/>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4EFD149-AE21-8018-D5C9-80890B68D02E}"/>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5C30DCAB-9035-2B33-1920-E705E4A05593}"/>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F089742B-8AC0-FA62-90C9-B4839BF97CEA}"/>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BB061363-529D-5AE2-0B6C-671B9CA165C7}"/>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66D206F0-5BB3-8057-CCFB-91A424EE72B0}"/>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7DB1D0A0-39ED-CCB0-F296-F08BCA9E8285}"/>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44D3176-4CB0-82EF-49A6-421CE60F6E11}"/>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BB9AEBD3-F294-E47B-584A-1A2871B2FCF1}"/>
              </a:ext>
            </a:extLst>
          </p:cNvPr>
          <p:cNvSpPr txBox="1"/>
          <p:nvPr/>
        </p:nvSpPr>
        <p:spPr>
          <a:xfrm>
            <a:off x="3138310" y="901933"/>
            <a:ext cx="570089" cy="230832"/>
          </a:xfrm>
          <a:prstGeom prst="rect">
            <a:avLst/>
          </a:prstGeom>
          <a:noFill/>
        </p:spPr>
        <p:txBody>
          <a:bodyPr wrap="square" rtlCol="0">
            <a:spAutoFit/>
          </a:bodyPr>
          <a:lstStyle/>
          <a:p>
            <a:pPr algn="ctr"/>
            <a:r>
              <a:rPr lang="en-US" sz="900" dirty="0"/>
              <a:t>21</a:t>
            </a:r>
          </a:p>
        </p:txBody>
      </p:sp>
      <p:sp>
        <p:nvSpPr>
          <p:cNvPr id="57" name="TextBox 56">
            <a:extLst>
              <a:ext uri="{FF2B5EF4-FFF2-40B4-BE49-F238E27FC236}">
                <a16:creationId xmlns:a16="http://schemas.microsoft.com/office/drawing/2014/main" id="{16731F25-5852-22F2-4304-5BDA7FF3B40A}"/>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07ED2DAB-0216-53C4-3BD6-078B8CDB58F0}"/>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7" name="TextBox 76">
            <a:extLst>
              <a:ext uri="{FF2B5EF4-FFF2-40B4-BE49-F238E27FC236}">
                <a16:creationId xmlns:a16="http://schemas.microsoft.com/office/drawing/2014/main" id="{738FA120-2016-56E1-2FB7-9F6277DEA38C}"/>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F85D88AD-DDA1-7215-4D81-AF9A1D35EB52}"/>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516F22A9-95C8-96B8-FD2F-DB5287CC60E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3F352F47-048D-8442-3EA8-D3D443F7AEDC}"/>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E184A036-CA92-D00B-023B-111DADFECC0D}"/>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9E295BEB-3E5D-79FF-4465-E7F12A30B47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71F919E2-4B5C-234A-C753-9EFED76861A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169E4A32-E86B-9CFC-9FFA-4077C9CD17AD}"/>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88D41CEB-77F9-0846-FA4B-15E7D2E649E8}"/>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97D03DF7-7C58-F648-79C7-7A6B240F98BD}"/>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BB458BCC-D046-419C-FD13-0C02038E7F57}"/>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32EC79DD-F3D9-8988-72F0-4400C6663DB9}"/>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CE80A14F-0C45-4201-7C83-80F415B454A1}"/>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0E830A2D-8EAB-7924-AA9F-C5E761065B9B}"/>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500090B4-A174-6B16-CFB6-963A64F4D0B8}"/>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9D404E7-1231-444E-5FF3-9EAB409EA45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7213AEC7-DE71-D499-C598-5895285E304A}"/>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FDD13845-BA23-F8EB-8F1E-F8BCBF0A66CF}"/>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998B040-B8DE-F29B-35D6-F2EF53DA7C24}"/>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A2A92785-5422-B01C-F18A-DAE6A05D32E4}"/>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576258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AF112-1BBD-A8F5-524B-CA466DF932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C4A7B4-F8FD-B78D-EC1B-A87E67C8A55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00AC5BE-D5FC-09CE-7B0D-2E76FBDC35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19242E-60CE-22B3-DCA6-A7AE0673E57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95E092-BF2D-FE9E-A54A-43BFE5FFFF3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001F04B-A696-1F83-0BC0-0BC955727A78}"/>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A0011638-B086-62A7-24D9-F5FBC7FE1A1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B0266353-6583-E95C-C7CD-DD4C49226B6F}"/>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4181D108-D515-89FF-D5DF-44C9C584430F}"/>
              </a:ext>
            </a:extLst>
          </p:cNvPr>
          <p:cNvSpPr txBox="1"/>
          <p:nvPr/>
        </p:nvSpPr>
        <p:spPr>
          <a:xfrm>
            <a:off x="7157158" y="1903821"/>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6DF16327-72D0-FB32-19C4-7AD78B43FFA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1813EDFA-D20C-8744-4F29-E2A493B81A5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A52E823-7A88-4CF3-EBE1-EEA36AEF4552}"/>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4238F6CE-EA72-8DFE-1D66-ED8AEC9ABA0E}"/>
              </a:ext>
            </a:extLst>
          </p:cNvPr>
          <p:cNvSpPr txBox="1"/>
          <p:nvPr/>
        </p:nvSpPr>
        <p:spPr>
          <a:xfrm>
            <a:off x="7157158" y="3907597"/>
            <a:ext cx="570089" cy="230832"/>
          </a:xfrm>
          <a:prstGeom prst="rect">
            <a:avLst/>
          </a:prstGeom>
          <a:noFill/>
        </p:spPr>
        <p:txBody>
          <a:bodyPr wrap="square" rtlCol="0">
            <a:spAutoFit/>
          </a:bodyPr>
          <a:lstStyle/>
          <a:p>
            <a:pPr algn="ctr"/>
            <a:r>
              <a:rPr lang="en-US" sz="900" dirty="0"/>
              <a:t>32</a:t>
            </a:r>
          </a:p>
        </p:txBody>
      </p:sp>
      <p:sp>
        <p:nvSpPr>
          <p:cNvPr id="54" name="TextBox 53">
            <a:extLst>
              <a:ext uri="{FF2B5EF4-FFF2-40B4-BE49-F238E27FC236}">
                <a16:creationId xmlns:a16="http://schemas.microsoft.com/office/drawing/2014/main" id="{16DEB756-D081-95C8-6EFD-9BD4ABC88E4D}"/>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EC76E78C-11F8-2BFA-003C-C9BBA40A395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28F5526-D676-5500-E5CA-9D9C299CF58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3128F99-20E0-347F-A34B-6F2FFD5FA502}"/>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6B533CC-9113-9D5D-9D97-85D1F0350AAC}"/>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DBA01394-C39D-9FE6-A14E-7875F085314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3595AAEA-2D4F-C9EB-FEA1-161A1CB719B4}"/>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C05C63CB-9BF6-70E7-9CC4-07EF11D8F389}"/>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B2CA74BA-2865-E475-598E-7D9C44A3206B}"/>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9C935C03-3803-509A-1795-3CC8F8A87053}"/>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9A674879-8CB0-6896-F0A0-E7C409E40290}"/>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09AAFE1A-BE6A-50C6-51B9-5CB1CB88D631}"/>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134E95F-87E0-2A47-1F57-B6448C34535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3597B2EF-DB68-E6E8-33EF-DF9B8968275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5806F29E-0811-C79B-152E-D0F5C9940F4C}"/>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7F13B25B-7C3D-4427-6B67-B92138E7691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FEC09C41-1178-A592-8349-5DD3ED2554AE}"/>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68075F7A-B8AF-DDA0-088B-9868D254487B}"/>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C0B086D9-94FF-60D8-F33C-165DE9E1D6D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7965B5A-8FF1-C927-D5AA-99A43DBB59B8}"/>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DA62B0B6-48F8-FE9A-EC4E-F4A72E9DB9F6}"/>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18CE3508-59D8-3540-4CF1-02231A409DA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E7628476-C84B-22E1-66AD-A3E327D0AAEC}"/>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06CF4479-7DC3-F9F7-CFE5-11E476F2E1E8}"/>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DEB37FA9-485F-2E99-A965-4381A63BB04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54E6D11-AB37-F473-1232-9FA9EB7EBE6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EFABB003-3C0B-29F7-1DC2-1E8C4596DCC4}"/>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8AC188F5-F1F4-FDE2-7C43-EC25DAF461A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F3494D01-6F8D-D2C3-55A6-9583832D2F3B}"/>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05A88679-9B7E-B7EB-7355-5CA5591095DE}"/>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88FF87F2-D395-1A7B-535C-C81BC5B3C3E0}"/>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6D652481-D097-4F59-D64D-2B0D0A6C51D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8E0D29F-E6C7-650A-6F51-437268F16CB2}"/>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18C41B83-6929-BC00-26A8-0814B82D727C}"/>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BB38562C-1F1F-7B3E-B291-D4668E068758}"/>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A651EEC8-9600-8678-E36B-1FAC988BA036}"/>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BA0FA23-1723-416C-C917-DBEF094FE7B9}"/>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DE78361B-51BA-B66A-C6DA-D8B25FFD12A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36852595-1CE2-E587-03E5-1518632B41C4}"/>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7192D3B-E0E6-D461-AA4D-1760E2C58BF6}"/>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20D4F6AF-E0FF-9D9F-E7FE-69072A9E140E}"/>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994E060D-D881-965B-D296-A2C8E97E5A0B}"/>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1FDE4DAA-4061-F881-A4C9-9F07BFB1849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18570C2-5280-4A72-B553-89511DB06A1F}"/>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C5910CCF-9FE3-46EE-5E75-AE81587D9D75}"/>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7C3C5664-9EED-E395-01C2-31CD8401603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56B3A14-E1C7-741A-D50F-3416EB6F39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A978890-9B9B-D72E-15E8-40695873B532}"/>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A175C4A-5A37-F770-A545-97167FE943D7}"/>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E2409769-EBE6-9C06-6402-02E7BEC2286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F99C1168-1DF2-5655-4212-36F3E01DA55D}"/>
              </a:ext>
            </a:extLst>
          </p:cNvPr>
          <p:cNvSpPr txBox="1"/>
          <p:nvPr/>
        </p:nvSpPr>
        <p:spPr>
          <a:xfrm>
            <a:off x="3138310" y="1402877"/>
            <a:ext cx="570089" cy="230832"/>
          </a:xfrm>
          <a:prstGeom prst="rect">
            <a:avLst/>
          </a:prstGeom>
          <a:noFill/>
        </p:spPr>
        <p:txBody>
          <a:bodyPr wrap="square" rtlCol="0">
            <a:spAutoFit/>
          </a:bodyPr>
          <a:lstStyle/>
          <a:p>
            <a:pPr algn="ctr"/>
            <a:r>
              <a:rPr lang="en-US" sz="900" dirty="0"/>
              <a:t>125</a:t>
            </a:r>
          </a:p>
        </p:txBody>
      </p:sp>
      <p:sp>
        <p:nvSpPr>
          <p:cNvPr id="60" name="TextBox 59">
            <a:extLst>
              <a:ext uri="{FF2B5EF4-FFF2-40B4-BE49-F238E27FC236}">
                <a16:creationId xmlns:a16="http://schemas.microsoft.com/office/drawing/2014/main" id="{B91B6797-3F19-4AD5-62C7-286C9A0F439F}"/>
              </a:ext>
            </a:extLst>
          </p:cNvPr>
          <p:cNvSpPr txBox="1"/>
          <p:nvPr/>
        </p:nvSpPr>
        <p:spPr>
          <a:xfrm>
            <a:off x="3138310" y="1903821"/>
            <a:ext cx="570089" cy="230832"/>
          </a:xfrm>
          <a:prstGeom prst="rect">
            <a:avLst/>
          </a:prstGeom>
          <a:noFill/>
        </p:spPr>
        <p:txBody>
          <a:bodyPr wrap="square" rtlCol="0">
            <a:spAutoFit/>
          </a:bodyPr>
          <a:lstStyle/>
          <a:p>
            <a:pPr algn="ctr"/>
            <a:r>
              <a:rPr lang="en-US" sz="900" dirty="0"/>
              <a:t>125</a:t>
            </a:r>
          </a:p>
        </p:txBody>
      </p:sp>
      <p:sp>
        <p:nvSpPr>
          <p:cNvPr id="77" name="TextBox 76">
            <a:extLst>
              <a:ext uri="{FF2B5EF4-FFF2-40B4-BE49-F238E27FC236}">
                <a16:creationId xmlns:a16="http://schemas.microsoft.com/office/drawing/2014/main" id="{1EE25F8E-E607-9803-D104-60B7255D6732}"/>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A2C30A7D-A2CD-E93E-3ACB-B20D450D6FB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27B3DCB2-A3CA-2774-6DB0-B54D1CB5A57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69D6FE27-4A53-FA45-0DCC-CB368BDCBA00}"/>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CF4ABE90-29BB-76E4-F13F-2AFDE7C2DD60}"/>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BA50EA63-97AD-FDCD-41C0-F81FD478AE7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FA04C185-170F-CD99-3C32-32F2C3B4DB9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76E5B429-C6FE-5E43-3607-A0ABCBA09E0C}"/>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F5C2C75C-C616-17CA-F12E-71F458DFE669}"/>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1F23F683-8472-7DA4-5AC0-B3819EA0952A}"/>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7CD6C7CD-2E09-8A04-3F71-64B41C9F521E}"/>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FC7912DA-AC9C-353C-502A-E34438F12E5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8E1AE42D-AB28-B2A6-4793-B19D30D72826}"/>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2128F986-4AFF-E546-C7AD-C9900BDEF5BA}"/>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386569D2-F117-F5FB-9F78-B2A391F906AA}"/>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DEB3352C-DA29-0F58-D2ED-476E974DD06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02F82755-39B5-7588-EB34-5F54B9C7E415}"/>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DA2BEE4-C9D7-6DD8-E249-66A49FB1271D}"/>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FE4CD611-69AC-44CD-F347-66DF0F467CB4}"/>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D0C25521-33A0-0F6D-B9A1-0F5C7CE9283B}"/>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BA280015-407D-3D28-E879-B80C5AFCEEB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B9A6C07-B110-C940-5C51-9CA6884B31DE}"/>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671733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1FFFB-4F97-04C2-8430-F28B83187B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ED0CDF-9331-B873-0F2A-5EB3C57B84E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8DD1EF2-BAC9-43E8-80A0-1D23EAD466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7DF4680-5752-0C4F-22BE-7D39C2496B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7660942-EA0B-D076-278C-1060883D6BE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C4418D-04B5-0991-53E6-5CF955F3997B}"/>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AB0EE850-BCC1-197F-1586-105D27CEDA6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60ABBD87-44AC-CDF9-66D0-C415480B47D5}"/>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BC56DF55-D01C-F739-4B0B-5185D124BFF2}"/>
              </a:ext>
            </a:extLst>
          </p:cNvPr>
          <p:cNvSpPr txBox="1"/>
          <p:nvPr/>
        </p:nvSpPr>
        <p:spPr>
          <a:xfrm>
            <a:off x="7157158" y="1903821"/>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AE0276F4-0A0F-DCFD-D921-D87A89225D08}"/>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8BD839E2-D51C-0529-1F6B-FBE7BC4696EC}"/>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BEEB5D5-72F1-4A9E-FB54-AE065E4F9133}"/>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6" name="TextBox 35">
            <a:extLst>
              <a:ext uri="{FF2B5EF4-FFF2-40B4-BE49-F238E27FC236}">
                <a16:creationId xmlns:a16="http://schemas.microsoft.com/office/drawing/2014/main" id="{9B1D13C9-648D-BAB4-6C5B-F348CE7EB743}"/>
              </a:ext>
            </a:extLst>
          </p:cNvPr>
          <p:cNvSpPr txBox="1"/>
          <p:nvPr/>
        </p:nvSpPr>
        <p:spPr>
          <a:xfrm>
            <a:off x="7157158" y="3907597"/>
            <a:ext cx="570089" cy="230832"/>
          </a:xfrm>
          <a:prstGeom prst="rect">
            <a:avLst/>
          </a:prstGeom>
          <a:noFill/>
        </p:spPr>
        <p:txBody>
          <a:bodyPr wrap="square" rtlCol="0">
            <a:spAutoFit/>
          </a:bodyPr>
          <a:lstStyle/>
          <a:p>
            <a:pPr algn="ctr"/>
            <a:r>
              <a:rPr lang="en-US" sz="900" dirty="0"/>
              <a:t>32</a:t>
            </a:r>
          </a:p>
        </p:txBody>
      </p:sp>
      <p:sp>
        <p:nvSpPr>
          <p:cNvPr id="54" name="TextBox 53">
            <a:extLst>
              <a:ext uri="{FF2B5EF4-FFF2-40B4-BE49-F238E27FC236}">
                <a16:creationId xmlns:a16="http://schemas.microsoft.com/office/drawing/2014/main" id="{AB347411-376E-7715-64CC-BB96102F132A}"/>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83555829-09FB-8EAA-84C8-8873F4103FE3}"/>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B9552A9-3FD9-73C3-41A1-8097D108ED1B}"/>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9E2C4A7-DC81-2D97-1D5D-D139E20F501D}"/>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5C4E97E-BB64-EEB6-B7F3-A9C36931E8A6}"/>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2FA6AF3-BEE4-1365-DA2E-6EE63FD5CF9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9C902BC4-5801-557B-4512-0359B14A6322}"/>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AC3E776E-34B1-F824-13C4-3799D402A37C}"/>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F178C37A-41FC-9FBF-6296-BC290D93FD7E}"/>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C07C057-9F5D-1127-2D78-5297283463FB}"/>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56495DEA-6059-F6F0-8746-00A3D4CD0AA7}"/>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FD9F9A76-4266-0C35-DEF0-02CB17892C40}"/>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E4BE6818-3587-F22B-3143-4BCE27EAC5B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9A258D6-30E2-972F-3C64-5E2821EFA3E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2E5E8C15-13E3-3442-F84F-FE826B0E847F}"/>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142FE5DD-82A0-1DD6-DD89-5A4EFF30DAF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A32DF15F-4A71-A0DA-5B4A-98FE8A0C988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F04DAB6A-CDE2-4330-4E10-A3E586A69DC0}"/>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AEEAFC4-3E8C-B9F4-444B-C587BBE899B9}"/>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DF44D665-E820-F479-8C5D-FB52E367C33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3A188758-5A0A-571B-93E2-9F54EC00F647}"/>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959EA63C-A95A-4C5E-11AE-C47AF79D2964}"/>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958B9C76-D63E-2EF3-27A1-3BDC5BD700F2}"/>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A4030216-9AC0-A116-1504-9A498FB1AAEA}"/>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BC6FAF8B-00B7-2184-AF21-F70211682003}"/>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4946E7F-9068-2D8F-CE6B-6326C38C05C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2ADB65B5-A3B9-E1F3-BC83-E4D8F58D072A}"/>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2DB05D3F-73A3-822C-FBE8-9E97B6C9B2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33B306BC-FAE9-431A-8673-2B6DFB33BD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B5FD637B-8D94-2685-3504-93747E319819}"/>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5E8645AE-6652-7183-5784-56908267B254}"/>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756355C3-4A12-26DA-98A9-D093819D6A0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DEBE794-4A33-8825-7361-7F67A533624D}"/>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7AA08D86-6A47-E3A5-6785-29670B112C91}"/>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F664BFBD-0A83-C463-4177-A14629ACED09}"/>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97718028-DFD2-40E1-8C63-03FEF67A9B4C}"/>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64A1312D-E541-D158-0F18-D2FF44594DDB}"/>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EDE1CD67-31C9-C3F2-972A-C2D9C7381A4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E523CF0C-6CAC-9A78-4A4C-42CE2C3CCA4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B2E42C2-76CB-E920-63E2-999F15FAD0D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F64E63A-87FD-B983-C238-B7ACA85D9825}"/>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C724166D-BBB6-D3FA-5186-0F016B00CF08}"/>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96209C04-EFCA-51B0-8CCB-A08D97334DD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3DCF7BA-7EAF-2418-1204-3697B81B9125}"/>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89A3F6EB-B6B2-AFFC-3627-155F04F582D2}"/>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E142ED60-B41E-996C-DDC3-A6B6A28D923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E7379BB2-63FD-FCFF-3B7B-46DBB9F174D2}"/>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5B989303-0575-30DE-5F24-1D6004E5D190}"/>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57C7966-F5C4-9180-A262-F9BC4B171781}"/>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1B2E7EF-07E9-7FC7-CE1C-107E0D027EA8}"/>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9CBDB293-B2B7-96A8-E52E-596055D79169}"/>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3E681482-B1A9-2A8E-7700-F6614D81BB7C}"/>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16341198-DA5D-7643-25AE-884D760BA21D}"/>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53AD16EF-9D48-56D0-BF44-BE15D6544DBE}"/>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F8E85363-4CD2-3B15-F88F-D114CC1E0E7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6277A35A-16B2-A646-6157-291A39974817}"/>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DA4B07C6-7E54-0C02-8043-F59562BDB43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05E88E3F-8B1B-8451-827A-A5FE2C73BB3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A0032599-99EE-2528-716C-FDB352DA36F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11B7E0ED-E63C-B885-A86B-D2DE9404E789}"/>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90EADA66-81BD-74FE-537E-37F87C566347}"/>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9F572A09-1DFB-430D-14BE-99EEDF34E534}"/>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FF85D125-F575-4027-439E-A9FB47EAD31B}"/>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32230592-6196-56B8-F447-7310A3EB32CA}"/>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943166A9-CC73-9E66-38CC-A8231810D59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E3F60AE8-08BD-883A-6AFA-39173A7EFD6A}"/>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5B63860F-868A-2823-8C85-D53971A4BFDD}"/>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4DDF4D04-B9B5-6313-3DC4-5404A857FE22}"/>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4A9BDDA6-CB79-BDF2-1FAB-BD9F137C884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6D560A84-BE68-66FA-6AEB-2006745960AA}"/>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09153D50-ED31-69DC-2222-B6623B4B359A}"/>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F32855E8-39D0-B9B1-BD5A-AA86C234E060}"/>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41A6C825-CA72-4412-2B23-89637F7B5A6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62B8CFF-3D01-6A64-9807-39C3F6A5F516}"/>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9656349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BEF53194-2872-885C-C0F2-DA6C53DF5F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DED842-EBA7-F26B-0EA5-D7672C901910}"/>
              </a:ext>
            </a:extLst>
          </p:cNvPr>
          <p:cNvSpPr>
            <a:spLocks noGrp="1"/>
          </p:cNvSpPr>
          <p:nvPr>
            <p:ph sz="half" idx="1"/>
          </p:nvPr>
        </p:nvSpPr>
        <p:spPr/>
        <p:txBody>
          <a:bodyPr>
            <a:normAutofit/>
          </a:bodyPr>
          <a:lstStyle/>
          <a:p>
            <a:r>
              <a:rPr lang="en-US" dirty="0"/>
              <a:t>Show that this cell can’t be 2.</a:t>
            </a:r>
          </a:p>
        </p:txBody>
      </p:sp>
      <p:pic>
        <p:nvPicPr>
          <p:cNvPr id="4" name="Picture 3" descr="A grid of sudoku puzzle&#10;&#10;Description automatically generated">
            <a:extLst>
              <a:ext uri="{FF2B5EF4-FFF2-40B4-BE49-F238E27FC236}">
                <a16:creationId xmlns:a16="http://schemas.microsoft.com/office/drawing/2014/main" id="{0C9CC03D-A4E5-90BE-3BE4-FCF817A7415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0B6511E-08B6-F617-81BE-B03912E7B83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E02AC25-4A12-EB85-64F0-F586DEEC856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C41333-BB94-548A-D75D-7111015D9B7F}"/>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65037FEF-5827-7190-E976-2BE368C1F5A3}"/>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702AA987-9095-4311-F8C5-40DFD52ABF82}"/>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541D3FDC-D494-1976-B474-EAC7C8862080}"/>
              </a:ext>
            </a:extLst>
          </p:cNvPr>
          <p:cNvSpPr txBox="1"/>
          <p:nvPr/>
        </p:nvSpPr>
        <p:spPr>
          <a:xfrm>
            <a:off x="7157158" y="1903821"/>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6D2630FF-7178-6C68-2023-9F5A2F96FC92}"/>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0858A4B6-3CB8-232A-D437-D9837A1ED82B}"/>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AC20736C-21DD-0000-31CC-79F24AFA9DEC}"/>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A05FE0E2-10C7-BDEC-E8AD-862319108782}"/>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61EC9DE3-5515-0257-C928-4C2454222EA3}"/>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8E49FFE-AD52-04CB-72AF-740AF3C8E38A}"/>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68324B6-D772-7DA2-5EAE-64F7D2420CC8}"/>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696EC63-8E0D-A18C-CF5D-11214BF9C71A}"/>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D82C83A-E2A4-AEFF-751C-6FC885188C32}"/>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1440FC34-681F-53B6-08F2-7661426118AC}"/>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1DE950D4-0843-2D95-A462-67C8C0752FC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7373D71E-70E6-3A73-D93F-7CA55C6821A8}"/>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9644EA1-665C-55C4-C1F5-1BEE1284B4CF}"/>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03EE1406-4E63-E95B-6B9E-613724153621}"/>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A70A367A-39CD-A161-010A-EDD339D6832F}"/>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5330B7CC-86C8-0A88-C074-CDB85E60D32A}"/>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10FA154-ADF8-B146-1025-E833EE38217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B531A4D6-3F5B-D79B-1FB6-C1C04193D354}"/>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1EA177EE-2A55-C761-DFA7-E3E15EA29B60}"/>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4EE1531D-F460-DA6B-9015-9061E15C4E98}"/>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5E4CCED9-09C5-B796-1025-4532102651B9}"/>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0D8D7ABB-0B10-92D7-523C-0F4F1F0B565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45E26937-00B3-9364-075A-B9B6E5199DD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B0118573-19CD-D743-781E-44AF34E1B2E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FF3860F-7D55-41BE-02DB-F6F0EA1520E4}"/>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39776D3-4962-CD62-E858-6B2C7B1365AE}"/>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B85C48EE-836D-0712-7A94-0EAB0A59CD5D}"/>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1748EDE6-A08D-9B90-61A9-E8EC6E909E7B}"/>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FC7B404E-0DA7-C345-25BF-8300B699DA2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579FFEB8-7215-B0A1-457C-B15690C491E4}"/>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05858467-EA78-242A-F579-3EBF08692D7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D6110123-D85D-7A59-CBD4-E873989C308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C5CDB1F7-E032-DF69-7676-CF230A04D94E}"/>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3DB925DD-D79F-ED9E-048C-1742B183CC67}"/>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D870795-2AC5-B310-11AD-62F9D3C9B2A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5FCB6897-9EA1-3638-3B3D-005E41F15F1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C996B3B2-15A0-5922-0DE1-2782738FA8C6}"/>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05543DD9-A675-E1F3-AA03-610935A8109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D6E15D9D-3DCF-629A-7B3F-E454CB1109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43E12C0-31EC-936C-754C-DE23FB0CB225}"/>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886E890A-6091-20DF-5CDC-BBBD85136F6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079A013-EC74-0771-BA19-DC4E8223189C}"/>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2DB6679-3D5E-FFEC-8A3F-45E99E913BBC}"/>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F2417448-8CAB-4813-45D1-F9F6065EE221}"/>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C84F1959-0EB6-59F6-C252-F1393489BF7F}"/>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9DF7856-C614-6A33-4D20-7B3348B76C8D}"/>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FBCC960-DC61-2FD9-9AE0-D85B5D167EC0}"/>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3AF112F2-BDB5-26A6-95FD-A658DC8A0201}"/>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C6002D75-35FA-7DEE-8C5E-E7C99E6DE11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0DCA55F8-6129-65E5-6C7B-C2AA0C51AF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7068034A-6B05-6A6A-BEAB-94D55BA041C6}"/>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DD83730F-7E2F-A76F-D67D-E7C3343CC4E9}"/>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FF55A22-AF6C-5C1F-69B7-5C3FBC58D14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1930BCE3-A280-8DF2-0C82-5AB21CCD5EDC}"/>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F49C7041-EDCF-A96F-D8B1-C48405435FF2}"/>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D1D16AF1-8A8A-ACF9-A3B7-99F0C07D3282}"/>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D08DB8CE-F0A3-3026-3044-A9CB8425B25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677F5DA0-6AA8-E004-4617-4A49547EB77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A4744766-1461-E7C4-EBE7-AD8C02E9F90C}"/>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2C2073E4-54FD-26BF-D2B9-4521A1BF7C3C}"/>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B1DA5082-347A-1268-F225-C1E4360B77B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A7D27D9D-DAE1-4CB0-0885-C12EC0545602}"/>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27E0FA81-89B7-17FF-3797-91A92ED40047}"/>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3B4D1408-38CA-A220-7959-3C22290A32A4}"/>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16B10982-CDF4-53D7-D166-55997225B954}"/>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9537C20A-37E1-7742-39F7-C7BF4007DB12}"/>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B4806ABD-6F8D-CDA9-3A38-D96B2922070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6F0786A7-EFC0-93A8-83F3-046848CFEBA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0300796D-2F30-DAAE-8E90-0F342ACC9507}"/>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B8C9B8F8-268D-BFCD-E8F9-5DD45AE92F3E}"/>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0DD024AA-74CB-8BEB-08D9-C8CF1C7DF13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E0479E61-4A6F-C93B-112F-23D55F9AA1B8}"/>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90C12198-9B4B-32F1-CB5F-98DA863E6014}"/>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07C10755-6586-A0D5-2446-DE867E19ED48}"/>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E72F80D7-6DE7-5AB8-8ED4-CC49377B078A}"/>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1335EBD5-1F82-FE29-9BDA-D123F46F7CF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13B225FF-D147-A6D1-C7DC-1AF4925237EB}"/>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E06192CE-A62A-7AC0-F102-9EE6DBDCFE6C}"/>
              </a:ext>
            </a:extLst>
          </p:cNvPr>
          <p:cNvSpPr txBox="1"/>
          <p:nvPr/>
        </p:nvSpPr>
        <p:spPr>
          <a:xfrm>
            <a:off x="7213604"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3717632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3842-AAE0-2E0A-7D46-E47D4EBC4C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617DD2-1E95-23C5-9E06-77C1DAECB70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24B1D6-3A91-B749-6E23-CF840AE8494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6A046B0-8DC8-9873-48E0-4E4DD4080AA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7CC785F-B8EC-761C-B621-F1BD148C68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7D6A40-58E4-CB9C-4B1F-9540E5908971}"/>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72441210-5D11-F340-DE04-A5E14298D9F4}"/>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7F65FEE8-0C91-2595-5E9F-6D2054D29C0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47" name="TextBox 46">
            <a:extLst>
              <a:ext uri="{FF2B5EF4-FFF2-40B4-BE49-F238E27FC236}">
                <a16:creationId xmlns:a16="http://schemas.microsoft.com/office/drawing/2014/main" id="{EF24CC5E-2E78-98F6-6051-922125FC6D93}"/>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72E5B4B-235B-CD03-7016-4A877F8A779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C95C3F63-4A40-C73C-7108-9FEBC0AC596C}"/>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448C9A83-F637-261B-CE47-C59C097566F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C0DCD0E-5B19-69AE-6FE0-89EC2F4DA75E}"/>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73754BEE-6DCB-DB6C-AC3F-181B6CF2B65A}"/>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8BEC30D0-DB95-9544-2640-471CCAF668C5}"/>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2B24EBD-CC2E-05AA-98CF-861A3D78206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71A0DB5B-C563-9A56-97A1-36F47C74E86D}"/>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62B51151-5F9A-E7EB-BE4C-E956430101BA}"/>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AFA04895-CB28-D3C2-ABA8-61D27EC7031F}"/>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7219DDF6-9A38-5A84-90AF-BAB0FB712E02}"/>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955695F7-DBFC-55BC-9653-F3755C95407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668F2DF-206D-024C-534C-1F1CADF25759}"/>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63B5982-AB5A-F1DB-35EC-27188072A52D}"/>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C8C1026-480E-0A94-885C-B21F44FBC6F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C2D2F86A-5656-80A0-3AC5-C495796E4FC6}"/>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93973058-4F29-1DA9-FD56-65D829FF100F}"/>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EBEFC04F-8423-820A-0806-F0A47BB2460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0EA3D7A2-7530-F15C-8791-89B7B172C9E6}"/>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2D5EDA2-36E9-4244-52A8-847706A9797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40557463-BA0A-666F-45A2-F8E7A9D32B5B}"/>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08DB21CE-92FB-C0DE-F07C-103F468025E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7875DBB4-B0D0-3635-5A71-FD8276C99A71}"/>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89B0C495-57BD-161F-BCC2-90AE6BBB02AA}"/>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0E570991-3E0B-2565-4427-1668119A7CC1}"/>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DCFE4C5-0051-09D5-390B-1D2D53EC7C2D}"/>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24D25F81-1D39-B19E-7048-E196FE68DED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2D389598-E0C1-22AD-0DAB-FACE1EDCDB28}"/>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E8206929-B400-B0DA-3B82-3FD84DDD431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C5F18360-51EA-B7E3-3B94-66469893B7D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4ECDF4C9-D767-C8A1-C47C-DDAD0B61DC1B}"/>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DC60F998-5B27-5C40-6BBE-A2AC79D21D9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5BFC471D-6FB9-76F9-40A9-82EC800D07D4}"/>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63FBB2F-F4F9-B3DA-1E5C-29877EBD78E4}"/>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F430A6E0-4405-FDEF-DD2A-3C3DF815D41B}"/>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FAC2A1C9-5DDB-282F-9141-56EAB4246FCD}"/>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22A2FE2F-75B1-DB07-88EF-20E85B9253CE}"/>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CFF6E449-DD13-B470-DC41-19AD6538B875}"/>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8FD8323-8FB7-C9B6-9B4C-91BE749DA11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E29493E-BFE1-A2A3-2E0D-1D747EA28AC0}"/>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0BC72F1-8C3B-5A27-CEA7-BF4D3871FE04}"/>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739705D1-48C8-0A11-B836-53AED724D678}"/>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7297BF93-BDE1-BFCF-AC96-13041EA2C223}"/>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B1C2F263-20DC-B0C7-9B66-3A61A84CA07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E35D7CF-312A-225D-8AE5-BBA96722AC52}"/>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0FE1527E-01FC-1CFB-94F5-39220F0CE221}"/>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26E13AAB-62A7-2E1D-FBD0-0B3EBDEF05F2}"/>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A19AAD9B-20E5-5918-8927-36C59BCEA06C}"/>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267965FF-E658-FC7B-DE9B-CA8FBB54F5F6}"/>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10D9D4E9-6EFD-92A2-666B-7E737868259E}"/>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B2CA441-7562-3491-4DBF-1B59EDF16A1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B83AA039-A5A2-94C2-4187-D428D0D999CA}"/>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21A907EA-5784-7CB3-5AFD-09AD0C44187D}"/>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A615761A-239E-2A41-2ED8-B7ABA9B126DC}"/>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F74F4014-2385-E211-E17F-3B9571AA3AC0}"/>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06C9A439-8915-15FA-D987-405B369C7AA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14F18A99-B8A7-FAE0-0978-827CC083F77F}"/>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F3D975B3-93B2-A0D2-F192-4D8868DC33F3}"/>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019CA81F-A5F5-8851-ED81-5D96071ABB4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F10991DF-7A9E-0378-6C76-199C83B507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13CBA468-DB7A-957E-C37D-7C91414DE18A}"/>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13F5446C-67B0-E830-9FCA-6ECCE8D8832B}"/>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4D166229-A206-B96E-CAD4-9D22181D35F2}"/>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3C78EC00-DCAE-DC09-D479-642805523902}"/>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BDF875C9-90F4-7FD3-4247-017DD3FFDF2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A36034DF-810B-A605-D51C-1D4E74FB05C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FF7AC8E6-9AC6-4AFA-14D1-1D4500D41208}"/>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7A666791-1EFE-C661-25FB-8065E503C6EC}"/>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AF2BE35D-8CBB-795E-17F9-340409D7FA8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16D760E0-5744-E23C-28B8-563E3F752767}"/>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80CAE83-0D41-36F1-A5AC-5724CF5F8C68}"/>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3C7EB3C1-E8BA-D657-6FBD-7B03BAFF700F}"/>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80E8F8DA-E71C-0410-62EE-C092F9C429F5}"/>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C5BD613A-A626-B3A6-5322-1973A245F29C}"/>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299AF61-B31A-0511-3B9E-08EA5DE3E071}"/>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F2A01ECA-22A1-3285-9F2A-2CEED3A10EA8}"/>
              </a:ext>
            </a:extLst>
          </p:cNvPr>
          <p:cNvSpPr txBox="1"/>
          <p:nvPr/>
        </p:nvSpPr>
        <p:spPr>
          <a:xfrm>
            <a:off x="7213604" y="374122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BE44E2B8-A082-94A2-3668-17F1210F0C45}"/>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D9600373-182D-DE81-6352-FE076D07B241}"/>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723785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A3B5D-01AF-76A1-E02D-AFAEC54C99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E1DE01-481E-C842-F06D-72DED846AD0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CC71391-9DD1-42B3-E227-AB898D33F5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B81A08A-4EC2-A3AF-ABCD-1A66B45B49F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4CE603-01E6-8E0C-63D6-63FCA4C6AF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9237E0-B04A-4173-17E1-337E8BB7D52C}"/>
              </a:ext>
            </a:extLst>
          </p:cNvPr>
          <p:cNvPicPr>
            <a:picLocks noChangeAspect="1"/>
          </p:cNvPicPr>
          <p:nvPr/>
        </p:nvPicPr>
        <p:blipFill>
          <a:blip r:embed="rId6"/>
          <a:stretch>
            <a:fillRect/>
          </a:stretch>
        </p:blipFill>
        <p:spPr>
          <a:xfrm>
            <a:off x="4584700" y="2311400"/>
            <a:ext cx="0" cy="0"/>
          </a:xfrm>
          <a:prstGeom prst="rect">
            <a:avLst/>
          </a:prstGeom>
        </p:spPr>
      </p:pic>
      <p:sp>
        <p:nvSpPr>
          <p:cNvPr id="47" name="TextBox 46">
            <a:extLst>
              <a:ext uri="{FF2B5EF4-FFF2-40B4-BE49-F238E27FC236}">
                <a16:creationId xmlns:a16="http://schemas.microsoft.com/office/drawing/2014/main" id="{E7ED150D-A111-D5B9-FAA2-5B5F4D4A123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E48AFAD-022A-8DDC-D5E8-271D9EABB670}"/>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440C7385-EABF-C75F-2180-32583EC61AB7}"/>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F1559C90-7215-B73E-26C9-7BBD1FE5B45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8D28734-9190-B434-43E5-A7321685B34C}"/>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E5664D9-EDFC-1593-348E-9AE2DD8BD73B}"/>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26FA71B-9CAE-A3FE-C351-D22B020CA55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59CB281-BC72-E611-CE7C-4CD489E720AC}"/>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095FF981-1FB2-05D7-1A5C-F90AEF2A645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F9AC341D-8F13-C85D-76AD-1454B3A7223E}"/>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07CA4829-F1C3-CE4E-214E-385EF973CC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F93A5448-A997-2ABC-0833-2318F2626CD7}"/>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EAE3832-D411-7010-BFE9-3AB416AA40B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D02396E4-7AAE-881F-045B-52ABF2FF257A}"/>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9D592D15-1B96-B1A2-4F46-3E38418B76EB}"/>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2635492-DCCE-6370-553B-62B3F6FD0A09}"/>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B53E39AB-12DB-A5C7-393A-B8345F85624B}"/>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FF9D605F-4821-4F60-90D1-DE29E28BB68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AD75AA1A-7E69-06FC-548F-D2A8342DD3C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3C9342D-87A8-EB09-1B1F-BBBA159CA5D8}"/>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245A0F84-2469-34BA-9C8F-6FCA9C4B8CF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D54C1E6-D1AD-0B13-0B94-41AB3FD1838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C4BF3325-9F8C-47EB-3ABD-521E9816286D}"/>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B0B01E2-AAAE-0F58-437C-9C67CE0E086F}"/>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A3F103D1-BFC8-6856-E126-6CF0D4AE0945}"/>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5E7B1A2C-77E1-9153-6C65-4FDBE536AF76}"/>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4C74A5AF-C502-32E1-A94D-E00E97DB3EE8}"/>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B98FD35-3264-FF8B-3974-FC79C3E6EB2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38EDDA93-A863-EBB1-1AD7-02B597AAD379}"/>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79BD26CE-BF0D-04D4-85F5-95FE5817AB1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BE0AFA4E-2CCF-BA8F-BBF6-C509413A302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3860DD4A-12B5-9E56-563A-3EBB94EA4B68}"/>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40F3B3B0-02A8-56A2-C6C4-4A1E0EF38E1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B931DBEC-708F-A8D0-2C7E-3C93064D675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1450C9BF-3738-4869-3AC2-61F2A64D6CF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5FD89286-3B4C-AE09-93B6-C02BE9E5805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BA710CC2-150B-D846-C8B5-4B7011783011}"/>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6A2F2EFF-8A7D-1F27-D205-82B2CEFCC64B}"/>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50416261-99E2-E529-8F69-9EA28C2EA82A}"/>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BE2971EF-539F-A344-366F-EEE3192F963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2A63A5B0-2451-C3B0-195E-A9212A0DA86C}"/>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49C66AB-ED60-6403-4D67-39B4EE31F62B}"/>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5AF3F82-A2EE-29C8-28DA-C7B93C7034C8}"/>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7C432728-1538-FBE0-EBD6-A52864943D4B}"/>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65B41B74-14DF-0B1D-1D63-1A6ECA9C8AE7}"/>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EA9587A-71A1-16A9-9437-4B28182DA1F9}"/>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1A2D4E01-DAAA-D445-061D-3191661927CC}"/>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C33D99C1-193A-864A-BEEE-15430D0C0121}"/>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5D7E1E4-C70A-0F9F-07AA-B2672E2BE3DC}"/>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94351E99-2944-82D3-B429-B9F1D8DE3E99}"/>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94D20B7-E285-1F2C-86D6-BD6FC7ECA830}"/>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CFD799EA-AA16-BDEE-1C0E-D9ECBAA85C7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13C31F83-441E-E195-4297-23CD50513EA7}"/>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6012D9F5-2AFC-12D0-53FA-2566FEAAF3E7}"/>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750416EB-5D10-DEC4-94DF-36A4CBE86A26}"/>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99385AB9-6102-2B3F-ECD8-8E073AF1DD71}"/>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0DF9F370-CE89-F35F-09D7-9EF1358E5BE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A487928A-A823-A1AE-1CAB-833623C604AB}"/>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044EED75-8CE1-ED8F-40DD-EC358606E82F}"/>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E2351D22-E20B-0AFE-FDDB-B2985837C21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2FBBF5E2-77E2-15B0-B7B2-84A08AA4564B}"/>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1986B3A8-ED23-4BF2-8F22-068D11EAD9E7}"/>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2F3EF650-3AA0-52D8-5A22-425A0C2C61FF}"/>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31" name="TextBox 30">
            <a:extLst>
              <a:ext uri="{FF2B5EF4-FFF2-40B4-BE49-F238E27FC236}">
                <a16:creationId xmlns:a16="http://schemas.microsoft.com/office/drawing/2014/main" id="{62502371-2137-0A4D-85B2-5C2EDDDA42E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CDD5EEF6-7F69-0A15-CD90-CA08D1EA10D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42CCE978-A8A0-70A6-88A1-4121AA343BB2}"/>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881E29C5-F5A3-7C02-204B-F626083B124B}"/>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1E7D1FD2-EDBE-677C-842B-E01304C72172}"/>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DA56D39B-44CE-1459-61D6-52A9D212D41D}"/>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4837AF6C-EE58-BA00-A54F-80FB24A0B3AD}"/>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169852FB-863A-9E28-E961-218C65161494}"/>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A8D3CF9B-3D92-0159-BBEE-84FCE101988C}"/>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CB86F24-7CB2-8AB8-CD6C-1CAFAF50F01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111900BA-4AB2-9604-8A3F-11D2C208861B}"/>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74292BF4-360F-06E9-7A48-FAF7F58DD77B}"/>
              </a:ext>
            </a:extLst>
          </p:cNvPr>
          <p:cNvSpPr txBox="1"/>
          <p:nvPr/>
        </p:nvSpPr>
        <p:spPr>
          <a:xfrm>
            <a:off x="7213604" y="374122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F04A7786-3A0B-CEA9-0EFB-B591CC1B281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5A794DBB-440C-CD98-65DF-ED09D5651A8E}"/>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C2E6F199-F43E-B53B-A945-3FD29B31A85E}"/>
              </a:ext>
            </a:extLst>
          </p:cNvPr>
          <p:cNvSpPr txBox="1"/>
          <p:nvPr/>
        </p:nvSpPr>
        <p:spPr>
          <a:xfrm>
            <a:off x="6214537" y="3237891"/>
            <a:ext cx="462845" cy="584775"/>
          </a:xfrm>
          <a:prstGeom prst="rect">
            <a:avLst/>
          </a:prstGeom>
          <a:no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B02FBC7A-7BE3-FBD3-2DEE-604449F2B7F5}"/>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79" name="TextBox 78">
            <a:extLst>
              <a:ext uri="{FF2B5EF4-FFF2-40B4-BE49-F238E27FC236}">
                <a16:creationId xmlns:a16="http://schemas.microsoft.com/office/drawing/2014/main" id="{D117EE64-59D5-3B7F-5296-3A4A3778F931}"/>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CBFA16B4-E18C-E43D-5442-ECF9F9171B8C}"/>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6108675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0000">
            <a:alpha val="30000"/>
          </a:srgbClr>
        </a:solidFill>
        <a:effectLst/>
      </p:bgPr>
    </p:bg>
    <p:spTree>
      <p:nvGrpSpPr>
        <p:cNvPr id="1" name="">
          <a:extLst>
            <a:ext uri="{FF2B5EF4-FFF2-40B4-BE49-F238E27FC236}">
              <a16:creationId xmlns:a16="http://schemas.microsoft.com/office/drawing/2014/main" id="{B6E8603A-0FC7-9C35-9715-EFA9E694BE4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35D799-5137-3469-CF30-14711A29576E}"/>
              </a:ext>
            </a:extLst>
          </p:cNvPr>
          <p:cNvSpPr>
            <a:spLocks noGrp="1"/>
          </p:cNvSpPr>
          <p:nvPr>
            <p:ph sz="half" idx="1"/>
          </p:nvPr>
        </p:nvSpPr>
        <p:spPr/>
        <p:txBody>
          <a:bodyPr>
            <a:normAutofit/>
          </a:bodyPr>
          <a:lstStyle/>
          <a:p>
            <a:r>
              <a:rPr lang="en-US" dirty="0"/>
              <a:t>FAIL.</a:t>
            </a:r>
          </a:p>
        </p:txBody>
      </p:sp>
      <p:pic>
        <p:nvPicPr>
          <p:cNvPr id="4" name="Picture 3" descr="A grid of sudoku puzzle&#10;&#10;Description automatically generated">
            <a:extLst>
              <a:ext uri="{FF2B5EF4-FFF2-40B4-BE49-F238E27FC236}">
                <a16:creationId xmlns:a16="http://schemas.microsoft.com/office/drawing/2014/main" id="{65FC5F31-C30D-6E55-DAF0-562FDDF07C2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8EC714-AA72-34D5-7EB8-392E4B43ACD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238E90-BEAD-68DD-54D7-D294DDB100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E9135B4-D143-C168-2DC3-FF2D7CA42629}"/>
              </a:ext>
            </a:extLst>
          </p:cNvPr>
          <p:cNvPicPr>
            <a:picLocks noChangeAspect="1"/>
          </p:cNvPicPr>
          <p:nvPr/>
        </p:nvPicPr>
        <p:blipFill>
          <a:blip r:embed="rId6"/>
          <a:stretch>
            <a:fillRect/>
          </a:stretch>
        </p:blipFill>
        <p:spPr>
          <a:xfrm>
            <a:off x="4584700" y="2311400"/>
            <a:ext cx="0" cy="0"/>
          </a:xfrm>
          <a:prstGeom prst="rect">
            <a:avLst/>
          </a:prstGeom>
        </p:spPr>
      </p:pic>
      <p:sp>
        <p:nvSpPr>
          <p:cNvPr id="47" name="TextBox 46">
            <a:extLst>
              <a:ext uri="{FF2B5EF4-FFF2-40B4-BE49-F238E27FC236}">
                <a16:creationId xmlns:a16="http://schemas.microsoft.com/office/drawing/2014/main" id="{10ED4407-051B-B90D-F1F5-8DEF1F2E61C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4BBB3FC-862F-FC81-3539-D6B0A239E508}"/>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169FDBF3-B48C-8049-74A0-53AFDC023C1D}"/>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2851E7C4-4AD1-DE34-F388-80850C7A79C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01F8EED-FB97-4F8F-4B12-FF987C434961}"/>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41BE0222-97BE-E616-5D2A-0ED8EE759F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42CC5CAF-BD30-1AC7-8760-FBBB86A40807}"/>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7A9D445-08C5-B843-AF82-65F1095E090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5F9FA321-774F-9078-8391-ED2939A6AE99}"/>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76DF54F5-31AB-8FEF-5952-F94817EA195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2A3C780D-999E-A8A3-F567-6817BD42A210}"/>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92CFAC6B-8019-0054-704C-E263E8070923}"/>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A9A21FE7-04C2-FB88-FD3C-76E801FF6C04}"/>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4F7861C9-6583-CD21-AC9F-BD552B2871A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F1803BEE-6450-B6D0-09DC-4C1E869FABBF}"/>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DEF7A1EA-9855-694E-8D11-17FD58EC776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3AC6B1E4-375F-E4B9-0168-D36F805ED28E}"/>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20794988-90D9-73E4-E625-130332959C4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851E8DE7-C902-34F6-78BF-03DB1C4D0D9C}"/>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1C7AAEF9-3112-625A-891E-5A56411768D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DD7B0A59-4FF8-F07B-5534-D03A939EDFC3}"/>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35A5E440-D912-0DD4-F0FC-74742D0C3CC0}"/>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93EEC3BB-202E-C807-870F-297EA10F93EE}"/>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C40C6C6B-87A4-2160-3577-5496567FE5FA}"/>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2219EF3-EBA2-42AA-CF23-8C4DB95ACCA1}"/>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77B53910-102A-7CC9-35E7-F97B7AEE1EF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D4AFD7E-7445-2138-9C57-C4F92CD604FF}"/>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0DD9E1E4-AE87-95C4-F4D8-3CEC8928A5D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2619EA2E-C191-9CB4-A4D6-6B83F8676881}"/>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A6A03F94-73F3-C6B8-507A-50A67D5F94E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26DC5E7F-7725-553F-73D2-4E9A2AB6D72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A6F6FB87-0C44-1964-8817-65098E36094D}"/>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CE2DC56-F102-F0BB-725F-45E815ACAF1B}"/>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8638748D-950C-F1EE-BBF9-39F896F55C69}"/>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F80607E-169D-7801-9543-FBC43AB6BB7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6AFA5AA2-CDD1-FDF2-CDFD-97ED8D5078CF}"/>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D9958D4F-A2FA-0EA6-8E8A-62F3814CE4F0}"/>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D59DFB2B-2A47-F375-00D8-75927DD0282C}"/>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D91A94D5-61BE-93A1-D8EC-22B35846059D}"/>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3920219A-6D7C-376D-F895-84BF1D0D37C4}"/>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1128371C-757C-C79E-21CB-6A9B867B0FE0}"/>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8D22338-20E1-00B4-D556-9B6B09D17107}"/>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B7810F4-E043-95A6-0EF1-B8CEC0C8F952}"/>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73888D64-229F-BD31-5359-D1B3222AC4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50CC0BE2-8580-3069-800A-5FEF83F38C3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EEC6E6F-E918-4ECE-4266-F5264016D04C}"/>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EE437EF5-863D-F64B-CA60-D2005742CCC3}"/>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E9E8BBDC-1A06-58EF-F7FC-19C1CD17B697}"/>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73E87047-E3FF-E9BF-216B-58A17B427775}"/>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0CE70AAB-8112-BB19-0ABA-603BDA0B46E4}"/>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140E29D1-7D47-DBE7-3F94-C4BE154A210B}"/>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F653D829-4AD1-0B00-4FC7-F9F53F72D5E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1F13699D-C55D-3958-4274-FF722CD120D3}"/>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BE20F651-0414-24A4-44E0-1FFC8E134085}"/>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8E7DDEAD-2B11-571B-8EE8-828B021B8824}"/>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5EA71C45-0717-CC2F-BF90-1B9D54040B26}"/>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3C80FD40-E9D3-C249-9AEB-56D09855242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14C3803D-1087-94F2-E628-3E64DDB65FE3}"/>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FA029848-59D7-A28F-504E-A59E0602A350}"/>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528CE785-B720-A85E-00E7-B9CD97E7A8EA}"/>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99EA51D2-4D6F-5B90-1CB2-0D9A057E5776}"/>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D50F2F08-6C26-46DB-39F6-F3A17484D402}"/>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1EED7373-FA0E-0C74-D83B-1A0A3ED03762}"/>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31" name="TextBox 30">
            <a:extLst>
              <a:ext uri="{FF2B5EF4-FFF2-40B4-BE49-F238E27FC236}">
                <a16:creationId xmlns:a16="http://schemas.microsoft.com/office/drawing/2014/main" id="{A4096A26-B154-6495-0DA7-552F97E7E1A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80D2F518-D36C-D35C-1266-3105560D5C8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AF173C09-372D-F9F3-29FF-BB9F5DF55602}"/>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0C66106D-7EDC-621B-F350-6744C53FBF65}"/>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B7CCDF9D-D2A0-04A0-A657-73786F6B4F9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BF992859-24AF-726E-D8B9-8BF166960782}"/>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3BFCB3B3-D884-2410-5FD9-9EC41F9BB31E}"/>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68CD9618-A03F-EA4E-5AA9-75FB9FD1CF0D}"/>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78774229-91C6-4F72-2D6A-C357E4E924F2}"/>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9BE0523A-30E1-CA6C-F70A-30E5F368DA1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C2365AF1-6A5D-6024-11F3-829DC75D71A9}"/>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6B97BFF6-2FE7-DCC3-8976-EBEC15706467}"/>
              </a:ext>
            </a:extLst>
          </p:cNvPr>
          <p:cNvSpPr txBox="1"/>
          <p:nvPr/>
        </p:nvSpPr>
        <p:spPr>
          <a:xfrm>
            <a:off x="7213604" y="374122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B8621773-D633-B6E7-3BC3-9CD6DB81BBF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1FD794CC-57ED-3DE6-5246-4DC344809D00}"/>
              </a:ext>
            </a:extLst>
          </p:cNvPr>
          <p:cNvSpPr txBox="1"/>
          <p:nvPr/>
        </p:nvSpPr>
        <p:spPr>
          <a:xfrm>
            <a:off x="7213604" y="172788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1D1A1DF3-C9EF-101F-4835-AFCAF6788603}"/>
              </a:ext>
            </a:extLst>
          </p:cNvPr>
          <p:cNvSpPr txBox="1"/>
          <p:nvPr/>
        </p:nvSpPr>
        <p:spPr>
          <a:xfrm>
            <a:off x="6214537" y="3237891"/>
            <a:ext cx="462845" cy="584775"/>
          </a:xfrm>
          <a:prstGeom prst="rect">
            <a:avLst/>
          </a:prstGeom>
          <a:solidFill>
            <a:srgbClr val="FF0000"/>
          </a:solidFill>
        </p:spPr>
        <p:txBody>
          <a:bodyPr wrap="square" rtlCol="0">
            <a:spAutoFit/>
          </a:bodyPr>
          <a:lstStyle/>
          <a:p>
            <a:pPr algn="ctr"/>
            <a:r>
              <a:rPr lang="en-US" sz="3200" dirty="0"/>
              <a:t>5</a:t>
            </a:r>
          </a:p>
        </p:txBody>
      </p:sp>
      <p:sp>
        <p:nvSpPr>
          <p:cNvPr id="38" name="TextBox 37">
            <a:extLst>
              <a:ext uri="{FF2B5EF4-FFF2-40B4-BE49-F238E27FC236}">
                <a16:creationId xmlns:a16="http://schemas.microsoft.com/office/drawing/2014/main" id="{1A4874EE-B6AB-A7A5-7B79-15BB42AB4A65}"/>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79" name="TextBox 78">
            <a:extLst>
              <a:ext uri="{FF2B5EF4-FFF2-40B4-BE49-F238E27FC236}">
                <a16:creationId xmlns:a16="http://schemas.microsoft.com/office/drawing/2014/main" id="{8113B58A-9238-8C33-E86D-22D821FCFEA5}"/>
              </a:ext>
            </a:extLst>
          </p:cNvPr>
          <p:cNvSpPr txBox="1"/>
          <p:nvPr/>
        </p:nvSpPr>
        <p:spPr>
          <a:xfrm>
            <a:off x="6214537" y="1727886"/>
            <a:ext cx="462845" cy="584775"/>
          </a:xfrm>
          <a:prstGeom prst="rect">
            <a:avLst/>
          </a:prstGeom>
          <a:solidFill>
            <a:srgbClr val="FF0000"/>
          </a:solid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787258DB-4894-46F3-B513-DFC4E7D737A3}"/>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5904051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23D7-2F8F-2AF3-1CF9-A53758F957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4BAEF7-7E82-D88E-57BE-7C673BE5FEE3}"/>
              </a:ext>
            </a:extLst>
          </p:cNvPr>
          <p:cNvSpPr>
            <a:spLocks noGrp="1"/>
          </p:cNvSpPr>
          <p:nvPr>
            <p:ph sz="half" idx="1"/>
          </p:nvPr>
        </p:nvSpPr>
        <p:spPr/>
        <p:txBody>
          <a:bodyPr>
            <a:normAutofit/>
          </a:bodyPr>
          <a:lstStyle/>
          <a:p>
            <a:r>
              <a:rPr lang="en-US" dirty="0"/>
              <a:t>Therefore, this cell must be 3.</a:t>
            </a:r>
          </a:p>
        </p:txBody>
      </p:sp>
      <p:pic>
        <p:nvPicPr>
          <p:cNvPr id="4" name="Picture 3" descr="A grid of sudoku puzzle&#10;&#10;Description automatically generated">
            <a:extLst>
              <a:ext uri="{FF2B5EF4-FFF2-40B4-BE49-F238E27FC236}">
                <a16:creationId xmlns:a16="http://schemas.microsoft.com/office/drawing/2014/main" id="{5CE76336-49E6-0F1C-350C-889A68C6404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E82B8D2-9C7C-9509-1235-15A86F2EA27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4800CD4-8E8A-3683-DEA2-962629752C6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9764591-60EB-25AD-812B-20DA22CAEDAC}"/>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A38BB375-F276-3AA3-14A6-51F7257FF178}"/>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70692538-1D9F-E1B6-B0D7-37FB841CF9D7}"/>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20" name="TextBox 19">
            <a:extLst>
              <a:ext uri="{FF2B5EF4-FFF2-40B4-BE49-F238E27FC236}">
                <a16:creationId xmlns:a16="http://schemas.microsoft.com/office/drawing/2014/main" id="{C5AA06D6-9FEE-02F0-C630-9B44EF450C6D}"/>
              </a:ext>
            </a:extLst>
          </p:cNvPr>
          <p:cNvSpPr txBox="1"/>
          <p:nvPr/>
        </p:nvSpPr>
        <p:spPr>
          <a:xfrm>
            <a:off x="7157158" y="1903821"/>
            <a:ext cx="570089" cy="230832"/>
          </a:xfrm>
          <a:prstGeom prst="rect">
            <a:avLst/>
          </a:prstGeom>
          <a:noFill/>
        </p:spPr>
        <p:txBody>
          <a:bodyPr wrap="square" rtlCol="0">
            <a:spAutoFit/>
          </a:bodyPr>
          <a:lstStyle/>
          <a:p>
            <a:pPr algn="ctr"/>
            <a:r>
              <a:rPr lang="en-US" sz="900" dirty="0"/>
              <a:t>23</a:t>
            </a:r>
          </a:p>
        </p:txBody>
      </p:sp>
      <p:sp>
        <p:nvSpPr>
          <p:cNvPr id="38" name="TextBox 37">
            <a:extLst>
              <a:ext uri="{FF2B5EF4-FFF2-40B4-BE49-F238E27FC236}">
                <a16:creationId xmlns:a16="http://schemas.microsoft.com/office/drawing/2014/main" id="{C1018BE1-3C0B-1A6A-BCEF-99B9092D073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a:t>
            </a:r>
          </a:p>
        </p:txBody>
      </p:sp>
      <p:sp>
        <p:nvSpPr>
          <p:cNvPr id="47" name="TextBox 46">
            <a:extLst>
              <a:ext uri="{FF2B5EF4-FFF2-40B4-BE49-F238E27FC236}">
                <a16:creationId xmlns:a16="http://schemas.microsoft.com/office/drawing/2014/main" id="{A0BA1EF6-9167-5F05-014B-14466CF79BB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91D37EA-02BA-686A-BC7B-488E234509A7}"/>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6BE9AEE3-B092-0B11-3E59-D27961E341C6}"/>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3C98E985-7165-728C-5768-7A8D74E6B5F0}"/>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7334A44-A181-4C91-9D71-03B831B284F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3BBB4C4-55A2-157B-E56F-C7069772A93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7F5360F-40DA-C048-BF9F-E20C49C5AB0F}"/>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C612E91-47F5-1EDD-E7C7-5B69370B1E1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650A8CB4-A735-B0C1-FAC5-174C99A7409A}"/>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CBA25A67-7F78-488B-E22F-7FBDD4896DF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FFECCABB-0279-1B23-F4AA-AE5841D5356C}"/>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F29153B4-8F80-A945-2690-163E7068E9BA}"/>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A8DBE54-8B93-DA2F-7B6E-C5309275C3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1C11ED0C-0631-A7D2-988F-8B0B9FA9DE4C}"/>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42605EE6-8293-F913-D9D1-12F2F680DF28}"/>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DEAEAEA0-1308-1AB1-2985-5743DBB05F5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A9F7E678-1042-128A-9500-2B6DCA2729BD}"/>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39CB27C2-B3DB-CD0D-96CA-B288ED9911C2}"/>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6D5D89B3-1591-B2A0-5548-788B419ECA5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405EA54-E63C-26BE-74BB-99F77C107157}"/>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032F8E2-A27B-4983-56D8-C5651982641A}"/>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F7ACBA36-8502-81E7-0C2E-A38AC66E1FB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0509F8F-1131-92D6-D9C9-B67FE1AE3504}"/>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D0A700D9-C87F-5E11-7376-50FFA26B8215}"/>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D2B7B696-26F3-C599-CB90-30D57DFA822D}"/>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F513B9FB-C84E-73FD-B8D3-36CA8780A628}"/>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55C4E913-4B9F-23BC-44AF-A88356E65B07}"/>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A0F4291-3053-01B2-29E3-523E7A287E48}"/>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D12DD122-C66E-5A22-5978-9B0F3AECDA9E}"/>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88C67E1C-AEAE-B1E1-ED19-E54117CC762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84718791-72B4-385F-D55B-3FDF97CE786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C24ED270-9559-4E64-7A94-09C561D85E94}"/>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200A04DA-E455-8232-2A38-3050B8BF0037}"/>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31F38A7-E8BB-E200-541B-21D3839836D7}"/>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659FE627-8897-55FA-0ADE-6EAD0A15DCAC}"/>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E483B5A2-C3FD-E589-D1D1-E5DC2B876A2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CEA7BF36-B05B-5B98-0729-C53D8E1B3E65}"/>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E71C8B52-0BE1-B7C6-31EF-B4C8E4CF3284}"/>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1B35EEE8-BC67-B83C-8833-7301003CB313}"/>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F7CFC874-D139-1D04-0223-5AB6EF1ADC1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C49109FF-2116-1942-69B7-A1DE0829B642}"/>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22363A7-36A8-D950-6C48-22B5E3E03DFA}"/>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8AB985B1-2D1A-947B-F1A6-B5FB37244E67}"/>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1F0061C8-4CDB-F048-FD80-D05D75F27BF6}"/>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36ADC19D-34ED-A091-F509-E9006DCF903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682B283-4F60-36F3-20B4-B313C9A4EB45}"/>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8E03A749-BC4F-9688-A6FF-F91C528B16F0}"/>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3F3B7DE8-38C2-1947-97E5-9700EC38435B}"/>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F67BE2BD-B41F-5A0F-1C07-2FD9228878C6}"/>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9EB35EF8-3D09-060B-1B18-93E9DD32207D}"/>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7CDA020-0140-B105-CACC-51037E62AED2}"/>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A5A4C4FA-297A-F32E-B417-EA15335288D3}"/>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2468D8C8-FF9E-562B-5130-795BC6C2916D}"/>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C76C03FD-1B58-F7F6-DA6F-5F733790D1FC}"/>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DA893BF2-EACA-7D32-BE07-7DF2CE2070DA}"/>
              </a:ext>
            </a:extLst>
          </p:cNvPr>
          <p:cNvSpPr txBox="1"/>
          <p:nvPr/>
        </p:nvSpPr>
        <p:spPr>
          <a:xfrm>
            <a:off x="4645378" y="4408541"/>
            <a:ext cx="570089" cy="230832"/>
          </a:xfrm>
          <a:prstGeom prst="rect">
            <a:avLst/>
          </a:prstGeom>
          <a:no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377CA537-0EE3-1EB4-CCA9-09A10B06238D}"/>
              </a:ext>
            </a:extLst>
          </p:cNvPr>
          <p:cNvSpPr txBox="1"/>
          <p:nvPr/>
        </p:nvSpPr>
        <p:spPr>
          <a:xfrm>
            <a:off x="5650090" y="4408541"/>
            <a:ext cx="570089" cy="230832"/>
          </a:xfrm>
          <a:prstGeom prst="rect">
            <a:avLst/>
          </a:prstGeom>
          <a:no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96D0845F-1797-8DEA-4F61-46877639F8F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30DEDD24-0CBC-1B7C-B250-21658F18CF72}"/>
              </a:ext>
            </a:extLst>
          </p:cNvPr>
          <p:cNvSpPr txBox="1"/>
          <p:nvPr/>
        </p:nvSpPr>
        <p:spPr>
          <a:xfrm>
            <a:off x="5650090" y="1402877"/>
            <a:ext cx="570089" cy="230832"/>
          </a:xfrm>
          <a:prstGeom prst="rect">
            <a:avLst/>
          </a:prstGeom>
          <a:no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444AE4D1-FB16-E891-8D29-015829F9D036}"/>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353371A8-ED9E-A0E8-5BC1-1389482613F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5267D359-930B-B0C3-7575-7A635EA1794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3BFB97AB-7367-AB5B-82E1-7678AE58D9FF}"/>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F2AA78CC-1B29-18BB-A53D-8AF9F5BC1829}"/>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034C5B58-F503-0E5C-2D4B-2D1D8AB94CDC}"/>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5D5983D0-28B7-F6C6-A78C-F603F7F6E1E8}"/>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3C8C4FED-3A5F-70AC-ACCA-722D68429EE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48E2E347-8599-1163-A84A-4116F53C77A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5DB7D5D2-3DE8-5AAB-E8B7-A712015A2697}"/>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5C221736-A13A-7F84-D023-A9937DA79D0D}"/>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99FC7A18-A9EB-B429-93B1-95ED54CB7B7B}"/>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7F023060-F0DB-618A-2AAF-577C0F898A8C}"/>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97480D9-4B25-E3DD-D49C-EF490C7978F5}"/>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F48B417F-601D-83DC-95E8-83568ACA7E53}"/>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C4A39810-74D2-6403-2640-9F8706617D9C}"/>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34AA548A-00A3-A7BD-F437-B5491581413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01DE3765-1BA8-B729-5366-C87AD2984182}"/>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511EC0E2-7B81-3DF5-B068-287BCDF4A935}"/>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5939910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B4492-1D44-B007-FE3C-4986E6657B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149875-3FCC-BBEC-47D1-FBC9734188C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48884B8-D12B-DD77-4E11-97BF3B1452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944197F-CEDE-B35A-05F1-ED1FD4A5D5F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2FDBD2-4D15-CC4D-1494-09EC68D939A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89EAE02-37B7-8056-854F-932ACB9F06AB}"/>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84E4FD6A-8A1A-40C7-B949-B4893D874C40}"/>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BA796DD8-4F9B-1B38-D05B-2FAA55EB563F}"/>
              </a:ext>
            </a:extLst>
          </p:cNvPr>
          <p:cNvSpPr txBox="1"/>
          <p:nvPr/>
        </p:nvSpPr>
        <p:spPr>
          <a:xfrm>
            <a:off x="6654802" y="2077244"/>
            <a:ext cx="570089" cy="230832"/>
          </a:xfrm>
          <a:prstGeom prst="rect">
            <a:avLst/>
          </a:prstGeom>
          <a:noFill/>
        </p:spPr>
        <p:txBody>
          <a:bodyPr wrap="square" rtlCol="0">
            <a:spAutoFit/>
          </a:bodyPr>
          <a:lstStyle/>
          <a:p>
            <a:pPr algn="ctr"/>
            <a:r>
              <a:rPr lang="en-US" sz="900" dirty="0"/>
              <a:t>234</a:t>
            </a:r>
          </a:p>
        </p:txBody>
      </p:sp>
      <p:sp>
        <p:nvSpPr>
          <p:cNvPr id="47" name="TextBox 46">
            <a:extLst>
              <a:ext uri="{FF2B5EF4-FFF2-40B4-BE49-F238E27FC236}">
                <a16:creationId xmlns:a16="http://schemas.microsoft.com/office/drawing/2014/main" id="{159F901C-CAD0-E4D2-D197-C7894B3EF2C1}"/>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0B7ED29-9AE5-67DB-37C6-FDF2EEBF545B}"/>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3C4C77D0-B7E9-1CC4-69FB-B8F5A32F6A51}"/>
              </a:ext>
            </a:extLst>
          </p:cNvPr>
          <p:cNvSpPr txBox="1"/>
          <p:nvPr/>
        </p:nvSpPr>
        <p:spPr>
          <a:xfrm>
            <a:off x="6654802" y="1402877"/>
            <a:ext cx="570089" cy="230832"/>
          </a:xfrm>
          <a:prstGeom prst="rect">
            <a:avLst/>
          </a:prstGeom>
          <a:noFill/>
        </p:spPr>
        <p:txBody>
          <a:bodyPr wrap="square" rtlCol="0">
            <a:spAutoFit/>
          </a:bodyPr>
          <a:lstStyle/>
          <a:p>
            <a:pPr algn="ctr"/>
            <a:r>
              <a:rPr lang="en-US" sz="900" dirty="0"/>
              <a:t>235</a:t>
            </a:r>
          </a:p>
        </p:txBody>
      </p:sp>
      <p:sp>
        <p:nvSpPr>
          <p:cNvPr id="53" name="TextBox 52">
            <a:extLst>
              <a:ext uri="{FF2B5EF4-FFF2-40B4-BE49-F238E27FC236}">
                <a16:creationId xmlns:a16="http://schemas.microsoft.com/office/drawing/2014/main" id="{B90D6102-49DE-6384-F737-49B45CDAD3DB}"/>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7897AC2-ECA1-6EE2-7671-612217D73674}"/>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AD8D7BE-AF98-68EA-CE41-174637AF736E}"/>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CFCDEAB-A804-669F-E579-1B17FCE9CBA5}"/>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C217B74-D266-6C87-74A8-20BF83E67BE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E27F6274-AC6E-1A81-151E-EFA6C85A8F43}"/>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3B063773-D717-FB86-5F82-D3D31C7E31A5}"/>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406CD74A-1500-CF62-0A89-14557A8151E7}"/>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4AEC1005-FB68-4199-E6B5-0C64D4DBE2A8}"/>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28B0E47-C93C-8307-C43D-A89D3D35F95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CCF915D6-C498-6705-AFF4-0DCB162FA624}"/>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7F25D68B-CA41-E99A-C35B-9E3610CADF7A}"/>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D87DBE32-6724-EF90-EB6D-9E26EC8D740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B7AEE391-DCC2-7E80-99DA-450D26469E23}"/>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017BCB53-F606-8939-54C4-3A78F494F984}"/>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A1F11565-D759-0138-531F-A02F86C55279}"/>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78630E1E-883B-9587-5275-FD45A62BBE7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514343A-675B-D298-9830-9387F2EEADF5}"/>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5DA72FB6-589B-9E36-B3BF-9FE8E2CCE5AB}"/>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291D5E9F-8FC9-EFED-0944-A1ED054EE8C7}"/>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E711D178-2B7D-4A71-94BB-D159B4BE7C87}"/>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02BC97C0-D4B7-99B0-E6A2-48CD24534564}"/>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AFE15991-B192-CCFE-4FFD-6C39AD0A674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141EEF39-E2BE-73E8-8C86-6A4E9F870AE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9F83A9D-9323-284E-CAA8-8DC879FA9704}"/>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F4877C4C-1753-241D-6DB0-F7D47C2FF41C}"/>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70102D64-CCF9-2372-34A2-E473E262D9B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0998C197-2863-427C-6F8A-011A2FEEA45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D39A5A75-E2B1-C190-BA55-4356AB89CD04}"/>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D2710AA8-5EF7-5E17-3350-BB127445E483}"/>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CE65F60-1961-93FB-160E-8AD5C1658722}"/>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CD92EA79-E70A-0C0F-47AD-98AAE214CE78}"/>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E8FABBD2-B2BC-4871-8BF9-5DED7B5B5894}"/>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D685E6DE-A86E-F096-7296-BB8AE086EF4C}"/>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B8D4845B-29C2-9E65-8ECD-BE1A4E9D25A6}"/>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3FE48530-A7EC-F538-3A8E-70A19C641FCA}"/>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97D8AF39-64CB-0DDA-A2F2-E034C0F7087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5DBF0270-7400-4149-404B-E1A6BBB913F1}"/>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EE116F85-2203-E629-DDD4-4C7AE7DA549E}"/>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60E291D4-15A9-68CE-C3B5-242B713ED6E8}"/>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2351C713-B0FD-7BD3-2B81-CFA5DEDB95B7}"/>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E6A1714B-8647-F9F8-E592-51A481A29B6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2F72F0A0-CD0C-B82C-1A3B-07230A29F4E3}"/>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77BE66CE-1C36-1718-C80F-A7A475A4ECFF}"/>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0BF605ED-C304-83C3-91FF-94DFBDF4626A}"/>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B860C984-18EC-9845-7278-6661013B6485}"/>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FC8E9E2A-249B-C033-80A2-9669EDD61958}"/>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1F83FF42-0ADC-28AF-2B60-C9F5A25AC77F}"/>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A2ADD1FB-C157-9AC1-CA07-16F7CAAB63B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B0731CAA-3411-87D6-ABA5-C6A402FBEFD2}"/>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96A91E6A-64E7-ABDD-6F29-205D3E847860}"/>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3C13DA98-AFDE-4A5A-71B6-580411A3D41E}"/>
              </a:ext>
            </a:extLst>
          </p:cNvPr>
          <p:cNvSpPr txBox="1"/>
          <p:nvPr/>
        </p:nvSpPr>
        <p:spPr>
          <a:xfrm>
            <a:off x="4645378"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3BEE4CE3-CE65-14C4-D2D1-BBDA5E2C432C}"/>
              </a:ext>
            </a:extLst>
          </p:cNvPr>
          <p:cNvSpPr txBox="1"/>
          <p:nvPr/>
        </p:nvSpPr>
        <p:spPr>
          <a:xfrm>
            <a:off x="5650090"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96AD6275-D9DA-9F7F-59BB-D182A56FE65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8A46C5D8-8F82-A977-0531-883BFE8B4742}"/>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70D30915-A1CC-EC1F-8F19-192AE2096DA4}"/>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a:t>
            </a:r>
          </a:p>
        </p:txBody>
      </p:sp>
      <p:sp>
        <p:nvSpPr>
          <p:cNvPr id="84" name="TextBox 83">
            <a:extLst>
              <a:ext uri="{FF2B5EF4-FFF2-40B4-BE49-F238E27FC236}">
                <a16:creationId xmlns:a16="http://schemas.microsoft.com/office/drawing/2014/main" id="{7F9A24F5-1C37-A1F8-932F-83195BD8485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4549B983-7932-91AF-8532-F6C9068EBAF4}"/>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88" name="TextBox 87">
            <a:extLst>
              <a:ext uri="{FF2B5EF4-FFF2-40B4-BE49-F238E27FC236}">
                <a16:creationId xmlns:a16="http://schemas.microsoft.com/office/drawing/2014/main" id="{7E617CEF-ABB2-0AB8-278D-404BCAC94497}"/>
              </a:ext>
            </a:extLst>
          </p:cNvPr>
          <p:cNvSpPr txBox="1"/>
          <p:nvPr/>
        </p:nvSpPr>
        <p:spPr>
          <a:xfrm>
            <a:off x="6152446" y="2905709"/>
            <a:ext cx="570089" cy="230832"/>
          </a:xfrm>
          <a:prstGeom prst="rect">
            <a:avLst/>
          </a:prstGeom>
          <a:noFill/>
        </p:spPr>
        <p:txBody>
          <a:bodyPr wrap="square" rtlCol="0">
            <a:spAutoFit/>
          </a:bodyPr>
          <a:lstStyle/>
          <a:p>
            <a:pPr algn="ctr"/>
            <a:r>
              <a:rPr lang="en-US" sz="900" dirty="0"/>
              <a:t>42</a:t>
            </a:r>
          </a:p>
        </p:txBody>
      </p:sp>
      <p:sp>
        <p:nvSpPr>
          <p:cNvPr id="89" name="TextBox 88">
            <a:extLst>
              <a:ext uri="{FF2B5EF4-FFF2-40B4-BE49-F238E27FC236}">
                <a16:creationId xmlns:a16="http://schemas.microsoft.com/office/drawing/2014/main" id="{B5BF1292-D856-05D5-47A5-AEC89B547380}"/>
              </a:ext>
            </a:extLst>
          </p:cNvPr>
          <p:cNvSpPr txBox="1"/>
          <p:nvPr/>
        </p:nvSpPr>
        <p:spPr>
          <a:xfrm>
            <a:off x="6654802" y="2905709"/>
            <a:ext cx="570089" cy="230832"/>
          </a:xfrm>
          <a:prstGeom prst="rect">
            <a:avLst/>
          </a:prstGeom>
          <a:noFill/>
        </p:spPr>
        <p:txBody>
          <a:bodyPr wrap="square" rtlCol="0">
            <a:spAutoFit/>
          </a:bodyPr>
          <a:lstStyle/>
          <a:p>
            <a:pPr algn="ctr"/>
            <a:r>
              <a:rPr lang="en-US" sz="900" dirty="0"/>
              <a:t>24</a:t>
            </a:r>
          </a:p>
        </p:txBody>
      </p:sp>
      <p:sp>
        <p:nvSpPr>
          <p:cNvPr id="90" name="TextBox 89">
            <a:extLst>
              <a:ext uri="{FF2B5EF4-FFF2-40B4-BE49-F238E27FC236}">
                <a16:creationId xmlns:a16="http://schemas.microsoft.com/office/drawing/2014/main" id="{8D321894-DC56-8D6F-4318-445D938C4575}"/>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387B29E4-8CA5-B0A5-1A47-18B5A29020D7}"/>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602CA71A-C603-8A86-AC0F-F90B2E26E4D6}"/>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400A14A5-5E46-A8E8-2077-968AE1BA331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D2A4F953-CCB0-9CBB-26BC-3DA230127EC9}"/>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BE10E1FA-95E4-04E5-E9FB-B12828F20276}"/>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71BCD188-8DC2-8259-AD66-9618E66290B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ECA9FB26-46BD-C24D-57D6-7B52C6626610}"/>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5565AA1B-3F95-A68A-3235-FE5C0CB3F259}"/>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D46CFB44-B5B3-F9D6-3A62-0C419F06EAE3}"/>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0CD83E03-11DA-E902-AC58-50ECF0164B94}"/>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ED7B107D-533F-44F2-6174-4A35D3E3DCF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A0602B71-94B3-B35F-1068-8879674AB5FB}"/>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C6DFC884-DFF7-E00B-11C3-5F6CF4E5C284}"/>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8EB745EE-F980-2EA4-0259-0E6A9348973B}"/>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DE186B54-7232-5A3D-7366-FCC0D874E05E}"/>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092311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60A2A-75BD-2110-B50C-FD319C744C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6EF750-7850-66F1-57FC-CFDD51DB553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76BD925-94E0-ED65-82AA-0B2FEEFD67D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E4CC3F5-70B6-4417-FDE3-757534F87C1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F51DDAC-7F7C-B1AE-FEA1-5194E2ECBE8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4884BD9-7C9E-9C93-3302-BE46A751054F}"/>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8F2EF68C-8067-DC38-F322-B24A595A06D5}"/>
              </a:ext>
            </a:extLst>
          </p:cNvPr>
          <p:cNvSpPr txBox="1"/>
          <p:nvPr/>
        </p:nvSpPr>
        <p:spPr>
          <a:xfrm>
            <a:off x="6152446" y="2077244"/>
            <a:ext cx="570089" cy="230832"/>
          </a:xfrm>
          <a:prstGeom prst="rect">
            <a:avLst/>
          </a:prstGeom>
          <a:noFill/>
        </p:spPr>
        <p:txBody>
          <a:bodyPr wrap="square" rtlCol="0">
            <a:spAutoFit/>
          </a:bodyPr>
          <a:lstStyle/>
          <a:p>
            <a:pPr algn="ctr"/>
            <a:r>
              <a:rPr lang="en-US" sz="900" dirty="0"/>
              <a:t>345</a:t>
            </a:r>
          </a:p>
        </p:txBody>
      </p:sp>
      <p:sp>
        <p:nvSpPr>
          <p:cNvPr id="19" name="TextBox 18">
            <a:extLst>
              <a:ext uri="{FF2B5EF4-FFF2-40B4-BE49-F238E27FC236}">
                <a16:creationId xmlns:a16="http://schemas.microsoft.com/office/drawing/2014/main" id="{9775E454-7B34-F578-565E-9B43EA304B75}"/>
              </a:ext>
            </a:extLst>
          </p:cNvPr>
          <p:cNvSpPr txBox="1"/>
          <p:nvPr/>
        </p:nvSpPr>
        <p:spPr>
          <a:xfrm>
            <a:off x="6654802" y="2077244"/>
            <a:ext cx="570089" cy="230832"/>
          </a:xfrm>
          <a:prstGeom prst="rect">
            <a:avLst/>
          </a:prstGeom>
          <a:noFill/>
        </p:spPr>
        <p:txBody>
          <a:bodyPr wrap="square" rtlCol="0">
            <a:spAutoFit/>
          </a:bodyPr>
          <a:lstStyle/>
          <a:p>
            <a:pPr algn="ctr"/>
            <a:r>
              <a:rPr lang="en-US" sz="900" dirty="0"/>
              <a:t>34</a:t>
            </a:r>
          </a:p>
        </p:txBody>
      </p:sp>
      <p:sp>
        <p:nvSpPr>
          <p:cNvPr id="47" name="TextBox 46">
            <a:extLst>
              <a:ext uri="{FF2B5EF4-FFF2-40B4-BE49-F238E27FC236}">
                <a16:creationId xmlns:a16="http://schemas.microsoft.com/office/drawing/2014/main" id="{F58086BE-5D79-6A5F-0F9C-F319D5E2572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DA88492-8205-7B60-28BF-9CDA770F9EA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554176B2-7EA2-9D80-A613-5C976F527A5A}"/>
              </a:ext>
            </a:extLst>
          </p:cNvPr>
          <p:cNvSpPr txBox="1"/>
          <p:nvPr/>
        </p:nvSpPr>
        <p:spPr>
          <a:xfrm>
            <a:off x="6654802" y="1402877"/>
            <a:ext cx="570089" cy="230832"/>
          </a:xfrm>
          <a:prstGeom prst="rect">
            <a:avLst/>
          </a:prstGeom>
          <a:noFill/>
        </p:spPr>
        <p:txBody>
          <a:bodyPr wrap="square" rtlCol="0">
            <a:spAutoFit/>
          </a:bodyPr>
          <a:lstStyle/>
          <a:p>
            <a:pPr algn="ctr"/>
            <a:r>
              <a:rPr lang="en-US" sz="900" dirty="0"/>
              <a:t>53</a:t>
            </a:r>
          </a:p>
        </p:txBody>
      </p:sp>
      <p:sp>
        <p:nvSpPr>
          <p:cNvPr id="53" name="TextBox 52">
            <a:extLst>
              <a:ext uri="{FF2B5EF4-FFF2-40B4-BE49-F238E27FC236}">
                <a16:creationId xmlns:a16="http://schemas.microsoft.com/office/drawing/2014/main" id="{82898E99-83C6-5E9F-B981-5EEF51C6436C}"/>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11D0CC8-B3BE-537F-FDC7-A210459EE836}"/>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7C0C31E4-6FA9-215E-62B4-4760EA4D2059}"/>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6917F50-CF6D-3BE5-A382-DAF79501D37B}"/>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559825C-04F7-B693-1EC8-B640461C4F7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F8D5DE5D-A29C-832A-41A8-EB240E9B2B8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E7FC6BBD-4C5A-9DEF-C78F-F87DBB5F02E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2D556299-7645-DD90-12E9-5C6221444EF7}"/>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220B78C7-2D3E-FDC4-88F1-0FF01BE3A2B4}"/>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23FA35B-44F1-21AB-D44A-D08AB70F7B5F}"/>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69076269-8D9D-5E56-0D72-B1A0ABBD8BD9}"/>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82B58A58-AAAF-724A-7210-7293E95CAF45}"/>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10EFC36B-63BB-FE86-20DD-4D1C0E3633E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B3073699-DCFF-C7BB-503C-95653676E100}"/>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4EDBA54D-05BB-ECCF-78AE-EFD38DD02E6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F79DFBA1-E099-996E-9975-207D7DB2C3CD}"/>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BEDF8BE6-22D2-4649-787D-00C200FE3DD6}"/>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6C4678D-C0AD-5D19-9C3B-0E6F111445F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7CB5D42-8436-DF32-DC61-222B740D8243}"/>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6EEB41BA-2208-9DAE-A453-DF1D00DB1D0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8360827D-B4B7-ADE0-DCCF-CE26ED8EBC6F}"/>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21554EA1-D67B-61A2-A6CA-C9D1F06D4305}"/>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D82D7F62-06F6-ACFD-073C-6090FAB9E693}"/>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63C652C2-712B-17ED-7964-082FA176D5AE}"/>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3E71E32E-3DC8-2B1F-87D5-4716ED8D5FEA}"/>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F43D1B64-E298-55D6-C164-16CD7F3ACBA7}"/>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0AB02539-A7B0-6376-B3CA-D4E3453AD42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076A63CE-B8A0-899A-F846-A34BE7995EC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6143B5BC-A6FC-3EA5-55C7-BF962CECE05E}"/>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BAF886A-C84C-02B9-8F44-CDF2CCA1CBCF}"/>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3C4703D8-E5CD-5B4B-C24F-59BCCC435E6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EB570E9C-8241-7E15-174B-D588594A3FAE}"/>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A64C794D-5EC9-1BC0-896C-2322F9364418}"/>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9226FD40-73D6-3292-7AFB-BEFE988F9C4B}"/>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FB1CCADB-8CF3-51E5-65C3-7884B5AE405F}"/>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8C24AB19-631B-0424-A5FE-E2E825FC26FD}"/>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6CD17B72-DBE8-5D4A-4AF8-F3290BBD8E0B}"/>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99E997F6-2B5F-21FB-B2C3-CCF0177B60C5}"/>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6390465-DDD6-B6A0-2224-3CDCCE71D405}"/>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9AB633A8-DF04-744F-9347-54700F4E2952}"/>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429960BC-4C69-CBD8-750D-4076FB26E2C7}"/>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55A220CD-F83E-6E1B-0C53-D82B8DD5456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1E9D296-72EB-2DF6-3772-87ED7641D9DF}"/>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5BFEE1AE-CF16-808E-EC33-B338DB0FB066}"/>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C482E76A-39C9-69A6-3346-56CDCE240DCD}"/>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4896AB10-8BB5-7795-68AB-9D59F7242356}"/>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525FE4EB-9FA6-EF38-EF6D-7E83A31DD865}"/>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5AF8652E-D8BF-4D13-3BB8-1A06E79A8AC4}"/>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20724E90-5F8E-EDC9-EF90-D758C990277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2B315028-A174-F70A-F477-F732CFAB4005}"/>
              </a:ext>
            </a:extLst>
          </p:cNvPr>
          <p:cNvSpPr txBox="1"/>
          <p:nvPr/>
        </p:nvSpPr>
        <p:spPr>
          <a:xfrm>
            <a:off x="3138310" y="1402877"/>
            <a:ext cx="570089" cy="230832"/>
          </a:xfrm>
          <a:prstGeom prst="rect">
            <a:avLst/>
          </a:prstGeom>
          <a:no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9E46D249-C971-DD43-9522-50777AF45AEE}"/>
              </a:ext>
            </a:extLst>
          </p:cNvPr>
          <p:cNvSpPr txBox="1"/>
          <p:nvPr/>
        </p:nvSpPr>
        <p:spPr>
          <a:xfrm>
            <a:off x="3138310" y="1903821"/>
            <a:ext cx="570089" cy="230832"/>
          </a:xfrm>
          <a:prstGeom prst="rect">
            <a:avLst/>
          </a:prstGeom>
          <a:no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7A4F2D1F-208E-A5F4-B9A2-0D9D13C8D7FA}"/>
              </a:ext>
            </a:extLst>
          </p:cNvPr>
          <p:cNvSpPr txBox="1"/>
          <p:nvPr/>
        </p:nvSpPr>
        <p:spPr>
          <a:xfrm>
            <a:off x="4645378"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2365A49E-A071-0EE6-1156-306CBA057BCC}"/>
              </a:ext>
            </a:extLst>
          </p:cNvPr>
          <p:cNvSpPr txBox="1"/>
          <p:nvPr/>
        </p:nvSpPr>
        <p:spPr>
          <a:xfrm>
            <a:off x="5650090"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13</a:t>
            </a:r>
          </a:p>
        </p:txBody>
      </p:sp>
      <p:sp>
        <p:nvSpPr>
          <p:cNvPr id="80" name="TextBox 79">
            <a:extLst>
              <a:ext uri="{FF2B5EF4-FFF2-40B4-BE49-F238E27FC236}">
                <a16:creationId xmlns:a16="http://schemas.microsoft.com/office/drawing/2014/main" id="{8920EDC0-10B0-9A2C-9C43-61DED73CC59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81" name="TextBox 80">
            <a:extLst>
              <a:ext uri="{FF2B5EF4-FFF2-40B4-BE49-F238E27FC236}">
                <a16:creationId xmlns:a16="http://schemas.microsoft.com/office/drawing/2014/main" id="{0BDA5194-0B15-4815-7575-96A3C83F2957}"/>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0F6D4386-D4AA-E387-02F6-719BCD883825}"/>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CC01AD2C-B329-97DC-B217-3805A2D46EF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0A981781-C51C-537C-7B1E-56CA7E0CAC7D}"/>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90" name="TextBox 89">
            <a:extLst>
              <a:ext uri="{FF2B5EF4-FFF2-40B4-BE49-F238E27FC236}">
                <a16:creationId xmlns:a16="http://schemas.microsoft.com/office/drawing/2014/main" id="{93F906DD-41CF-A3E4-6C2F-86981D8D7D65}"/>
              </a:ext>
            </a:extLst>
          </p:cNvPr>
          <p:cNvSpPr txBox="1"/>
          <p:nvPr/>
        </p:nvSpPr>
        <p:spPr>
          <a:xfrm>
            <a:off x="6152446" y="3406653"/>
            <a:ext cx="570089" cy="230832"/>
          </a:xfrm>
          <a:prstGeom prst="rect">
            <a:avLst/>
          </a:prstGeom>
          <a:no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21D1224C-99B9-4712-C424-D6FDC84BDEBF}"/>
              </a:ext>
            </a:extLst>
          </p:cNvPr>
          <p:cNvSpPr txBox="1"/>
          <p:nvPr/>
        </p:nvSpPr>
        <p:spPr>
          <a:xfrm>
            <a:off x="6654802" y="3406653"/>
            <a:ext cx="570089" cy="230832"/>
          </a:xfrm>
          <a:prstGeom prst="rect">
            <a:avLst/>
          </a:prstGeom>
          <a:no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D10D4DEF-F793-807B-39F4-137B2681645F}"/>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41555F4C-EB34-6A82-D35E-E715EFD08912}"/>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AC6B141A-0CB0-4D44-B0D6-51773DD7D67E}"/>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2EB82F6A-33B6-F1E2-75BD-E97DD5CCA069}"/>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4452BE8-6B73-BB63-A470-C374ADC7ACF0}"/>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56C96E67-1CCE-F5F7-B04A-477469CFAA4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67C8F391-6A05-0261-B3D2-3E231E36E707}"/>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30288A16-6E3A-EE00-BED5-3D41E9FF9DE5}"/>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263B422A-9127-67AE-3040-D2E24774BF8D}"/>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3D46812-2AA2-6CD1-F8BD-BCC933C0DD69}"/>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79F5A3CC-1A47-0FAF-9D5F-B43B9C0EE4AD}"/>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DD792968-506B-1C43-1206-76FEBAF860B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17A3B324-7639-4B9D-ACE8-C4DAAB84964B}"/>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81833CF7-C3BA-91FD-B930-9F2DC317461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F6C9A491-652D-8ED3-491A-39AF51ADCBE2}"/>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0B3AEA3D-70D4-0AA6-1B06-C147B792D0CE}"/>
              </a:ext>
            </a:extLst>
          </p:cNvPr>
          <p:cNvSpPr txBox="1"/>
          <p:nvPr/>
        </p:nvSpPr>
        <p:spPr>
          <a:xfrm>
            <a:off x="6714071"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6068644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9A69C-7C49-B28A-602C-B62AB3CB10A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27AD7C-E2A8-46AE-D69B-BD13007D37A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2E7795A-3765-B93C-E31D-EAFFE4DF2F6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BBBC445-1CCF-9330-8210-8AABE995B2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F9D8C41-AE7C-287B-21FE-A76E939F56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8A2BF0-2C69-CD8F-A06A-09EAB8E226C3}"/>
              </a:ext>
            </a:extLst>
          </p:cNvPr>
          <p:cNvPicPr>
            <a:picLocks noChangeAspect="1"/>
          </p:cNvPicPr>
          <p:nvPr/>
        </p:nvPicPr>
        <p:blipFill>
          <a:blip r:embed="rId6"/>
          <a:stretch>
            <a:fillRect/>
          </a:stretch>
        </p:blipFill>
        <p:spPr>
          <a:xfrm>
            <a:off x="4584700" y="2311400"/>
            <a:ext cx="0" cy="0"/>
          </a:xfrm>
          <a:prstGeom prst="rect">
            <a:avLst/>
          </a:prstGeom>
        </p:spPr>
      </p:pic>
      <p:sp>
        <p:nvSpPr>
          <p:cNvPr id="18" name="TextBox 17">
            <a:extLst>
              <a:ext uri="{FF2B5EF4-FFF2-40B4-BE49-F238E27FC236}">
                <a16:creationId xmlns:a16="http://schemas.microsoft.com/office/drawing/2014/main" id="{4B687FE9-DD5C-FCA2-5173-B99104C072A4}"/>
              </a:ext>
            </a:extLst>
          </p:cNvPr>
          <p:cNvSpPr txBox="1"/>
          <p:nvPr/>
        </p:nvSpPr>
        <p:spPr>
          <a:xfrm>
            <a:off x="6152446" y="2077244"/>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47" name="TextBox 46">
            <a:extLst>
              <a:ext uri="{FF2B5EF4-FFF2-40B4-BE49-F238E27FC236}">
                <a16:creationId xmlns:a16="http://schemas.microsoft.com/office/drawing/2014/main" id="{A3326E05-AA07-B733-8C66-C3557886DA67}"/>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5BB7496-54D7-5190-B531-E298FBB38092}"/>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4" name="TextBox 53">
            <a:extLst>
              <a:ext uri="{FF2B5EF4-FFF2-40B4-BE49-F238E27FC236}">
                <a16:creationId xmlns:a16="http://schemas.microsoft.com/office/drawing/2014/main" id="{96DDF1E5-DB0F-2002-9223-64D2CD5C16A2}"/>
              </a:ext>
            </a:extLst>
          </p:cNvPr>
          <p:cNvSpPr txBox="1"/>
          <p:nvPr/>
        </p:nvSpPr>
        <p:spPr>
          <a:xfrm>
            <a:off x="6654802"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53" name="TextBox 52">
            <a:extLst>
              <a:ext uri="{FF2B5EF4-FFF2-40B4-BE49-F238E27FC236}">
                <a16:creationId xmlns:a16="http://schemas.microsoft.com/office/drawing/2014/main" id="{80908162-EA8B-A853-2130-0876917E6914}"/>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70A6E48-DBC9-2DE2-466F-25E6183F6478}"/>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66B7CFC6-8A88-9EC1-07C4-6A3BA3AAA241}"/>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082043B-9FB5-6B01-78B8-E605D05203D9}"/>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3CCD08B-F9F5-CB74-23A3-96D44D8560A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0AEB5966-446E-0261-DC5B-8EB7B8A23BD6}"/>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9DFF6D1D-3F3F-2AB4-35BD-F5B90B02D686}"/>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5D5686ED-D294-C339-D1A4-31F992368F1E}"/>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2392DFB-BF81-661E-25CC-62DA5A64BBEF}"/>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ACD2C95-D840-AFBE-920E-A29854AE6D8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78C40919-4D0E-BEFF-340C-5DDCDA2767B6}"/>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44F9FF5-463E-1EA2-FD08-226CA03ECDF7}"/>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FA393C8A-DB48-48B8-45F3-6B09F3D97C7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2878DFB6-2626-46A7-685A-34E01E2B7D58}"/>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4AB32A7E-62CD-6F26-2941-0B7375DB4AB0}"/>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F3463D90-106F-82CF-C376-AE6DF1C4E748}"/>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9D6ABD33-CED2-AEDD-6C93-85D7FE4B88DB}"/>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BF2FBF0-CCE8-FA3D-9932-7DFEF74747F8}"/>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7EC78F7F-D051-6324-64B5-2B98BBCB16C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805183FB-59DD-EF97-E2B6-1BA1FBE7516A}"/>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33E44389-2343-D62B-CD0B-DE9C8D28E25F}"/>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143457DE-C006-025B-226B-E1E52135FE0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E4411D57-A938-7669-95FA-64C7666749A0}"/>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B2D87A71-6E2C-3A57-CF7A-3BA50F964F21}"/>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B4D61D1-21B4-66C8-BEAF-406B8080D180}"/>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0AFD56C6-766C-8588-2670-8E4FF982B368}"/>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5609C289-8EDD-8A11-17C4-C0FE39B4F94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810747FE-A600-160F-97AE-A94965396029}"/>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E4A1CB7E-7E8E-BCA7-E209-BEF599683BBF}"/>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0C91FEE4-D451-85D6-7B7E-D147C711DEBC}"/>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403E15B5-5453-C4EA-3DB9-AE02586DE58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9BF4C3BE-EB4D-516F-4081-A10D66F89B8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C4DBDC7B-F119-3A75-3B9F-2B55ABD7DDF5}"/>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4F29E902-8E82-3A1D-46FC-64A9ED687B2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FCF0DC62-5EDA-248A-F66F-72EF7D961ED3}"/>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1FF76185-3DBE-2B4F-5E4E-9EAE429CD138}"/>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2D86AFB2-D041-8132-BB41-11BCF32C074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34BD4B31-34E7-7945-58C6-0498C38CAC33}"/>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24ABBFE4-9C92-3A41-D31B-05621E78BBD9}"/>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1B8B70B4-ADC7-387C-49BF-3513F6E4B025}"/>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B040EF16-6228-0A73-CCAA-AC09A9EA497B}"/>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86055EF0-8AD5-A039-1B2F-78E42375C20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B9539E59-E719-546A-D0F9-3C2D5DF88D27}"/>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1EF577C8-7372-0A17-63E7-EB5FB2341946}"/>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DFC5ED65-6B51-7F80-4849-9375F432F9F5}"/>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2189DDC3-A2E8-B4A0-4991-AF9C96212EA5}"/>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8DA2C805-6654-B2C6-FFE1-79CFF7DDE5DA}"/>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0DD6474-10AF-4D3E-EFBB-3EBAD1949BBC}"/>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E1A8A2B2-F350-E8D2-05DE-486DA7867A9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57" name="TextBox 56">
            <a:extLst>
              <a:ext uri="{FF2B5EF4-FFF2-40B4-BE49-F238E27FC236}">
                <a16:creationId xmlns:a16="http://schemas.microsoft.com/office/drawing/2014/main" id="{3666B162-00B9-B9A4-58DF-DAC3ADEAF7A5}"/>
              </a:ext>
            </a:extLst>
          </p:cNvPr>
          <p:cNvSpPr txBox="1"/>
          <p:nvPr/>
        </p:nvSpPr>
        <p:spPr>
          <a:xfrm>
            <a:off x="313831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15</a:t>
            </a:r>
          </a:p>
        </p:txBody>
      </p:sp>
      <p:sp>
        <p:nvSpPr>
          <p:cNvPr id="60" name="TextBox 59">
            <a:extLst>
              <a:ext uri="{FF2B5EF4-FFF2-40B4-BE49-F238E27FC236}">
                <a16:creationId xmlns:a16="http://schemas.microsoft.com/office/drawing/2014/main" id="{4D03D7D3-40EF-2010-1895-07221B87E238}"/>
              </a:ext>
            </a:extLst>
          </p:cNvPr>
          <p:cNvSpPr txBox="1"/>
          <p:nvPr/>
        </p:nvSpPr>
        <p:spPr>
          <a:xfrm>
            <a:off x="3138310"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51</a:t>
            </a:r>
          </a:p>
        </p:txBody>
      </p:sp>
      <p:sp>
        <p:nvSpPr>
          <p:cNvPr id="77" name="TextBox 76">
            <a:extLst>
              <a:ext uri="{FF2B5EF4-FFF2-40B4-BE49-F238E27FC236}">
                <a16:creationId xmlns:a16="http://schemas.microsoft.com/office/drawing/2014/main" id="{9ECE55D1-E5A5-D4AA-DE4F-BE82EA3CD130}"/>
              </a:ext>
            </a:extLst>
          </p:cNvPr>
          <p:cNvSpPr txBox="1"/>
          <p:nvPr/>
        </p:nvSpPr>
        <p:spPr>
          <a:xfrm>
            <a:off x="4645378"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78" name="TextBox 77">
            <a:extLst>
              <a:ext uri="{FF2B5EF4-FFF2-40B4-BE49-F238E27FC236}">
                <a16:creationId xmlns:a16="http://schemas.microsoft.com/office/drawing/2014/main" id="{41B9F908-EDC4-2BA7-C8F2-50C487526EC8}"/>
              </a:ext>
            </a:extLst>
          </p:cNvPr>
          <p:cNvSpPr txBox="1"/>
          <p:nvPr/>
        </p:nvSpPr>
        <p:spPr>
          <a:xfrm>
            <a:off x="5650090" y="4408541"/>
            <a:ext cx="570089" cy="230832"/>
          </a:xfrm>
          <a:prstGeom prst="rect">
            <a:avLst/>
          </a:prstGeom>
          <a:solidFill>
            <a:schemeClr val="accent5">
              <a:lumMod val="20000"/>
              <a:lumOff val="80000"/>
            </a:schemeClr>
          </a:solidFill>
        </p:spPr>
        <p:txBody>
          <a:bodyPr wrap="square" rtlCol="0">
            <a:spAutoFit/>
          </a:bodyPr>
          <a:lstStyle/>
          <a:p>
            <a:pPr algn="ctr"/>
            <a:r>
              <a:rPr lang="en-US" sz="900" dirty="0"/>
              <a:t>13</a:t>
            </a:r>
          </a:p>
        </p:txBody>
      </p:sp>
      <p:sp>
        <p:nvSpPr>
          <p:cNvPr id="81" name="TextBox 80">
            <a:extLst>
              <a:ext uri="{FF2B5EF4-FFF2-40B4-BE49-F238E27FC236}">
                <a16:creationId xmlns:a16="http://schemas.microsoft.com/office/drawing/2014/main" id="{C6029CA6-DF7D-7C6C-EEDA-CEA41DE94D87}"/>
              </a:ext>
            </a:extLst>
          </p:cNvPr>
          <p:cNvSpPr txBox="1"/>
          <p:nvPr/>
        </p:nvSpPr>
        <p:spPr>
          <a:xfrm>
            <a:off x="5650090" y="1402877"/>
            <a:ext cx="570089" cy="230832"/>
          </a:xfrm>
          <a:prstGeom prst="rect">
            <a:avLst/>
          </a:prstGeom>
          <a:solidFill>
            <a:schemeClr val="accent5">
              <a:lumMod val="20000"/>
              <a:lumOff val="80000"/>
            </a:schemeClr>
          </a:solidFill>
        </p:spPr>
        <p:txBody>
          <a:bodyPr wrap="square" rtlCol="0">
            <a:spAutoFit/>
          </a:bodyPr>
          <a:lstStyle/>
          <a:p>
            <a:pPr algn="ctr"/>
            <a:r>
              <a:rPr lang="en-US" sz="900" dirty="0"/>
              <a:t>31</a:t>
            </a:r>
          </a:p>
        </p:txBody>
      </p:sp>
      <p:sp>
        <p:nvSpPr>
          <p:cNvPr id="82" name="TextBox 81">
            <a:extLst>
              <a:ext uri="{FF2B5EF4-FFF2-40B4-BE49-F238E27FC236}">
                <a16:creationId xmlns:a16="http://schemas.microsoft.com/office/drawing/2014/main" id="{2DFA94A9-4087-CF8C-1FE2-5AFC28A2E8F1}"/>
              </a:ext>
            </a:extLst>
          </p:cNvPr>
          <p:cNvSpPr txBox="1"/>
          <p:nvPr/>
        </p:nvSpPr>
        <p:spPr>
          <a:xfrm>
            <a:off x="4645378" y="1903821"/>
            <a:ext cx="570089" cy="230832"/>
          </a:xfrm>
          <a:prstGeom prst="rect">
            <a:avLst/>
          </a:prstGeom>
          <a:solidFill>
            <a:schemeClr val="accent5">
              <a:lumMod val="20000"/>
              <a:lumOff val="80000"/>
            </a:schemeClr>
          </a:solid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D3C74098-977D-472A-1F44-00299F1C8B6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4D315FAF-5869-A076-8659-0B73FBA10C2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90" name="TextBox 89">
            <a:extLst>
              <a:ext uri="{FF2B5EF4-FFF2-40B4-BE49-F238E27FC236}">
                <a16:creationId xmlns:a16="http://schemas.microsoft.com/office/drawing/2014/main" id="{E3E6861A-65F8-2EAA-E492-BE1D53EAFDE8}"/>
              </a:ext>
            </a:extLst>
          </p:cNvPr>
          <p:cNvSpPr txBox="1"/>
          <p:nvPr/>
        </p:nvSpPr>
        <p:spPr>
          <a:xfrm>
            <a:off x="615244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91" name="TextBox 90">
            <a:extLst>
              <a:ext uri="{FF2B5EF4-FFF2-40B4-BE49-F238E27FC236}">
                <a16:creationId xmlns:a16="http://schemas.microsoft.com/office/drawing/2014/main" id="{616A7785-8EAB-418D-330A-6B62478AB72C}"/>
              </a:ext>
            </a:extLst>
          </p:cNvPr>
          <p:cNvSpPr txBox="1"/>
          <p:nvPr/>
        </p:nvSpPr>
        <p:spPr>
          <a:xfrm>
            <a:off x="6654802"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31" name="TextBox 30">
            <a:extLst>
              <a:ext uri="{FF2B5EF4-FFF2-40B4-BE49-F238E27FC236}">
                <a16:creationId xmlns:a16="http://schemas.microsoft.com/office/drawing/2014/main" id="{741627EB-CFA9-9BF2-9B65-417473296367}"/>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03DDDD76-98DE-F4FD-CFB2-D7565014E41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CDCA5910-BBC1-6421-5B0D-8CB830643C30}"/>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C8DA6C3A-F444-A391-9A3B-A15920AC3067}"/>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746BC558-2957-6A9B-9B62-30E3A0EA3CF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7E322917-4EFA-CA67-1651-DA378F250F8F}"/>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890A715A-E3FE-3EB4-409A-EC42899A5C6C}"/>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F9B49223-87FC-0A32-C019-EFFC4221400F}"/>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373A7E07-7E65-19AC-4700-57C5678EF1EE}"/>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897DF5FF-8656-531A-D572-6BBEC7C1ADF3}"/>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FCF059D5-31CA-5FCA-B1C0-8C31D1853413}"/>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2BF33FC9-D95F-02CC-0E74-DF8D9B07B9B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5DFE0D23-9622-EF11-D31C-873A6C4DBCD0}"/>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7FEA6421-3CAF-A56A-7956-005762F687B7}"/>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E272FC10-8942-5C20-1A48-D928BECAD7AB}"/>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1D3133EF-0D7A-FB73-7396-60D000CEF3FC}"/>
              </a:ext>
            </a:extLst>
          </p:cNvPr>
          <p:cNvSpPr txBox="1"/>
          <p:nvPr/>
        </p:nvSpPr>
        <p:spPr>
          <a:xfrm>
            <a:off x="6714071" y="2734556"/>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ED83DD54-EDC3-21C9-F086-4414355D6C2C}"/>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87" name="TextBox 86">
            <a:extLst>
              <a:ext uri="{FF2B5EF4-FFF2-40B4-BE49-F238E27FC236}">
                <a16:creationId xmlns:a16="http://schemas.microsoft.com/office/drawing/2014/main" id="{FDD0D6E1-3C3F-B4A0-7A1D-A049B320D431}"/>
              </a:ext>
            </a:extLst>
          </p:cNvPr>
          <p:cNvSpPr txBox="1"/>
          <p:nvPr/>
        </p:nvSpPr>
        <p:spPr>
          <a:xfrm>
            <a:off x="4715935" y="122455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898829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1A911-6CE5-7E51-AF6A-5FA29C512F4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3028BD-C7D6-C131-2AB0-21A06C2C1424}"/>
              </a:ext>
            </a:extLst>
          </p:cNvPr>
          <p:cNvSpPr>
            <a:spLocks noGrp="1"/>
          </p:cNvSpPr>
          <p:nvPr>
            <p:ph sz="half" idx="1"/>
          </p:nvPr>
        </p:nvSpPr>
        <p:spPr/>
        <p:txBody>
          <a:bodyPr>
            <a:normAutofit/>
          </a:bodyPr>
          <a:lstStyle/>
          <a:p>
            <a:r>
              <a:rPr lang="en-US" dirty="0"/>
              <a:t>Only the 5 is valid on the thermometer.</a:t>
            </a:r>
          </a:p>
        </p:txBody>
      </p:sp>
      <p:pic>
        <p:nvPicPr>
          <p:cNvPr id="4" name="Picture 3" descr="A grid of sudoku puzzle&#10;&#10;Description automatically generated">
            <a:extLst>
              <a:ext uri="{FF2B5EF4-FFF2-40B4-BE49-F238E27FC236}">
                <a16:creationId xmlns:a16="http://schemas.microsoft.com/office/drawing/2014/main" id="{DB122A02-B620-AE2E-34B2-BD22FD32DB6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5005A8D-A150-096B-8803-6F16B91730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762E56D-C5D8-0FAE-2428-5B69592DCD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1805BF7-688C-3591-301E-59467E6FCB32}"/>
              </a:ext>
            </a:extLst>
          </p:cNvPr>
          <p:cNvPicPr>
            <a:picLocks noChangeAspect="1"/>
          </p:cNvPicPr>
          <p:nvPr/>
        </p:nvPicPr>
        <p:blipFill>
          <a:blip r:embed="rId6"/>
          <a:stretch>
            <a:fillRect/>
          </a:stretch>
        </p:blipFill>
        <p:spPr>
          <a:xfrm>
            <a:off x="4584700" y="2311400"/>
            <a:ext cx="0" cy="0"/>
          </a:xfrm>
          <a:prstGeom prst="rect">
            <a:avLst/>
          </a:prstGeom>
        </p:spPr>
      </p:pic>
      <p:sp>
        <p:nvSpPr>
          <p:cNvPr id="47" name="TextBox 46">
            <a:extLst>
              <a:ext uri="{FF2B5EF4-FFF2-40B4-BE49-F238E27FC236}">
                <a16:creationId xmlns:a16="http://schemas.microsoft.com/office/drawing/2014/main" id="{3F0253B6-E008-668F-3933-D25DEB2371F9}"/>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268C91A-1EAD-8DF9-E967-8377998E79CF}"/>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DC1EA4EA-EC54-05EB-BDF7-E90A3872BA78}"/>
              </a:ext>
            </a:extLst>
          </p:cNvPr>
          <p:cNvSpPr txBox="1"/>
          <p:nvPr/>
        </p:nvSpPr>
        <p:spPr>
          <a:xfrm>
            <a:off x="4715935" y="3741226"/>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28B054EF-EB9B-DDAE-535E-D8C3743A9448}"/>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D8C2E757-2DEC-601A-89F8-0A150CA605F5}"/>
              </a:ext>
            </a:extLst>
          </p:cNvPr>
          <p:cNvSpPr txBox="1"/>
          <p:nvPr/>
        </p:nvSpPr>
        <p:spPr>
          <a:xfrm>
            <a:off x="4715935" y="273455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96EB8BFB-C64E-89D9-A690-525FCC4801C3}"/>
              </a:ext>
            </a:extLst>
          </p:cNvPr>
          <p:cNvSpPr txBox="1"/>
          <p:nvPr/>
        </p:nvSpPr>
        <p:spPr>
          <a:xfrm>
            <a:off x="5215469" y="3237891"/>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BEA09A5-D81A-E3EF-B2B0-44C832ED76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51" name="TextBox 50">
            <a:extLst>
              <a:ext uri="{FF2B5EF4-FFF2-40B4-BE49-F238E27FC236}">
                <a16:creationId xmlns:a16="http://schemas.microsoft.com/office/drawing/2014/main" id="{711E5990-37CA-D993-65B8-2DA70B413B07}"/>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5A75FBD4-3356-5CAA-F628-93E208B896F9}"/>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52" name="TextBox 51">
            <a:extLst>
              <a:ext uri="{FF2B5EF4-FFF2-40B4-BE49-F238E27FC236}">
                <a16:creationId xmlns:a16="http://schemas.microsoft.com/office/drawing/2014/main" id="{CAB9621A-92F6-AD87-0D09-F398E9EED01F}"/>
              </a:ext>
            </a:extLst>
          </p:cNvPr>
          <p:cNvSpPr txBox="1"/>
          <p:nvPr/>
        </p:nvSpPr>
        <p:spPr>
          <a:xfrm>
            <a:off x="6714071" y="2231221"/>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528705EE-89CC-49FF-DFD2-BC31906D55EF}"/>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50BF70B-EEB5-1402-C1A5-F671D47027C8}"/>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68" name="TextBox 67">
            <a:extLst>
              <a:ext uri="{FF2B5EF4-FFF2-40B4-BE49-F238E27FC236}">
                <a16:creationId xmlns:a16="http://schemas.microsoft.com/office/drawing/2014/main" id="{B0501183-57BE-3322-769A-61E61689B027}"/>
              </a:ext>
            </a:extLst>
          </p:cNvPr>
          <p:cNvSpPr txBox="1"/>
          <p:nvPr/>
        </p:nvSpPr>
        <p:spPr>
          <a:xfrm>
            <a:off x="5715003" y="4747898"/>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68FAFC45-1F17-980E-0099-DA6B1D4D81B4}"/>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E2A3714B-F727-8807-1EF9-983C7FA7A1F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27" name="TextBox 26">
            <a:extLst>
              <a:ext uri="{FF2B5EF4-FFF2-40B4-BE49-F238E27FC236}">
                <a16:creationId xmlns:a16="http://schemas.microsoft.com/office/drawing/2014/main" id="{130D2247-6AE6-F368-C84A-03A48029273D}"/>
              </a:ext>
            </a:extLst>
          </p:cNvPr>
          <p:cNvSpPr txBox="1"/>
          <p:nvPr/>
        </p:nvSpPr>
        <p:spPr>
          <a:xfrm>
            <a:off x="6714071"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89BC15C7-963E-1506-DF6D-6BAE4E4B870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10" name="TextBox 9">
            <a:extLst>
              <a:ext uri="{FF2B5EF4-FFF2-40B4-BE49-F238E27FC236}">
                <a16:creationId xmlns:a16="http://schemas.microsoft.com/office/drawing/2014/main" id="{3707DD8C-98B9-5512-37EF-5C90955804F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13" name="TextBox 12">
            <a:extLst>
              <a:ext uri="{FF2B5EF4-FFF2-40B4-BE49-F238E27FC236}">
                <a16:creationId xmlns:a16="http://schemas.microsoft.com/office/drawing/2014/main" id="{31AE2E81-B702-F383-9C46-B709E8C523BC}"/>
              </a:ext>
            </a:extLst>
          </p:cNvPr>
          <p:cNvSpPr txBox="1"/>
          <p:nvPr/>
        </p:nvSpPr>
        <p:spPr>
          <a:xfrm>
            <a:off x="3217333" y="424456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CC73A3D-BC4F-0C04-94F2-ACDEEBFE7591}"/>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18D1CE49-A89B-ECC1-C17E-E6F22CFC374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45" name="TextBox 44">
            <a:extLst>
              <a:ext uri="{FF2B5EF4-FFF2-40B4-BE49-F238E27FC236}">
                <a16:creationId xmlns:a16="http://schemas.microsoft.com/office/drawing/2014/main" id="{5A59EC95-F6A2-43A6-ED70-FEA651048161}"/>
              </a:ext>
            </a:extLst>
          </p:cNvPr>
          <p:cNvSpPr txBox="1"/>
          <p:nvPr/>
        </p:nvSpPr>
        <p:spPr>
          <a:xfrm>
            <a:off x="7213604" y="4747898"/>
            <a:ext cx="462845" cy="584775"/>
          </a:xfrm>
          <a:prstGeom prst="rect">
            <a:avLst/>
          </a:prstGeom>
          <a:noFill/>
        </p:spPr>
        <p:txBody>
          <a:bodyPr wrap="square" rtlCol="0">
            <a:spAutoFit/>
          </a:bodyPr>
          <a:lstStyle/>
          <a:p>
            <a:pPr algn="ctr"/>
            <a:r>
              <a:rPr lang="en-US" sz="3200" dirty="0"/>
              <a:t>5</a:t>
            </a:r>
          </a:p>
        </p:txBody>
      </p:sp>
      <p:sp>
        <p:nvSpPr>
          <p:cNvPr id="37" name="TextBox 36">
            <a:extLst>
              <a:ext uri="{FF2B5EF4-FFF2-40B4-BE49-F238E27FC236}">
                <a16:creationId xmlns:a16="http://schemas.microsoft.com/office/drawing/2014/main" id="{F701546F-6D97-5BF0-0451-E31671B302DC}"/>
              </a:ext>
            </a:extLst>
          </p:cNvPr>
          <p:cNvSpPr txBox="1"/>
          <p:nvPr/>
        </p:nvSpPr>
        <p:spPr>
          <a:xfrm>
            <a:off x="6214537" y="4747898"/>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D2E4692-E959-4DB3-6B0B-ACBFB5745AC6}"/>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9FE81A66-2989-520C-5436-94344AE7F404}"/>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C7895F08-198C-2A95-BFD5-78F1A46EE81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68A6CC3-D0B5-68D8-35CC-C9B27A46838F}"/>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017A88FC-8F4E-03FF-8F27-2B777188AE82}"/>
              </a:ext>
            </a:extLst>
          </p:cNvPr>
          <p:cNvSpPr txBox="1"/>
          <p:nvPr/>
        </p:nvSpPr>
        <p:spPr>
          <a:xfrm>
            <a:off x="3716867" y="1224551"/>
            <a:ext cx="462845" cy="584775"/>
          </a:xfrm>
          <a:prstGeom prst="rect">
            <a:avLst/>
          </a:prstGeom>
          <a:noFill/>
        </p:spPr>
        <p:txBody>
          <a:bodyPr wrap="square" rtlCol="0">
            <a:spAutoFit/>
          </a:bodyPr>
          <a:lstStyle/>
          <a:p>
            <a:pPr algn="ctr"/>
            <a:r>
              <a:rPr lang="en-US" sz="3200" dirty="0"/>
              <a:t>9</a:t>
            </a:r>
          </a:p>
        </p:txBody>
      </p:sp>
      <p:sp>
        <p:nvSpPr>
          <p:cNvPr id="56" name="TextBox 55">
            <a:extLst>
              <a:ext uri="{FF2B5EF4-FFF2-40B4-BE49-F238E27FC236}">
                <a16:creationId xmlns:a16="http://schemas.microsoft.com/office/drawing/2014/main" id="{2DFEE446-57E2-4719-16FD-34B2DDFBC9F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61" name="TextBox 60">
            <a:extLst>
              <a:ext uri="{FF2B5EF4-FFF2-40B4-BE49-F238E27FC236}">
                <a16:creationId xmlns:a16="http://schemas.microsoft.com/office/drawing/2014/main" id="{03D76404-342C-CFCA-A9DC-A024B00D0F90}"/>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69" name="TextBox 68">
            <a:extLst>
              <a:ext uri="{FF2B5EF4-FFF2-40B4-BE49-F238E27FC236}">
                <a16:creationId xmlns:a16="http://schemas.microsoft.com/office/drawing/2014/main" id="{6E207011-AED3-FE59-26B2-05127129E0BE}"/>
              </a:ext>
            </a:extLst>
          </p:cNvPr>
          <p:cNvSpPr txBox="1"/>
          <p:nvPr/>
        </p:nvSpPr>
        <p:spPr>
          <a:xfrm>
            <a:off x="4216401" y="3237891"/>
            <a:ext cx="462845" cy="584775"/>
          </a:xfrm>
          <a:prstGeom prst="rect">
            <a:avLst/>
          </a:prstGeom>
          <a:noFill/>
        </p:spPr>
        <p:txBody>
          <a:bodyPr wrap="square" rtlCol="0">
            <a:spAutoFit/>
          </a:bodyPr>
          <a:lstStyle/>
          <a:p>
            <a:pPr algn="ctr"/>
            <a:r>
              <a:rPr lang="en-US" sz="3200" dirty="0"/>
              <a:t>1</a:t>
            </a:r>
          </a:p>
        </p:txBody>
      </p:sp>
      <p:sp>
        <p:nvSpPr>
          <p:cNvPr id="28" name="TextBox 27">
            <a:extLst>
              <a:ext uri="{FF2B5EF4-FFF2-40B4-BE49-F238E27FC236}">
                <a16:creationId xmlns:a16="http://schemas.microsoft.com/office/drawing/2014/main" id="{6E283E44-7A0A-E991-48E8-B975F7E65B01}"/>
              </a:ext>
            </a:extLst>
          </p:cNvPr>
          <p:cNvSpPr txBox="1"/>
          <p:nvPr/>
        </p:nvSpPr>
        <p:spPr>
          <a:xfrm>
            <a:off x="3716867" y="4747898"/>
            <a:ext cx="462845" cy="584775"/>
          </a:xfrm>
          <a:prstGeom prst="rect">
            <a:avLst/>
          </a:prstGeom>
          <a:noFill/>
        </p:spPr>
        <p:txBody>
          <a:bodyPr wrap="square" rtlCol="0">
            <a:spAutoFit/>
          </a:bodyPr>
          <a:lstStyle/>
          <a:p>
            <a:pPr algn="ctr"/>
            <a:r>
              <a:rPr lang="en-US" sz="3200" dirty="0"/>
              <a:t>1</a:t>
            </a:r>
          </a:p>
        </p:txBody>
      </p:sp>
      <p:sp>
        <p:nvSpPr>
          <p:cNvPr id="29" name="TextBox 28">
            <a:extLst>
              <a:ext uri="{FF2B5EF4-FFF2-40B4-BE49-F238E27FC236}">
                <a16:creationId xmlns:a16="http://schemas.microsoft.com/office/drawing/2014/main" id="{0C763565-F08D-413A-9B08-EED752BC7F3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30" name="TextBox 29">
            <a:extLst>
              <a:ext uri="{FF2B5EF4-FFF2-40B4-BE49-F238E27FC236}">
                <a16:creationId xmlns:a16="http://schemas.microsoft.com/office/drawing/2014/main" id="{02E459C7-7BE2-5B15-D240-DC51E8D12EC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43" name="TextBox 42">
            <a:extLst>
              <a:ext uri="{FF2B5EF4-FFF2-40B4-BE49-F238E27FC236}">
                <a16:creationId xmlns:a16="http://schemas.microsoft.com/office/drawing/2014/main" id="{7AE4191D-A85E-070F-C496-396E0D9F3CB3}"/>
              </a:ext>
            </a:extLst>
          </p:cNvPr>
          <p:cNvSpPr txBox="1"/>
          <p:nvPr/>
        </p:nvSpPr>
        <p:spPr>
          <a:xfrm>
            <a:off x="3716867" y="721216"/>
            <a:ext cx="462845" cy="584775"/>
          </a:xfrm>
          <a:prstGeom prst="rect">
            <a:avLst/>
          </a:prstGeom>
          <a:noFill/>
        </p:spPr>
        <p:txBody>
          <a:bodyPr wrap="square" rtlCol="0">
            <a:spAutoFit/>
          </a:bodyPr>
          <a:lstStyle/>
          <a:p>
            <a:pPr algn="ctr"/>
            <a:r>
              <a:rPr lang="en-US" sz="3200" dirty="0"/>
              <a:t>3</a:t>
            </a:r>
          </a:p>
        </p:txBody>
      </p:sp>
      <p:sp>
        <p:nvSpPr>
          <p:cNvPr id="70" name="TextBox 69">
            <a:extLst>
              <a:ext uri="{FF2B5EF4-FFF2-40B4-BE49-F238E27FC236}">
                <a16:creationId xmlns:a16="http://schemas.microsoft.com/office/drawing/2014/main" id="{203CD908-DC3E-E5EE-1770-EF05B85CD5C7}"/>
              </a:ext>
            </a:extLst>
          </p:cNvPr>
          <p:cNvSpPr txBox="1"/>
          <p:nvPr/>
        </p:nvSpPr>
        <p:spPr>
          <a:xfrm>
            <a:off x="4715935" y="721216"/>
            <a:ext cx="462845" cy="584775"/>
          </a:xfrm>
          <a:prstGeom prst="rect">
            <a:avLst/>
          </a:prstGeom>
          <a:noFill/>
        </p:spPr>
        <p:txBody>
          <a:bodyPr wrap="square" rtlCol="0">
            <a:spAutoFit/>
          </a:bodyPr>
          <a:lstStyle/>
          <a:p>
            <a:pPr algn="ctr"/>
            <a:r>
              <a:rPr lang="en-US" sz="3200" dirty="0"/>
              <a:t>5</a:t>
            </a:r>
          </a:p>
        </p:txBody>
      </p:sp>
      <p:sp>
        <p:nvSpPr>
          <p:cNvPr id="71" name="TextBox 70">
            <a:extLst>
              <a:ext uri="{FF2B5EF4-FFF2-40B4-BE49-F238E27FC236}">
                <a16:creationId xmlns:a16="http://schemas.microsoft.com/office/drawing/2014/main" id="{0509F7C2-F9C6-A2EB-1219-4748908ECB1F}"/>
              </a:ext>
            </a:extLst>
          </p:cNvPr>
          <p:cNvSpPr txBox="1"/>
          <p:nvPr/>
        </p:nvSpPr>
        <p:spPr>
          <a:xfrm>
            <a:off x="3716867" y="1727886"/>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D46D76C-72EB-DFE8-6F47-7490A5506103}"/>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73" name="TextBox 72">
            <a:extLst>
              <a:ext uri="{FF2B5EF4-FFF2-40B4-BE49-F238E27FC236}">
                <a16:creationId xmlns:a16="http://schemas.microsoft.com/office/drawing/2014/main" id="{82464E29-F51E-8AA6-1ACD-95C111C25ED4}"/>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3" name="TextBox 2">
            <a:extLst>
              <a:ext uri="{FF2B5EF4-FFF2-40B4-BE49-F238E27FC236}">
                <a16:creationId xmlns:a16="http://schemas.microsoft.com/office/drawing/2014/main" id="{FEF97B88-8CAE-6F98-E88C-8AA1E3DD44AA}"/>
              </a:ext>
            </a:extLst>
          </p:cNvPr>
          <p:cNvSpPr txBox="1"/>
          <p:nvPr/>
        </p:nvSpPr>
        <p:spPr>
          <a:xfrm>
            <a:off x="7213604" y="1224551"/>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D7AA184-5C64-6F01-40D4-189091DE8566}"/>
              </a:ext>
            </a:extLst>
          </p:cNvPr>
          <p:cNvSpPr txBox="1"/>
          <p:nvPr/>
        </p:nvSpPr>
        <p:spPr>
          <a:xfrm>
            <a:off x="7213604" y="721216"/>
            <a:ext cx="462845" cy="584775"/>
          </a:xfrm>
          <a:prstGeom prst="rect">
            <a:avLst/>
          </a:prstGeom>
          <a:noFill/>
        </p:spPr>
        <p:txBody>
          <a:bodyPr wrap="square" rtlCol="0">
            <a:spAutoFit/>
          </a:bodyPr>
          <a:lstStyle/>
          <a:p>
            <a:pPr algn="ctr"/>
            <a:r>
              <a:rPr lang="en-US" sz="3200" dirty="0"/>
              <a:t>6</a:t>
            </a:r>
          </a:p>
        </p:txBody>
      </p:sp>
      <p:sp>
        <p:nvSpPr>
          <p:cNvPr id="11" name="TextBox 10">
            <a:extLst>
              <a:ext uri="{FF2B5EF4-FFF2-40B4-BE49-F238E27FC236}">
                <a16:creationId xmlns:a16="http://schemas.microsoft.com/office/drawing/2014/main" id="{4F458774-3B64-1456-E7ED-FB770F3A2D5B}"/>
              </a:ext>
            </a:extLst>
          </p:cNvPr>
          <p:cNvSpPr txBox="1"/>
          <p:nvPr/>
        </p:nvSpPr>
        <p:spPr>
          <a:xfrm>
            <a:off x="6714071" y="4244561"/>
            <a:ext cx="462845" cy="584775"/>
          </a:xfrm>
          <a:prstGeom prst="rect">
            <a:avLst/>
          </a:prstGeom>
          <a:noFill/>
        </p:spPr>
        <p:txBody>
          <a:bodyPr wrap="square" rtlCol="0">
            <a:spAutoFit/>
          </a:bodyPr>
          <a:lstStyle/>
          <a:p>
            <a:pPr algn="ctr"/>
            <a:r>
              <a:rPr lang="en-US" sz="3200" dirty="0"/>
              <a:t>6</a:t>
            </a:r>
          </a:p>
        </p:txBody>
      </p:sp>
      <p:sp>
        <p:nvSpPr>
          <p:cNvPr id="12" name="TextBox 11">
            <a:extLst>
              <a:ext uri="{FF2B5EF4-FFF2-40B4-BE49-F238E27FC236}">
                <a16:creationId xmlns:a16="http://schemas.microsoft.com/office/drawing/2014/main" id="{B01520CE-0FC7-5091-4920-D5DDE5FEC7FE}"/>
              </a:ext>
            </a:extLst>
          </p:cNvPr>
          <p:cNvSpPr txBox="1"/>
          <p:nvPr/>
        </p:nvSpPr>
        <p:spPr>
          <a:xfrm>
            <a:off x="4216401" y="2734556"/>
            <a:ext cx="462845" cy="584775"/>
          </a:xfrm>
          <a:prstGeom prst="rect">
            <a:avLst/>
          </a:prstGeom>
          <a:noFill/>
        </p:spPr>
        <p:txBody>
          <a:bodyPr wrap="square" rtlCol="0">
            <a:spAutoFit/>
          </a:bodyPr>
          <a:lstStyle/>
          <a:p>
            <a:pPr algn="ctr"/>
            <a:r>
              <a:rPr lang="en-US" sz="3200" dirty="0"/>
              <a:t>6</a:t>
            </a:r>
          </a:p>
        </p:txBody>
      </p:sp>
      <p:sp>
        <p:nvSpPr>
          <p:cNvPr id="14" name="TextBox 13">
            <a:extLst>
              <a:ext uri="{FF2B5EF4-FFF2-40B4-BE49-F238E27FC236}">
                <a16:creationId xmlns:a16="http://schemas.microsoft.com/office/drawing/2014/main" id="{493D7753-2BF5-0A53-2709-5FC1A7B079A3}"/>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9D4552E-C449-0C30-B8DB-3F238519D2E2}"/>
              </a:ext>
            </a:extLst>
          </p:cNvPr>
          <p:cNvSpPr txBox="1"/>
          <p:nvPr/>
        </p:nvSpPr>
        <p:spPr>
          <a:xfrm>
            <a:off x="3716867"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B61D89BB-9017-F44B-E3BD-C9E7DFBB0581}"/>
              </a:ext>
            </a:extLst>
          </p:cNvPr>
          <p:cNvSpPr txBox="1"/>
          <p:nvPr/>
        </p:nvSpPr>
        <p:spPr>
          <a:xfrm>
            <a:off x="4216401" y="3741226"/>
            <a:ext cx="462845" cy="584775"/>
          </a:xfrm>
          <a:prstGeom prst="rect">
            <a:avLst/>
          </a:prstGeom>
          <a:noFill/>
        </p:spPr>
        <p:txBody>
          <a:bodyPr wrap="square" rtlCol="0">
            <a:spAutoFit/>
          </a:bodyPr>
          <a:lstStyle/>
          <a:p>
            <a:pPr algn="ctr"/>
            <a:r>
              <a:rPr lang="en-US" sz="3200"/>
              <a:t>5</a:t>
            </a:r>
            <a:endParaRPr lang="en-US" sz="3200" dirty="0"/>
          </a:p>
        </p:txBody>
      </p:sp>
      <p:sp>
        <p:nvSpPr>
          <p:cNvPr id="33" name="TextBox 32">
            <a:extLst>
              <a:ext uri="{FF2B5EF4-FFF2-40B4-BE49-F238E27FC236}">
                <a16:creationId xmlns:a16="http://schemas.microsoft.com/office/drawing/2014/main" id="{472E1DEF-12DD-D80C-1C52-F9B8C0E8BA64}"/>
              </a:ext>
            </a:extLst>
          </p:cNvPr>
          <p:cNvSpPr txBox="1"/>
          <p:nvPr/>
        </p:nvSpPr>
        <p:spPr>
          <a:xfrm>
            <a:off x="3217333" y="2231221"/>
            <a:ext cx="462845" cy="584775"/>
          </a:xfrm>
          <a:prstGeom prst="rect">
            <a:avLst/>
          </a:prstGeom>
          <a:noFill/>
        </p:spPr>
        <p:txBody>
          <a:bodyPr wrap="square" rtlCol="0">
            <a:spAutoFit/>
          </a:bodyPr>
          <a:lstStyle/>
          <a:p>
            <a:pPr algn="ctr"/>
            <a:r>
              <a:rPr lang="en-US" sz="3200" dirty="0"/>
              <a:t>4</a:t>
            </a:r>
          </a:p>
        </p:txBody>
      </p:sp>
      <p:sp>
        <p:nvSpPr>
          <p:cNvPr id="34" name="TextBox 33">
            <a:extLst>
              <a:ext uri="{FF2B5EF4-FFF2-40B4-BE49-F238E27FC236}">
                <a16:creationId xmlns:a16="http://schemas.microsoft.com/office/drawing/2014/main" id="{D3FB10B8-4C1E-5E9A-BB83-35F6D14D8C6F}"/>
              </a:ext>
            </a:extLst>
          </p:cNvPr>
          <p:cNvSpPr txBox="1"/>
          <p:nvPr/>
        </p:nvSpPr>
        <p:spPr>
          <a:xfrm>
            <a:off x="3716867" y="2231221"/>
            <a:ext cx="462845" cy="584775"/>
          </a:xfrm>
          <a:prstGeom prst="rect">
            <a:avLst/>
          </a:prstGeom>
          <a:noFill/>
        </p:spPr>
        <p:txBody>
          <a:bodyPr wrap="square" rtlCol="0">
            <a:spAutoFit/>
          </a:bodyPr>
          <a:lstStyle/>
          <a:p>
            <a:pPr algn="ctr"/>
            <a:r>
              <a:rPr lang="en-US" sz="3200" dirty="0"/>
              <a:t>5</a:t>
            </a:r>
          </a:p>
        </p:txBody>
      </p:sp>
      <p:sp>
        <p:nvSpPr>
          <p:cNvPr id="58" name="TextBox 57">
            <a:extLst>
              <a:ext uri="{FF2B5EF4-FFF2-40B4-BE49-F238E27FC236}">
                <a16:creationId xmlns:a16="http://schemas.microsoft.com/office/drawing/2014/main" id="{DC4D93E0-F150-035B-CDB4-A96B70632218}"/>
              </a:ext>
            </a:extLst>
          </p:cNvPr>
          <p:cNvSpPr txBox="1"/>
          <p:nvPr/>
        </p:nvSpPr>
        <p:spPr>
          <a:xfrm>
            <a:off x="3217333" y="3741226"/>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7D85355F-A9A9-6D46-951A-665208361354}"/>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35B24378-C4A0-6367-3685-5B9BAA24762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23919FE9-9425-EDDD-B3F4-9F7CD2728D2E}"/>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0CFAD821-D2BA-4B86-961C-4A9745BCBE7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31" name="TextBox 30">
            <a:extLst>
              <a:ext uri="{FF2B5EF4-FFF2-40B4-BE49-F238E27FC236}">
                <a16:creationId xmlns:a16="http://schemas.microsoft.com/office/drawing/2014/main" id="{4D9F1981-D18F-EE8C-0BDE-7A97717BF9CA}"/>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21B9709E-172B-C52B-1A95-F530B6C4AEB6}"/>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B9F92F6A-EC3A-53D1-860F-FE9797690C8E}"/>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5A675C51-7557-07B8-CD45-2C02F26C0752}"/>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3F15954B-522D-C84B-4E3E-05AE6A12BF19}"/>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9ED84899-E26B-722D-6DC7-029C84793713}"/>
              </a:ext>
            </a:extLst>
          </p:cNvPr>
          <p:cNvSpPr txBox="1"/>
          <p:nvPr/>
        </p:nvSpPr>
        <p:spPr>
          <a:xfrm>
            <a:off x="5215469" y="2734556"/>
            <a:ext cx="462845" cy="584775"/>
          </a:xfrm>
          <a:prstGeom prst="rect">
            <a:avLst/>
          </a:prstGeom>
          <a:noFill/>
        </p:spPr>
        <p:txBody>
          <a:bodyPr wrap="square" rtlCol="0">
            <a:spAutoFit/>
          </a:bodyPr>
          <a:lstStyle/>
          <a:p>
            <a:pPr algn="ctr"/>
            <a:r>
              <a:rPr lang="en-US" sz="3200" dirty="0"/>
              <a:t>1</a:t>
            </a:r>
          </a:p>
        </p:txBody>
      </p:sp>
      <p:sp>
        <p:nvSpPr>
          <p:cNvPr id="50" name="TextBox 49">
            <a:extLst>
              <a:ext uri="{FF2B5EF4-FFF2-40B4-BE49-F238E27FC236}">
                <a16:creationId xmlns:a16="http://schemas.microsoft.com/office/drawing/2014/main" id="{A3005798-A8FA-50B0-9D65-C7CDC79C042C}"/>
              </a:ext>
            </a:extLst>
          </p:cNvPr>
          <p:cNvSpPr txBox="1"/>
          <p:nvPr/>
        </p:nvSpPr>
        <p:spPr>
          <a:xfrm>
            <a:off x="5215469" y="721216"/>
            <a:ext cx="462845" cy="584775"/>
          </a:xfrm>
          <a:prstGeom prst="rect">
            <a:avLst/>
          </a:prstGeom>
          <a:noFill/>
        </p:spPr>
        <p:txBody>
          <a:bodyPr wrap="square" rtlCol="0">
            <a:spAutoFit/>
          </a:bodyPr>
          <a:lstStyle/>
          <a:p>
            <a:pPr algn="ctr"/>
            <a:r>
              <a:rPr lang="en-US" sz="3200" dirty="0"/>
              <a:t>4</a:t>
            </a:r>
          </a:p>
        </p:txBody>
      </p:sp>
      <p:sp>
        <p:nvSpPr>
          <p:cNvPr id="63" name="TextBox 62">
            <a:extLst>
              <a:ext uri="{FF2B5EF4-FFF2-40B4-BE49-F238E27FC236}">
                <a16:creationId xmlns:a16="http://schemas.microsoft.com/office/drawing/2014/main" id="{7563DF1A-D7F9-7E35-3078-2E920781F94F}"/>
              </a:ext>
            </a:extLst>
          </p:cNvPr>
          <p:cNvSpPr txBox="1"/>
          <p:nvPr/>
        </p:nvSpPr>
        <p:spPr>
          <a:xfrm>
            <a:off x="7213604" y="2231221"/>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581BEB42-197F-AB0F-622A-EDCC4374EACE}"/>
              </a:ext>
            </a:extLst>
          </p:cNvPr>
          <p:cNvSpPr txBox="1"/>
          <p:nvPr/>
        </p:nvSpPr>
        <p:spPr>
          <a:xfrm>
            <a:off x="671407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4D1F3EE4-71DE-68FB-3E1E-7389AF8D755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70259FB8-C3D7-B49F-60CD-341E03C6276A}"/>
              </a:ext>
            </a:extLst>
          </p:cNvPr>
          <p:cNvSpPr txBox="1"/>
          <p:nvPr/>
        </p:nvSpPr>
        <p:spPr>
          <a:xfrm>
            <a:off x="3217333" y="721216"/>
            <a:ext cx="462845" cy="584775"/>
          </a:xfrm>
          <a:prstGeom prst="rect">
            <a:avLst/>
          </a:prstGeom>
          <a:noFill/>
        </p:spPr>
        <p:txBody>
          <a:bodyPr wrap="square" rtlCol="0">
            <a:spAutoFit/>
          </a:bodyPr>
          <a:lstStyle/>
          <a:p>
            <a:pPr algn="ctr"/>
            <a:r>
              <a:rPr lang="en-US" sz="3200" dirty="0"/>
              <a:t>2</a:t>
            </a:r>
          </a:p>
        </p:txBody>
      </p:sp>
      <p:sp>
        <p:nvSpPr>
          <p:cNvPr id="41" name="TextBox 40">
            <a:extLst>
              <a:ext uri="{FF2B5EF4-FFF2-40B4-BE49-F238E27FC236}">
                <a16:creationId xmlns:a16="http://schemas.microsoft.com/office/drawing/2014/main" id="{E48D7CA2-637B-1491-5C10-EAA77B962D5F}"/>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EBE60456-8CBE-5063-469D-C462338BC63F}"/>
              </a:ext>
            </a:extLst>
          </p:cNvPr>
          <p:cNvSpPr txBox="1"/>
          <p:nvPr/>
        </p:nvSpPr>
        <p:spPr>
          <a:xfrm>
            <a:off x="7213604" y="1727886"/>
            <a:ext cx="462845" cy="584775"/>
          </a:xfrm>
          <a:prstGeom prst="rect">
            <a:avLst/>
          </a:prstGeom>
          <a:noFill/>
        </p:spPr>
        <p:txBody>
          <a:bodyPr wrap="square" rtlCol="0">
            <a:spAutoFit/>
          </a:bodyPr>
          <a:lstStyle/>
          <a:p>
            <a:pPr algn="ctr"/>
            <a:r>
              <a:rPr lang="en-US" sz="3200" dirty="0"/>
              <a:t>2</a:t>
            </a:r>
          </a:p>
        </p:txBody>
      </p:sp>
      <p:sp>
        <p:nvSpPr>
          <p:cNvPr id="76" name="TextBox 75">
            <a:extLst>
              <a:ext uri="{FF2B5EF4-FFF2-40B4-BE49-F238E27FC236}">
                <a16:creationId xmlns:a16="http://schemas.microsoft.com/office/drawing/2014/main" id="{04B886F1-898A-143F-EFED-043A83DDABD1}"/>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8A9EF7A1-2FC1-EC27-0CFE-B499463CB3FF}"/>
              </a:ext>
            </a:extLst>
          </p:cNvPr>
          <p:cNvSpPr txBox="1"/>
          <p:nvPr/>
        </p:nvSpPr>
        <p:spPr>
          <a:xfrm>
            <a:off x="6214537" y="2734556"/>
            <a:ext cx="462845" cy="584775"/>
          </a:xfrm>
          <a:prstGeom prst="rect">
            <a:avLst/>
          </a:prstGeom>
          <a:noFill/>
        </p:spPr>
        <p:txBody>
          <a:bodyPr wrap="square" rtlCol="0">
            <a:spAutoFit/>
          </a:bodyPr>
          <a:lstStyle/>
          <a:p>
            <a:pPr algn="ctr"/>
            <a:r>
              <a:rPr lang="en-US" sz="3200" dirty="0"/>
              <a:t>4</a:t>
            </a:r>
          </a:p>
        </p:txBody>
      </p:sp>
      <p:sp>
        <p:nvSpPr>
          <p:cNvPr id="38" name="TextBox 37">
            <a:extLst>
              <a:ext uri="{FF2B5EF4-FFF2-40B4-BE49-F238E27FC236}">
                <a16:creationId xmlns:a16="http://schemas.microsoft.com/office/drawing/2014/main" id="{7A70E593-A489-B600-251F-18FDA9FA60A5}"/>
              </a:ext>
            </a:extLst>
          </p:cNvPr>
          <p:cNvSpPr txBox="1"/>
          <p:nvPr/>
        </p:nvSpPr>
        <p:spPr>
          <a:xfrm>
            <a:off x="6714071" y="2734556"/>
            <a:ext cx="462845" cy="584775"/>
          </a:xfrm>
          <a:prstGeom prst="rect">
            <a:avLst/>
          </a:prstGeom>
          <a:noFill/>
        </p:spPr>
        <p:txBody>
          <a:bodyPr wrap="square" rtlCol="0">
            <a:spAutoFit/>
          </a:bodyPr>
          <a:lstStyle/>
          <a:p>
            <a:pPr algn="ctr"/>
            <a:r>
              <a:rPr lang="en-US" sz="3200" dirty="0"/>
              <a:t>2</a:t>
            </a:r>
          </a:p>
        </p:txBody>
      </p:sp>
      <p:sp>
        <p:nvSpPr>
          <p:cNvPr id="79" name="TextBox 78">
            <a:extLst>
              <a:ext uri="{FF2B5EF4-FFF2-40B4-BE49-F238E27FC236}">
                <a16:creationId xmlns:a16="http://schemas.microsoft.com/office/drawing/2014/main" id="{1400752A-601E-DD2E-0BA3-E06D0FDF1F14}"/>
              </a:ext>
            </a:extLst>
          </p:cNvPr>
          <p:cNvSpPr txBox="1"/>
          <p:nvPr/>
        </p:nvSpPr>
        <p:spPr>
          <a:xfrm>
            <a:off x="6714071" y="1727886"/>
            <a:ext cx="462845" cy="584775"/>
          </a:xfrm>
          <a:prstGeom prst="rect">
            <a:avLst/>
          </a:prstGeom>
          <a:noFill/>
        </p:spPr>
        <p:txBody>
          <a:bodyPr wrap="square" rtlCol="0">
            <a:spAutoFit/>
          </a:bodyPr>
          <a:lstStyle/>
          <a:p>
            <a:pPr algn="ctr"/>
            <a:r>
              <a:rPr lang="en-US" sz="3200" dirty="0"/>
              <a:t>4</a:t>
            </a:r>
          </a:p>
        </p:txBody>
      </p:sp>
      <p:sp>
        <p:nvSpPr>
          <p:cNvPr id="87" name="TextBox 86">
            <a:extLst>
              <a:ext uri="{FF2B5EF4-FFF2-40B4-BE49-F238E27FC236}">
                <a16:creationId xmlns:a16="http://schemas.microsoft.com/office/drawing/2014/main" id="{EB173D82-25CA-95EE-A9A1-293E1EDFFD6A}"/>
              </a:ext>
            </a:extLst>
          </p:cNvPr>
          <p:cNvSpPr txBox="1"/>
          <p:nvPr/>
        </p:nvSpPr>
        <p:spPr>
          <a:xfrm>
            <a:off x="4715935" y="1224551"/>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FC109F44-6895-13A3-4137-CDBD459722AE}"/>
              </a:ext>
            </a:extLst>
          </p:cNvPr>
          <p:cNvSpPr txBox="1"/>
          <p:nvPr/>
        </p:nvSpPr>
        <p:spPr>
          <a:xfrm>
            <a:off x="6714071" y="122455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7D111647-CA7D-BC27-912D-0D1EE8600B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5</a:t>
            </a:r>
          </a:p>
        </p:txBody>
      </p:sp>
      <p:sp>
        <p:nvSpPr>
          <p:cNvPr id="88" name="TextBox 87">
            <a:extLst>
              <a:ext uri="{FF2B5EF4-FFF2-40B4-BE49-F238E27FC236}">
                <a16:creationId xmlns:a16="http://schemas.microsoft.com/office/drawing/2014/main" id="{F0D61188-E080-DAE6-90AC-798E309655AC}"/>
              </a:ext>
            </a:extLst>
          </p:cNvPr>
          <p:cNvSpPr txBox="1"/>
          <p:nvPr/>
        </p:nvSpPr>
        <p:spPr>
          <a:xfrm>
            <a:off x="6214537" y="3237891"/>
            <a:ext cx="462845" cy="584775"/>
          </a:xfrm>
          <a:prstGeom prst="rect">
            <a:avLst/>
          </a:prstGeom>
          <a:noFill/>
        </p:spPr>
        <p:txBody>
          <a:bodyPr wrap="square" rtlCol="0">
            <a:spAutoFit/>
          </a:bodyPr>
          <a:lstStyle/>
          <a:p>
            <a:pPr algn="ctr"/>
            <a:r>
              <a:rPr lang="en-US" sz="3200" dirty="0"/>
              <a:t>3</a:t>
            </a:r>
          </a:p>
        </p:txBody>
      </p:sp>
      <p:sp>
        <p:nvSpPr>
          <p:cNvPr id="89" name="TextBox 88">
            <a:extLst>
              <a:ext uri="{FF2B5EF4-FFF2-40B4-BE49-F238E27FC236}">
                <a16:creationId xmlns:a16="http://schemas.microsoft.com/office/drawing/2014/main" id="{353C343F-0AED-7C89-63F2-EE4BF4FE339B}"/>
              </a:ext>
            </a:extLst>
          </p:cNvPr>
          <p:cNvSpPr txBox="1"/>
          <p:nvPr/>
        </p:nvSpPr>
        <p:spPr>
          <a:xfrm>
            <a:off x="6714071" y="3237891"/>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7784109B-C079-B1D8-FAFA-15D90CDF508E}"/>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93" name="TextBox 92">
            <a:extLst>
              <a:ext uri="{FF2B5EF4-FFF2-40B4-BE49-F238E27FC236}">
                <a16:creationId xmlns:a16="http://schemas.microsoft.com/office/drawing/2014/main" id="{D30EBB1C-C3F0-62DF-2105-0AF70F9D8647}"/>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1B3E317C-1E4B-1C1D-9B70-F022A34FAD2A}"/>
              </a:ext>
            </a:extLst>
          </p:cNvPr>
          <p:cNvSpPr txBox="1"/>
          <p:nvPr/>
        </p:nvSpPr>
        <p:spPr>
          <a:xfrm>
            <a:off x="3217333" y="1224551"/>
            <a:ext cx="462845" cy="584775"/>
          </a:xfrm>
          <a:prstGeom prst="rect">
            <a:avLst/>
          </a:prstGeom>
          <a:noFill/>
        </p:spPr>
        <p:txBody>
          <a:bodyPr wrap="square" rtlCol="0">
            <a:spAutoFit/>
          </a:bodyPr>
          <a:lstStyle/>
          <a:p>
            <a:pPr algn="ctr"/>
            <a:r>
              <a:rPr lang="en-US" sz="3200" dirty="0"/>
              <a:t>5</a:t>
            </a:r>
          </a:p>
        </p:txBody>
      </p:sp>
      <p:sp>
        <p:nvSpPr>
          <p:cNvPr id="95" name="TextBox 94">
            <a:extLst>
              <a:ext uri="{FF2B5EF4-FFF2-40B4-BE49-F238E27FC236}">
                <a16:creationId xmlns:a16="http://schemas.microsoft.com/office/drawing/2014/main" id="{DA0EDA82-1F43-0687-67D5-1186AD9316EF}"/>
              </a:ext>
            </a:extLst>
          </p:cNvPr>
          <p:cNvSpPr txBox="1"/>
          <p:nvPr/>
        </p:nvSpPr>
        <p:spPr>
          <a:xfrm>
            <a:off x="3217333" y="1727886"/>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9FB0CE58-DB7F-E825-3EF0-969B131A1BB4}"/>
              </a:ext>
            </a:extLst>
          </p:cNvPr>
          <p:cNvSpPr txBox="1"/>
          <p:nvPr/>
        </p:nvSpPr>
        <p:spPr>
          <a:xfrm>
            <a:off x="4715935" y="4244561"/>
            <a:ext cx="462845" cy="584775"/>
          </a:xfrm>
          <a:prstGeom prst="rect">
            <a:avLst/>
          </a:prstGeom>
          <a:noFill/>
        </p:spPr>
        <p:txBody>
          <a:bodyPr wrap="square" rtlCol="0">
            <a:spAutoFit/>
          </a:bodyPr>
          <a:lstStyle/>
          <a:p>
            <a:pPr algn="ctr"/>
            <a:r>
              <a:rPr lang="en-US" sz="3200" dirty="0"/>
              <a:t>1</a:t>
            </a:r>
          </a:p>
        </p:txBody>
      </p:sp>
      <p:sp>
        <p:nvSpPr>
          <p:cNvPr id="97" name="TextBox 96">
            <a:extLst>
              <a:ext uri="{FF2B5EF4-FFF2-40B4-BE49-F238E27FC236}">
                <a16:creationId xmlns:a16="http://schemas.microsoft.com/office/drawing/2014/main" id="{1E118247-1F6F-842A-8040-3C7A4D1CA03A}"/>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797659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11182</TotalTime>
  <Words>6295</Words>
  <Application>Microsoft Macintosh PowerPoint</Application>
  <PresentationFormat>Widescreen</PresentationFormat>
  <Paragraphs>5544</Paragraphs>
  <Slides>89</Slides>
  <Notes>89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89</vt:i4>
      </vt:variant>
    </vt:vector>
  </HeadingPairs>
  <TitlesOfParts>
    <vt:vector size="9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411</cp:revision>
  <cp:lastPrinted>2025-12-02T00:08:17Z</cp:lastPrinted>
  <dcterms:created xsi:type="dcterms:W3CDTF">2024-03-19T02:13:08Z</dcterms:created>
  <dcterms:modified xsi:type="dcterms:W3CDTF">2026-03-09T22:39:37Z</dcterms:modified>
</cp:coreProperties>
</file>