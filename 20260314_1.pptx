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457" r:id="rId2"/>
    <p:sldId id="531" r:id="rId3"/>
    <p:sldId id="532" r:id="rId4"/>
    <p:sldId id="533" r:id="rId5"/>
    <p:sldId id="536" r:id="rId6"/>
    <p:sldId id="537" r:id="rId7"/>
    <p:sldId id="538" r:id="rId8"/>
    <p:sldId id="539" r:id="rId9"/>
    <p:sldId id="540" r:id="rId10"/>
    <p:sldId id="541" r:id="rId11"/>
    <p:sldId id="542" r:id="rId12"/>
    <p:sldId id="546" r:id="rId13"/>
    <p:sldId id="543" r:id="rId14"/>
    <p:sldId id="544" r:id="rId15"/>
    <p:sldId id="588" r:id="rId16"/>
    <p:sldId id="589" r:id="rId17"/>
    <p:sldId id="590" r:id="rId18"/>
    <p:sldId id="591" r:id="rId19"/>
    <p:sldId id="592" r:id="rId20"/>
    <p:sldId id="593" r:id="rId21"/>
    <p:sldId id="594" r:id="rId22"/>
    <p:sldId id="595" r:id="rId23"/>
    <p:sldId id="596" r:id="rId24"/>
    <p:sldId id="597" r:id="rId25"/>
    <p:sldId id="598" r:id="rId26"/>
    <p:sldId id="599" r:id="rId27"/>
    <p:sldId id="600" r:id="rId28"/>
    <p:sldId id="601" r:id="rId29"/>
    <p:sldId id="602" r:id="rId30"/>
    <p:sldId id="603" r:id="rId31"/>
    <p:sldId id="604" r:id="rId32"/>
    <p:sldId id="605" r:id="rId33"/>
    <p:sldId id="622" r:id="rId34"/>
    <p:sldId id="623" r:id="rId35"/>
    <p:sldId id="606" r:id="rId36"/>
    <p:sldId id="607" r:id="rId37"/>
    <p:sldId id="624" r:id="rId38"/>
    <p:sldId id="608" r:id="rId39"/>
    <p:sldId id="609" r:id="rId40"/>
    <p:sldId id="610" r:id="rId41"/>
    <p:sldId id="611" r:id="rId42"/>
    <p:sldId id="614" r:id="rId43"/>
    <p:sldId id="615" r:id="rId44"/>
    <p:sldId id="616" r:id="rId45"/>
    <p:sldId id="617" r:id="rId46"/>
    <p:sldId id="618" r:id="rId47"/>
    <p:sldId id="619" r:id="rId48"/>
    <p:sldId id="620" r:id="rId49"/>
    <p:sldId id="621" r:id="rId50"/>
    <p:sldId id="625" r:id="rId51"/>
    <p:sldId id="626" r:id="rId52"/>
    <p:sldId id="627" r:id="rId53"/>
    <p:sldId id="628" r:id="rId54"/>
    <p:sldId id="629" r:id="rId55"/>
    <p:sldId id="630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568"/>
  </p:normalViewPr>
  <p:slideViewPr>
    <p:cSldViewPr snapToGrid="0">
      <p:cViewPr varScale="1">
        <p:scale>
          <a:sx n="113" d="100"/>
          <a:sy n="113" d="100"/>
        </p:scale>
        <p:origin x="1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F90B5-792B-1022-969D-FEB88CF4E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71F7F-DA08-5476-2AD4-342CB638F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16AD9-7A91-7BC3-D7B5-DFC13EA71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B90EC-0744-2FEB-990B-75C9C75CD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6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E389A-D8EC-F44C-C9F1-06629401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6AFCA2-7738-B164-BEA4-807FD953A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D88D1-5239-3578-9BDB-96E7FFDCA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3C9D6-C52F-53B2-5794-F5D14FF9F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02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C97B-FD04-A6AF-1AE1-DAE66F87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A6EEF-D932-C1F9-922A-9D7E6B613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1F17D-3229-1AD3-0669-6B92F59FE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CD5B5-12DE-5665-927F-FF427FA73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87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B17B4-33C5-1EA1-068C-09A467238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0D9CE-C395-FD5E-6AD9-8A45564DB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3CEAC-0AB2-5C84-EAEB-55263329B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8577A-18EC-954E-8B48-EEEEB6A03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70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FAC5-C53A-B3CA-3104-3E2751C49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89046-69C8-852D-9B3F-78B017E15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1EF88-7874-1240-C18E-5A71AD772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31D97-5124-251C-34B3-C07C415F0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37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F0364-01A5-A9CA-E964-1EB0826EC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F0BEA-A7A3-0C7C-AD1D-20CDF70DF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EEE09-1819-930A-6213-491E9D820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39FFC-ED97-1916-978B-58AEAFB60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43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80715-D28F-626D-614A-1CC256B4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7E707-079E-A208-9978-4E9BB849A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5C40F-5CCE-D51C-A783-B6762A859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7FF18-BDF6-5912-90A0-6E94087AC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65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0ECC4-2C79-1FF7-7E6A-49FC4E03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B44BD-D25A-8438-B32D-80AC28DC0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66496-6C99-9034-BDCB-175B03D01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B8306-B0B1-7E23-C9D8-D23999EDF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52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2ABA-C722-E60F-8149-1D45EAE3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DEBE3-5783-886D-F283-B06F0789F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B08F2-E50A-E321-6D42-9D0A24418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D9BE8-AD4F-1262-7F23-AEC602EFD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79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3D45-3D95-DFF8-9204-B15E69F5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53EB8-BA76-E9D9-7736-074293F8D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2A57F-6B5E-33AE-8170-D3A585770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CBDF2-0062-E176-C183-F54D05C04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15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82DA5-2C83-7B0A-4628-2468119F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BD0C7-BB53-678B-A3B1-DBFDB6488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DDF2-13AA-F1C5-FAE7-8E3D5CEAA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1376F-6951-2F87-7F39-1886B87BE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35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1EAA1-A2D1-789B-7FC8-B07BA3C1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97094-136B-6209-DCF4-AD2BECB90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49039-5899-533B-945C-C8CD79C1B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651A0-5B41-330C-57DE-3FA8E7FA8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55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15291-F178-BF1C-967B-950B88FA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E4C43-FDBD-7A1D-0404-D323D0D9E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8D675-D77C-3BD8-38AB-39521ED47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4F3B8-DA82-476E-EADF-E45F4EBE6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645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A382-3A76-56CC-6460-E3483334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EB0CD-08E6-9B03-5E5D-E0DAEF0EA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F046F-3A02-3EB4-815F-4C1F82601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6E5EF-7DDD-67BE-8293-53C9297A7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13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746C3-E56F-3F74-2577-499C7B15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02A68-86F4-B446-4B78-4E8ED03F6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793D9-0115-2F7F-0626-CFC71E81A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4853A-6BAB-08A2-75AD-9E8B0A419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96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E8DF2-257D-0CB6-6444-66CC8B01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E1B79-AF4B-7479-31D9-DC681E3F7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3F9E4-09AF-E15E-9FBF-8355380B2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F5473-A006-B41D-3424-359CBC14F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49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41F6-373F-EDA2-41EC-3A48BE5A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0B4D3-FCA2-38DA-96C6-5243C0005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BF174-665F-0698-4AA8-E4BE33724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22F25-5C4A-80A8-7464-D2FD1F055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465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7067-6093-E185-06BB-AFB657458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F3C2E-D0B3-F283-AACA-25F172F71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C0F4D-2D44-459E-DB35-C5D1AE7D4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0EA3A-7944-DE41-6BB9-7B66FBA9E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096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5BF40-0353-8252-D6BC-737FFADB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8DF1A-B069-C78F-8D48-FD1A15FC5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F3E75-5C9C-413E-5FDB-91EC71E34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D2017-AF98-F7DC-90B4-084AE0FC9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24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27C67-9E0B-5B8B-AC36-49398AB5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DE719-7967-A5FD-CA11-5D9C96C32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05CF4-CAC2-BCC1-C105-9E39E4289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08021-FEC9-0209-2D1C-382915D17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973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B81FD-B192-9DE1-5DFC-8EC474BA9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380C3-87E2-F432-9255-F1290F001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57627-7EF4-3E6B-CF35-080F907EA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F7910-2494-4334-AD74-71C3140F1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894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1B5B-E9C8-CF66-0594-25876420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9F95D-DFEC-AEC9-39B4-006FFE61D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AC0C3-9085-358A-181B-09FCB13ED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58063-444B-CB3D-C42A-AD046C729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37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7072E-2845-8643-799B-5186FF8E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23A8E-5548-7738-E634-53E0F7480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137AD-37B9-0A8C-A8D1-AA4A77EC3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A9B75-7FA1-C623-ACD2-6F1CAD971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06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699A-A4EE-ADCC-DA9E-10C517EF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57FBF-E001-40C7-4D67-1B4E20B1B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C6F01-5A14-0E12-87E4-66C37459A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AE246-765A-B7C7-6F89-B06C93E93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161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4983-30BB-A11D-899F-F8D3A61E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26F3B-C437-B32D-4E0D-662EF405E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F12A5-F960-2A0D-4729-474C12569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552E4-94BD-4564-04FD-E8B5BF9A5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946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3920-04D0-E2E1-B047-C718C43C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59D50-3DCD-F3C0-D6C6-2C8D34483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60592-9742-8683-79F1-5B7AEFC66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62314-E196-F5F3-1BC6-42CF8DDCD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050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3E5D-3B17-99A3-B091-BFB4ABB8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5A150-717C-E70D-FDDD-A3FE04506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49102-6D40-7CAF-15C7-D82110792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FE54F-0A8A-21FB-0259-5ECD9224B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022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C2EAB-1127-629A-FE24-D358AF35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A04F5-77A6-10F8-75A3-562FA1EE2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2B5AE-645D-87F5-A41E-F1595BE64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CD2D0-C5A1-AA17-B034-C052E8C03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132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F744-F82F-7322-C528-245C5EDF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90B04-85DD-47C0-1085-C861386B9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2E9A5-1663-00C2-B411-330594644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DA1FB-6ADF-AE7E-DD55-FCD36ACB7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720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69EB8-32AC-EC21-5FED-2EC4066A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0D335-BA25-61DD-818C-0FD377B0E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63067-95D7-8632-FDB5-C97D8FEA4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1CCE8-8691-6517-0C3B-C4D0F50BA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886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8A30-B1D5-EDCB-082A-B734E9FFC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B784A-122D-EBCF-E027-BE255F227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BEFF9-7800-5065-01B8-35DC8DF87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FD4D3-2EE5-D21E-9752-440B66E2F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327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82EA6-CEF1-8E47-39ED-E5E012A7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95A7C-3AAE-48A8-7176-A05D36F3D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9D271-4F51-4749-5582-93F541B24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79FC1-FC57-D7D3-B7F1-483343254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558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F471-3F2F-2C8C-C559-B03FC350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5350D-4165-1B65-EDFA-8162B8F3E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A3032-7952-87A9-7C4C-F2B3C4E4E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48375-38B0-806A-1D75-7705F1243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657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0280-DCEF-6B55-F598-4CFDD67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618C3-42F1-1EE8-D5F5-77D077F69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2F1B3-FCCF-65DB-3A55-CE9C955E5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8E455-24E7-32AB-CA88-D09959208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317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088AD-5F09-B7A0-BB4F-DDEED12C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E276F-242B-40EB-5083-D63788359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527F8-0AC3-8BB6-A195-D74236885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8E9AB-CF7F-0FF6-21A1-7098BE86E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756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D9399-488B-3E62-6D24-0B4CDC07C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B5811-FEEC-D000-D7A5-E5F1B8B2A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FB6C2-AD15-DD9F-73A4-338D85D49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1D31B-948A-0A1D-EC37-BA0EE4753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280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8970E-5EA8-D232-508A-A162CC6A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6B235-E91F-8E13-C3D0-324C4C082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6719C-27BD-501E-666B-CED3A1490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069B4-D7DB-6DC8-CA56-C7B21CB50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097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1195-6A7B-BD2E-C0D4-CABB972F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5DE68-FC87-DC32-DB4C-A8280E97E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81711-6031-7801-EE69-222D3D138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56217-2C09-07B9-B8A8-53C3BD6EE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981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3BBD-0943-654A-9072-73F727C5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15D21-C01A-1C53-0513-C789BBC59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B5114-5166-AE2A-CBE7-B7F6590EA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D2A55-F929-42A0-6469-BD52BD258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37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6544-03F1-EF6C-9FF7-A9FA323F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9617C-292B-5D58-48C9-2A38D1F8F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1ED66-D6DC-874B-CD8F-316087EE5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03967-0B92-10F4-4FB4-0BD53FB73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406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2B12-D9F0-A921-3370-D7C26D06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4DB2C-1F10-A672-09B3-7324D5F63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B5F98-9E19-C12B-7562-957117BC3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D8E90-2245-E2BB-4E44-8E94D9A84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527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DB48-A11A-8026-350D-F6A05FD9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E34A8-A5FD-5C8C-E880-EF40D3E2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19CA5-9213-2FC0-64F4-933062CD4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2A4C0-14ED-EB43-BE9A-7CBB0D7BC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483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A24C-EC3E-4F83-AC04-642C348AF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ABC23-C76B-0DFD-FD72-4A3FF59FF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FA93E-C3FD-3EF5-EBD8-D65DED907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6A0F-D17C-2C0F-2757-CFB914EB5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481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05F22-0801-B1E0-C6B8-56775EA9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B537F5-CA0F-BE9D-3F2B-86FF2481F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7529F-8DBF-27B7-7E2F-B8D7BF774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38037-69FC-8A67-23EE-BCCD08EA4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207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7CA55-E6CB-7847-4E0B-32B3BD61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4746F-D6F2-5D8D-C7A4-527E4B5D8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3D3FF-4785-0486-02D3-721EE357B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F3089-EB39-32DB-0F55-25CD8CC11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962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D7E9F-369C-9157-8BC6-D295E4C6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8F3A1-7279-F856-7A1E-8E02C2A25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AD8F8-793E-B33D-6518-A5C1535FE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DC7FD-9B28-62DA-C917-1EA9D4D1A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23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0272-1A87-5EE3-52B8-1F7AFF39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3A3A3-2F4C-5488-FE1A-8C67B53C2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02593-5A1F-778F-7CE5-86AECFD0A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97F55-6D49-0681-FCAF-DC31671D2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1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77E4-E866-C2A2-9C49-C6F16774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A8D54-A585-5DF7-4CB7-F4A630BF0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42B66-0D12-A39A-ED88-9FE0F3E13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1F948-310E-5439-D1C2-7EEA15DE8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376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AEDD5-6911-0D7E-CFCD-2B0DFA22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A3923-4447-6EC0-00D5-2ED69C853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2B6D5-9210-5A27-04F3-678CCC2AD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C978A-80F8-0F3F-3B99-BE2093136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576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3FFFE-D5BC-AC5F-912F-758ECF07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48CED-C7A7-CE90-C15F-FAC1B7030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53A8B-07BD-6081-3911-4E8870313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9D953-EE07-C30D-633F-C556B049A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120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3B8DB-2459-0CCB-D88B-133BDFB1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50BF2-7BCE-1B1E-A26D-69D3502DB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E5E6F-0D9D-84BB-4236-8B209D686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55D3F-A96A-C99E-5D7F-B2D805130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2639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DD86-54AC-3CFC-EB74-191623BA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27455-47F2-AA86-805F-16EE154CC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7E525-40CC-7F78-C4F1-5726976F1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5F6C9-EF82-1C19-BEEF-1650832B5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1223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3D99E-F928-E236-07A4-3600A554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11FFF-8DBE-25DB-36E7-A207FA35B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2BA7C-C153-FEC5-FC75-79E437800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AB409-4D37-4B9B-1ED6-0C71C22DD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160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52B7-6557-AE19-E6F3-9B8766427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DC5F7-6208-1D3D-C6BE-51726B3F7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A8A1C-0681-E6E2-8A5F-9646DA476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36286-E6F2-E9C6-0504-09921E6C2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55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doku puzzle with numbers&#10;&#10;AI-generated content may be incorrect.">
            <a:extLst>
              <a:ext uri="{FF2B5EF4-FFF2-40B4-BE49-F238E27FC236}">
                <a16:creationId xmlns:a16="http://schemas.microsoft.com/office/drawing/2014/main" id="{C3B79B0B-612D-6211-F507-DC5340AE5E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12305"/>
            <a:ext cx="4543224" cy="508569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65A82-410A-97E4-A2C0-978D599A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A97068-8F67-51DB-C051-845B1995D1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[39 in 6] is 456789. [6 in 3] is 123. [7 in 3] is 124.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0E49F0-F54B-BD0D-AA35-9FEB4D232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2105BD-CBFF-04E6-0F8B-2C8795DC9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7E274E-2F97-A856-0BF9-1629D56A9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F5D7E8-C4F5-410C-49F6-60568D8118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CF1B82-93A3-AF23-044C-DF19C19F0A2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8AE60-E629-39EE-165E-E25880F880A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B2CCA-62AB-D141-8756-88739793FAA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E660F-B786-4336-C3FB-337ABA7E296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A791DD-3EB0-4EB4-0B7F-DC834430DA0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978EF3-01EA-8C99-5CC7-032E58CE68C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B1DD54-2A8B-DA48-0330-C55A7E862A2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3CE68F-20A5-CC44-B08D-C7255539655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FB2494-9C47-826A-9CA6-7E4E1E598C7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7E10A9-1ED4-E5EC-C65A-004DA7C7870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1276AF-5516-7C55-4E6A-79E7C8E906F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DE1B4D-2AFC-1A93-1213-7BE55A67F4E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4E69C1-E7F2-43E9-842F-4BD5770FDDC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2F23B2-6F39-BEDB-85FC-AFCE7CF8E77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A718A7-1337-862C-31D3-7D01CCAFF40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61673D-20B4-1D50-6CD7-017CD2C32F8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ABD0A3-A09B-413A-1AE8-CA438D8B102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0897C2-5BAD-F583-10CA-4A8CB7C5F8A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</p:spTree>
    <p:extLst>
      <p:ext uri="{BB962C8B-B14F-4D97-AF65-F5344CB8AC3E}">
        <p14:creationId xmlns:p14="http://schemas.microsoft.com/office/powerpoint/2010/main" val="416611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BAAA-940C-4AA3-B2AE-7A007C2E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6B6CC8-561C-C223-3BDC-CFD12BB9ED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 other 1, 2, or 4 in Column 2. No other 1, 2, or 3 in left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BCCD1F-7524-1126-54A7-E11614002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37C0645-C97C-B9C7-D7D6-E7C6D2572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E71C96-88C1-C1E9-854B-B075E48FF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8C0906-9578-B02C-CC92-3C4929C2F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B2681B-5387-4D4A-6D2D-7FA170B60BF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E49C8-F30E-BF75-97F5-21F8EA599C8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117F0-C517-6CA5-BA6B-C770C7BDF0D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55AC6-CC92-238F-0EE5-C5D2F3E6F06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7497E2-F196-7C7D-C298-126365B4E57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1CD89E-12B5-0E3D-555F-17578D4F483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4F8FB-34CB-684C-08D5-F0652632F48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31144-5B88-8459-9BA8-018E0C5CB4B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60E19B-FCE4-8794-D552-26C63651B6F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49338E-4D15-69AC-2015-67ED681041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5D4F38-C976-E59F-C034-36089A82669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8CB9DA-596B-E66E-CEE5-DC2546C3D46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A46707-9E57-04D4-324C-F1F8577A7B5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4507C0-E739-CDD2-6175-F6F15615075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F5C467-3B9D-2EA6-1017-38ECAAA893C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5E3121-2FF5-639E-94D5-A18B426050B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047B45-4FE3-2B1F-4D2F-42BA070A177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32EFF3-D470-0F03-7916-CB9647DEFCD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747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0C330-8703-D1AC-734B-13CB782E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19304B-965A-3984-5E6D-98B9C62D50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BE3CFF-2C05-2B18-F8A6-4DAA4292C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8EB796-CB56-B486-BD89-1D5936486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ADA01B-6A27-26BF-064E-2A46BC47C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EC2CF6-E6BE-FC4A-ADAD-AF17111FD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F40F1C-4C70-AEDF-6135-96E9BCA20B0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C8D14-43D7-AD38-0A22-778E87C28C4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80B9B-9A0A-19EF-2E44-3FF2F005089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1462BC-CAA3-345E-4075-CB2A4370AD9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F2396-BD14-667D-1C6B-3AD128F2B81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3DA75-EF0F-886B-4FAF-8AECF126E6D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3ECD89-C2B6-207E-7FE2-910405482A0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B32E26-2BD2-7424-703B-F9CEA0BE4D0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8F13AA-89C2-12D6-E380-2BBC48E9D69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7E272C-0EAB-B3BA-1EF4-919C9675898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27E4F-2F79-C84D-DA4A-A75932BA085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2AB9C0-5CF9-F84E-BED0-7D536B8ABDD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4C29F0-5880-7249-AE62-0C2478A21BF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98A272-F41A-5150-9AE0-1BE0F2F6E3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3562F9-7D65-95E1-68B4-4F2D39FF01C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6238DA-D76A-B340-8370-94B2A93538A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57B867-13B9-DB30-1CFF-71473645E36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B7E41F-5E2B-8D46-B543-3F2E071BA38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7497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2CE97-611D-F39E-B889-99A16782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220B4B-A03E-3668-E1EC-4C6AEFA505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148B07-2916-CAD3-8EF1-88DCEC0DB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1A1152-2A88-CC27-55C6-852A11065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4C122F-AB5F-75CC-C43C-B8EE9860A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8AE4F2-F45F-3F70-4D55-813E20BBE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1BB3D9-EEE0-B7DA-E174-652AC649DC4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E3CBC-B704-41F1-561B-AFB2C45F36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049C0-ED0C-212B-C000-041C0458DBD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03ECB-2083-A1DF-9BFD-9967CE4F357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29DFE5-2F1C-7004-A621-F45583866DC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CE8A05-1979-8FCA-326D-3BF7475D4B7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6141DB-D0A7-D32F-9326-952037A0EBE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1F7784-0F16-C208-7B1A-16F238D2099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232F82-7B49-0B5D-8D71-3A8676CFD47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0E956-A36F-B079-A26F-25F20A2819C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30A552-12A0-600B-52EE-E4110FFE5DD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01CF28-C5FD-48CA-3F6A-E8CA9806359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739E35-49B7-C0C0-2A57-303885058A4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4E4238-CBC5-1C2F-1880-383B42B0C36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F13D15-1CB9-EF0E-4EDD-96BB818DE80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B60B2F-C4B2-2FC7-0AA9-E57CF6B308A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1F5E05-36E9-49AB-D906-B50C21B2AD0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A1A16-7A0E-D3D5-A9F2-EF85629C768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BE44A4-8F36-7D76-2F72-9FE4DC4F7B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802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3ED29-37A8-2D59-E8DC-1DCE5E4F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F40C3-16F4-4C7B-DD17-0AB7FCA85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left and lower left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29A5D0-0021-525C-7065-AECC3EC4C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646BA7C-A912-DB5D-E3B7-515DEA97D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C07CBF-F181-31A2-CCEA-0EA48A448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C28F4C-81A2-BA7D-8E61-5D648EB13E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25B791-1A65-2731-8CF7-D5FDBD65D0B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0E807-129E-AF6E-68B0-3644EE88C1F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E38EF-860C-D207-8E38-AFF610734A4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5CFA3B-541F-9B0F-C330-D7265055FCE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7782A7-AD21-D60E-7F18-ED7F929A137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CE0C80-01F6-E1D4-F261-D32841C6AE9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D22FD-3922-4256-9508-0228F1086E4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2B82D3-67BB-7270-3B39-88ACD1389FD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B17396-D6FA-0FB8-317C-D1615A6EC16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2422AA-A0E6-A89C-CC4C-548B846E74B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B8BFA8-CD2F-B52E-A3E6-FEDAF04C6CF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7F8740-544B-D7D6-CB0F-8D43D08A13F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D2DD83-142E-2F35-605E-546B0410DA7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1AB39E-7F29-0AF3-514C-02AAD78843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D5CFF3-BC0A-BBA4-1565-E421E0BF203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9EF1F4-1E66-66C6-5CB3-12A2E0D2DD0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EF7AE2-7F22-2CA1-63EF-656C20720AF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02531-291B-D865-A5BE-B5A9D1AC536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E66CC9-B075-66FA-6E4A-EF5658FCDB0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3E54F5-ABFF-DE9B-8310-7502D4EB6BA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54D5F0-DC8E-3744-EC17-1E5B6C87314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B70E1E-98DA-F8A5-8B64-547DD6F83D5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365B6D-C30A-F525-EEE6-44DF410F8D0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80886A-A560-17D0-287E-B18B158D0B8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9CF7E2-FC5E-8EA3-27AA-D956B6CEF50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F25EAE-5EDA-B6B9-0E53-41510574E81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1FE66-40B2-ADF4-3624-0E1CD0C4A23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3712992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1F40-5B0E-D82F-B7E8-1C71CE7E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EC891A-B7A9-B479-D761-5A3421203C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[10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695699-3F48-4452-D679-4334C3C58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3BD013-FC2F-B4D1-0F63-E6228AE70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24B9D9-4E8C-289D-1C94-1F43AA711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D59752-114C-0A85-0640-851480ECAD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B5B55C-DEAF-8B1D-6344-34AC1124471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F0A44-8D42-6092-650B-EBD26AEA36B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79654-8093-FE5A-F35C-79317E7C4E8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5E6744-4781-D6E4-1172-FE8C98F6CFC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11DF16-4337-D8FA-4B2C-C3E495D2FF3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FB2EEE-01E4-EEE4-9759-3D11614BCC7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A53A-1781-AA2C-7F0D-4026BF9C69C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26FF5B-340A-8E56-488A-E3FFB1EC4A1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AF667E-A5BF-B6C0-A0DE-049E6EADB61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79C5A-EEA5-80D1-92E9-3EA39899277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95D115-5C2E-8ED3-F45A-6BA91F13934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835C10-2DA1-4CCF-8915-CF75AC3A1F0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7D25E8-E91A-28EA-AF56-F9A7669EE77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BA894-C6EC-73CD-E9F9-E864D74808D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0DBCC3-BC07-8BA7-E8B0-B2616ABD381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0AC00A-A121-6B09-E5A2-AA80B59DAF3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BDC5A4-BCBD-6292-0893-046880EF8E1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D9B916-C87A-C166-B474-0B154B7DC2A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A2FB0-F549-287A-8E10-160863D5A09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45343E-B6CC-839C-6DA0-2EAC39561A2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2992DB-DE6B-22D7-A0E9-70D9B666D22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1A862C-9B02-3BE0-162F-891769A47D6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0AD3DB-1E66-A6A3-5A09-014F9511688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A44DF9-A730-F1D1-8952-EB9359EB0FB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E28A5A-13A1-EDD6-662A-6ABFD03B2AE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90165D-ABCE-B676-3456-0425506DEA0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2D58E3-D3D7-4D8A-4FCF-7988D9311E3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F44CCF-F1A3-0F21-C27A-554A6A972A7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</p:spTree>
    <p:extLst>
      <p:ext uri="{BB962C8B-B14F-4D97-AF65-F5344CB8AC3E}">
        <p14:creationId xmlns:p14="http://schemas.microsoft.com/office/powerpoint/2010/main" val="351380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01F47-778E-A337-41D8-25FE77DD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2B557E-8993-4F50-1D1F-CDA8F4C154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[9 in 3] can’t be 234, it must contain a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63FDDC-FF10-0ECA-DDE3-DE2642F9E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4316CC-E635-AFB9-7A7F-49ABE53EA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A83A7D-61D4-D7A9-45EB-3BD07F6A0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B1C024-DC2E-EC2D-0F8F-6BB600EE10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A05CCD-9D43-7CCC-E810-5D724493741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74A8A-17D0-5393-7901-1A975B89596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D1357-20A3-15C2-D41E-3E7851C301B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624EC-C145-F404-00B3-FCAADDAC00A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966455-06FC-C2DB-A2E8-F6298591994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EB7716-D2A6-DA72-3A54-FA071515F5D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046D3-B98A-9B00-68DB-A0297D98099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A61DF-4EAB-F419-D0E9-C5EB08A29BC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38F676-5F28-71A8-0DD9-5ACF5E1D92C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F34043-CD2F-0B53-1B50-531E1ADAE02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EF1E09-C600-DEEC-A444-76F42178F34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698488-A992-B0D8-DE55-3CC8019F67F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DB2EBB-97AC-95AD-A630-51A9CB263BE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85B4EA-2F44-7AB3-016B-262ADAFC089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C28583-DDCD-1063-3B3F-6570326A3CD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A3599C-7929-4B8E-8A2A-2A2032884BA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AEC059-69D9-5877-8CB4-4CE8B76CD4F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1217BF-E5D4-E5B9-C08C-743D21BCEC7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FC7A93-2844-3293-82C3-B8C2C685D13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C21978-2A0A-0496-A88A-EB6D7026377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AA9DC6-AC4E-1F6A-9AA2-719AC0F6399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7EDAE2-10F4-F957-614E-57E863916B1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6DFAB-58C1-A58C-8531-D51874873A6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F29196-4156-57E3-D85F-6BE244678B6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6CDCE7-B64C-A4A0-343E-EFF3CB915E1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A2BC46-CC51-AF60-D118-239C922D4CB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7DAD52-95AE-CC17-4E5C-D20903762E0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7EBCF0-9AF9-6560-FCC2-936265B41BA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53802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44F5-D7D4-A0B3-B878-9A12FE58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497B02-F287-688C-940A-8178361623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CB6436-E8FD-24ED-5F57-483A1EB35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BCEE0E-FB7A-CC35-E372-C336EF791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975CDA-44A6-A2AF-CD26-70A11BDFB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02CC9B2-91CF-643C-20B9-3588E3C962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FE87C0-6495-94EA-73FF-810C06725AA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FDC18-45A9-F082-53AE-1093B8F020A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0BEA27-08EB-E6B9-7A74-FD12DC78791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827033-2952-5AEB-2869-7B084F1FFF5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793E1B-DDF5-835A-1E23-DD9598A2868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FA7A8E-AD16-6856-2AFA-1D39E7B837F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6305BD-F377-2E85-7EEA-405295856E4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BF1171-9902-5B07-DC5D-8EB9BBC243F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9227EF-053A-B5D1-1054-C85B14E913B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324BDB-9E70-0EC4-ED77-E217793E1A2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6C87A0-ED83-48AD-0F64-97949C9CCE9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726B3-FD69-0184-1C8B-C776257B622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CB2135-8BEF-EC64-5051-2FA05A57887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299AFE-F501-D2A9-3303-29A70A5C17B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6F21DB-0F0A-E6EE-0A9F-D493EA433AA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7BA9CB-3F57-06BA-3A58-7EAD5608645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8E445-4C97-4484-36E4-C63B8D8E7FC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8132AB-2D70-690A-80CD-0831EB07F80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E93795-1BE0-FFDE-D673-CBB4655FDD8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C37BFF-BC42-E5AB-4D4B-665F658ADCE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8F5443-212F-BA27-F68B-6EF0ED0141E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889366-E855-8FB2-3B0A-9C358329C8D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640C8F-C155-BB95-E5B6-FC47495DC80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7BC6DF-A346-F641-EC17-A6E9A82BA52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E93878-2741-687B-6440-A98FB7CE660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092073-1D21-C9CC-674F-E93CDF76421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B61C7C-A84C-DF28-02B3-7B78E699020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718BFD-7137-8A4B-82C7-9B1D017A79A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44377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EA517-48EE-8769-212F-4904A7457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8D78DD-DDC0-813C-FBBD-ED23A9EA87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EF3986-9304-FAFB-5E3B-C22DE6BCF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2F82CD-5575-AC68-A2AE-2ECA03BBB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06427D-BA07-D15A-3352-3AB0776BE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401089-29C3-09D1-CE68-6351747BD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709A90-8F31-972B-9FC2-77E611663C3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BC4D5-39D4-7C8E-C882-CF36C99989D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98C17-8EFB-55B3-8B37-7AA630F2226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D8499-82F8-E9EE-7723-DB94FB5CF9B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AED974-04C3-436F-1534-D1FD2E2AC0F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FD1AAB-8CFA-099E-90BB-E6BCAE01E99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CF6EC6-81CE-B948-F6A7-3402F7C747D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62B450-DEB1-FC67-D1D0-6E63BB5DB1C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3FD30A-62BB-DA3A-9C5C-AEF970D96FB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05161D-5A06-9250-A038-078F69E51B2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8FD9AB-B48E-FC1C-F990-458E8068683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36F4F2-F9E3-18EE-4629-BCF1CD6AFD4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082BB5-E19E-736F-1783-C2F296759C7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E6AFD5-A874-3751-0A9F-549707456D6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A1EBC9-71E2-81B7-2BCC-5119BD05E6E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CEC645-FF60-268B-B481-C5FD53254A8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2B52C1-BEA7-3D2F-1753-B1FCA04C873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2DCD54-E6AF-4516-DB08-8803B5603A3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E6B7D6-0424-2367-3520-A254ECB2705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A528EC-402D-EA5A-DE9C-F0B02FB6FCB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280496-2F77-A681-F176-8A615D6EACD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398D4F-9F0F-1B24-95ED-38F6744CF4D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0490EA-5DFF-DF48-C22B-6A273BEE932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1984AB-E6FE-2ABE-15F0-0C20AE87D61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5B03A7-E756-6421-DB27-3FFB2750330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868DD-F555-AEEE-A338-8FF701D83F4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9D2889-B1BD-5546-138D-DA04C482F8A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A6ABD-4C22-013D-ACD3-9FF423C7569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37280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4C7A-D9C4-6211-999A-81A012179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C6BF07-5E57-DDF1-11C4-DBFDD7637D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84C1FF-6887-274B-04D3-C7771564C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A5D992-1A5D-FC18-8677-38F26CFB1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58AC22-A627-C260-829F-16929C33B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315581-C5F2-D795-4A45-328345778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40E026-DDFA-980A-C2E7-51394D20E78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5B9DF-3621-E1B7-DD9D-4C3A6D84C39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46CD8-6AC3-CCA5-1ED7-F8DC3A33AC8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976ED-C2AB-EE3E-6200-4FE6DDA67B5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66C494-A6D1-A5D9-C30C-C13CE94C35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801CA-BCEC-4F83-FC91-EB3B25C6F09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BF1A6-1650-44DC-2521-9354030FC9E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96594-56F1-FEB6-2491-CEDC4403DF4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CE0B58-8BFB-4B61-44B4-1D6F8F34CD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669A19-6496-AFFB-99E5-5904034E2E6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2DB7B9-3119-B61D-DFFC-42AE4F0F1D0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E99614-7A85-53DA-15C3-10D2239D07D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A0501-ABD9-867C-EEB5-759A6A9BE88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AD900A-C949-DC32-7319-E99E62454B6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BCC25B-73E6-E3FD-0EE0-CE74CD4D25F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7629E9-194D-58C2-B889-423AD02799D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E61A0F-DC04-CDF8-364C-916F5D31476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F95E0D-E93A-A283-7009-157847B8FE1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4C88C2-EC66-F1C7-37C9-A8C060EF425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5128C3-3B9A-FB60-6AAA-81738830824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F10B42-7F8B-0BCD-845F-EA140F0BAEF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605701-A39A-31FF-ABFC-627ADC08AFD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F48F58-959C-42D6-D254-E4CF5112E73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A4552D-CD0A-738D-5215-4508A3FE13A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BBABA-996E-B70A-78F8-08DD01FE175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A60FCB-6A1D-726C-C359-05265EC0D19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9F5048-746C-963F-0594-8C121C23817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1BC1AB-8C11-D032-53E1-4747E2857A0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17372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5624-5516-B54D-87A4-B89403B9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EB186F-D33D-8E87-B20D-0D529687A8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left center block, 45–(15+15) = 15.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1416C2A-943C-9DD8-90BC-A3CA325DA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CAB0B0-38EB-6FBA-04E9-A076472CC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3A21E4-33A8-FB7C-075D-62B06F69D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6EED6F-2F3A-E696-DE6F-7FFC9016D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0F13E-32A3-5C9A-C20E-AB1CA061C32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5A9DE-0278-787B-BDF7-D1422664656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6AFF9-DC7F-5C64-405D-C98FBF8222F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80EDD-EAE4-9DE2-231B-2D7B034D329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795AE5-0E25-6723-70C1-E01AB5CFA56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D40370-B5EB-0DD4-700B-9D6C0258575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E2494B-65CA-C961-74EB-9CA7D9691D3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36C75C-A4E4-2980-60CF-8D8690441F9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856B3C-E87D-D0C5-99E1-4AFC30C172A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26926D-7902-D993-D529-1483A31D469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C7C697-4AF5-77B4-2AC4-1C84F4F9718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CB8E0C-8E19-9051-BCB6-B34F9895678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EB1BF0-20FB-88FB-59C8-E6D17ED5257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313292-09C8-DA21-96BF-83114EB9B4D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D37540-8C52-E335-8FEE-82EC708F8C3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E09B52-4337-CFCA-4E96-B54176EEF78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AD6140-E353-811C-613E-AB9D2706DF3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BCE442-B1BE-FF54-D416-74BDB3D24CC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19159A-11A3-913A-3C31-C20613E46F1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C6CD67-AF96-53EA-E01D-660DC312F0C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7E77D9-67B4-5074-2D4B-E517D9C1F30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0BC6E0-2661-229B-624D-337940E16E9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CE77F6-E761-9924-2C6E-F0707F4656C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150F0E-D0A0-23CF-C597-80A4C9D5EA4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372B67-380B-29EC-B617-6A9D067677A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F6BFCF-3388-7CE4-29A1-DE4A89DB5F2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D6050A-BF1A-B719-F388-09FB87CC24B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880996-DD1A-4272-E612-E59A27271FF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90819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06A3D-0030-8391-F34C-4DA9C029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C07A0-445F-59CA-6193-0B6D03800D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cages where we can.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1B8C08-E2DF-55B0-12F0-53555F31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CA620D-A604-D1E8-B9E8-64D9182DC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449D90-633E-4811-44DD-BA182CF3A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9BFD04-0EEB-73A4-E28B-79E4A39E19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06E8C3-9632-96CB-CBF4-76C9F4B3FA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30988-E6AE-3C71-837E-E99520C749E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D544CD-7A6D-6163-661D-422DD7601B9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37862-FF12-FD00-E3AA-A7DF3FC9469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615AA-B052-543F-A623-2631E87D1B6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C3538-E894-F5AE-E36E-B60B3D49BE4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2CD3B-FB9C-CEAB-8114-10BF7FAC51D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182497-F1FD-6AAB-CD23-F197FB878B1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B394E2-19E4-A828-D723-CBC858F634A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27A94D-7E3E-5EF6-7937-2B14BB6A76E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621C35-A4D3-125E-5193-A6B0D6D9E40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C6525F-C871-48BB-C03D-A4696FA0B15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749208-EB44-5EF5-FA64-11826754F06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C13B2E-3914-01A3-9D1A-559EED61EB4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456CD8-C963-E157-21A4-95174F3B6C8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CFB348-98EB-A91B-DED7-A3D81511661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7B3EC5-BE71-1E32-A34C-6C6F05C2BB5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AE8D1D-D149-26AA-B2BB-39B3DAFBBAE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DC8EDC-2171-868E-4F48-1BF0DE25180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9AADC7-4B71-9CA5-105A-CA64D2C9C77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35D181-59C3-7ABD-4600-9BF0F3B66CE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963A91-F1DA-B373-A174-0290A94F1BE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1354E9-D7C9-06E9-9F11-FD7283CA98F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7DAE6D-9BB0-3691-28E5-275A973F611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625D90-5AE4-8909-E82C-ECC8CA0B9C7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F243E8-18CA-E4B8-D1A8-1D8FDF957A3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88547B-92FD-B1DB-C38D-F0811B4263B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E2F891-01C1-B4FC-87FF-FE05D2725C6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99BF9B-3CFA-93EB-6EDC-1D6FD1EA3F8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1A7DC6-E5F5-697B-4237-1AAADE3F47D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BAA5CD-6DE3-BECF-D4B8-98D0961C409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BBE4F7-70FE-0736-EA3D-F7F7D1744DE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208327-D26C-BBA9-334B-FE19F0B6857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2D12EE-F25B-2A54-2D19-2398E418530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B447CC-F77C-3FF3-A130-91CB6FDEB60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140FE1-F676-7857-D65D-157B3AC0886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C809CA-42BA-408D-ADB6-C61B50F03E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9AEEFF-769A-7119-5A31-1752D2F5109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A44ED9-6229-B8B7-96D9-87B018BB976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48DA72-6824-8F0A-2136-DF9ACB4C2E0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0BD98A-A1C2-B055-F1A0-D4A56DAAC35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70DA0B-185C-55EE-66C6-AAD4E07AD9B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7D69CF-6736-150A-B273-5B59CA24828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F49907-88F0-6F75-9341-777E7135FDA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674D0F-0240-4FDA-0F3D-0F7EE448751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77F4E3-43B9-A07B-60A2-38AB4D304B9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43A66D-8B50-C84C-9F55-31F23E0C274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BFB91C-2D98-6C77-C274-687167E1F78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B83C27-A9B7-DC2B-609A-498780BB4ED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188CEE-6540-33E6-BE26-16EC83EFE6F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02A47B-F065-BB45-A81F-CF20B9D1EB8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B9BA3E-1086-8515-6D61-19B74F851BF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BEB428-4085-6C32-79C3-37C990AD1D9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D5B377-984E-89F5-F1AC-D0451935BFC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4B7689-E88B-7170-570F-2266EFEEE82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875421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DA2331-762E-6DA9-22B9-9673EE30D9B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D6BB77-E34F-9E02-4401-DAD693B856A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40B254-357F-35CF-B7E4-4CCB9B4F3B7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</p:spTree>
    <p:extLst>
      <p:ext uri="{BB962C8B-B14F-4D97-AF65-F5344CB8AC3E}">
        <p14:creationId xmlns:p14="http://schemas.microsoft.com/office/powerpoint/2010/main" val="2432650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B93B-03F7-72F8-81F3-95ECC85BD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342C83-8D73-C624-B8A6-BD0A658016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4 instances of 5689 (from [14 in 2]’s) in Column 6.)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25D682E-E56E-23BB-343F-F4521A279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72811B-05E2-FF02-903B-1DC644C33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6DBB2B-5124-F861-B227-6F4C2419C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F2F4B2-5000-2918-3F00-A74E2A351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CD30D7-68E4-F029-E611-F1CB47BD48E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18B32-77FD-09EC-D985-7CC17E55D05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C8513-2AC7-0F2E-0564-B08F6FCDCBB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4F447-567B-F021-E708-0F553833292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CB4D9B-0517-E89A-5D54-ECBE936E1E8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1DE791-60EB-A6CC-B236-D159DCF7287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BDFBF-2A61-7387-7E39-351F88D6040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A218F8-31BA-F4F2-971F-1603259CEFA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7BDCAE-0FCD-0E2D-C69B-1AD0AF3996C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ADB56A-F987-A3CA-6ED9-5D16BA3D959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98D362-5109-442F-7E32-114CADE8F67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BD7AEF-BDA2-F45B-D117-502875F6808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449C0-13C5-609E-6035-C9C990FF1C4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CA005C-52E8-EC8F-3927-84FA383BCF6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47DFE5-9A57-AFC4-21B2-A412B72A27B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9992F-82CB-FEFE-A506-CC715B78D00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EFF74-6C21-A5D0-2908-C1DC3C6C1AE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C357EF-CF91-C72A-1CDE-EDC8DC9E4FB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885817-A15C-E9FA-CEBB-380B1475460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27687-35C1-670F-6AA0-9EEEC603C41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2CBA10-D5C2-6F0C-B1D9-238B2719F8F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4C7223-616A-FA32-5D85-27EBA3605DC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2027F5-3B04-C5BF-3723-003321C726C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6F9628-C70A-7552-3C42-0D514481ECE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5B9E3A-7DF7-6D40-6FE0-AF2FFEE2AAC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B10CE0-0106-F6BA-4CCF-FA000709395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CD4957-0B82-F588-7BF1-FEACE5D74A3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0D538E-6EDA-6F69-4BE7-CE4CFF6D1F4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208D5A-4415-E37A-8909-7DB676ABFB0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77A717-C97D-F9DF-E09F-7451EAEC4FE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B539DA-2999-7230-73F9-A7AE1897832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AEBE4A-2B48-E26A-CCA2-EE77B5D08A6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723AA9-8EF8-AD99-6711-1F4483B687D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C36A0C-B037-9898-3ABA-934F8DD3AB6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35D42E-7442-3F75-3C56-3B34FA2F339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4F1D80-89C8-9226-E099-0C90856E5C2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3CA066-57EB-391A-65CB-4DB9434AD5E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B01C25-2E71-D5DC-7BD0-3E8F40CC7B5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7BB1C5-1D0C-34B4-C00E-5E12D182573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294F83-54E9-9B7D-98BE-8F7B02A3677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11D400-3C92-A38C-05FE-87DF5601AF4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C6DF3C-6205-BFF1-32F5-FA171FD35B0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9C863A-C3D1-8973-728A-7327BD5860D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5B6A4-055A-919F-0058-3484994AD71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A81C13-0153-28D0-E6A6-51A1D53B0A9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025B1E-A20B-78E2-08FF-001E75ECB9C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939BEA-EC21-4A53-37D0-7CD24EB5A1F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E4DDAF-6D5F-CB45-D554-1AABFF2816B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F554FE-5431-0FB1-1BC2-163B600F560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B66EC3-83B6-75AA-3C4A-B6F9D6547D1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1A2696-0371-652F-CD75-821456CEB4F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4ED90C-C806-3CFC-4231-01DB23C79FC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1C4A79-1D2D-3C1B-54BC-553E9080048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C65CFF-033A-4CE8-0671-EB75C7C6137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82F8F1-838E-95C5-585E-65E28CD7366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DEC412-E558-9B79-18B6-E6DA019D9C2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1CA79D-09A5-06E3-85DD-812FA8E7D8F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F639F3-3F26-5BD7-E1F4-F51B8C1D32F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</p:spTree>
    <p:extLst>
      <p:ext uri="{BB962C8B-B14F-4D97-AF65-F5344CB8AC3E}">
        <p14:creationId xmlns:p14="http://schemas.microsoft.com/office/powerpoint/2010/main" val="234808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B4242-91FB-C98F-E142-70EC0A3D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68CB60-B1B5-E0EC-4930-4F2A41DA50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6.</a:t>
            </a:r>
          </a:p>
          <a:p>
            <a:r>
              <a:rPr lang="en-US" dirty="0"/>
              <a:t>Then, initialize two [10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3F73D8-6C1B-F15A-351E-12A2514E7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A1235BD-4FEF-2563-741D-8F94BFE92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74179E-6DE8-4026-7D80-6876531E2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8A81FA-ADCC-FF69-086B-869069E54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95976B-4ED0-EC06-EB2D-702ACD49C2E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920FF1-780F-3676-D0E5-AA2FD379C82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38997-7DAE-ABD9-B387-1D37D6B0953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68D2E-B498-7E16-1E8E-B09C14797A2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473CC3-BC94-C19F-4F02-EB1075449F0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E44024-5503-4C27-A299-1AC16ED1D86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079FA-E234-57FA-245F-A33E4A85FC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5238FA-6B7C-CB63-6474-0376634F914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B04A36-11A2-A9AA-2C8D-28D09FE21F2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37D2F3-E605-27F1-3FEA-16088F669D8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A42B1B-04F2-0328-1E06-FA6822D65F7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2A642E-6E1E-EE9A-FEA1-EEE1F6BD8CF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3FCE5E-8E27-6D86-96A6-17AEF8D8F3E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0A79EB-5AA8-51E0-BAD9-C2A311805B5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5594C5-F3FA-4F85-8387-AD09FA660F2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64B951-7690-7B02-ECF0-763268ECE21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6807C0-FA64-DE3A-5652-C9E62EBF2B6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F8AF39-EF86-3CA9-47F0-DCD227CB862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196D87-14CB-808C-EDD3-0E823D3FC19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6414AC-9373-B303-C785-050EE870ECE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F61C40-24B0-CE70-F698-C8780DAC476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D69D12-6D6C-A5EE-3592-0710CA21611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649CAA-ABD0-706B-DF20-04D044471EA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5E30A5-CE5C-5F2B-BB33-58E67888CC9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FAA577-BB5F-562E-6C3B-2A85A8DAA6B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1BF0EF-DB16-2021-2922-13020684491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E71390-BA42-44EC-EEBD-D0E303917AC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0CEFEC-5AA6-F00D-B720-64EBD8D373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435624-5E16-F61E-A0FB-8AD7F30631B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E1F22B-D80D-C6D3-B410-DDBD8C5A513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A6A488-C5D3-502B-07D7-72405BACA80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8C0D3E-F5C9-BB45-E34E-5E407D3D481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523FD6-F58F-677D-6812-AF0FA36287B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9F04C6-3331-A9D4-5797-FF1103DE6B9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D0A8BE-9F26-FF55-3D75-DE2A81D35C7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847A98-3F8C-8ACB-0E22-8A0C80C6C78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F537F5-802F-A4E0-4668-F8672D0F6F3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443A5E-C43C-8FF0-CACE-2CAE5037B11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97546E-274A-4A16-1AF0-2DD1E0AAA40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A6AE12-BF4C-5902-EC06-9E7D4159D75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14EABE-87AD-20ED-CF03-8478CD3C0C7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8679E5-6834-FF4E-EE64-67A41718865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F11874-7B69-7DF3-6462-E4D97276408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18AD7E-9A46-A6EA-0F5E-CECDE2B9733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A683CC-13D8-2006-D4F7-26DF36482D8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52D914-4703-6715-0D5F-F95493B7754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426F2E-2656-3598-AE5C-23E5002B2D9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2B9E2B-4619-AFFC-6086-A32909F3FE7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53B7FF-2165-D8D7-5FAA-FB59BF30FA0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993CFF-1B37-4953-8868-C433FAE82B4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FF01E0-7BFF-AE88-A53A-C81A3931600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A0F7B88-BFBA-1A95-029B-66FA8835CF8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02B12C-7C78-BBDC-42CA-8DB48C1BFC7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725A40-B61B-212B-B7D1-20167A8C167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4689BE-7458-900C-AF5D-B50DCA92015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6E5345-D20D-4883-C401-A09FDE18F37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3A3EFB-1E3D-CC7F-26DA-DFACF7BD33A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38CB0B-2925-62AB-B6E3-C6A19327EDD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22FE83-8C30-2CCF-0A8E-BE54FC71D09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7D5006-4F8A-1468-87C5-B591B782D83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580FA5-E01C-0CF5-E71D-B8A16AA4B03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B7E5DE-32A6-010F-0A0E-824FE538D13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DC15B8-39FA-1CC3-4DF7-A127F438776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</p:spTree>
    <p:extLst>
      <p:ext uri="{BB962C8B-B14F-4D97-AF65-F5344CB8AC3E}">
        <p14:creationId xmlns:p14="http://schemas.microsoft.com/office/powerpoint/2010/main" val="631275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29AB-EA84-12DE-D657-EF52F2053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A9B6BA-068F-11C6-E9AD-CB6FA45AF8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[12 in 4] must contain 1 and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C56169-9A1F-9DBA-EF74-E35EA3F76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BD8CA5-30F9-3699-C8F5-9EC11325A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E8D3A3-5D37-89AB-DBF7-7813672ED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B2B8A6-99D0-B0F0-4BB4-C69878148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ED24AC-F7EB-9AB7-90F7-FBAFF7E4A5B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4236C-8EDB-0B4C-C2FF-8ACE975A7C4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820213-225A-F8A3-E96E-14FA60A2C5E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0D61E-3805-761C-6878-19AEB9A8226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EE168B-73DB-210B-25C7-D32C20344B1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BAB8C0-07C3-4D65-FA12-5C178A8D0F3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F0865C-260F-9F6A-737A-B48728E4778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588B4-CBCC-0D8A-746D-821215D5181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635B1-B4E2-37B4-F477-85908930103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4ED3FF-EADB-6158-F529-023C7488B1A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5BF364-FF2D-72E4-2867-7589B3D7EBF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6E5AAC-F10E-EA06-E52A-935953DB78A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30B367-26B2-9045-6C4A-91815398195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72B79-1265-A69C-194A-823E9EBFDD9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27FA21-5FA3-8029-D8CC-8A9676F324B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4C9E4C-817C-B700-E7B4-90B85A0964A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AE1D51-4B18-8F40-F571-0BDF4999ED9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6296A6-5963-CAE5-0789-E45A663E6EC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11F1A7-FFDC-4DE8-12A6-EC6F61F9E55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E09D72-FF27-3273-F7F3-CEA868D0F8E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162E69-CAF1-F964-1398-81A9297E152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8938F8-EEB7-B02B-7CA2-5A00AC54C1A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58BE1E-42F9-7A07-0CA2-4977A173A21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834B12-30BE-D7BF-51AC-939869A9F44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3408E4-4753-01EC-1D80-87E093DAC3C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E19573-F6E7-D49D-0880-B9FE5296EBB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E030C0-71DB-D7FA-ECE4-AB535BEB300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0E1E4-C545-4CD3-C20B-01309C9008C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432D19-940A-B7DC-E320-C9D8D959E52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62FC37-6EBC-CCF2-DE23-BFD34377C15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27BD2B-E49C-A2A3-152A-6A597C8009F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C3A375-3D0A-08EE-228C-11145880C75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78F936-32ED-C22E-3957-C7A9ACCD9A3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DBC8C9-46D2-2BBA-753D-15E3740B6F4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D87046-ED89-8A51-5156-8677B999FAB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B283FB-1737-4943-9BA5-CB84A188741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BFE24B-B7DC-3E3D-B36C-53A4F228B4E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A5A27E-CCE8-8772-91BD-74297E13E29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216585-EB3B-9DA8-13B4-1845C3FB660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5924D1-C9A4-6B71-4B28-03602766DEA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A55659-972F-4135-DC8D-C91DEB1566C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47F6EB-CF81-A853-80CF-C88A24931AD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5B2AE4-0F27-5C39-173C-5FFDEB7D7A3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54CE95-54E1-1CE9-DAD8-C30F1ADB056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1CA1AE-6DA1-8656-D59F-27F3FDA72BB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039FCA-C06B-5648-C62A-B053FEC5517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B3F582-C944-3FA7-5CE8-3C025F79A9B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DD9701-7D88-9FD2-9F1D-212A4BF4B54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CA7596-B427-235A-BDED-8DAC49A10BE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D9922C-B5BB-E5A3-592D-E88121EAB2B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70A41C-1CA4-80EE-78ED-A0511EC6EDE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78F56F-387C-8617-3150-5A5F714F764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73F8E0-4A0E-A985-5070-0CCE1618C4B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ACB926-0047-3220-55D1-DD7DA2FDF4A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317513-0B0B-BE97-D530-4F41A821F7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43611A-5EB7-AAF3-F31F-F649C687DCE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B632D4-6F7B-9E0C-EC28-6B72A4A1061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3B20FB-C873-8709-DC60-CC6DCBEF646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6BD831-2599-2014-F7F2-79648790AAD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C0D476-553B-EC07-FF7A-D1828CE1A34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011E34-A0F4-50B5-3CF8-9F20DF6E8E3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C31ADD-F4AE-5FAA-F7A5-AF75CEB510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B2E7C6-9823-B1B8-EE29-8C8C749B3D7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AD0240-8150-5E7B-A0D4-76EA1E164FD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</p:spTree>
    <p:extLst>
      <p:ext uri="{BB962C8B-B14F-4D97-AF65-F5344CB8AC3E}">
        <p14:creationId xmlns:p14="http://schemas.microsoft.com/office/powerpoint/2010/main" val="1969265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66F46-C290-8921-2A13-3C5B26C5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7AFD5D-86B2-D8B5-8726-9B36C1102B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[14 in 2] in Row 4 must contain a 6 or a 9.  So, 69 (to total 15) in the left center block isn’t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739E22-E65A-1E49-0639-4EEF76D1D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5A054E-34F6-BF86-5FBD-B00F0B190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38893F-78CB-CBC2-044D-44F8C80DB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DAE70F-FD85-14DC-4F54-9789CEF2E9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531233-C719-E672-0221-F948EBE101E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1A119-2D02-190F-B53F-02A7C6390ED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05DA8-E671-A43A-88BA-8CC1A50B9AD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812B0A-BC5D-9A8D-AA6C-245259BA060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43F355-26F1-2E41-8A3D-81120A41DE4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4BF994-5E27-FE58-ED18-B8571A8C57A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0CA86-FCAE-498F-E2CA-FC765FF019F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E44366-E18D-5420-643A-9E040A3B9D7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EAC11D-F79A-C71F-EC2F-3DABEABB87A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C8CA13-A08E-05B3-3AB6-00FC7A06E82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356F7E-2BC3-D8EB-E1C7-CE43A1DFC20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B85F00-549A-14F9-A508-B23A5F239A5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AA84DF-A5AA-3FAD-46E3-5740681DAD8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E7FAD5-CD43-50A6-3E14-B391AEB3449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1B3F7C-3F6E-2459-366F-A0D54664CAB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5975E1-9880-FC87-0F98-CFB2DBC952C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2B5BA-3BB1-DB77-DBF7-D6D09115AF2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7EEC65-23C7-6153-161E-54CD5AAD933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5F69E7-DE08-CE5C-2CF5-D2AA48D780C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9E2C13-4422-8D80-633A-A540B836EE3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6AA97A-C392-B7E7-0640-C67F8130F77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52946A-8853-B2C4-F54A-9B7D25B9A5B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254863-938D-C50A-EC6D-843E26051B0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7CF906-3E18-4D5F-CB5F-C2011A1CFAD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53BC71-DED3-3DE4-D16F-5CD92D27F33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9F51F3-E5C4-32F0-36E6-EC540049922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5261E9-9F71-84E5-B16C-423CC4FEB0E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48C13A-43A1-2487-B688-355887A53C4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D90-7D1F-E935-5D94-6D3CCBEF6C2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02842D-63A2-1729-65DB-96BBE47746A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E9CF10-45C5-502B-53B8-AA3C07191FC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B125C3-1263-52B7-CC50-43A5B0552D6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2FDFCB-351C-811C-EF78-EDFE264CDD4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56852F-EB4D-B640-15FF-021A43463D8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F155AB-AE37-0A10-2A54-B3246AE835A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AF4C15-FD26-025B-7C2B-918F64BF21D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28C35A-4F9F-64D8-9A27-D3717A88232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9C70D1-477B-4CB7-4487-2E0DA20888D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ECB24C-CFD8-E476-8C25-4F0E00FD6B7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DAEC6F-8245-79FF-9544-37DCB3039B2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E50B29-F7BA-1BE5-382C-5C3AC660D1E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C5AED0-24C0-D686-6B34-7A0309F2412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B979D6-76AA-C228-B45A-CEFF5FC41E2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177797-AFFB-A7DC-7340-67BB30EF837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796973-F324-F48A-1747-B3B037AFDF3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0132A0-071F-0FAE-EED6-3B6BBAF819C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C80DDC-5BE3-E634-43D9-A02CC961B76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3577C6-6014-D845-B75C-4C983CAE69D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FB9685-CA51-9FD0-7888-7D79B940BBD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2E549F-FAEB-83DA-1206-BE602B21BA7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36A446-E3CF-DB98-B990-4BA481D8D08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9CC80C-A8FF-D976-8384-D3D960B0303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F5B5A8-0CEF-04DD-6814-0F2D07A8966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5CFE04-42C6-012C-BF97-74CEB99090F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F9319E-F13A-E13E-8F26-698CC2CB46A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2E3C80-7C50-1C71-153F-BADFDFD7054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EC401E-114B-D1CC-6BD3-4C2CCD25B53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728F25-F855-EB32-46D4-600E60DF0B5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71C7DB-79CA-9ED8-D8FC-C6E1BBC6D37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E3DAF5-4AB2-8A43-ACE4-04D9CB92C6D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3E81C4-928F-D742-8A9C-6EC3B0C79BB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382E17-E0E2-D145-E08C-36703A60437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E502B3-6ED7-A3BA-0E44-DFDF87529EF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B967ECF-8AC4-EF40-E6D7-0F93960C14E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</p:spTree>
    <p:extLst>
      <p:ext uri="{BB962C8B-B14F-4D97-AF65-F5344CB8AC3E}">
        <p14:creationId xmlns:p14="http://schemas.microsoft.com/office/powerpoint/2010/main" val="2608978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CDC8-1EC3-D94D-0F11-4F9011FCC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167755-C35E-7EFB-45FE-224DB9B3E2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142C2C-1728-0D4E-F5CB-9E89339C4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61DCFD-A174-3DE4-8D41-7523BA104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6C7C44-AB13-AC6A-9796-861393F5B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9BDB27-C67B-09C6-D1CC-993930E9A9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866C34-D62F-506A-5150-B801C345BCA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E8E53-D7F3-CAB5-BA26-EE17562735D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47DA-0237-A8D5-D7F7-E75974CF94E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DF13E-F1A3-BB5D-5C40-8FD5D05C43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A5EB3-394D-CCFD-03FE-951952DA6E6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DD0F21-C480-4A75-9C88-E39F7660CE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D3364C-3B79-E165-C32C-B309406AFD4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54B8DD-717D-35E4-CC89-438376CCA1C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862DEC-68A3-172B-8541-50CE686711F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10135F-17C4-EE50-3A4C-1AB155516B6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B5FA79-56A1-8DC5-472D-4ACE06F576E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31AD34-F60A-6A47-C12B-18AA6380BBE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9167E-E82B-18FB-33F0-547F5681AC0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81A45D-6332-9EFE-36EA-391DC492132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77D3CF-DBD2-A712-4C4C-96F83151061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CF8448-B0C9-C54E-4801-5D55B04C79E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F08B5-2AA5-EECA-CA3F-6AF62DD1906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C48C93-6349-48E4-C9FB-8F91D9E7C7E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AF0804-B010-5CBE-E490-D56F008CFDB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D95C3D-C74A-6A3F-D977-7753493AE5D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80C2EE-26E3-54A1-6882-CC12970286A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022FF1-E636-72AC-0102-FAC5513007C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C50584-FB71-6C3A-4179-6653183B5CC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32F99F-2502-0B66-B974-48018418DF8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600AB8-6502-0477-D11A-DCF896FEEA7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E8059A-927C-9150-7AE7-7ECCD21271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9DB5F6-450A-F69C-6B83-59C5CC9C211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8B9E9A-13BE-7B06-E0DC-66653451654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4C1E4E-082B-D8B7-DE3F-D6DF5714179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923A0-DB46-657C-DA06-A709741B01C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B578AB-8E5B-6A87-3EC6-0E475ADCA0D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98B59F-7BCF-992D-9502-DB571C588CB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93D38F-9425-DEF3-69D1-049E1DDB207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6B5221-54F7-7057-6F36-DB10F85345B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B98096-C175-5821-6CE7-A88C0FB7BE5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2A37BB-C795-7A5E-33F2-DF51522EBFE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2D0D21-C24F-112F-C7AC-17C0F670C4B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1A17C0-D544-800B-FD57-1D908BFF43A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F4DC9E-E071-6CC5-F76B-1F6252FB480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B28260-215F-1D4A-C530-9AE03247974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71CA97-027E-C547-5539-27F9D723F08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2619E5-5C72-0F63-46AC-907B5BF9A1D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6C8C70-D596-694F-6D57-2E40C7CB2DB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F15743-3147-EF90-207E-109BA6A8891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2280F8-96E8-DDFC-975B-BDFDDD197B8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1C25D7-848F-0AEC-41E3-039713A97D7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1F501A-5E85-8630-0A39-071C6886D21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DA7C02-01E6-F500-BC45-45D9B03AEFF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A964AF-6146-4AB3-63E9-80B6B7E9FF8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AF2114-553C-6091-5B55-FA295529296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1E17C8-16C3-A695-2936-9D4F824D5BC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977631-CFEB-27E2-C8B4-630D572074D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A8705B-4841-6CB5-C5E4-C1F8619B732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F76B20-D91A-33CB-B8B6-E6E23F515BE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6FA0E3-9558-2D17-C2BE-1DFE8CB9152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9548DB-FE36-C1AF-43AE-DB113FAE111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361260-344D-FF1A-1F08-6B7F981A333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1AC5EA-0463-0070-5708-E07AE45AF99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D064B4-4787-5DC5-1869-21B199C45F6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D4328A-74AE-E40D-DCD4-D86A4BD6698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16261E-3C0A-03B2-52A0-14E317448CF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5F39F3-AA1A-4E37-BB57-9810FA96D87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0A0F10-8A94-2A90-22D4-33CCB5CDD40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05504AA-4063-39DD-E248-4C3B74EB222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</p:spTree>
    <p:extLst>
      <p:ext uri="{BB962C8B-B14F-4D97-AF65-F5344CB8AC3E}">
        <p14:creationId xmlns:p14="http://schemas.microsoft.com/office/powerpoint/2010/main" val="644630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EDB8-FB55-CED6-07D0-88894586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5850A3-AB4A-787B-BAC6-1BF6577E08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1C0631-7207-09DA-1982-2227586C2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E9C596-9698-E27D-1610-7C7887044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ADCA5D-D9B0-389C-1A28-51ACA9D16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F792EE-4B2A-7300-D58E-9F71BB722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DC54F9-FD9B-2317-22EF-D9692F717B1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4650D-91F0-6F88-436B-3C3B63F44E6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88D7E-868C-380F-F766-6B83AF96A80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9840A3-6FBC-B085-52B4-B85D595CCEA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E765C-4708-A0FE-3AFB-A68A1426CC5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158D5E-344B-994B-9FF6-6688D52989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3F74AD-EA0A-CDF4-AF64-CE9D4813FC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74E84A-1395-7596-F57C-1AB8C63CBC4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4FB33-9943-B3B7-F41A-2E24C2C17A8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567C4D-F1FB-6DB1-85FD-BDEC731A577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846019-9DCF-4EE4-0A15-AD9AF690B2B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6BB67-091F-E0A3-6BA9-877E01D9E7B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E06987-670A-8295-45FE-F2F02DA0CD1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DFD31D-B429-CA93-B58E-89CA5BC51BA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BDFDFC-239A-FC66-F423-74561258260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D3B240-F37D-6C56-07F5-F08B549759B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AD4469-6A9D-0107-38C8-695878FADE5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E25B9D-2D11-AFC6-2C64-C84F91F7A73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DB0531-AF85-B3EF-62F0-192B0E1DCB9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B5B136-363F-7F86-9065-C5A41778261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E04D57-4187-F5FD-4DD8-FEC3E8866B7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D07258-9BA4-EF55-AA25-36F4B5EE5F5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EF5DDF-92EE-1087-2CB6-67BB418F13B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EDD855-23A5-FCFC-5F90-DCB41C3193B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B4CF1B-096A-E91C-8BF0-5DFCBB81C15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BD4F26-6451-52B3-7F02-29420252619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8335ED-B2C8-78C9-3881-A84E63F6777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ED6084-24EE-40AD-23D2-0E68B35B955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A7F09D-54C0-0B3A-79C9-7F4783BC3DB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ED163B-EA99-6197-3664-23466EC0356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1071B4-0E03-4A3B-63F2-C4B9E94211A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5DE3D2-416B-4059-7B5A-9BC583DDFD7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65FD81-1A0F-FEB3-CE2E-29DAC3578DF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F7990F-CED5-A10A-5E72-E6B95578981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4EDA89-D914-AFF5-5EAD-2141F45670C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9F21FE-905F-CC6E-1C9F-F07DF64252A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C43553-A0D0-0733-6963-6F45E7BA1C4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2FB2A3-5254-C815-ED1D-22C82A2815C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8863A1-CF2A-E99F-3284-53806C2E943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D10A4A-C8C9-67B7-204A-C24CE419E48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C2B796-B2F5-EC69-C2CF-3D2A67E8182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778B25-6193-A990-70A3-EF3169F96D3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C16C41-BAA9-9813-C507-6103164CB81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2E69BA-D487-9ADF-2D63-EEA730D8F2F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041102-B094-168F-5595-6A6E4A4FF7A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784BE1-AB3D-666A-1977-48888B27F98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537735-70FB-F39C-F2D1-76B5BB9E101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E7EFDC-C2CA-591F-F171-A3D54C25E8C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596E8C-5292-3170-6E31-9688F16FF63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EEFB50-AF76-2D4F-1A3C-A7508BE5748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43C4C0-A560-1C38-08FA-D16F23AED93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4A8275-F1E8-15EB-F52C-4B60CF31240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1E2814-895F-B37C-FE45-9157C2BD25C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440A1-93F8-27DD-EC0D-2A1A2A04DBE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ADEF29-90BF-31B5-F534-86E390A8DAC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7F2F88-4C65-C516-DAAB-C8B4B71C647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96F62D-114F-97FF-504B-CEF33DCE0F9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97BC0E-7625-F7DB-9F2F-55F4281AEEF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38659D-056A-B15D-55DE-84F0423E8DE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85C1B5-C71B-0B02-F57D-2A6B1215371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D90E8E-C359-1A9C-FDC2-1CC48CD9EB1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12949B-76AB-53D7-5EAF-E385D882270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12AFE8-3422-F905-19B1-59BAF551983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D3C24B-CB8D-AC24-5F5A-4961BC8A5DF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44345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534BC-1A9E-4FC9-F6F9-A992ADA1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BCBA57-EF33-6D0E-8D01-6C26CDFDDE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312D740-B122-D648-C8E0-2DD53EB42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8F08FA-D5BE-1BF8-6DCC-377B02B18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04AAF4-1CD2-0578-4BAE-03DFC00F5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9B37AF-98BA-7ADE-7DDE-3F4E6AD644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7391CE-E5F1-70D9-92F9-A56DED65670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CA41B-8A2B-2C3F-4B05-7448FF7D261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B9AAA-83B9-ABED-D0B6-23D5D309E32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5F5A2-BCB4-092E-82C8-DE1DDE621F7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BB1E6-A1E4-C19C-8060-49E47C8527F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E0918B-8A71-0871-8506-CAFCF2E3D5B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2589FA-2F8A-24B4-E24C-DE4B39D95A7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83AEB-A6EE-3933-0B68-684C68472FD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8B6773-CF16-08F0-B41F-3F9F5F4EED5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8C25D9-36F5-ED2A-341A-A62E7000015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41D9A4-B1FE-C66E-CBC3-5FAF06915AB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64C1CD-D5ED-FEE0-2FEB-C8975BB4ECF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F1289-30ED-51FE-A84E-794BDBFFEBF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755491-D2B5-297E-B709-41E237AF347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1DC07A-F0CD-6028-E895-3826F98890B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3BE43-781C-9778-FDA0-FA2AE463DBE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9CA1CA-3ACC-3686-17F3-54B26323788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64DF00-6898-3CE7-1CB6-287F936D898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1CA9B-39C2-EA61-B371-6859D7ECADB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A4B23F-9FE9-A4E5-9FE1-A471673DF1B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EF0C34-67E8-0DBB-45ED-53DD50DBD7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574EAC-704A-1260-C940-B38CE51E03C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61D51A-433C-9DFE-0AF0-739BEBD8AE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89B983-AE8C-DE7A-8853-AC27D3241D7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97ED84-FC9A-EDBE-57EA-CECBAB31FFD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845DDA-5D1E-1F32-999C-BE02BA9D70D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6938BA-9B31-BEB4-3D45-2DFE506081E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E23D23-FBB8-020C-07F1-A02C8037E58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16501B-3F5A-65FA-8CD3-01EAD1A2560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EC9285-2526-B26C-744A-D81939F54D2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62A538-90F7-CA8D-DA32-2EEA25051D7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7A11A9-08FC-FD89-ABFA-3E988006E3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2EA412-46DE-CB74-68CE-FFD39BA97FB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2C609-D8EE-CE9F-9CE5-86DF743AA39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DC4F24-9A73-52EF-2081-00106485244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B859D0-774E-9FA5-CA90-CAAD51FEF43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B6DEE9-0CD8-068C-6A62-37B61546578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745A64-E3FA-95BC-72DF-3B1736751BE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5D08A1-51E8-5C15-63B8-C1A4D142C51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C5B72F-045F-9550-BC23-BFAABC3DFED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EE81E1-97B9-7BF3-C225-DC3F58CE4A3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22AD6E-140D-FCD3-25E7-28D7A73D501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D38786-529E-84D4-F285-F29CE63C610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4ED044-A707-EEA4-E921-526890694C4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8D6926-D40C-98BC-BA95-1F2FB739434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E47D72-DBFE-5E10-7F4C-79813FE60C0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B2B5FC-85C5-ADA3-98D5-20DAAF9109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CC90BF-40B7-89DB-DA1E-54448A011D7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B3C8E7-667C-7140-530F-89253C3F3A8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F6B138-BC29-10C5-1693-2B8DCDA9F19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CA778E-38C2-DA40-EED3-21E81377796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F883CF-4B68-5020-676E-299FB70D33B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031CB7-4B4B-E676-91A7-980414C48CE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B6861E-F25F-3E7E-393F-CEB9FEF41F9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1187EB-882A-929A-AB8C-B55270D77BB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09D557F-508D-7B4A-8455-33A46B10E13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8AE7D8-6828-CFA9-58A9-23EDA4C5D00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D98819E-4C92-2BEF-CB98-75CDF95225E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6D42D1-D6AC-14C2-99AE-48F9A26A1BA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E68C98-A486-FC7C-D2BB-FB28102AE39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CC75E7-1991-2D9F-7BE8-05F178C039E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C8D7A2-3199-9D48-445B-9EE2611375D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82F6BD-2AE7-1458-56C4-958275F2BB7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FAA59F-20FC-E35A-7C6A-07EA11BA259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4372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FEE1-F220-854F-DE98-CBB0AE2E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01D644-3F83-FBF8-DB41-7499FDDA1F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BCCB80-1701-8F44-1478-7C25A507E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A59DB0-2CA8-724D-B5AC-CF42CBF21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D71F32-B052-B2B6-33B8-4B6A8D2566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91F740-F925-902C-8BB4-3040EA139C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655B6D-C2F4-769E-50B8-8B8A4BF91C6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E70BD-5C0D-65BA-F085-63DDBA7A489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587D36-81B2-04F2-512B-9218595E843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3C26C-AF8C-4A05-DD76-292D09FD6CD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C7D17-6C99-B7F2-8C2B-89E3D8638A1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38817A-0E11-08E0-5A76-DC0035029C5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A95164-494F-4812-F529-4FD879686BF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90BBA3-F390-A5B0-3085-38B10A72C91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89AF96-B94C-A843-5AF7-D1250592203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C770F5-F1D9-7F57-BEC2-960EAC424C2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53C64-8C7D-2581-BD16-F37A0D5B3E6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F7C852-32A9-4998-9188-1E3B58E401C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AE70F7-4325-681A-08B0-73A3D8F0D84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736DBC-6C60-1C7B-9063-5966DD0CAFC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76C14-DB42-B1B6-5578-68D966647EE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8DE16-CC41-808A-C3B1-47E18095914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2135E4-CB23-109E-BDCB-BC2ECDF5D75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E6A3BD-C8D4-56B6-4764-ABFAC1FF09B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F23F9C-6FE6-0D6A-98A5-872A110ED64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DAC4BE-6D17-F83F-7774-A5EDD48FB27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F3F9EA-14F3-9B7C-994C-DEB5F71BC5A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A6BEA4-C077-B062-6369-D62DA3DF9F4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EF400E-6B42-4801-F17E-05B5A292B4A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28ABEB-B20A-6649-A978-5F15C12C02F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6CF580-4100-8490-E8B6-3F8988CB787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0B3F12-F927-8EB0-DACD-39C4A9859C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59C530-8578-AC75-09CC-616D55C82BA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B6624B-86A8-B6BA-49BB-BA2174A60A1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F84774-D1E6-8860-D8EA-5AD5C167FD2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69DF16-3B69-C677-67BE-4BCF3509A00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25DED1-C355-9890-8F43-40163249920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A0D4AB-B6C5-F96C-7453-60D7FE75F38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A76192-82E4-F707-7B47-5F23659FC51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9564DD-41A4-EEFA-C3BE-9D2E1300C1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32E2AE-39CE-2F5A-9A3F-F8D31A330D8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0C9C6C-4500-4E30-EF6F-37C541484DE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B4ED9E-DFCE-B10A-B709-0DC30723654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DAA982-506E-1C09-1DC1-061967BC18C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76C33D-1B92-292B-A90A-8C977045DBF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B56267-671F-6B99-9908-DE5FB955B32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5E09C1-3A89-8D77-F9A7-A47A4AF6DEA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31D8B7-4127-E9BE-5A25-9CF334D54A7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122EDA-B5C9-7F06-BC7D-338C83B643E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A28D68-4173-1967-B7D9-ED607C1A036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DD8E7B-0CEA-CC31-84EF-8733A82E22B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DB9831-0A25-4FC0-9A73-A7CAE77367D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45AE10-7ABD-8084-846B-385D297C07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49AE28-2FAD-B0A0-7199-10378151F4F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41BCDD-7A98-4F8D-E31B-CC21DE863EB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A647C1-2F3A-8874-7A37-94650772F5B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485E83-D999-C6A2-BD63-FAC597CCDAE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1C5774-5412-9088-2C77-20F3CF35FFA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21A48C-1257-A64C-9EA1-98939508501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9697F6-FD4F-5260-CC3D-360E0061801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0CEE94-37E2-EAE8-D9FF-3E6B8224450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E4A8E6-7E0F-2858-3300-471907D1ABD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E96E53-D4D6-5F3E-6CD6-3D9E65301DE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2E64D9-EF3F-7D84-5A9D-510AB7CEC7D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406A1FF-88A3-6C9A-A232-53619F4BF34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130EDE-A855-DE6E-71E6-B12885D9125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D55776-C381-210D-A082-D60B5291B99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C60E17-C920-6A5C-754A-78793662692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1FF332-CE99-EDC0-306D-D9E7F2C2514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91BEF1-6769-4EB8-60AA-0F69C70087A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93293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ED53-FE67-57B8-FA09-9B2DBC2E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D13052-2E9C-E75A-2187-3BF339FCF6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025B23-8A86-8F80-125B-8700AC0BB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C5063F-053F-B83B-2188-1326CB6E5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864A76-7D9A-12CE-F553-1F1B7D86B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2FDC8F-C202-9151-AE4D-9F9F446B0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9E6E9F-3FBF-20A4-7EC2-D5B367E3CD2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511720-55F7-44EA-CC6B-2ABB105FC9E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985EA-C356-D31E-DA54-E22E1224410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0E154-B664-BA69-A45B-4168C07D5FC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9FA06-CEDE-5D39-1732-5E29313EA54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3F8991-07E5-F93D-9012-AE99B7346BB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CF4931-935B-A6C5-D6CF-F40B762A883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DD77B8-114E-A30E-BCC7-E63AFD5D191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89EB6D-8FBF-E9B2-F7CF-2BAEBFFA7C3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1BE877-19E6-3B69-FDEB-2B6207B134A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0F376C-71E4-9A27-CDF5-6F3D39F2434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677D66-B709-8DD7-618F-EB9A06F50DC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D4D24A-41BA-6431-92C7-D3326EF303B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B9B160-C383-642B-CE5F-3C7F96C2FED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8E028A-1970-F722-59D5-23E7FBC80A9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25CF42-1A26-85C8-F890-2B22F4197DE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6431F2-9A11-E09F-8BD3-7561F5E77E0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BF8F7B-C28D-BC2B-EF9C-8EFED4A0688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2E1B86-4B9B-3B3E-78EC-80C9D4E587D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A981D5-1551-093E-5730-94BB8FD9969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9F9F42-BB9A-4AC8-006A-F9ED7DF55D2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8D0B22-51E6-0D25-A926-449BA6B4177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DE1051-864F-3287-CF07-9A6DDECDEF1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977476-F804-830F-A907-B503C0A52C7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E3D1FA-DE36-1A57-9AFD-0C3698E380D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BEADE1-0041-0702-A097-A02D3FB999F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7F738A-4DF2-2E52-73D6-ADD46D0ECC7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6C9A27-F614-A662-5D17-982FCE24704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74C0AA-705A-7813-97D1-65F64AB393E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03373D-F4C4-510D-BF69-04EBDDA414A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711AA9-15E7-DD3F-3552-90B04CC1DFF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5A5545-0435-2E3E-246B-E4D819BB782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607ED-ADB7-A29A-3D71-3551B522CDC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336049-8732-6907-4F7C-EBD6523C441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897A35-61ED-7BDA-8315-2505D1018E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56F9E1-696B-5EFC-82F8-681BC808556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98E334-7E00-5816-3827-301670A2966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A7BF55-1F72-1371-D97A-D02656C4E41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4CE56F-58A8-D7B6-A225-8F62B771256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34AC97-9604-12FE-FF84-0C81F0E81AC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5BB947-19BB-732E-7C69-99F0751876B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76048E-5823-AC94-5CF8-B2F9972EAE5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5C4562-B432-B3C0-3943-A12E309F471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AF0165-4E15-6721-397C-916704A885C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6C85D7-B9FF-E836-C907-4AA6D72D052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CFC28B-5680-84A8-E555-71A2C651F2F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BF7263-620C-91D2-09D1-A63C030488C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969ACB-4CB0-9E93-FF83-01ABA3B7803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286E32-FFC8-23DF-1876-F81F2B0FD63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2325F0-F967-E318-B6AD-0C3960717F9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8DE99D-9CC9-F26E-3C4A-4A5CAD70CD8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3DD115-6DFE-3CB6-3339-479F30429D5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56F674-25A1-FB66-0925-94A65985311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8BF4F2-0EF5-B331-1ACA-4B0DF39A9A8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3200B1-2EA6-9947-8DF5-B37DB2BA9CF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5A8A9F-4C7D-69F7-12F3-B6067B944FB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06F6BC-CC79-A79C-5156-8D1F22CA45F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C3354F-AFB1-0307-6920-CAF51FB0602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403BB9-910E-C36E-13EE-C7D171C3514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8DA36D-E7BE-B430-1E01-7F8A869C8E1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D9DEFF9-6BCB-8EF2-E652-E3C0B31FCC4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3DE6A2-9084-47BC-68F4-E462C521FE5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F27DFF-5469-E581-749A-3F17C387F0A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460FA4-088E-D0A5-9404-7E4E76112AC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0369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F9864-9B04-2409-1053-1FA2EE51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57054D-F2D7-E5B4-6D15-389F1C3861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21/12 in Row 3.) (Also, [12 in 4] can only 1236 or 1245. The second possibility is now precluded.)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F91D78-6EEE-62F1-999E-403CCA802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A22E93-52E7-CD45-E537-E02274361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15E068-96C9-81A6-7DEA-7B5D2C320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147B67-C71C-093C-D646-6C0CC084A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EBF3DD-0BB6-9A60-4F7F-AAF8504A15B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8FBF7-22D3-2A6C-AECC-3FE58A5FFD0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5D0E1-E278-A5CF-FCF4-E2CE2CF4B55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0616E-5111-DB31-BC9E-AED01638C9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AB949-A949-3D59-C134-71D3C7C2A60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004E8-517C-8376-9E06-FBA0DC27984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81959B-BBFC-61C0-2569-180E3AAB97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440F6-3EFF-D2A6-ECA0-0470B9F82D0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E7C12F-EAEE-424E-A32F-4605CD39F15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1DAC1D-1173-4A97-A948-797E1D8D712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E79CF3-2457-68A8-39AC-8432EA675D6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B7DF1-A09D-239E-ED52-0C21AA46A6D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4CE7FE-9BA8-EEB3-9906-6FED3539F78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10D984-1EDB-A13F-658C-0554066DE58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D1EE3A-DA50-9A81-C6C8-4B3EA8AAFD5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C43C50-E2FB-3B0F-D4B4-E9B6A8465F0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CD0F16-534F-18D1-BEC0-D379F839479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AFB7AD-B047-4018-016B-08DF6361595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6A8E16-26F1-7025-A2A2-8E2C7524A48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1BE054-8BB9-3250-5744-230F5CB8E5D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F3A33D-830F-7F5E-B801-F880F92366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8C9881-54E1-A0F5-6BD7-9A2B24E8B48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6ADA2E-E309-7CE1-B015-8B531C066CB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197BCE-E5D9-83D6-3707-48C7CDF8B55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08CDD9-1E70-90F0-D7EF-0D2406FFCE3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D511B8-FA1E-36CD-331D-F504C00E1BC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AAF415-DE5E-13C1-CAE8-A6DBDBE60AC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D5111E-49F1-6AEF-B00C-43543D38683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194F1D-3726-C1E5-D9BC-4B890F82A06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691433-AA4A-7230-2CF0-EE3C51B8EB7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D6758A-9D7C-E7B5-6AAF-E3C980AA888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5CB073-B4ED-FF29-200A-8087631A4FB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4D88EB-6A8D-C053-DBF9-F301C8E4DFE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E7E25E-ED0E-2048-9302-43852A01D1B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610B49-A3D0-9080-1EE9-3C295F9BED4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865D89-39EE-1995-DA26-F2F33124EC6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8B4530-F42E-01B5-4843-C8453DFECD1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303F10-3426-1AE8-CE6F-226BB8BA2C9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7F4642-8FB7-1EBC-649C-B75F4197DDB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03CC98-A499-A3E9-7876-B8E2925FA96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A66AF1-E53F-9B0C-C282-0C23D845E81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4FE078-B60D-1D4E-5B62-1ECB614E19A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1BEBA3-74A3-46A9-5083-F22DA7D45A5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FB810C-C38E-2648-699A-FE2FDDDE1EE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B311B4-9B44-0C49-9CAC-B4C9F2D7A78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4FEC6D-8819-67A6-01BB-5021978F2F0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1110D5-3AFA-50A1-EBBC-021036FC6E4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0CD47B-1496-DAED-7742-BCBCD416E66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BBA197-893E-2897-7E06-AF7A6AE778E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3261FD-CB1B-20FC-C357-2A2DE0F7EFD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2A8CB0-A35D-7C18-4896-FCE052ACBFE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CB5CA6-409B-3531-6018-EA6690935A7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53C187-218C-5B2F-E753-10B892EDBCE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167DBF-08D4-F8E7-680A-94643982F52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A0FE5D-DCB3-BA23-FC32-E59774AB5DE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0719F9-D0D8-DFFB-2898-0E96DDAF335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92B568-0599-EBA6-4EF7-79923CDB493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AF9424-4A54-BC34-F359-5A7847B512E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A4B0D4-21FD-770F-DB93-DA9DDDE7057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9BB05F-BBF4-3C18-7456-4A0EC7234DD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7B3369-BEDC-3EAD-AFC9-BAA41BF6024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826CF-1341-EAD8-95E4-26AEBAAA58C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7E540D-7884-44FE-F0E9-826B4278D7C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4DB02D-B8A4-AE4C-F4F7-0DB23E162E5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39624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241A9-EEB5-3940-10F2-A3147DFDA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15D219-A135-CC4D-4C4A-D04CA75C88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5F3B99-E337-C930-C841-CCD00773B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31DD82-62C4-91CB-6FB8-23420EE82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94BB31-33EE-4B3E-210B-4827B1774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A0B3F1-7064-5725-B0BE-02A577F67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6E9DE-99CF-E95F-3979-F01AC3DCDF1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EE9FB-D4F9-8B9F-88C2-B49CE506D1E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90459-7ADB-D431-A460-8BAE2C6292B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9E6061-3753-110C-FCB0-876C55F5A19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6615DE-9D9B-FF5C-AA06-8179B327084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6EC18-443E-B621-7D62-EAE0D4ADD47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54FF45-03D6-39F5-73BA-7A432BE6134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9CA720-3A06-A8CF-9A3F-FA53C2ADF1E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5C72E2-C9A1-9818-D76B-9AA9B293D8F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70BFA4-A6AB-2884-9F7E-19A62E12637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1ED4A2-F810-8082-7295-28851E91AAB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4C657A-9C58-D22F-14EA-0D15F346F5E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C29EBA-6666-5CC5-E7D8-771A4B5E0E8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C8E89E-DB4D-90C6-AF1C-9F3597E2127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AB4B6E-1E89-D374-4890-B47224BFF0F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433C61-7FDE-7FB3-3940-0ED0ED7751B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3DD53D-53D3-1FB1-ED51-9D4F3F27990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79772-554D-1BDE-0E35-64126A1F2BB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15A430-5CD7-EEC7-25BA-715869A75F1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326F22-D64E-9988-551D-C9BF223D9D7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DD7900-E1A2-6201-0995-73B45E92A85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B2BD03-3D29-B577-04C0-CA89D156837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8B58C7-02C9-5E1F-5EB5-9CFD5D269A9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6A4B1F-F68F-D634-8F86-C83B6673960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91A9A9-1E61-6257-1425-E1831E5EBA0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70B5FA-6C47-8F09-ADBE-36C95D15712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D97E5B-8EE9-8A66-529C-D70CD2DD07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7D2D5D-6ACB-6CC5-249D-ECBB3779B8D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0F76C6-09CB-5FCA-4A3B-72F65BA7D88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517D6B-99DA-CB22-4DBC-D075BE621C9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F50AA8-9856-A863-1ACF-DD732265460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9C0DE6-176E-E591-0FD3-EB04ADE55A3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CB7143-49B6-6B22-67C7-74FC48E8E06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55FFB4-CCF3-2B57-77D5-58B13FEF6C8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3AB9F7-0D33-8A7E-E1D5-A4AE989F6FA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6F39AD-95F4-94EF-9717-9A7F79BFBF1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BFD1AD-3400-22ED-A98A-8F672EAE442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0FBE49-9401-3CAF-DAC9-7B85D040475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08B613-FD60-10D8-901F-B7B84DC25F4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D7F9DF-6528-9B50-4C9D-CC0E36A0449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BD12F9-E77A-2D29-F829-B1BEC37C488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AC187F-75C3-B801-70FA-A8F68A26325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42F66F-8343-CEFE-8E51-7A7DA8B2B07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218D6F-6FD3-28BB-0DD0-C7603D7E4E4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979D7B-0FA9-E55D-CE92-7BBDC456046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1D6FCF-B469-A5AD-3580-16349E2BD2B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B06DE5-0C6A-26B8-89E1-B878F8D7E2A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26402E-BCA7-67AB-8761-02360E81C6A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78EDEB-BA9E-3833-16FB-AAE248D4430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C38F133-22F1-6972-0207-0EE373B368A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B0C1BF-D423-9CA5-4BEF-53600ACD3DD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C1B625-19BE-1693-4E50-C97A2FF3DAF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404D80-6A14-DDE4-4833-D368C04B252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6FF0EA-E964-589C-1208-55A16CBC69F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CB5F2E-B210-21E8-142A-EA8D3A69224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14705E6-268E-E242-B016-62017CB51E0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CA5150-3A9B-84F0-A284-49ECD378B0D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C04E3B-D215-E44A-FD38-4756BD4D5D8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503020-5D76-B30C-399E-8C085DE742A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B5D2364-7229-DFCD-2C77-DE999FC3294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3CB261-0B5D-C861-ED25-12B47F3E261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A33A94-8BEA-A376-875E-11A66DB24E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FA2578-B8B5-9097-55B6-AFBA5770AA7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B2698F-57C9-3268-58A0-CB6F0A36DE9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62166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91BDF-0597-E5B5-3497-973C235BA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5EB5D-F6B9-3E65-C504-0B9D8E2536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D3FFF2-6DD6-F732-2B15-7B44E7681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80472A4-198C-1ABD-ABC2-EF39A8ECC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3AB8CD-1117-C994-3DE6-3E1507B18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601748-E2A9-8A87-68AD-948149E0F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65EDEF-11B0-F192-8550-194912BBD62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0B7A3-777A-82E6-0627-26D4A179EAB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5D7B7-8785-F8B7-66CD-C793D701C6E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6ACBE-5DF2-6E1F-E6F2-0076B904B66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2B951D-ADB0-8F48-CA4F-EB263BAF6C7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4526FC-2DB7-578E-3BF1-EBBDAC6C69D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C14E70-A679-BAB4-15AD-23D3759398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6CD594-5082-8845-3743-03BF822B775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CC5DF8-0E4B-1952-099D-EF8BCC7B876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88046-44A3-8029-01FF-D1773AD08A6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1E52CA-592A-1183-F78E-8B16AFBA8AC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FA0E6-C4B3-AA12-6E70-7F3096EBDAD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740A8B-706B-3E41-F024-0D4BF408F5A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575BD6-4B48-299F-BAEB-9911D9960AB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6DA990-5E8B-7E73-70EC-5374E494097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E91DB0-07F6-3860-245E-A82B001D2F9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DDBD7-CA4F-BDAD-7683-51DF21ED2FE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7B66F8-DD36-D653-4A61-CBD9888E3B4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CEAE6E-D2BC-0308-348A-4D87FD24C56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01EEAE-0716-EFF1-EA22-042C18482E4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91CE90-2A91-3D57-BC65-58668D0A427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D16D84-4C28-6C5D-2998-E4BDABB6C93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EC0124-DE72-2B78-0EC6-85D0D27E7DC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FC1B0D-23C7-D5C2-4014-D3156641AC1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016E73-8437-617B-DA64-73731EC07F7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52E41C-CBC2-98B7-F163-6519E151119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255E62-6FF0-6A55-E21B-E43FE48B6DF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572E7F-D3BD-84A0-1DAB-72538D53396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E87034-C997-8FD3-48C5-586900EEF77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64DD0D-BE57-1555-D24B-87FEC774318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EC953A-FCE2-088F-C45E-EC7FDB8F866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37683B-6856-0BD9-FE9B-ADAAA370628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6C5C93-2D4A-8D84-9A30-6439E4616B2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4F926C-19C4-A875-E6D4-D8AFBEB70A5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67432D-382F-99B0-2EE0-A0ED59F29F4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079ABD-70C1-21EF-AF30-978A3629B3A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733E9A-6271-A41A-BE40-75F4A80824E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8B6115-9244-DFC8-623C-5AA01090725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E91BD5-5D69-0274-204E-422D81B4B8B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D09BA0-BCDC-F382-41DF-F976D7C388C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4C5CED-E88A-4384-91DE-E03865A600A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1DC4E1-1870-29AE-DDB2-F32EFE9FA0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7F54B2-8C0F-9C27-9690-60F223AA1C9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A4A26C-9987-90B6-019E-451CEC572E4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4CF6C2-819D-D9A5-C6DC-8AE127A74E4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F832C7-1D83-756A-ED04-32E523741A8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57B4C3-2305-FE31-C1A7-25F8AE33597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C51A15-0251-A3A2-CA9D-FD3FCA69DE9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17DDD4-ED54-9693-2A41-5EB06A5B27D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8C6223-EB70-1D53-93E7-76B01BA0028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7B1709-B3B5-910E-5F56-069559B31FF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5E7355-7942-DB56-6F93-5058FDE15F8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13BA94-76C0-D8C5-4B04-A1E2861495C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ABDCCC-1F32-4204-2FB4-0F2EA580D11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EB6FAC-10EF-4185-4996-774CF0193BF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79E86A-6AE3-E3F1-D1CD-7A29731524D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2F8134-C161-CB43-CEAC-6EEEA275070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C800E7-0CDF-E571-51E7-A2775E0713F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BEB2CD-3FDE-A515-A700-B1E8DAFD3DD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A44589-12A4-34EB-1913-51195E248E1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78296A-7B4C-AD36-945E-A928087B36E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7847FB-DA6C-FD6E-4917-60A62C45504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E7E996-EE3E-120E-7E3E-35B65997E7F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8F794C-1C17-7E52-5637-3D7A48D3D02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04483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70B1-2A4E-C34C-163D-53834851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BAB517-6F7F-72D1-FF3A-4D4A5A59BB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44A1AFA-16A9-A15F-FBCD-0484F4BA8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51CDB5-684E-140C-995E-D06D3EFA5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A42D6F-ED67-C1D8-BAEA-0AB8C6C32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C89B91-C88C-CA08-4393-F9E979384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BE5FCC-8475-FDB7-BAC2-0748CB220B7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16353-3D92-758A-66D7-071EE2D0238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707D1-F1A5-B2E1-3171-E63801753D6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5CD78-8470-6127-04D1-AF99781E460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97469-4221-EE34-A63F-85292333B99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AA888F-0E80-A83E-00C0-02E9B7B858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ECF0D-F690-DE11-3523-35ADF016FFB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35679-2AD8-CE78-3D91-4738912D99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D86E69-B2FD-506B-8262-DF7312EFF5A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247F27-D425-8F7A-A6E6-041FDAE6EA5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1F5C84-8104-A9FC-A020-1886308B463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A329A-F935-BB9B-CB76-5934BEA6FC9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6D2AA5-696E-9073-57A3-8D0CE12C4D6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2078FE-7638-DC35-0E96-9A7674566B9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BDF2A-674C-6204-860F-D3135E63034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89E1D-7A77-25A6-F5DF-CEDFA61A0D9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59B50A-9D70-2E8B-6062-432E1459D2E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DAD03D-2F9C-21F9-1B1E-34275F779CE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559DA8-85A5-F956-FAFE-DF79E5CAA12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C871A4-6CE9-C614-7344-0421CCF1335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7394EC-7555-07AE-2571-0376760C336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E9E792-C350-3963-B9B2-43DFC97FEB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805CEB-8E91-FEA0-D984-A2A106E26EF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C98223-565D-F8C2-86B8-40C012A081B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D8F8CE-82F5-CAC7-C140-DFABF8E7CFC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660FAA-D4C7-E080-EDC1-52ED632BECC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07FE08-9197-20C0-491F-162ADC5550A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D4EBCE-59E8-D914-689D-24AAC83DAC3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F8ABC8-8DD4-0DFD-E31F-19029A27550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6C4DD0-EE9B-714C-1F17-0B607D98C5B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8D3127-7C30-8F9A-67FA-1797FB85333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D96511-022A-3966-0B1D-1F4A739EA6B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902F78-CD0E-AE47-9EE1-53F9F9EC599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AF94B3-4CBA-A38D-A8FF-92FC843A870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463668-09AF-1171-4782-24910E0DCA4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A32F94-CC01-9ECA-CEFC-018176260EB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390FC5-2C7E-13C4-0FB8-7BC5A212FD1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1638F5-E5B9-95D6-E1B7-F5F0409F3AA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1686EE-FA0C-1DBB-B6A6-7A5DCF11C4B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D01CE8-A1EF-50C1-8EE7-67CAC9CC5D4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3938F5-9F46-8CFC-3721-0394EE8FD44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8B87C8-0EAF-2146-2054-F9B939FED57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80481F-80A0-8016-73C0-D986A070AAC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1B1A75-9FFA-0568-8629-568C9A82153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7A68EB-7A55-5BA0-F8C9-609184E24A5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DEBF7A-5708-57C1-088A-95C5B8E6320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0C3871-B9A1-2F5A-7D5D-38136237BD5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61D566-1433-D31B-2D13-9995C27E816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8891F6-7308-905F-9384-3F148531DD0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20DED1-3B71-F406-FA0B-BF77F44FE11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4849D5-AA7A-9299-A12C-A332AA347D8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A1E173-C8A3-8C9B-0524-50CA059DDF0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6335C9-64AA-0F5D-7BA0-FC7CD780884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CE961A-C247-75BD-A2DD-4AB27CE7B16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E90554-0E5B-93CA-E467-15F76C21F85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ACBDDFB-FC20-91CB-155D-16EC082915A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C87399-B5BE-815D-EAD1-750C65DD012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9A4911-7569-5A03-3F35-679A88FCA2A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7BAA66-F26B-7AD1-0A7E-166A32CA73B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031BD9-DCE8-2E9F-B161-A864C5E6FA7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8A5034-D4DF-45A6-006A-5654FBD2A90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79D5D9-188B-2CA6-8BF8-DDAB6C2D27C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BA2572-8E52-6793-FC77-F0F7DDD417B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027F25-30D2-56FC-9B24-F66A487A3E3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35036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2231-9B21-7D96-253F-B21AC06C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F2A517-065D-E401-5622-2BE170760D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1632E5-E373-4BDC-AB2C-2883FF9B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DA56C1-8639-CADC-AB5B-70BF453BF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F7FCD8-2AA7-8BF8-AB1C-5998B0DE0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392CA0-2E19-BE9C-4B0F-A2F498E4B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96D45E-A9FB-1B31-D3FD-7D08ED40059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AC65E7-09DA-1D05-06CB-2BC2610E459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D5AE0-CC16-8D46-AD16-5FD7D641DE5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89CBB-BE38-EFA2-E758-10F39EE6D93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F4100-A2B5-6D39-C84F-C897AE38A0F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81468D-13FC-F5CE-D8DE-945D8D190D0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6FFBF-41B9-2C38-CA17-ED9396E2E5A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39D3A7-8062-741A-9289-16BF245C864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789626-3A16-1D45-0A6B-ABF766660A3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E483AE-6C4C-469A-DCBD-24E22344DD7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1A32FF-6B4B-812A-B418-1C91F03887A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03FC89-A355-EBDB-5130-BD7667C245E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B8A0D2-5F7B-E14F-4239-4FADD11B4BB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EC603D-62F8-B491-1830-32980108108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01B307-BC92-F00C-9FCE-117025F4281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EDD4D-60A9-EB19-A277-EDCFD12AF69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D79613-5353-46A1-1648-5C14EF3DE22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AAE365-D6F1-EEA7-ABA0-14EFD5FCC7D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D05D4D-D4C5-6C11-5410-E3136EDC5D8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028B73-EDA3-681B-EAE2-CBFBC39600D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BE2044-E37C-018D-DF1F-588DF32CF0E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9648C0-2E6A-01F4-34A3-B93F140391A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7E2FBB-4404-3B38-5CC5-E3C34148A03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0D09D2-75A0-69CD-DB3A-24D8D637D50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4816BD-5369-200C-9DC8-2D106F3E994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A004C4-A0DE-E489-817B-33DEC80A08F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94DF29-DEAF-EE31-0542-CAD680D65B4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75EA73-007C-A3B5-09FB-849DA862D29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998BDD-1915-9E4F-FAA4-231AF0BD05D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97955D-BE98-4FA0-26E9-535FA05B9F2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252AC8-9336-68AA-EFD3-600699A9C69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AF7A49-4EF1-2FAE-0063-3F49E3A613B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58D75B-05C8-4421-6F60-26069E32EA3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89B16E-6EBD-3EDA-A860-FAF5A4D030D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5A2265-91FA-A329-E822-EC52C81CC48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757BDC-EEE2-D428-0B29-0B2E14737A5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A30C0D-4ACD-4428-1A31-5A7348E3B40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12574F-6539-A494-50C9-2DCAE199BA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44D854-715A-2972-0E8B-E0D03328BBE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E2B387-9887-8F05-344B-9253952F483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BC93E7-4617-3E0F-1764-FE9AF3CA6B5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1D5DE7-2E2D-33C5-9E77-C5E8FC5B0A7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36E2FB-B72C-CC68-D203-F62084FDCF6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C1A3E0-F19A-2D78-F1BA-4A609F101FB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9F46BD1-30CC-C6ED-E286-A904A9C5D3B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7BD979-AE77-B8A6-99EA-7E70DF81352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0A9E99-D562-FF19-B438-B9A13FC86B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7F23D3-9163-43F8-7C89-F40D1543B3E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D75E40-5DE0-B486-2AEF-5C27A1932C2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C62EAA-EB28-5E78-CFA4-10F98F94F8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14E376-A0B9-1F13-AE2E-FBF72003B8D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2E0E6D-BB26-3801-5197-F198E486E9C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C80977-480F-9469-2748-AB5B6C9FB38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0E54EA-3F7E-2898-F969-2BE362D3E82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CDA8E0-4CFD-F437-0F28-DB10AA5DBC2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39184D-CC6E-64BD-77BA-54BD8E42863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5F71E8-74B8-EDAE-C804-7C2F0E06037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7B8976-5DA0-CD12-B786-10096D838C2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56464C-82F9-667C-21E3-15C9DEDEDE9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61FA5E-3DD7-BF9D-3C5E-641643029C7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13EB3F-3F8A-9764-CD94-22675229AC0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30EA17-59CA-8FB5-5452-067EA02A947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D71918-2D44-89C8-F9A1-9E62ED1FECB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278A6F-8475-67FF-885C-FE7D133333F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74790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9B89D-A778-2122-31F9-CB3B5D44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38DFB9-4380-F34A-1819-8C4CF6CBAB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 (Complete [18 in 3] by sum.)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9BCAB0-C2CD-DB2C-0E3A-8CF59368F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42C348-5890-5CF6-FEB5-5CAE5C77D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E0AC5E-0BAD-01B0-5008-6DC15A10A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A82D55-818D-9904-CFEE-58061141B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8C60D3-174A-6A7E-FCDB-2FB13E22D16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FBD2B-02C1-0417-FAE3-A90E8E42C67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0F6B74-004D-3E6C-21D2-BBECF41C4BE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34FBF-A03D-276E-1C8D-BF6560DE862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A02DD-669B-606F-9A8F-8772D2E0632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F74C7-4285-9B55-C79C-3C0F3374A8D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E69715-836A-1E7D-D8A1-482A883975A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6122E2-2B2F-4F36-A827-C52A9610FCC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487E39-B711-1312-4CD1-C1AD8964342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627439-D8FA-BAD9-26A5-4B303BB8EAB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CA05A8-648F-46C1-B46B-BE656A3172D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7AF9E6-01FA-3E9D-5894-4EFC50F7160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09FF0-2905-33C1-B106-3EC54117F89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D60E71-A1FC-C7E7-0652-1A3E34A7A93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692AAF-DAB1-BA20-2A31-DA0B60FB6CD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4F2E2B-3BDA-BBDA-DAFC-CEB895EEEAA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6E65FA-D787-BF6F-FB10-BB85F7F6F0D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5458B4-05DE-DC34-CA1C-72589E31049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AC41C0-D9CA-5269-F793-9EA7D910156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C358F1-F1BE-39EE-9993-0BB4B3BEA86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26CF24-C4D1-C1EA-5B91-3A791E00F43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5BEF80-DCE8-483A-AF93-5FB89592A6B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CB6928-71E6-CB0F-EED5-7DCA6540C96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62FB73-B92A-F723-4A37-18059EC5204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5CFB0-47E4-915D-739F-008BE549106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661A6C-3EE6-8F8D-0930-3F5CF51F65E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7ACE58-65EA-F669-7DBB-C393D538C2F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59E9ED-249B-D65D-42D6-0137EC891EF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BB40A2-BCDD-8F16-27F9-9C12EB058EE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B97EE9-41B9-9EB7-6791-84F84548E7F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E58AD1-5D3B-CEEB-4D60-ED507791DB3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A369C9-4AF3-EA7C-51AA-05564ECE08C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D7F2B3-2DA4-590B-BC60-FE89340742F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ABDE36-FE35-0E45-F685-865C29C738C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761576-4DEA-8A8A-2D1F-061984BF357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26D80D-522B-6A00-2E62-E3F6705EB92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EA6AF5-2E5D-2CA9-67BF-746693FC9D5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6C182F-E596-C2B6-8CAD-4849FC0C22E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6459716-CF12-CE2C-34E4-140FAE31678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7EE73-C487-DA97-5396-CAAF26D4FDE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10FA7D-888D-F1FC-0A18-4166B7452C2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7D81A8-F7FC-8C35-FE34-6E414D3A966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599713-5582-300C-5905-D786BFE3037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1595FF-D4C1-B93D-33DF-16FC13A9BB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04885D-16F7-8F3F-43A7-C25D6112245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0899E81-E304-D46F-5041-D6C13943C40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6912E3-7808-5D97-86C2-26EF30369C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EE12AC-228B-E457-D0E0-5930DDBA2EE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A961D2-4394-A7BB-3DAF-E54F047EB85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4278C1-FDD4-878F-D35D-F9022853CF4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428DC5-3859-507A-5FD4-3CDA71D3463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EE9443-9862-71D8-3CCF-C4E266F8E21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9930EA-FD0E-0059-95EA-42433FFD7AD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9F989F-995D-826A-DCDE-136E4AF46CE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DC3D6A-5CD3-8838-CDBF-A85CE29C8FE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9F46C4-005B-5765-BB95-89CD1297E22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37430E-58C9-19D3-70DB-9980D0247D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4FB52B-74D3-C269-FF30-FFA9D909493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C2A6B0-0EFE-97BF-ABF5-82DBAB5DE78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DF6A6C-9023-30E5-53BE-EBCCCF78DFA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C17362-F145-3008-8757-5153DAC8B5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A54CC9-17DE-04A7-F2F3-4C3E7ABB28C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D29316-404E-A492-FE15-3E6809F7C45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B3EFD0-6942-4566-67D3-436D15D8081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98317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D45D5-77B9-EE10-2249-CF85158A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30E68E-43EB-F93C-F3DB-73EEEF563C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9885EE3-00EB-E3AD-ACCD-2BAF5B5A2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1B3C35-E32F-69FE-22A0-ECD8FBBB1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9E8490-1D3E-B665-97AA-D6D7C8CA0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D65EA5-C432-92CF-FD73-303D48A140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61ED5-BA3A-F2AD-BB5A-6D47BC92713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A29BB-4933-8761-DDE1-2430B6D28DF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7D866-5F57-D0A0-4099-5ECE2DCAA1B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5327C8-0C67-955F-62B7-7F85781BA78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41E5CA-6470-36ED-E090-24A00724C95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2B3754-3B57-4CC9-43A9-93F156A3691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64147-036F-EA4E-56E8-22A1F99EE37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DFC848-9FCC-7140-4141-3E6562A87B2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69229-095B-B2B1-7C7E-E866E4A28ED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5E9FEB-EAAF-9E30-394A-4F1448A8CDA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7BEB5-3F67-6C10-9BDE-DAFAED8BA08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56FBC-31C9-B259-CC90-E6C6A256275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CEEDE6-7574-1DE0-AC60-7801DE85399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20A3BB-B4E0-FC45-CAB4-564478A1B6A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AF7495-1756-FFC3-4638-E25F970DC0C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51B2A4-21EA-A778-7E4B-3CD4A8D16EC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93CFB1-BE77-A708-52A2-96EF16E03A6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D43C76-24C1-D980-8268-96C5756B774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BDA66A-D13E-1FAD-E66F-E77BF3FE57F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5C4E37-C764-2D41-5C5D-77290E1AAA7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11DF92-6528-E7E9-C5E9-B762711859E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50E470-1A0A-E901-AAAF-53A20D4DBAB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FB9EBA-8E64-5E38-B34D-1A2BFF1489C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913344-B01F-45C6-B7BF-5DF65E3EB5A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DCBAF9-313B-3500-A2A1-F0D1CE02FA0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3F0F13-CFE3-FC82-F51F-42FEFB13E40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CA68B3-C7BB-B8FE-6C29-15F833DD58D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58E5D9-4F56-BCEF-D3B3-93D4E769F8D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FBEEE4-9827-EFF6-5C0E-6CFC639AD74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E904C6-515E-2081-EF3E-6D3B255074B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E265EA-DD46-6689-D27B-76E83569DFF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066D6C-2C50-A8BA-6E49-2198A5D7E4B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2844D2-1E89-C62F-5351-22AEC09A106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FF981C-0C9E-CB24-EDFC-A928724CA0D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9DB061-6DDB-1D96-DABE-21C57BF699E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2735A7-1382-82D1-77A3-ED7F0062BAD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9E5AE4-6EF8-697E-AE7B-EBE3FDD1D3A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4D8B98-08D3-013B-6E17-2FF73C8D47F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B138D8-F261-1DBA-69BD-79DB4207936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B8FCD4-D4E2-0071-19A0-5EC4B27B5D8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E4458A-9CA0-9B7D-729E-B5FF98FE08E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C34EDC-02CA-3F5D-03B8-111702DA642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F4F40A-7C2C-2755-0AEF-E6F5D706B20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0934FF-1B66-FDC3-03F4-1562A5830BF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7BDECF-3E3E-A231-3E27-52C71E110CB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1E33C66-1103-18E0-F7F4-8A6D0438F60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0FDE69-AEBF-EBDD-6767-AD6F1A1F0D8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6D8B21-CA00-524D-C521-327D803864B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E20CF7-0028-292C-27BD-59A8C540219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409342B-EACF-56FB-4835-C56BDD5013E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A575B4-ACB0-31AE-1889-BFC5BFF12F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3DFA74-540A-7698-5ABB-0002907C543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76F03C-0D29-5F69-DAAA-D8E892291D2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B4890C-F2E1-DD85-1EAA-78BBAA59066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84AFD6-7446-0E13-FB26-EFF02D33841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2C0094-A5B8-35B4-0909-456974872A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C9549D-795B-2F86-4E3A-44A25299635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4C9EA0-1C9D-B9FA-F68B-7616C25F804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EB48D7-72E3-F2D4-DB29-886CF41974A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14C05D-8739-42DE-C356-ED5DE7A0C52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00B09B-6C67-8283-F10F-5EA4F19FE3A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7CEE82-BB8F-F9DD-1FDA-04495D046E9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2A5188-1A70-370A-56CC-BD5D7EC8D4A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AB989B-4C51-31B7-5247-56BD36BB015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1673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80AC-48E4-601F-B49C-7EBC0E10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BCEAD4-787D-F2F0-36BD-3B802328FD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last possible 1 in Column 6.)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F785467-EB70-5201-739C-740A5EA91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72EA95-E9F7-D3C1-1563-5D1875CAD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487059-97CB-3268-CADB-5CA34332B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F4BF85-081D-2334-19D8-4F028F2DA9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FC2799-5141-1A60-64B1-B427FCD0C7A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CD46E-0B22-EF7D-3765-7960E111BB7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EFA71B-92D6-B43A-6E07-25DE8BCA3DB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10E06D-EF58-D911-07CC-D5B0496B0A4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C1B52-B99D-7452-76BD-22483007DC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D45BF8-CA1D-91C1-705C-0E029D60189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86F6E0-85E3-32A9-BA54-E8027E6930C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26EB95-0B77-3564-8F05-E907B958DFA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537552-D996-491E-3EAB-19D515EFA87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537E0-60F4-801D-7A80-D5B77429A95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347BE2-DBB9-DE01-2812-001216C30F1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A9CF1D-E207-3298-21FA-A377A780B69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8C9DB3-DD62-CAD3-9F1D-3413F72FA3F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174CE4-AA97-1230-623E-907E58FE121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321F69-69D8-9002-D5ED-7FE5EEF0FC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15A792-4A7C-5CE5-CBED-AA672057DB3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6E783-5151-5F79-FD15-3FE20236B08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D2E678-081A-24AD-D190-728C998E69B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006FA2-EA5D-8645-9A79-2131D59389F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9662F1-6CD1-FDBE-0FB7-4EE0D9A7E1A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E69517-BE93-A90B-CBDD-E5B6D502468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67B119-FEE2-56A1-5A0F-7D296FD63FB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E7928A-6480-C2A1-A04E-533825BD854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92E799-9926-1DD7-874E-9C4EB7C735B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9795FC-AAC0-751D-0ACF-5C7E28BDD1C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991A1E-B193-6917-1E29-7240A2AC7CE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B767CC-F356-0AE8-215F-F8148A733A8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3FF14C-7688-43F0-1B96-5120B0EFADE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DA6D78-33DE-FD82-51CC-0B74BBA9CE0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1383D4-DE60-2D9C-800F-95D8BF236EA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DBFD92-C2FB-2EE7-E79D-53F4083CB47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74C5B2-A426-DD37-3E34-AACBE64A6CD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211306-12BA-B0C9-3455-95C137AC9FE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FDBA9B-04E7-9250-DE0D-CA05D483BE6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5EA1E8-82B5-7112-6A97-B609E86053C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3F9F71-520B-4D3E-5FBD-093AAB76E5D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C2767B-EFD6-0B46-F3E8-C24B1E9A839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48B4D01-B081-CCC8-8C51-6F187946C6F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B7C36A-03FA-3DD6-218D-9D2A69F8C13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9F9EBF-CA97-0411-7F66-7EC4C212BE4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7D0ED1-022F-BCA0-9DF2-84738368DF9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227937-77DD-9237-B8AF-E4CDE6F0C63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A5CE30-D92B-B445-1351-51F4014982F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9C4F9B-3199-84FE-00FE-899B33A7A34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1A9051-CAA9-CEA9-759F-B306452FFFF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34CF47-EFF7-E761-E433-BF310BA4DB5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086B60-1B1D-FADF-B67E-EEC511AE400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1B67CC-0D05-27F0-ED26-432128C4BC7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99A113-0DE0-3D7A-9102-F9357FC383F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75EBE4-AE58-3593-7FD2-5D0F7E8D294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D45593-8151-8E9C-03DA-66BE7D97EDB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3BFF1-DDC0-A7AD-8A9E-A8F2023E8A2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784A26-80CF-759A-677B-E2A3AF9B3AD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CFCC54-449C-D33E-9B9F-49E361DD247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4DF6C5-8F69-0B3E-DA27-263FEE4E2B9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68A3A4-3776-5CB3-3875-4A440302FD4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F09311-17FB-C01B-BA9D-BFDF6FCF6E5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491719-CA9B-8E38-B694-000BA12F0DA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3A5916-931E-A860-7A85-B38D429B161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46C19D-095E-E91A-B795-709A4BE9B52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30D663-C031-A561-3ADC-BBBCFF8DCF6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768C83-464F-7E8C-B79D-18C877B8FC2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97186C-6709-AA33-48D5-E296D3B627C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B55B01-9E9B-668C-080B-5BEBBF68D39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283454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8066-D74E-9E95-BB2C-97504A61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E9FF2B-20BC-C042-8483-BA67B23EC2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23068A9-68ED-66A5-DB39-8F4689052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461341-02EB-8273-0E4E-F2A228AEA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C8B7B7-0B2C-7D89-D491-D425D9124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03970D-8052-7B7C-6061-D34639973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5FEA69-8668-899E-0246-D79AF393BC9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B63EEE-C4F9-C7F1-4872-DBB3EB292F8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7EE49-DE71-0C10-2A32-7E46D0BB121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0BA16-1319-0EED-36FF-CD696F5A61A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83BD4-D4B4-AED9-464A-4277E0A5B9D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DDDECD-31BA-CE07-257C-FB4412FDC22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5DBD60-26CB-74CF-844C-659D140D03E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ED5145-B5A3-C65F-769F-8A444336450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4546C-C6F6-12DD-0DFE-5BE6DC44CF6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7A30EF-B723-270A-9F0D-35D8E0F709A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541332-B7E7-F949-1460-135963213E2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6973B9-3BB5-A2CD-7E2F-ADB47CE3548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ED77F-D59F-3777-874D-5BF00DBEB32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18568F-F51D-9572-F353-7EDD5873389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6F9EB3-98A3-F22A-7253-66C40F395D1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4D7BA7-9921-9AA8-FE3F-671110F4C6A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4EFE80-2259-4A90-481D-67BA86B5990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BD2F1D-38D1-6C62-4B9D-873BBA815D4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051A3B-8513-E090-F33F-0DBC3C7DDDC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0E4066-B81E-9A38-DB08-0147146CA5F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AB9A67-A0BE-7544-EE29-3460C5D6C6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4D6004-C30F-9C3A-A9A6-ACD6C0E3CEF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060C69-3CF8-CAC4-6AB7-93A01EEC36D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44AEB3-45D3-4609-1E6F-93D8E4B3A54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546C09-CE8D-7157-4AF3-6118FF7FA65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5DC49B-65DC-5BA7-6515-7527A79B40F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2C62DC-6D44-C51A-6997-509371AE87E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326885-7646-C222-68DA-7C4E23C3EE8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AE2CD9-2029-6C88-C9D0-59FEF471D12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3EF9C7-927E-EF57-DF55-1AD6FF7FD43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821153-4E3B-1F51-B35E-0D4F1E211B0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0958AA-3C79-D1BE-D436-59E9AA69B9E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52258B-999F-6870-E1B4-09AA9FA489F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2CB754-B1A0-D116-9833-0437B0A6A1A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E7BE75-E17C-169D-9657-54B4715F14A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029E18-F988-8F98-4EFA-D4609019BB1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8D16E6-F69C-EB0D-4F6D-57BACE5D00A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E02B1BE-D0D7-782A-A04B-8E0DEAA53AA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4CB124-8609-EEF2-629F-639B4457F45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DDC957-9ABD-C279-6010-283CA1FBBAE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26F7CA-C9BD-D7F0-BC59-82DD21011FA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79B5EE-60EA-9D90-F865-0F35EFB21DB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48EE35-E6B7-B501-BD31-C3C80223B77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450BC0-082A-1987-0E7A-3D950A1144F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7ED7D7-3CFB-5D05-95AB-C11849EC5EA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1A148AA-A91B-0BC1-8186-89246758243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598279-E356-7998-5B9A-FE0572ADA49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BA1DD1-B253-F288-F0CD-155D17CC463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4356D6-4573-B970-BF41-F5648B6D4F7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206AC9-D120-F73C-E49B-C28ABBA6FF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8E56ED-89C6-42D0-8C9D-8A041A64005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9AD38F-BD8F-4DEC-A68F-9160040B50E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9EA30B-5124-49CA-AA4E-69AC2E94466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988D78-E89B-69C0-B8F9-FF156D09078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C08ED0-7ACA-97E7-3553-0A0A6EBBB5E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E629C8-99B6-FCCA-214A-247B9D450A6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7E66CC-54EF-577F-FFEA-059CC1E02FC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7208B9-06A4-7700-7211-54686261018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43CAF0-A443-8E49-E05D-67D01136B6C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F21FF7-857C-4D2B-CDE4-CF80B7AE5D0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08AA97-BA82-C6F1-D7D5-E407B647E90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6147CB-FF16-11C0-C4AA-CDC7082006F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525C8E-6935-D3E9-D068-74063578967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3365C6-259F-084E-CF6C-1127F8B7D49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1362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5EAB-822B-F35E-7AC8-79368062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E8FEE3-35D3-5251-5FE4-D2AA85FB1F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C8E356-2CB3-03EC-8C72-6B97B6DFA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6AB5FA-B0B7-9CA4-39A8-988639B6D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BAA59E-336F-06CD-CEE3-CF3DFFDBA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4E7398-3FD1-81A6-EB0B-BC8F16847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AF97AD-6BBA-DB20-5472-35392299972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B365D-A196-F13E-86CA-2D88720D647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8D982-0210-640D-A4E2-BF39D1035B9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60D62-D326-220B-87D1-AEC600D68D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E4ED9-C96B-0DF1-4D52-60AAE5936AC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627DCD-C2CD-25BB-6CF2-81D387F3C1E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12567F-FE4E-9677-5DE4-900C252800A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0CF90E-5E68-8F34-CB5E-E20A550D3E1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19DE10-E611-3D49-5CFF-9688EACF9CC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F2D980-6D4D-8868-8C37-B487D321039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9E76FA-9721-6254-46E9-2B86D82F860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D6BCC6-A69D-92C7-3995-D88C14C86F5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58113B-0FFA-83DA-3182-66573FF86BD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000C72-6047-26E8-7C6A-72D0D4D85FB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5C205F-0622-E7E2-7868-B777627FBE2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C6EBCE-EBC5-D5BC-2D18-D83953B8145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8E0AB8-81BB-578B-82EC-AA16B0552A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F996B2-5EBA-B8DC-AB2F-94148177237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3D5E6E-3C33-BB3C-A2A3-8CB978A452C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79F391-0322-D663-9509-77FFC5C5233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EEE6E2-B7E9-BA3C-DC2F-851D43EF671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3922A3-5BF5-5096-4FFD-984A17A2330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97BEBB-2FDB-C271-C265-9C745EACA55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7464E7-0913-7F14-5D47-0318E848D95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8815AB-5A55-045A-BBD1-8DE3C6384F3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C38CF9-6330-81E4-0768-E01AC83B807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957807-B2A2-E57E-C4A7-9483309981D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EA9130-88E2-1CB1-1EAD-F0EA73DB064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1875B1-D411-16F5-B43D-B6FAEEAC427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E314C9-8F96-F61E-29D0-451F22E156D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48C548-5DF9-5C54-F38C-47E380587AC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DA6F0DC-0FD5-29BD-D9A8-37FE7D2159F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F3A16E-2EBD-20FA-3492-9BBB66DF67A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938F96-07B8-9E64-A80C-15666857CA9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DD9B0C-2CBB-2D73-BC20-8B15DD5A930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798858-5645-8A5B-9C5C-143BA7541B3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F92638-779C-DD95-5A74-5BBAA3D536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75A3871-C487-8D43-92C5-2A6D72C71D5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B8BF51-7D08-0BD5-4CBF-3BDD07AABBA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4CD4EE-2316-5488-471D-E71E6A987DF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9A9B45B-7D18-4F0D-DD93-484FA0A1D49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5B6350-BFB2-5449-F6F8-9130C01F9E1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D88A26-91DF-52CC-B598-AF1B1F90DEA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3FE325-6D71-D92E-D891-894DA257EB5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2680554-2400-C547-F998-B9CDBEF51D6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9E378E-A66B-DA5E-BD45-F03EDC60AE4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DAC40B-73D4-4B5D-4B25-4BE4413710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DAAF0E-964D-EE37-35C9-31943417DDF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9C2001-7CCD-F70B-BE9B-14C96917BD6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D0D5A4-B82E-4F38-DB2D-177F238ABBA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E81DF1-DC6C-70FC-A52F-2CF0D0525A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E180FC-F8AA-CD2E-CAA0-338F34FB592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2D2755-BC63-A915-2E97-C24774BEA41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215E39-26D1-52CC-2214-898473BD2DE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BF8A1D-8A3F-9BDD-03E5-B8458C8F21E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5CB97B-E75C-9D5B-D1E5-509DC2338F9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BE1BCB-F157-DF3D-8663-25E9118CCE5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6996BE-D2EB-A204-70D5-A478675133D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228B4A-D0C2-3B1C-D50D-17CEF706737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E77CFF-2525-D26E-B142-041A55A14A4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909D57-264B-F111-39EC-B7CD662B9C6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B43995-BDE3-3B9F-76AF-7DF795CEB51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62193F-D605-567E-CC37-CC44EEDDE23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0E828-08A4-66D2-39F5-BB80C7C58F1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20760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25108-7486-7184-FBD1-DCD81D52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501DBA-8668-A2A1-1AF0-C2EA37B318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C424FC-BE20-5F1D-53B2-33336D88F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F55D45-E992-618B-2A81-100E79D26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FF9D95-4903-A024-080C-F9335F48A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DFBAFF-F4C8-37B6-EBC4-A86E90115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4FC66C-E065-870D-D5F7-02E2605E3A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ADCBF-6041-AB07-D3EF-90F644A4760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C1DF0A-DA55-3013-0C85-E716455A070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F18032-5AF8-14B0-33F4-E186E95EDD0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4575D-B094-6366-BB48-45C2977823B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D081DD-592E-AAF6-62AE-2084176AE3D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FE683-AD80-E65B-1F41-0A92B4BD426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A95DB8-F77C-1B16-9DA7-2763F0EDD50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D8800F-E0E3-78DD-A046-DC62F59DA67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2A27AD-E747-D8F9-1A91-12150FD59AF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27EE71-5F0F-ECE1-EF7B-0A150962617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3A6175-F763-3508-8D9B-039F91FCB39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55E7B9-B08B-6AA2-5095-553BCCA080F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D3A210-E752-D4A7-5F9A-2E970FEB86C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504B50-B9F9-7F73-8B85-010260FF784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82ED82-B8B0-466D-BDED-2B00803740B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18D5A1-45BB-80BD-2EEF-BA3E32EE7BA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DEE482-15D5-4894-91D4-9F39F44B321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D34A55-A668-0520-08E1-72C7030F8EC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B13BCD-7171-7BAC-99A5-9A774199DAA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A0A45-D0E6-68E0-462F-0C24C395EA9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F039F0-375F-6CD5-2048-AC3B3BC911B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097055-BA42-55D1-9B3E-5EDB92193BA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37E9CC-C53B-3100-D075-F9732EC03A3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454797-A085-C6CF-B6AF-D9E79462A40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11EFF0-F1D6-0E55-F86F-647AE22E22A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72CF17-854B-B4FD-D560-9F3D5809F38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BC4315-4F9C-5B0A-A2D6-D76042B6CA1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622547-C126-3042-44C9-E32B6A6A8BA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AC6856-1CEE-A997-89CB-CA3DC9399A7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883F4F-59C2-33F1-E538-4120C30927E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66B75A6-FF41-BC09-7871-67C09CE6F1F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F4AADB-C8C5-65BB-47F1-EE2C002BA36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8ABABD-A9BF-16B8-A429-BE58D27F91B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A7C601-C2E7-BCAD-3A85-767F9AA2D9C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909E6AF-3EC7-AFFB-BAA9-B65D20BD34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E3382C-BA3F-2FB5-E742-1E8C218E43B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55BE5D-4368-4D7C-69B0-ACEE9EC189C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831A70-DBE6-83A2-1DC7-89D30FA40E0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63F100-83EF-37AB-1277-EC874580576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AF7D9F-7665-935C-F25C-E4D28220340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CC355B-8F5C-80C6-26CB-E6C5E6CC0E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72B48D-626F-5D8F-6CC4-26AA25DA33C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B157CF-043F-4BE5-4F84-29F1D7ECC41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30795D-0FFA-5DAF-F105-077623031EB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31435D-E86D-1236-B9EC-A131DF81EAD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71DE17-D3BC-EF42-6583-635A630682E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B236BF-4C17-B79C-09A5-33AA1AC1E9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2AE19D-BA71-844A-30B1-EE4F61092D8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AB5058-228C-894F-4BFF-9B0DA55B905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80CA02-EA96-3E46-EF10-C2CA505CB63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2F3D8F-941C-28B1-23C2-82F0EA90A81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060C2D-74FD-C45C-BF71-A9AAABEEDEF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3C71A1-A4FC-2878-3E0D-7ECAADE037B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EE7170-DF76-54CB-51F7-BFDF875ACE6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12BB18-D539-E70B-7C57-43C4C4EED29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81789B-1826-2BC7-D5D7-DF1B1134E63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EFB056-260C-657F-11FF-A204E8D66CF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6B0080-05B9-D731-D982-A7913888CAA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128FBD-1946-5754-748B-D17E2801DA9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672C9D-8CCF-362B-5153-394EF9E5C84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7FD9DB-DF69-83E8-A05C-E70383DF6B8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68BC5-54EB-DDC3-CD27-58C75ACFCF5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0ACA9-84E6-D631-99DF-9370DE8011E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78412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53BE3-5ABB-C7D7-8EC6-5C5FFCE9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768A24-A51F-172E-0513-A5C462982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926B4A-60F8-B2CA-17E3-BFAFC5FEA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AE8B56-6EE0-E1E6-D0A0-47E9B2FD4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680CDE-9BEA-AA53-4A70-BE58CE313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C28E1F-96DE-CE35-686D-06149B7C08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27B36C-2468-8200-288D-F042908D5F2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C8A2F-6BE6-B6B0-9A9E-16866DFD2BA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F54C93-1746-124A-5E01-D427AD55A89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E5EC83-8223-E3FC-E7F2-D81AD202CBA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7C021-8E96-51C4-1876-CCCFFD52F7D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2353BC-6B06-863A-68C5-8947F99EEF4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D6AF30-8C21-D38F-2104-9C64A1D6760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EED6CA-A50B-0ABE-03E8-20E34A74D12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6DBD08-1A9C-96D6-8D83-9308DF7CB25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F20F9C-80A8-C0DF-2327-2C2289FB2D0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342749-BB98-5680-CC70-1E8C80C119F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63A384-9409-03C0-37A2-6DD9ECBE2D3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FC737B-2B7C-701B-58B0-93D71A21CE6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62619-E0A9-7140-A1EE-60DB4E346C9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D856E-6A64-2710-A174-23789FD6D80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618695-94A8-67B2-9D22-E36EC05EC35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0C5156-1F28-742A-01B1-4CB9BC6CB0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28FF44-68A7-9481-D4C7-2DD66BA64E1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7646F7-564F-4B20-1D2F-450F569DE4E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32598C-D650-49CD-AB18-567702F34E8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012181-FB3A-0AE5-C6C4-766DA6FBE3C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23CB57-130C-FE20-EC5D-C372282068C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0CA692-08C1-1044-08BD-98B19C87723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C3F4AF-193A-A1CC-0407-DA5B65914B2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B4B3C2-CD52-2AC3-6AB5-53A9BF83B57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6B0BB6-C829-46AF-1105-51C2CF24D05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40E20C-F7E1-3607-E550-53DD70F8B56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EC64EF-C62E-8526-4BC3-53614B2DA5D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B26D93-C518-A3AB-9E0D-390EB6CA9E3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87465-C2CE-744C-0DB1-049BD981EAB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8838BD-1F4D-D028-E642-BB8156DE36B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CB8368-640B-E442-6C72-BED1B684713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C5C153-028F-7882-A2CB-0FC47BDDA9D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7B1E31-19EA-7014-76FA-A5E779084B8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AEF845-9AF2-02AB-7185-8D521D0873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7242B1-FE15-172C-8C3F-7439D0515C8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00D605-68D8-9FDB-2C94-237A0E73968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C03D6C-66A8-F3D8-1347-267DD1BAB96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C5E33AF-8550-B174-6CDE-C0D37837148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7F1656-3D98-8951-4BF0-87EDFD992D8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17A023-FAF4-A658-9F37-DD79D442B6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8110B8-5BCF-9043-3A39-B2E7D6139AA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67E6FB-7667-4752-A0B2-70D9BC6CD1F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4E57A3-1770-8F0C-254E-92F4E516272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9330F4-8B22-66AA-D5BE-0690CE3CCFF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010719-63D8-E2B0-1A67-444B6C2CD06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51147C-F647-AA3D-D6DF-89B83AC9DD1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86473-630B-20AF-E196-79050C764DF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3290B7-A9A4-F5D6-A667-9619CEF221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5F0FBD-0A18-51B0-10AF-33F1AAB501C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BCD5ED-0A9F-3B47-5DFA-2B703758F2D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2ABBEF-B34B-0261-CC8A-D3116860F49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34525C-8F9F-1FB3-E85A-D0BC1208826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AD4345-B877-AF20-9266-DE32865A643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DB9C7D-A1A5-328A-FD51-0F26C9A77EA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994872-D2EB-16B2-1838-1CEED44A3FB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4C2AF7-A81D-B934-AA1A-D899BB4AA6A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7380B8-1014-F9C1-B433-7EFAB1D5B86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81BD9E-1536-93B0-F06A-B52DA114998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BF5EED-508D-BE7A-320D-8498DAA2F18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BFD80B-257A-9657-4145-89697B8F93C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E6E505-C236-91F4-A4DC-C5E15836B07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201890-E966-884C-479F-85783A58317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A851FC-90C9-E34A-DBA0-A973C8CE4A7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65996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3201-C4B0-B613-80E5-623AE178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943F13-B8D8-8D5F-0B41-3D41393D55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5 in upper left block.</a:t>
            </a:r>
          </a:p>
          <a:p>
            <a:r>
              <a:rPr lang="en-US" dirty="0"/>
              <a:t>Last possible 1 in center block.</a:t>
            </a:r>
          </a:p>
          <a:p>
            <a:r>
              <a:rPr lang="en-US" dirty="0"/>
              <a:t>Last possible 6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032B18-130A-1A11-E0EF-9EE84E81E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7F4CD91-4457-C981-85AE-C9937E250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3B2CC8-BBD5-A77F-C99E-F75A19F64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B11FAF-C7D6-7CD1-E8EC-947A2DD754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3C4C43-408A-8C0E-6C69-1721354DCA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9880A-5179-C298-2426-C535DD5B6D9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E4D9D-4EEA-EB0E-5811-A0FFB5B73CB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914EC6-AF22-132E-4795-307F1ACC74E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7FDDA3-A4E4-1DA6-D141-76E75B296BC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AE54A-C873-19AC-B583-3FCCB8404C7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55FA1F-06B4-CB16-63C2-053C41EC264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93BFB4-61D1-8304-00E6-5CAD846B968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1DEEAB-2A72-F57C-E3CD-71034FA35CE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6CF4BF-4FA6-6E69-7C30-D6A5B087984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B19710-6DBA-5E10-E2B4-B2BD9762554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F27348-25EA-D7D7-814A-4465FA97630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E2EA49-A60C-69E0-CF89-D72CE190A9E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2E9E9-0B5B-7577-0569-2E5875260BD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F49A1F-ED40-5A66-C9D1-D06B6DFCB75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5AA0FB-B9AF-2D68-4870-FB7F8D631FD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213D22-0AD7-F27D-FB92-5F962468915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C2E2D1-D2C8-6E97-AA86-2051836FB6F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C3EF0A-81DB-5233-7D7E-9701C222D7C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9987B-5169-1A76-FC1E-91A44DD56BF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F1A1AF-DC0E-9073-2B41-56CAB8C2F81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064D0E-8ADA-9B16-84CD-2DBC49DB1CD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15DACB-FC45-606C-3E9E-4A5D685FADE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AB43A3-CE9C-69C3-AA2F-5CAF55FE95A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8F09C3-9DAB-0225-2CB4-33390133B0C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4D7DA6-4D29-83D9-6AAE-055C28C88E0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F541E7-F4C7-0BE3-E36E-5D659203151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E2F419-D429-CB9C-D367-BC994F0496D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1CC7F4-173A-BCBA-DC58-D47A6CA384F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E26AFB9-4811-EEA5-E87E-47A6E176D08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3E970C-22E4-EF6A-1262-41602E7E59A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FC6ED7-B6CE-92D4-F3B9-3D14501CF84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BEA0F3-E1F2-A3D2-0246-75F37B0BBF9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1C52700-A7A6-4645-F1A5-A88BDDD1046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178941-3272-B1A5-6E95-795CC5EB33A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F86BAD-2A29-C8B6-D777-AD04EE53845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66DE07-DD40-CFBD-4244-1525A7EC1E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0C50C0-41EE-8275-61A9-FDAFC6A0A19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0FB1C5-57B2-E3B1-AD0D-C4970460682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4A39E4-B110-285C-1D42-9FEC2A6D14C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8EEF0C-EBE9-1D1F-4833-EC6AC92F0DE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3FFB2B-5690-717F-A564-71C06E572FD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55F14F-28BD-88D3-6D71-B7C44ED822A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CFA0BD-2233-78DE-BAC2-2A001D3B1B1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F06075-5403-193B-D525-7FB20BD080B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FF31DA-5460-6742-ADBB-A5D1F2161D4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23AFD5-0BD8-F13A-1BFB-12DA47EE4DF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2894D7-9AB5-44DF-463F-12D6438B10D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4765FA-B2CC-DFC9-0E68-5CBF8BB62EA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A91C44-9DC5-79D3-1EB2-8E551130250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2A96AB-816D-6617-E092-69C87059620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2C5D61-5AC4-2B65-F031-EB0ADAC7984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4854FA-68A6-6C6B-B02A-EE90E4EBBBE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41C7F9-3930-4640-1336-348F18F9DB6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58ADDF-B816-F6EA-9A3A-A371A867098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D1F22F-FBF5-63B9-7D52-57A3D6F1FD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9406EC-E3D2-A0EB-ED80-6273921EE32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3F2242-A65E-ECE0-9519-6C825D425F2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8A13EF-FC98-5861-78BB-5636AF0B24C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522E29-E654-9012-4912-38926CEA839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D451F2-E440-0EED-754C-C730890AD07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EFE9A-C936-C83C-BCF4-5402CF7F288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D14E61-B4B6-ECBC-FE37-8B318CA7C6B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8A9FD9-9EAA-16B2-04D3-07252646F07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44FBFA-97EA-1CC2-9B82-256639E4ABD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F3B955-FF34-813D-4D63-025F8383914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48926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A36B2-149F-DBF5-1826-57AD7EAB1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81F7BE-F601-322B-A349-3650312F1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5 in upper center block.</a:t>
            </a:r>
          </a:p>
          <a:p>
            <a:r>
              <a:rPr lang="en-US" dirty="0"/>
              <a:t>Last possible 1 in lower center block.</a:t>
            </a:r>
          </a:p>
          <a:p>
            <a:r>
              <a:rPr lang="en-US" dirty="0"/>
              <a:t>Last possible 7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933C8D-F36B-CC27-48A5-8D19CCCC5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C79D35-735D-716A-6591-A6F4021FE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57BE88-3DF5-9F7C-A78A-5FA14DEFB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A556FC-1EC9-A4A0-B48D-28684BE74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A54E37-AE9F-F2AF-52F4-BBC77659129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65189-92A7-663E-8AAE-F1EBFFF87F6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FC4C0-DC22-8E6C-41AB-69DE3592E84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CCA55E-9392-BACB-3C9C-423F823D3CF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5CA75C-E543-B68F-1D7B-D5A5548FA96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2C66DF-6D9C-62D6-6F8A-859978082DA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6E83ED-B368-C591-0C08-3BEDDF16CD1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587787-8022-EDE5-3A97-8672165C4FF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C03A94-DD70-2530-6808-56B2477335C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84A690-4918-125A-1B89-8DCEB56F576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A5D097-23B0-DAB0-2D02-9A5755338A4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5B3651-419E-EB74-A77D-568A99C4047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42F69-1586-7A5B-0634-81EE09DEDCC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253248-4CCB-7ADE-C0E9-6CC6BDF9892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64C1D8-EE09-311F-DF55-C4C2494E6A1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F1F8B5-408E-2107-85ED-CD8040A4C5A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DF4833-12A8-5CA3-669B-E30021A6F2A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1E28C5-312B-685A-DF37-E9145DBC988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9D093C-39F9-47A5-75E6-0EA16FB6781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1F34BE-1299-D1F2-ABC0-BC1D0C6BCA1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75B082-22D3-7465-E713-464BEB3378A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4E9E56-65C0-5CC5-9219-B1C64A928F9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6ED9F2-B43A-479C-ED67-76606EDF044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50B50F-05AB-5515-86CA-D6AE10F91ED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5DCEDE-C374-C4AF-8F2D-61DC9112436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26BE31-9D89-C0B1-5FED-3205E7D2C6E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EC769F-CCB2-B5BD-A186-B7395037041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C060AA-9383-88A2-74E0-057AB503349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9C99D4-78C6-253B-D14A-DD296E6D238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37909A-9414-B242-90DE-C8BAD43CE77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04D7FF-40FA-D5B1-9D3A-6C87EB8C539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F5D7BB-6A64-188B-BB3E-1A8B243D81D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94B4E0-2ADE-6407-4122-1E686D7453A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FE1460B-FE8F-77D1-00E7-49CCE580532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79769E-D4FA-774E-9FF3-3C76AA031E7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A31CBE-10AB-B9E5-C7AD-B2FB3A4820C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46A1F3-8206-FF02-11F5-DE037968F24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1314BC-8742-7908-1290-FE76989AA75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56FB60-8B7E-CF35-3C5E-90285A10AA8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E224A8-E295-5902-A806-3C08A81054A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A057E94-332A-3F27-333F-11C163F4B96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2ED409-B161-AF80-F55A-F0EF2A621AD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791F05-AF2A-7DC4-F00D-A01319DBD6C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578CC4-F654-8E19-4E63-94BF57581DA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231E62-E6A6-EEDA-1C66-E8093901C0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5A6D89-ED2A-F4D2-3BF2-7F87CE41F35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4418F2-0669-D632-7371-19A278653DD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5FA210-6245-55B4-7AB5-45A149247C0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B3CF30-060E-FE37-705B-0D0053F6E4E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9364B2-5779-9BDE-9014-9AE5AFB3130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C9BF4B-54EA-5EC1-AA57-6586718EB3A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300373-1C52-42AF-D48E-223CCDF8E22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E371C5-4488-E9D4-9B5C-4069EF8957B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C97D3C-C2D0-862A-9BF8-C14FEFF1869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EC9B4D-8E8A-89E0-1A9D-B11B27CA36A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29856F-3B13-7A17-CD9B-65BDFE73D17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ED5539-55E1-BC7D-A523-9BF7342CC86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346DA-641F-DB3A-0237-49B8A1D0A96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3D9702-6F17-6885-B5A7-B87ABA8221B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F066D8-64C5-269B-00B9-57F00FA8972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10CB9E-5EDF-DE23-7DE3-CE4A1F98D50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EAA58D-26D5-2AA6-4DE0-C54A3634DEC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504EF-F51C-3BAF-5D12-15AFEA5AB1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AF0DAE-F5C5-F8E2-3966-1EE040F9E6D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3386DB-915F-6C67-D2CD-A19FBFA8CF5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37F3F2-933D-5271-0BE3-CE073E5946A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B211BE-32C3-ECEB-3D5D-DCE689B27AA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F43FB22-E98B-1985-64A5-C4149D01D9F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1C7546-11C7-183F-3FFB-0D5AA693D9C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62894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7D153-0E63-34EB-5954-352D53CC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15693-C54C-243F-4331-B32BA7A99B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2 in right center block.</a:t>
            </a:r>
          </a:p>
          <a:p>
            <a:r>
              <a:rPr lang="en-US" dirty="0"/>
              <a:t>Last possible 2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89E8FE-4B75-95D5-C590-D4548B8D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AD1B96-0FB9-AC64-1EC4-77D37F2B5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9F97C5-AC38-0460-86CA-1E72D04BD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2324C20-1387-FE8E-5283-CA19BC5634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CDC906-1519-7C98-D0C3-F9F918E1254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9BCBC-380E-E999-7729-C942919EE26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E754B-6BD7-D9E8-F1E0-2B04DD90763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F7323-1C0F-E0FA-324B-950160F4E54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A80299-84D7-80F8-21CB-064E7F96F78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10948-F906-8E3C-FF15-0AABEDDDFE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EC1A9E-BDAB-6374-FF11-A42253BF9D0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43D12-517F-DB79-73C3-BF8452B7644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68B825-6E95-B085-4EF2-9D41C4C8519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C53B25-410C-B8A6-A88B-53B8646C4D1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DEF124-8CC8-D09A-BF51-9D0EC3090EC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D0EB97-117B-2BD2-3B86-E0423FC8A1C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2BD988-DF29-8CBA-9767-38DD8D18933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8A19DF-0BCB-274F-BEEA-0C2DCCD44CC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BE61BE-C733-805D-A468-64A219A0665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B29A98-6DBF-A4BC-6FDF-F6BF3401490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47840D-EB2E-9A5C-604E-9D51B59C071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9562F4-F931-03FE-7D68-F019197A3C2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969D27-DA1C-7FEB-4CC6-A161C7A13F1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16F3C0-35ED-1423-52D1-AEEBDBFBEBC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768F83-6642-9A7E-7883-D2251391C2F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C3255D-08EC-52FB-C974-9D02442AAD8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669154-8050-4988-DFD4-DC9373B863D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C05433-46C2-720E-7AC9-31961C077B5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684FD3-D04C-E6C8-537A-B083299AF1D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97A39B-4C86-4EAC-79AE-D568C65E979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00D63C-9BFD-8B25-33A9-7B56C40E719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6DBBF5-C117-8559-9A64-2613C42FBB0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9A462-AE97-D3BB-B0AF-7DE9F63FDFA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E3BBE7-4A10-2490-5528-D479706F158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1EDC9B-4C6B-A4FE-7934-006764DFD41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5437B6-D424-09B4-BDB6-82BB61402D1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1532B6-ECB5-9852-659E-79B34B485C5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775118-A076-6DB1-51C9-0E8686704B5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2DB187-3C41-710C-A799-3B2AE91DC9B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740C39-C0C7-7C8C-CC31-25D9C59406E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D18F93-4240-EC3D-C0B0-5614973297A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6F20B7-99F6-3293-E537-2957767E6B7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59E16E-A1A1-292D-6586-281A70FF5D5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00C162-8AEB-8FE4-A233-D7DB2D123E9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1F7769-613E-1EE7-4819-121CBBA4D61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FD7F24-70B3-DF04-9F7A-A7C6F1A5DC3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D9A0AD-6EF8-C1F9-8BFA-3B78AD8903C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3E55F2-5B08-2A9B-C4E7-53B59A0E027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3BA14D-A90E-3674-D334-F1055B20AE0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319574-FA86-BC68-EDB0-02CD362B8E2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3AB090-E953-5BA1-1D54-0853E7CA30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B352B3-AC88-7DE0-CBA8-C627555A875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1CA6FB-9578-C4E0-2AA3-2FE12A6E6AA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3CB1E4-7593-E64A-BC68-86760C6E714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DB3CBE-3E02-632A-20B6-964A4FB984F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00B52E-6E2D-E5EC-08C1-B6990C7C085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8CA508-061D-1C6E-5B76-4574F9ACFEE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D2F119-9DA7-89AE-EEA5-73DB894B2C7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93B38A-9E68-0A40-E178-09A278B28D7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D92345-DE3C-4439-6901-9A9139D54E7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E545C6-FD8F-677F-A18C-AF382D21553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7935C7-A02F-24F7-A2D2-8B086D15746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1224BD-C33E-DC8B-AD8A-2FDAFCFDD6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0B2409-06AA-A6A7-10E2-F4BF8828A63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B25B25-B744-B8BC-C84D-DCDB63C3C6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EAA710-622D-3203-D683-D73636387A7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ECBF3F-C01B-F134-05F3-5C65C73ED58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27C0F0-927C-F9A0-D47B-8B6C936BDCA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A2A8DD-ACEB-15F7-3856-71ECDE08A00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735293-1E30-D8DF-AC88-2E33C30CEFE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8DC305-EB9E-21EF-24CC-75D0941D527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C17353-F2E7-7AF6-2010-642B2D7D2BE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64D5AB5-9FCD-598E-3FC9-3D096AF7A31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BDE90D-66D8-2539-92E2-B6DA1AF21CA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A2452F-4D01-C231-BC49-4522BD3097E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03758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6DED-3DF7-A2C4-8238-31289E1A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28E771-C55C-37AE-D897-CD8F80416F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complete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184292-F35D-CD7F-6E20-43413CA61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FCCBDF-09E2-E91A-89EC-EDD367D80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4DF15D-154B-CCA2-E147-5DA861AF8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6C8866-13B0-D704-995D-D9E76CBC3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D3AFC-6848-BEA2-57F1-3ADC00248CD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F57A16-EC51-80F2-B5E9-381AE7FEDEE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5D046-9CD1-9870-97E0-FA2297A18ED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CA983-DFC0-2B8C-F6DF-8566651A2F5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9651BE-02CF-4FB2-4262-B25612DCB5E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BD9339-1359-9890-FD52-09F1F21839D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1F14B-0AD4-80F0-F68D-390C4A77105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B03ED9-FC6C-2D76-BF19-3735651E992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A8C5D0-6FA1-3A25-FDB3-0DDA2476169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71DA22-5268-5984-169B-C361072C88D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86AA6B-9F60-3D95-EB3E-EB7FBB05387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84A8F3-3F63-4DC6-60B7-E99281509C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78985F-33EE-9543-1E51-A1002BEE8D6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245145-76E9-3F85-A2AE-DF600A7724B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F546C7-8B4A-8AAD-0F78-C87A0E5D485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2D38EA-5786-63C0-EC6F-FC2F35DB14B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7150D0-0831-A6BF-16A1-71AD8EC2861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84BA93-19C1-2AAB-EB07-4EDFB597AD0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A9E72B-0803-9394-F6CB-B8C86952FC4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DB88B6-4524-2AFA-DE7F-3E1D0ACEA9A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53F84F-2FD0-1A06-CC18-623F31EBABD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E3CE8D-74AE-4EC0-516E-6BD18C295E8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7B09BD-CC60-EA87-8A54-FA32CDFA17B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D508F0-4655-A9C4-A80E-1223C8215B5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192781-4E6F-0AA5-D084-9141D24AE2A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4CF4F0-0CE8-F564-2B9F-863B5E42215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EB2D07-B277-5004-34C6-C43CD2E0CD2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1A3372-309F-2B60-1E4B-A7173016153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6A4501-9149-6C6A-600A-D88362CD7C0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63A12B-33AD-0D73-0D4D-646CC709922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7D368F-23B5-75E1-7315-4368813A6C0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87B42B-A9FD-30F8-CCE1-ED43DDC8AA1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0339796-9AD0-259D-73B5-9597081D77E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620F44B-8EB5-1312-75E1-C42C2C389DD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FA807D-353E-85A0-D8DD-BB877E695DD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0F75F9-314F-E5F8-BF96-762CB5D8A7F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FBB23E-4BE6-918A-7DE9-DBF129F6D09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CA5E76-250C-FE95-5D18-1C9179872A7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F7000E-7CE6-835C-ADF3-71CEFDD204B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37FD6E-CC95-BEF2-6554-16E71555A33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08F4A9-8375-98C6-CB13-DE5E2ABEE2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79227A-9F46-CC0F-9977-E305CEB9C94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3759E1-F754-C404-45C5-68FBFE14287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93DBBC-FFEE-5231-CECD-56311EA7D5D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E43725-D3A1-B028-DB39-CA6F4BFF1F2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69F26F-705B-A88B-48D6-D25389250B4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E3A2CD-FF9E-9FD3-4E07-E9249B4BBB1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30F159-AC53-BD84-C6C9-B6226ADBADF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0BAAD6-5A0B-EEFF-5E93-044C619AB0A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2DB926-9C3C-7637-4BE6-8F2E08C9357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D0C5C6-E57A-9473-2F71-8535AB7575B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E27C7D-46BF-543B-981C-12CC6DF5C86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739F9F-6CB1-6B98-5C49-BD362F43655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B3E2F9-1128-243B-FD4C-896F7742039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D52762-E6DB-95EE-DEA4-D20D07C79BF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0EFA4D-D3F2-0DA8-D966-3574FB3BF81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3B6221-7706-9869-B5A5-4AF48A9F227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2A2896-A0DD-D2A1-8E5B-CC61C897C9B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9168B8-82BD-23B7-0173-F0D59A3E63A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AD0638-A0C3-483A-8DFA-F37076C7D22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E4258-68B6-0284-2B9C-DABAB593BFB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465D1E-1FF7-9244-467C-136103773A5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9A343-96CA-C34B-23F6-7A92FADA2DB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A0D9B7-809C-B88F-0FBA-D48D78FF630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33B979-9E6F-2B37-55A5-4325CE04876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F6799F-58B9-704B-78EE-FFDCC7A4E32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129AA2-878E-E2DE-05DB-115663D89B4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6001942-ED64-A1FF-FD97-B3B067D55A3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01AE9EC-805C-1D15-7F9C-CE4E79B2CC2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7A9C10-4014-64AD-BB50-7736370FFA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239DD8-E6B6-693B-9B2D-091F1FD07D6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6C75C9A-AB0E-C7C3-CED7-88FE7E6910D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2704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E0FC3-373B-DC9F-88F2-F64326732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E7BCC5-802F-FAA2-4096-9A38170947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9395B6-2545-75D2-774E-726DFE0EC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B63903-2489-DC3F-2A67-C68A331A6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A0D7F0-B152-3B0C-98EF-FBC530786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46F2B6-BB26-2A8E-3D68-E6323E5E09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5D4AF7-2671-933A-979D-1FC158CF34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B1955-A1E0-5694-CEFF-BA29032686F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BB076-2A9B-536D-365A-9E807BA0F37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94A435-8241-490C-DC81-AA8DD5BD90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E350A5-3E8B-2796-6EAD-A7399399F92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D645C2-6BE6-DA90-0E16-47524C037AC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0C88E2-9C3D-E417-35AE-C2B83FF14C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7A75A7-7507-7C1D-D957-5597DF894F7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FD3F9B-CE2B-F3ED-3AFA-389C55485E7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F4BDF2-C69F-DB1C-7966-3C94D3CA699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259E6D-C1D3-8713-F19D-003FCF3916D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4AAF76-92DF-0125-1F5E-1CFAEBC1896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9B4FF2-4763-F1BD-B647-72CE2800CCF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95B225-F7A3-4BA3-993D-2D7BE39F74F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769812-FB68-CA73-9F75-C9442E53489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807A05-170F-709B-D4EC-CF1FC40461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6F8F98-EE13-315F-9864-D4C35580A1D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2E8D70-B28D-5968-D417-6232D51C696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5D47C4-D148-902C-2402-99C3A9CBF70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55F727-9845-EBA5-BD6B-A1CA3925202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D2DFFE-3922-13A5-85FA-EF1FFFD708A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DAC113-B0AD-DABA-7B54-63CA5580D46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1C6C8E-DFE9-C28D-2432-33DE981E239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ACD164-2C2D-B68A-F3DD-02A08F68D44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BCCEC2-92BE-4DC2-1E33-E187E30A897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7957E4-2EBC-8702-8B46-9C2CA37DC25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D2147A-FE67-CDB1-5B1A-F715E1269CC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B38AD7-12AC-4083-05AB-05E94F8CAC4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9F46F4-6398-FBBA-CCE4-D0DA861197F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429901-58AA-A887-AA2A-1E9F258BFB6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55D6A5-8480-4AC6-BF80-EA9A681372F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3D5696-831B-B7D5-29EF-2BED219BC22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E7510E-577C-FCD0-0CE0-5A0EC1C1168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71A48B-BED2-D08E-5A81-446A505F66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9E515C-3A50-5DCF-AD35-3580ACF2C7B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4AD24F7-EF74-7F83-812E-898A8F3E55A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BC0E02-E66D-3A04-F1EA-FFDE6C85A9F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179EE5-2956-2A86-EBAC-80625F3F7A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CEC0BF-A19E-2ADA-9855-7EDFA90B496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BE4BB8-F674-52CF-3ACE-D0FDC11733F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1085EB-3775-9DD7-CE35-0190DE4010F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CC21CF-8042-3B19-26D5-6FCCDD53A3D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824E6-9ECA-5CB3-18AD-60CC2EE2A95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E099B5-4747-9597-90A9-0D9080AF4E1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7ACDEE-5A0D-83B1-A1AC-2E5CD8516D1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F3BA70-30F4-319E-155D-A5B8083E4AB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D1EF67-F4BC-6D31-43DA-CC06AC3C487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A59DB3-0020-0A4D-76FC-D6BAD5425BE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EF37E2-37FB-C8D4-9965-601AA3144A6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AFC83A-ADE9-E684-330F-55EF2D7D9AD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B102A6-15B9-8997-C308-0E26629BACE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A99880-046E-0BCE-2787-DE13697201F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0890B7-A608-56FE-6C6D-CF152EFDB28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04B07F-3883-AFDA-F54F-C332C5F55C0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D859F2-E71D-9C37-5469-F2935CFC9DA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8F122E-2FA2-2698-EF26-AA385D30C7B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990A25-0910-A5F3-D06D-6F20EE48989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F8D84B-08E8-C3FB-CBB9-76CC233291E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05D29-A7FA-80DE-F690-B2B309313A8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207163-948D-3B0E-84E1-D20D27A99DE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2983EE-4F86-542E-3188-6D022207E66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3F0BEE-6CC3-DC45-2C40-7AEB6307D9F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675E24-79C4-2DBE-6FB1-788B16D796F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CB1DD0-0DEF-7F20-BEDC-3884FEC74A7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746116E-DD6F-8956-57FC-8D581DD04EB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4C74761-3D99-840B-E174-A0FCD3511E6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71C389-6A7F-8468-00CF-4ED25765DB1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E03EC6-1525-0596-E706-F9730C2D8EF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91AB0E3-2C14-473E-3BBB-D5C9AE3E66C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471AB3-3B9C-2100-57B4-1435C64ABFD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9EFC550-6D42-82E6-5262-019A49DE6CB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C5F8AE2-352E-0496-4C5B-318AB1F0FCE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206081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355D-6F82-D9F1-2B04-DF315312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146860-356D-A1A5-450F-3B3B144644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BD8BD7-5A5D-FFAF-2697-59719B98B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A760E8-C976-33F0-5CEC-F4232F794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D53AD9-47A8-4D14-BE3F-F1C76705E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FD397A-1E09-75B6-A07B-50D6C221D2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D87EF8-634C-C673-2C65-18B6909B21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E3374-EEE0-534B-EF74-68590DF436E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D5B9F8-77F7-096B-F2BD-BE5CB8B8F75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6AECD9-2515-0783-12E6-B0088C547A2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53D33A-277D-BB26-AC0B-FA46A8E8070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E4F5D6-5858-1CF1-361D-AA34EC7DDB5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BB854-BCA1-2268-B77F-AFDCF7CD0A8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C16023-F254-7179-A252-11FAA081D92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89C3C9-C1B0-0F18-F35D-E4413441214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A6E044-C989-61AE-CF2D-27ADB684B00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B61A53-8DDA-0DEB-4E6D-A58D9971DA2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C56A6-5B51-27F1-5ED0-15B286FD42D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D6F786-7E2A-828B-875B-EBFF2667643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F31A88-9643-258B-7672-0BD7D98D8F4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64A9FD-D456-5C23-6A9B-D617C43436D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A87E5F-7EBD-0E36-2E36-FF87836A07C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8B85E9-2052-0998-DB64-488E2FF12AC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F2E4E6-A7CE-F61F-7821-128767A67BD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A92907-0DD4-7962-115E-FFE76CA3A12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D980D-6B10-9BCA-307B-8B17CC5DA53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D65577-4A37-13DF-7B4F-9402346E47E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0BC9D9-BEF9-1C50-B130-AB5DD5A8B5C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49591A-5B7F-41D1-CEBE-F2B7F414B59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BF0AB0-20E0-93F1-DAFD-A294A69D2B9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34F064-C00B-82DB-6036-DDE1C2FFFC5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3AA5E5-E962-ACF1-4893-35A5AFCF8EB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5E3FA8-1230-BB4C-4AA4-3D0C0F82915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22D04E-F6EA-99DD-2CDA-568CA121FF5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0F2EF7-9EF4-B581-DA24-BFF31252F9A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83ADB0-ED69-22FC-84D4-BF579375CA8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69ABDB-28B2-AA81-4C68-2B9450BD926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E3ECD8-4833-6820-D921-828575C097E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CAC329-A997-717A-BB3C-C06D4F5ECE0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99A54D-B067-A8C5-E144-C6164F603FB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DEA02C-7432-69E8-738A-A615C5B295F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08023D-DA92-DEC4-CC32-59DDF38775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A638A9-6AEE-3C0C-7761-EA8669F95BC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CE9A35-21BC-2B08-A9FF-DC2DD66BD43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A71D31-418B-DD15-72F7-D482E970025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9D312E-E6A3-FD5F-8FA2-8E104A6CAEF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079492-2AD5-0F87-67A8-E7845518786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6D13DD-924A-67FB-9012-1A19BB4EC10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083DB5-605E-19C0-9C71-072D9A8D35E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C55B3A-44C7-6D10-56DD-E1DDCC6CB79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7E296B-1D0E-0260-CD18-58C3478A604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524325-BF13-2462-84A9-1A7BF987271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389172-4B7C-2ACD-B31F-C6E2DD1588A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5D975E-D94C-C729-AB55-A15E3FBB099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356271-3938-08B2-1263-DB56EAF30BA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0BC123-D631-7A38-B820-9DB5B25CC57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29393D-8AF4-ED83-0120-42B05D3E74B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695FD5-9AE8-21CA-A456-8233D04DD13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980A8F-3F8E-B457-D763-032A2684485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BB8E85-2C52-3A89-DB29-81309F5D9C7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138070-CB4D-9D34-7F87-345193D909E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2AFC3B-2B8D-46F4-D15E-18AB80AB2D8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E61B9C-5101-24D1-A6E8-72530501EBB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ED6C2B-D02C-2466-96E2-9F94112EDC3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9C7AD-12EB-F9D2-9F04-A49436AF0D4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C2A16C-B411-ECEE-3408-75D40A3C23B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36D101-2E84-B59D-4C23-F80783C2B0C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B10C76-E82C-CB0E-1363-D40B7B4010B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A1B82A-4347-D6E9-00BA-57D0B656383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CBEFF4-49EF-2E47-8429-9827EC6C4F3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87FC6C-8DF9-2C79-923A-5166A1C740F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71D794-953E-13FB-E08E-09D3C0914BB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C6A92F-AF0C-7D43-DD6D-CD0611D1E77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58F5E1-92FD-B305-54F0-73B5036405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BA2047-3F6B-F009-9F92-D33CB868E08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8EE251B-A2B7-6A3E-C753-6B4109019B8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C00896-D39F-1AFE-F517-C3FB082420B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2E47C1-987E-75D9-EDD0-984892476DF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6362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DA8D-E357-5F14-B7BF-A5941819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F01EE4-387B-499A-1292-7A1F429114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D8F273-C8DA-F746-BC6E-D69D88206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E5016A-B327-8335-2762-0414ACE9A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580345-88D8-26CA-CD96-68B157F89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CFECAF-3A59-392C-809D-123193F018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3A77C8-F4CE-C232-2EA9-17FA496F31C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BFF973-95D8-11C5-960C-E94E6468D0C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E07C6-47F1-ED25-A880-0738694EF49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32DE9-FBB2-6333-9D93-196BF8FD9C0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A383D2-C438-F465-0625-521E12D7F64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1C1ABC-42B3-E6F4-B7DF-137BF80658F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7FF06B-5086-AAA5-24F0-7285BA954C1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A9290E-D91D-6CB1-DB0A-D0B4336FFE4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19728F-AE5E-1189-8F3D-F7C6BD77898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10C07D-F0CE-579E-2947-43834B484FA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8EFFF8-DAAF-419F-0093-862B62DA2F7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6C607F-C59E-FA43-903C-5F4AA37195B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99855-D0F0-A904-4917-2EF18FEF11F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8C3F21-BE40-316D-DFA7-0E04D7D1484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CA3023-663F-19CB-4DE5-E7A937096ED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E18E28-147B-8EC6-099B-A9E666E8851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0DB2E9-A8AD-89D9-41E3-15AEF90F724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6EB503-DDD5-D742-FDE9-3404297DBB2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7E4444-2A60-9FB1-6E4D-1D4E49D8ED9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52162D-2D9B-254C-C683-F48C1FC6D5F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AD4A6C-42C4-B1BE-8F34-D396E472970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17F7B1-A248-12B5-EB74-46D070EE09F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D9B2574-C052-D9FA-03C1-6D21AF57FAD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19061C-A2FD-8E85-9948-B4230411114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A42140-DA13-5781-4F76-4BEEEF77AFE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57F3B0-CD6C-F871-5CF2-9410658878C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FE06C6-5BF4-6ADF-A1D9-42452A78E93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97E8C6-0B00-725A-9E6A-B109147E95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6DCCA6-84F0-E182-C4B1-A801AACE591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5C8575-AF2B-4223-776F-3782B49C4FE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85F7C7-63E1-D01F-12C6-685626E86F6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1AD336-8B26-2FF4-AC74-F740E460A57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0E663C-1F63-3D02-A377-F8CBCECC46F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A43B2A-E242-6801-60FB-A0F3B29FE97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96A6F7-0E92-F9A4-D341-D87A48E7671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520B8E-CE99-ECE1-ABA1-045FECE1007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946274-DBC9-6B7B-6AC9-773AB9E6F94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454DF1-01BA-84DF-7F1A-337408844A5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531F2F-C454-036E-6AD2-FC5931C46AB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779705-9231-5EAE-735D-F074F70544A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561BF2-3278-55B0-448A-3556B0648E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B03DED-51A8-E6A7-C875-71BA11BEE2A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0A412D-0DA9-92ED-9DCB-CC7F3699BD6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A54D67-937E-BB36-4684-AEABF8599D8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BB2E5E-5038-4660-23EC-2AA0142E223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B8E550-BAB3-7F9A-2396-544B9050EC6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6FEA2C-1EFA-0A55-80E2-4BA5F4D81A7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1921D9-D531-65B5-EB46-14BA4799596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1B076E-9F3C-6C37-72B3-225EB545C88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0E501A-9353-12CB-2976-8DC56DAC012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CE26A3-5350-CB29-7142-81CC7F6BA7B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5A5593-8B47-DAE0-8150-26ED7E4BE11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421857-572A-5EBD-DD4E-A555AC13EF0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62D3C0-794F-9247-B9DF-163F0A4785F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9AD5B0C-10B2-48C2-BAF6-CC101FC84AB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A3FA1E-0940-B065-BFF1-6C16E2C7512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7DA44-76E7-EF83-89EE-F414ABE632A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E4A826-A620-8D96-F49E-2433F60B7AA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B4A848-803F-6514-8DF2-8229E3F284E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4F3136-68AA-CF9B-77D9-41AE29B7655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82AF29-A6C5-33D0-1EA3-9A970E2900A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0BF309-3771-17C1-0AE7-099DC34557B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B43637-01F6-7453-05A3-8E70987CFEB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FCB3CC-409A-7B59-EBC4-09257D7F64F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CC3BC4-FE77-FDD1-7EC7-6A57DF83358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C5E59D-A685-AB94-BFC8-75A2D1C2845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ADD26F-90D1-C415-845A-61EE10B7299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20D6A9-914F-2B2E-6D11-6B4BBC2D5F8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BBA73FE-5228-6C4F-FE1D-183034A6151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50AAB77-C19C-D4CE-C435-F79BB2D0366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59AC62-5122-F162-A754-0EAC6E499B5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E44DB6E-643C-0F82-B27C-D2D42103871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32038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7CDF9-1538-05F9-4427-D6732CD65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2BE527-F2FC-0543-FAEF-477D2ECCB7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Remaining cells in lower right block are 23,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3B932C-9381-5325-3DE9-1CE7088AF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8FE6D9-C852-433D-EDA3-01B2F4E7D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CA737D-9484-1358-470D-9137DA2B4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BB8E1E-7C43-F7FB-8A50-4E4F0739AF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1A2ED7-4650-A9D4-A173-68C5CBD445E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1E231-B7FD-FC05-FEC2-4BBB434A07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3A774-99A0-5825-8C4E-70407266797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01428-8A47-22CC-4859-11356F8E28E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321684-C862-8172-0A0C-CD12B5289AC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A3D598-AEE6-5BF6-CEBB-D1246E84C13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449FCB-7E63-246A-9E1A-732780D29AA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A06B50-DE20-D1FC-894A-DB99D463C49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B5506F-2B89-207B-8451-5BDD72A7F68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533AFA-43F6-2F4C-6CFB-B44FDDC65B6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E17AF5-E4A1-7C6E-FEB3-6E9A6C278FF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D09BAA-897E-3E48-3C63-7A999E407FC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12D328-027E-FAE8-56FA-DC75ABC6F0B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3C186-DADD-EB34-DC2B-BD3D19B188E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389EE9-1E7B-0317-9E21-798C3C39ED1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C45A3B-5FA1-0AFB-7EA9-8E4AEAD6CAF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45870C-227B-33A3-E93D-290C33D9D80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B9071A-BFD5-2325-45F5-AEC121ECA80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95358C-1266-111C-9D33-2A4F3823C30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CE1D57-286E-9A4D-E1F1-2162E4BF268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8221EB-2F61-D1BB-5EB6-B4F8363D941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41AE4A-2A80-06CE-91AB-8083F683C5F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D94E81E-4BCD-D624-015D-3072CE7903C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EA8079-1EB1-FCD8-13BE-4BADE2480DF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72A034-0098-202C-1EBD-A497F6BCB6C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3B6D33-761A-AB0C-67D9-612E6D68E63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E1015E-F21D-35CA-3A7F-DFB00AC5CAB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7236DE-395B-50EF-CC3A-D30DB13993A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8E3204-91E3-1C16-B469-BD211F9BCA2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3674A9-2732-5511-8DA7-30785A962BB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144C8B-3BD1-A6AD-B0D5-48A72A984C9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ED576A-7DF2-3847-595E-BC69DFB3B19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A602BD-16A5-2DA5-8FBE-5EDDD04B308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180F3B-7DA9-879E-C959-69865EE8F2A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A6704C-04B8-D562-E2F5-D23AE768450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2A07B2-2FFE-000E-598A-EBF50FF6A30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C4BF38-13AD-046F-73F1-A50F56D6A5D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E477221-8492-6BBD-440A-C4BD8FE0DB6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F2CED7-3B8D-11C6-F14B-A3731CB905E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40AD35-5147-E277-F969-6659992C8F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297728-A02F-8ACD-A8AF-C04BA0E6A2E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2053FD-B777-E984-8F93-651D35F84C5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215163-5B38-6AB9-34C4-BDE9C071DE1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4E9779-CA5E-E1FC-6D63-2B2645F30B9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4D7BD3-07D0-9244-9342-F587B367EAD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B747EF-28B2-D5E5-116F-25499307EB1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F487D2-0B38-1AE0-AD44-72E21690B1E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937453-6B9C-52D3-D807-8C6162665A8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856346-E90B-33DA-493A-09628E719B7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C5F83E-5BFD-7B62-87BB-338C4F5D250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D733B6-9EB7-A0DF-36FB-57CB5DDE1CC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741C87-6D81-3D14-0128-FAE54B0E062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35774E-0F45-5F63-5422-AD11E6C0C1A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07BF16-3693-B9E3-AA1B-9BD5D2702F0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9AF16D-62CE-D1E5-D861-A094096801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16D1A6-29B1-CBF8-9484-E5D20B820C4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2F24FC-1283-21FB-F378-4AFF9675CB7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8716F0-72F1-B481-D10C-6EEC205BFE9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60A7E5-D7B2-463D-B885-965FE6FC1E4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D897EF-A6F1-15D9-1F29-0CECE6F77D5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D2DD8B-5289-A234-DA81-BC7334CE441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A5C127-A591-CC5A-E0EC-A329329D19B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88125A-AEB5-A576-017B-FDAA1CE83E2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335DD4-8FF8-722D-2836-8B693C85950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78FCF7-049A-5F7A-F7B6-8BEB9289E13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C1FF27-732A-FABA-F40F-B3D3AA87E03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AEF7A6-2E68-9885-E842-E07FA8998E8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C50550-7982-2A2F-B17D-04E2A16C7F3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10C4D2-9974-DF9D-CA13-D9625B43EBA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CDE917-9802-7DE4-4BB4-617156EF46E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956F2F-B28D-BE76-EC5E-3FC697FEE4E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A6B48CB-CFD4-EF50-D9A3-F8B282C0FB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938E31F-F8A5-4503-464B-4FE914F0CDA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F08A63-E18F-88A8-1E1F-0D5FC9F4CC5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2677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6C9D-EA28-393B-3381-9A9A0D9E0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AEB4EF-AB05-DBFC-F99E-625F1BDECC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Remaining cells in Row 3 are 49,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85FC79-3840-743A-567B-3CDBFCAD5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2699BD-9888-3F0F-1434-CEC55B8BF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A5F4D0E-6352-9396-DEDE-D4A2D7A5E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117014-EE8D-C896-A2E9-F799D2A88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85F100-E4DA-4988-CF49-956CF31B068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460F7-D389-9DBD-3F5F-F682509AE63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D64896-5A96-D6CF-CB93-008D7CB9B4A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A95D4-FF16-96B3-545F-2DBF8E89A97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6DFD69-9C70-329D-5371-B2250D1E8B4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4AA5DD-95C5-2E22-D712-5071380E877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452DF8-7A05-16D3-D430-DC198AC1062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49B6B2-74A7-CAA8-AF77-B131BF9A9B1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77EED8-9CE3-5973-611F-987B4157CD1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3808E8-807D-57DB-0D59-996D172E68D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1D62BB-B524-1D57-8550-E306B4BF917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66871-DA01-4DCA-1D91-C49F97A9974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BE813-AF29-9106-7C67-B6BD8E0185B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B709DD-91EC-AA9E-FFBA-0847ED3870A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C44C34-A448-BDE0-381F-0BC965AD51C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5B2FE1-A432-DA86-A380-723CCDC0491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13F051-3AE2-8463-5AB3-96510E91F3E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ABE8CF-6023-4865-151A-9EC8CDA8B7D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1FE526-6B5D-A065-3CF0-731622744FE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A6DC10-486B-FEA5-AE0B-C55463616CB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32F53C-3E55-EE7D-258F-852675237FC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76BC52-9A9D-21F1-666C-B90CEEB7138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6E9496-963F-5719-10DE-CD6DF983F05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3BF008-D9C7-9CF3-01E6-6EF2903AA86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671C10-FB59-A11A-D038-91FA3F978BA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07515-4293-FEF9-3AD3-A87C38ABD57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39A71A-B627-A7F0-686A-1F30BCAB9EF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82D66A-4112-D568-74BB-344B5398792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C91D62-6003-1BF6-D724-48954614714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709F440-737A-0063-1EF0-A08A416435C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BFB48F-B638-FD1B-67AF-89AD6AFAC66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A5BD59-D0A0-9263-4B53-DAF0E505DA2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7AFE49-F7D0-A480-D55C-575E278C414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207B11-9C1A-EE88-62A9-EA5FECF4E6E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F93B4F-98DF-8DC8-438C-608AC08ACA0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0384BA-268C-4DC0-7FD5-ECFB0AA10AD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D37A86-8CB1-0F03-153B-9549697F6D8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33E6E3-1F63-6C7C-BC43-7C125DDE4D0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C344BB-C26F-7878-649A-EF7BD9C90F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622BB8-1EF4-B1A4-EFA2-E1E7B4B175B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00F68F-7F8E-05BE-6AD5-3520546760A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33A7A7-30D4-58BB-6D0D-598FF491DA8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683DC8-20C8-74C6-B853-075BFED7D9F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FC61F8-3EFF-E644-5286-24BA9A9C9E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9B1A3A-B444-E9E3-09E7-57B4EB149F4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4A19DF-C055-8CCE-502E-300A46A5CCD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32E81C-624B-2009-C055-9D7C383136C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DE2E6E-3CF0-22C0-86C1-D2617740016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38E261-9B96-6146-A92F-BB0745ABC8D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67FBB2-B346-A8BF-5626-1194B872435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0E04FC-613F-30BC-649C-3822D3A5C28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76E043-70B6-D6E2-6246-29E3F47EBB5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DFF12B-BCD1-8097-53F7-C563F09A85F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76C7A0-7B9A-4767-0270-71F249A952D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91737F-6611-94B9-E357-6B90F507407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0DF0F-5C54-585B-5244-38940F6FE86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62574-BBD3-49CA-5ECF-E1821DF4E12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45DED-FD27-7DAE-DB7A-4ED98FC0D8A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2A9546-F015-70B9-FE0B-803966B9D4B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99F7FB-ED0B-96BC-6FB2-09A82CF73B8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7D8405-9658-50F9-CBE2-CC35E85F35B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BD0E1E-ABE4-F7C2-AFC7-2803CDD399A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C862E2-3B32-7155-DC90-E22E68FF675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D99EA9F-5824-4EA4-5B6C-4094D0B2E2A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A7184D-0355-5379-8CFE-4319715AE94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EA597B-F09E-AD6A-2786-981D9D5563A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1B1C2B-DE94-7A8D-7517-315833B6183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B4FDF3-0CF0-1F23-445F-A7F6AC653A8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F59AFF-36F0-CB14-2522-B03AEEE8F48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3E9C42-A7D4-781E-C1E8-E1EEAFE80E9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3487D5C-D680-006D-7843-0E3F24F4BD1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CAC027A-D123-1218-922A-3E94D31F44E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34F232-91A9-B37D-2473-0F17ED9E6BB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87497D-40EA-35FE-5EB7-F12AC153D19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47469BB-0A5B-2A90-E9D8-1401F37ABBF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19932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B3240-C56B-38CB-CADC-9C6F65D2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C6F829-C03E-CE8F-1409-ED5AAAFEEA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FF2D41-3E1D-D146-BC06-E734971F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BD9FF6-F111-7F2F-A418-231575D88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F9A0C4-113F-5724-1894-F648774A3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FA4371-7BE4-DE5F-7DB4-787B816239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5EF04A-A019-D975-980E-3D2602A1F4D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D9416-7271-61C1-13BE-842273A9269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30AE5F-2D71-255C-621B-A1AA3A1203A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64EFE-2A04-C187-DB7C-61B19C46B8D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E19943-C956-64F0-21DA-B62D9ECC35E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1B6B01-C3B7-08E1-65FE-D42B05222FD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6BAF33-4559-637A-38C6-003EE28A86D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BEA1AE-413D-3F57-07CF-549D2E05540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3A40C3-FA93-24A2-DCF5-F84E677B18C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65DFC-1884-767A-D44E-0A0325A906C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2F0EE9-AFE4-F4EE-0D2C-A35DB05D835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DC7660-0FC4-91F9-A52E-D5F36514C2C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06E36-A112-36A8-8C0D-F74ED43FDAC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F6FA1F-AA83-25B2-4CCC-981E2833BEB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08CBA1-049E-9BCE-23AB-E5FE835DACF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46E060-40ED-8C7B-FDA1-6FCC30F2728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3A792E-EB55-42DF-9F2F-E8548C07A7D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0A1F95-9FD9-D93C-9A02-9484C4E93C9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0BAA34-87F7-ED8E-70E8-374C130621C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E87AFF-A3E1-1DB1-51FC-CE08B78B000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4C1E88-9D38-A5DA-2BAE-63C8FD0285B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9C8202-B9C8-0D7E-A158-66D3839B006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8B3DBD-76A9-5BF2-E9E9-2F0F5454655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D37BD9-C02F-9CBF-AAEB-AB296492B1E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D04F01-59D0-5D13-DC99-AC199D6F5D0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23F58E-AB32-3387-746C-EC3CBCDFBA8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09B463-72C4-8DC4-908C-BBEFD82763F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7B50B48-6577-00A8-3EF9-82E1029A966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C0D424-021A-AE19-564C-91DDBF1F3CF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D47E57-A052-FF9D-0069-F498B73DF34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1A2431-80F4-5768-B9C2-ED66446FEA6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E375-535F-6ECD-FC98-DB01FAA3521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85F577-0D5E-4ED1-6733-DB69FEEC160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1B8C85-1D52-D5A5-B684-1339A65189F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A02404-F0D6-97C4-D24A-9EF614B590C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8AA944E-AF91-38AA-C7AA-0D3DDC487F1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7C9BEA-9D0A-AA6A-1BA9-F2537A44EBF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DC2153-EBFF-65FE-AFC3-A93F4D2E2D9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666B0E-FCE8-3111-D627-A0F052EF99D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2AC828-D7B0-31EF-8D5F-F011DF3925E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9098F1-9A58-C376-CD55-2DBF2028DD6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20F623-EF96-BAB3-EB5F-74674EDC517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3F9EFF-500F-C91F-9743-CED2BA10434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55EAE4-31E4-3357-75C5-2222A613FE6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67291C-2360-AA28-9B3E-7615AB3A655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742B91-7659-A303-BC6B-0A2348136BD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461549-023D-E4B9-C5D4-3C89CEE1900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2B81D0-57BC-CFEE-850A-D2D0A5C5ECA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D0EBBA-0D89-55A2-4C16-B19E0260FB7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34B251-108E-4F7E-A50A-60583C5DD5F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7C6D7C-0505-7FB7-8A78-A11ABD9498A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EE279C-B0FC-1394-907D-91109FEC4F0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F34ED2-E696-7B11-0053-7FC32BC86C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C2E7CF-E6F1-62A0-AD96-3A678EDCEA0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048526-451B-4CEB-3D33-06D3961E7B5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6C0951-24FC-0B68-1D14-3115B95834A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77FD90-0861-4103-AF67-E672BD1E23E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711C8A-552C-C26F-BEC8-DA25BB871DD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1593FC-F135-2FB0-7FE8-BF35EA91AE8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D3F1C4-1D3D-0FCA-619A-EA57BBEA6EF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7FC82D-909B-FC49-AEDA-B640F9E0DD4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00D907-14B8-3573-C5EB-979C0BF98EE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C4EB0B-D394-5740-19D0-C5B20858FD0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C7E5EB-231D-4941-90BD-06D4D04EAC6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AC33D0-F2FA-9222-D0D5-705C4CEBE14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CE088C-427C-5A5D-0CAF-D291712B3CD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B0C1EA-54B3-C875-EECA-A31518A07D9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DD62F6-6D79-6CF8-2B35-54B24475780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3C2BA1-02FF-35DF-51DB-D7EA4B33CC7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0BB61F9-E0E8-B129-B88C-F01D9244178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57B0FD-CE98-4728-7516-F71494FF0EF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502286-7E9E-19D4-491E-D0011BD65F7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5EAD53-3C64-26EC-D751-EF14C5059A0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0637B1-E0C1-269C-478F-76570436873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A86620-8C69-E1A0-47BD-63FD9D05407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943621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0DFF-B772-8DCF-B630-4AC3BC3B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283256-C190-DC5D-B1A8-516DD001EF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9 in upper left block.</a:t>
            </a:r>
          </a:p>
          <a:p>
            <a:r>
              <a:rPr lang="en-US" dirty="0"/>
              <a:t>Last possible 1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90577D-0DCD-5527-FF31-0990341F7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8E8C88-DDEC-A9DD-3072-DAA3D63D4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3CC7E1-324A-A807-C02C-F6BD477A6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C13124-755D-C815-212B-337EB52AC5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D1823B-4750-AA0F-C4B2-253164EF236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9FFE2-CF1B-6D8F-DF60-E6470A08950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862B2C-7530-01FA-95CD-B0F6230816A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C9720F-341B-3BB0-D388-DEC7EB12A81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95D00-234C-CC04-61D4-5F2B8852167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CE2411-7065-30D5-CD29-72D56AABB1C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867C46-370B-8B78-892D-7A4EF19E2DE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FFE261-D720-9546-AE72-DE6B0250A68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5664DA-99D2-7AF6-6A8A-1B38E623A98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7E55EB-2C51-9FE6-0266-B9C501C4595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7F6865-83DC-1973-5BA5-20AE905533A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FF27C1-4714-AE0F-CC2B-8E46104ABBB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2B7F92-17A3-7A1E-1AC1-857200B08A1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E02AAB-52E2-71BE-5A1A-4E2EED2B5C7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FB019A-FF0A-A230-6346-0E6A2F8B87F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1DE95B-98AE-1A95-CD95-D6BB94FC4F7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CBD1A1-F907-20C3-B917-624514BCC14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5B0AF1-313F-4B49-705D-FD0FC78211D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78AA69-C090-21D4-0A4B-3746E6F0986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1F90D4-D395-B8B0-3C86-12B90C2E94C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88A344-E83C-AEED-6601-C43E19ED167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A5A2DB-7419-66AF-182D-612CBA2E028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1075A4-7C62-31E2-5281-E8A4CA2B8CF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987E32-4641-2177-4DF3-E3E512EBAD1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A01271-2CF7-401D-DBF4-891C088FE0C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73D53F-E94B-B9E8-C776-8A2B332A363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E865A6-023D-D884-D523-178B88622DA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E35D37-3205-69C7-8B95-DD443FA472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5615D4-2E12-F061-20E6-32409253552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32AD77-846A-E5BB-F59D-954E623BA5B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BB6ECD-73EB-ABEC-EF53-BE9E9D403F5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436A7C-48A8-1D14-0BE2-290EFCB804A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10737-A3EF-C710-6CE2-98ED1C1EF95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CA5383-81AD-CC44-0A4C-CBE62B0D571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FC49D62-988E-9FE3-C677-80F62A6ADCC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9801F3-B706-6703-42AF-E68605EB578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3AF2DD-E786-81E4-167A-0F49B69E131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AF2830-1165-EE75-9DF7-6BBAD023180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1F98F6-8686-C9C6-A9F8-DC75DCBA4BF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EBFBF7-F973-B616-64A2-2FB6F119AFD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86D65D-32EE-639A-8068-A0AF77BC875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365FB5-FA15-7537-EDFB-C57EF6C81CC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FB775F-0485-3E11-97D5-5BCBCEC078F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B276ED-C683-C8F8-85EC-C726AC1DAA2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264712-EE4A-818B-0BCE-7F70623EADF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370945-4896-814F-80EF-F54104D371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BD04F9-E7AE-9921-598B-AD6BDD77AD0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C5E5D5-64F7-3128-F9E4-8F60E9FF8F8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F1D78C-5675-5483-407B-1E518143FA1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E654A9-89AD-5431-A49D-A0406C40668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105DF5-2204-AE77-B166-476FBC29001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E9E58A-9011-BF48-5047-1BEE408FCCB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3D4A17-F56C-1D3A-9275-B6B45E25827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C17036-A2DF-05C1-78B6-9BD6C7BAD95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F0B8C-2CF1-5313-3743-A963B9D7125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D70944-EA3C-1BB8-0564-92B00D3717F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46B10-3080-C45B-6F19-586FF77D876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A37106-D76B-7ABB-2530-83AECBB3AC4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3AD0D3-3D32-CA7D-32DE-4AF32EDF871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0FAB4E-66A9-93C6-D264-C76593ECAE9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5750F07-2461-700C-F9F2-492E485C98D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03559E-D5E4-71EC-6A23-548BB095F5D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5D138B7-24A9-6968-DCCF-4BBE5373EF1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E31579-7323-7574-3819-6FE0CB6194A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5198AE-4B4E-4BAD-B5B3-F7E72CB342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5B3A33-09F9-0EE0-39B2-62C5C77C4F0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331C8A-6CE4-0F1F-2310-FF7A046EA74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659495-5965-96A2-9234-8911C069519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5BE169E-1072-E018-71AA-CE5223296D9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CD25811-2DDB-256C-78FE-FF1F224E9FB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EDC4962-F7B8-6730-AA6C-7C80992B136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DA31D6-85B3-6B96-2C08-726F8312E69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C6EF3CD-7F7D-3ACC-E09F-5C6402D9048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B1A6F7B-1F7C-A16F-A7EF-221BBD71744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1585D16-7CB5-4A0F-FAF7-9B20EBEC5CC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6A73D7C-D2B3-8151-D169-CF29DA9C3BC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16603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7B9C-B879-FA61-F707-934E16B9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2B13BE-FCC4-8CB8-1EE4-BBC4AF8BC4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DB1FA5-5B44-164D-77B5-E49FF30CF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7A9A17-2917-984E-4510-67618A40E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65F7C0-C84D-7775-48B0-80F4EBC9A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8846F6-05EC-3A54-106F-52E95F375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BA40D0-062E-AB64-B46A-C4E8FF6B5CE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E889F1-D71B-05D9-D0FD-A58E27CAF3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E08C3-7530-A5B9-4D3A-26ECA86560B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D7CEBB-B830-E5A7-0F72-574EE0BE8BE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6988EF-B7C7-6FF5-3504-640BF9D8EA8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8BCC01-B91E-0CCA-056A-6629A9768C5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464EDF-E703-2031-B3B8-45FACFA3377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A02327-EE65-21DA-C52A-970D597F9A0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F5BBCA-0DD0-8F16-148E-6641FC51C26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3FFE63-A59B-5F46-79CE-71CC176F2C5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50A6D8-093A-440D-67B9-C514B047B70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9C77C7-8D5F-C529-AF3E-0DE7B1BABD0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5DB960-D69B-B466-0530-A87FBBAC6C0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C49075-A57F-2352-F0CF-E99115F40B9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65826E-5930-CE35-1F08-941420C0383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94AB70-DDD7-3BCC-C7A7-97BBDE1B456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01FDD2-24A9-9830-2A27-60A2F6D4A2A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0EDB0A-6D4F-D521-298F-80543ABADE8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79E6E5-375A-E650-FB65-AECFC6775FA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675E47-1922-4F51-BD9C-675A99A71AD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2E94C1-0D7B-6EB2-6707-D18BE17ED84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443E7C-5A9F-1C81-B962-800125C8CE0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E99A3B-AF79-106E-243D-62B1B9F5976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66EFC8-2306-ACDD-258A-05A140FAC4D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F50AFB-1D23-643B-42BE-F0B6083969B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672B81-90BF-4A54-5743-E7A3651B625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5B7297-69ED-FECA-37B0-EECB3C0E409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521DB9-B678-FD36-952F-BF5BCF89178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107A67-B8E0-87D7-9BAC-9E797B8D8F7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EC6EF1-1DCE-2E24-008A-EEECFA8D605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187425-AC26-0D80-DDCC-79C39E008B9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CCF9F8-36BD-6C63-C94B-333F1438B6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E4AC39-AEC2-3305-99A0-2B2EEACC414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D5C60F-41CE-4D2D-6496-071E4B8F48F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FC293B-54B0-47DD-B6A2-D9CD7B7DD5F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B0D394-2579-3C27-1038-2CDCC9463F8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14C531-176B-9C61-F32E-87E31880C3D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FF33C0-B96F-00D9-4F40-43211A745E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90892D-6E5C-4D1C-AD2F-CA433211BF8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3FF95A-3893-3417-50B4-4F975B90C3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27F12A-2232-F716-9DB9-902DF880A12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EDE9C1-4F81-33A6-FBA7-A169AB3207A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5082D0-E094-475B-D765-AD787249A19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C71C9D-4B99-B2C5-D639-BC0CAFFD442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06DA38-E4A4-0A09-F78C-0C0A4BE730D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78E9EE-5A5D-52BB-7B22-C368C636436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DA4F6D-FB0C-C6AF-C0AC-8922A23BF99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DB7CA1-2DDC-0482-BEFE-6F9659B1317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40B6F4-A0AA-B011-7704-3852B7C5C5A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D2C8ED-4D0E-A297-A8B7-FF8F73E6081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14465B-212B-C5C6-ACF5-FCD346D672E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512062-D54D-7626-96F0-3E4CE63449F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28E9CE-C7D9-81A9-2A8B-234AD841C2B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5B0023-6166-0319-BC5F-FDEC993E1E4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9104B7-289C-4874-64C8-8F16DD8B14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5ACE73-2410-E484-9484-C71FE694B97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5082B1-523C-AD72-DE72-71F65272C12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2E714C-BDF3-B8E2-9A61-1A1FBF95C92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FA2DE5-E569-2498-DC01-B39E2DBD9BD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0A14094-2940-7AD3-EE16-CF58787D230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28457C-F75A-F100-8DB4-F5A8A129454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AC24A3-F01E-F3CD-C404-530CE3EA95D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4A14DE-2896-03DF-283B-8FF370BEB34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9A839F-ACCA-4477-3503-75697F78A9A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1E0125-5400-4595-CFF2-C82909A19DD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FB66B7-B2D2-B485-D2F9-4C9CD7D2A49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97BFD3-9DAA-731D-BEDB-23D2D56446F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8B7BAE-AD46-1E42-9AF7-420E7C1162C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F22728-BB94-7720-44EA-A7F85FDD8C4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2CC36E9-CD93-7B9D-D034-EEEF7944429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3DFCEE-2699-F3A0-FF30-ADC7678F348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89804-11CA-6DBF-2304-32119AB63B0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EE253F-4C5B-50E2-0C3A-3F05AB8F59A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F5ABAF3-06C6-07F6-8629-9A8FC86DF06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544C4D-F4DE-4FB1-671A-E284913CB13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8DE439C-AB02-7EE7-18CD-9A4835569C0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01472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5C847-368B-399A-558F-87502C26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086D56-C208-E354-7597-280D44DA7D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8E0453-31ED-C2DF-AEEC-68D08A80A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4C826E-BEAF-9C13-80C5-8CFF845B9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34D787-DB7D-38A9-9C66-1ADA34833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96715D-4556-A8B5-507D-E06171E198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DD5639-9561-EE7F-A259-9F97D8D5BCF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315B4-4860-E3BC-17F2-A51E4AC3FCC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FE997C-20AD-A068-64BF-DC02EEA703A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7C97D9-C4DE-044E-D19D-DA1B6D1E555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67A272-F636-FE18-CB84-352F3706A01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729F00-6E96-D850-334C-6BB301E1E3F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14C6D5-A59D-F5A4-F89A-8B7776E9DB2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7BD302-466F-7C09-8EBB-9FA397EC8DE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C28FA-8322-25ED-5426-8917FFAF078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14944A-FCC2-B17A-EEF9-EF21E1221E7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5D8120-8216-91D4-03CF-CCFB57161D5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A8D13C-31C4-4D11-2A10-568FD98E019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BBF93B-E4E7-C49F-1885-1D950F1A588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17E0A2-F85F-DC53-7667-4723E0572D7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A41EFD-CFC8-291B-1D3A-04E30514E41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8EF9AE-4E91-BD84-9524-B05955871EA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2640CE-E928-2FA8-B46D-38DAABFA848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727255-D818-ABE1-1DA9-1BFE374765C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4377D7-0BD2-EA4B-7827-2787759ACB4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6C15BE-4150-F8E1-DA81-9030CA31A3E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D11C49-0D04-2E26-DEFE-99CE87A2FAE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E03EB0-236A-1555-E38E-9432D6A87AD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5DCAB6-220C-C992-BE9D-084493B75D2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706350-4E41-C847-8CF6-73EC4E9D700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D133ED-D3E4-52C7-F8D9-EBF72180948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D80ADC-7171-88AA-6EDE-B838F116278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A1A4CB1-BE10-B459-B2DF-C75E2F0D679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DBF71B-416E-0039-2E75-8C73D4ABC1C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C4DBFC-5029-BDFB-07E5-19C21153FEE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CBF4B78-EAB7-7315-9B38-49B4ED3DA2D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AE7933-63AC-5F8C-8FFA-65BF3ACC353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BE61E5-9812-A9DD-23EF-4BE4C3DEF37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FEA6EE-9561-B921-A2DC-17E8465CFA3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90AE3B-D932-AFED-E7D0-1B8E2A918A2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15C807-F07C-9105-9F26-1897D682E9D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D2AA69-40D3-FA92-422F-A9A0C150B4F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417C3B-4BC5-7A53-0499-3DA5BEFE8C9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B1251A-D42A-5906-2ACF-C523921B35D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FB1C30-E0C2-E21A-1C3A-812CDA7E26A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56C549-3677-C6B0-F9AB-32B808AE49E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FBED46-0473-3B68-E7EA-37167AD05D2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A2286C-36E8-860E-A91A-D68950F7510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2C9085-ED0D-DF6A-8A5C-8D586278B99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20E08D-71FD-E11F-D00E-7BF42D2C3C0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F3532C-4A0F-7214-F604-68D04853F95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5136F-9D50-1E0D-77B9-3B823FD7CE8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174164-0E71-A814-6E8C-F26F4EC96F2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98F1BD-17E9-C1A0-485B-A17280036CD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CD2229-EDFD-BD07-29F1-0098B29DDA9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311759-7486-9A58-C492-BB0DAB85DB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8C3524-BB90-3796-65A5-46C9E955C56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B1CE8C-E31A-E12C-1AE8-54C2785A0DC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92C8A6-9A2F-3401-E9A8-82B31C12B4F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59293-023B-EA53-19CA-41803078891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CF5F6-0829-4266-0DBE-4431563E206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B5D16B-E9A0-92D1-E42A-DFF846EDA9A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39F861-7C13-0E01-4D3D-15A227A9035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33D88F-BCFF-04DA-45E5-78B719B1B43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7FACEB-814B-C7D3-5CAC-76E41A52588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6004E3-1CDB-2C40-78C1-92BD9189E35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8AA2598-E4B9-B285-E97B-587AD7ACB9A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72C7CE-2195-EE4E-2E70-86567CE55C1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A48122-5AC6-C285-D998-6C67EE160A4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B9B7AC-0E1C-0160-7C2C-BCF18555082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ED5D50-C402-152E-BA07-795BECDA2A9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4AEAD1-2443-D33A-619B-D947C7D3BED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E3B1DD-349A-5211-DA1D-E14272AF37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299CEE-5A1C-A170-EE3F-695B8AA4CC1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240802-E605-1707-5CFF-4692F478BF4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ACA48-4425-204F-B2D0-F0BEB715B1E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8F342-6081-15C1-6A45-FC26732F7EA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916233-90C2-55AB-3C99-80098747B85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314DE1D-66D3-5EF0-8AD1-59AA8056579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6B3E5B-1196-D9AD-2ACA-AFB369786B4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2002CE4-B782-DFB1-28D2-C58162E583F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0B794D0-9D2A-33F1-FA02-7565D47F2A1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268923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AC932-77FF-45A3-A114-DCBA96B7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4B3578-3701-7474-2632-B72A8AD41A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B757AA-49BA-F86E-E863-159FFE88F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AA8730-3F36-091B-70F9-2C53BF08B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B160CE-B854-3FA2-8F6B-594F6B112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7F9605-9FD3-182B-93B3-8016B23BEE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D5C454-972D-E8EB-B4DF-93DC3BA7D1F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EE100D-6AC5-A093-B0A5-C9E280529D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47D595-F695-52D6-4B93-DC2F785A84A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171E3C-C3A5-6566-39E0-93E3C387E4A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DC67F6-BE41-A934-3535-E2C6097ECA9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D7C921-C498-6311-76BE-680533108AE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61120A-960A-3767-1CFE-27C199F2CD3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6CAD6D-BD7C-3ACF-7662-24CF47A093E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94B83-D258-BC5C-98FB-B8884C37F4F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0F08E-DA4B-A507-5C18-016ED9CC58F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0DC0EF-DCF3-01F6-5D14-B50EF3EDEAC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E797A2-3FA3-EB1C-2B9B-17F3E015D05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DB0645-C9E3-61AC-E32F-3FB8B2B3C3A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4182D7-061E-4DAB-A323-C06E96D245E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A7CA31-8118-EF94-B700-201FFE60D42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CB6E78-DD16-3378-211F-DAAEF89527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CD1076-E389-D013-1FC5-27C1E1BCF66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9BD6D9-AFBE-3BF6-1BE0-FD155483B80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CD1F96-F1AD-9FA4-9619-52FBD89815C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A7F89C-37EB-C3BA-8E67-E0392FF5462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6061D2-545B-EC24-56E8-54B50A9DB11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20CFD0-8CBD-1766-CBB7-7926A46A52D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EF1D85-F5D5-CB32-C298-7E73060ECDA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910ACF-986D-E912-8043-F9231E28481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8BDB33-3F8C-A853-DF58-27384CAB2F7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30F263-6164-4A02-650D-91634F4F1AF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33E987-534F-6F3C-5910-DDB833E9F86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042A30-8E96-19F8-9978-AD90D085446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AF5B8D-DB82-92BD-BB96-B40796A53CD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D09F24-5927-0247-5AE1-2A8DFDAAD27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007C78-F456-28B6-893D-6479263121E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0760CF-3259-AFA7-60E5-E3734E6645D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0A4D18F-270E-5601-97A2-12D76788827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E100059-6686-F016-F15F-8A3E0407621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39E8A0-C5A1-0B5C-EEF3-E0505644AB8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F5B9BA-06AF-6185-ADA3-0E5C49FABC9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F2F7AD-1E34-85BB-2A29-19585BA9B72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657ADF-8AA6-A007-C3B2-7C0D7494D1F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692316-EC04-635C-BF2E-26E864DC92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0620C9-1755-EA98-1B16-FDF402DC25F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8A4B65-C72F-4B27-EA76-C96EF5E1E50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250C2B-4F49-0C13-9287-60D05FA9E78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E6E920-5FF5-804C-DF0E-C96B633ABD5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D310B9-8CD1-9BBC-01AD-95668AF0B63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770E87-AF4B-6596-1646-6581D6B8C63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5D3E5D-C429-47CA-54B1-5FDBF67DE5A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90C613-EB10-CAF3-9608-57E806A28E4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7A9515-A34F-C2CD-D6BC-261E45FBEEB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8C41EE-59A1-A70B-2E58-37D7C77C07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2F992B-3ABF-D800-0D0F-5A3A891030E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43F39E-C337-4ECA-1580-0176237DD8D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28CA5B-CB6A-990B-6ACA-17C1166EFEF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E466C-70E1-3B70-F5C8-18E19D26181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42F87F-DB35-51E7-0DFA-22C5D6EB20E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E75700-CBE2-4D13-C0E3-24587641087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B22C1A-DB9B-B032-2365-69737F496AA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CC0B5E-5F20-1555-3D0E-1A2C8DACB97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981585-C4D7-1B60-1293-C7C250E7F0B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35A37C-CE17-CF28-57A2-C79B003839A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3BE790-4AC5-88D8-5185-19451AF4591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A1DAB8B-C359-18C0-C67B-CAB1F6D2E74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8026F6-E41F-F536-04BE-9B7FE34ACA1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E06A80-27B7-BB1D-9EED-FC94AAF5E19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D2CE39-F767-4BA9-BD92-68B90850566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6ABB34-20B4-A2CD-D872-1434104C845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4F88F3-482C-25B6-E9B2-1D04DC7D104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B41F97E-3C4F-D938-95E5-3E9A5C189C5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C326D4-7D65-0F7E-CA11-6515B41AD03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AC4DF36-75F0-962D-6381-6816AEF26D3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C9545D-89FC-FC53-1858-85F73A154A8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AB07BB-F4BC-8AA7-3EC7-88F480EB007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4C6E03-6F79-3B3C-6BD8-83B73FB18D8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7AC37B-484C-8F29-0DE9-0B16EF9E833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0E9E30-B3C1-ED27-705D-4BB81EF3695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962A2A8-E402-4381-4D53-F05A72FBCE9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1A714DA-9EF4-A57E-E2DD-29AED6A7AB7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0953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3DE0-2E7E-1FDA-00B8-9D0187C0A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D19260-7B96-1010-BAEE-C64572C931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4 in Row 1.</a:t>
            </a:r>
          </a:p>
          <a:p>
            <a:r>
              <a:rPr lang="en-US" dirty="0"/>
              <a:t>Last possible 8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9832DE-AA26-E50A-2042-5A2303DBE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468A4F-2D8E-0CB2-5CD4-B12882DE7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F57C95-6390-0C33-EC3C-E4B47A288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E71B6A-F25C-4B18-6858-798B380B0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9CB25C-0A9E-3B23-111E-39A46F3E754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8525A-E279-6FD9-AB48-EAB1C7E7A0A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FDE8DF-535B-B364-B122-7BA6EA60EF7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F1965C-F0A8-6C03-5384-43DEC136C35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66715E-0930-598D-1715-716B26E955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3388D4-18B0-CB8C-85ED-9C2139B6865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01EB76-966A-5FC5-9424-1F90D90DD6A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9EB7D4-A216-4591-1E9F-0B604D80F03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184782-B61F-7794-E51B-DDD25CE8389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608F0C-6342-7F8B-1025-512BCCB7062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31834E-4D4F-5DCB-C051-CDD7FDFB7E2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BDC33-B349-384B-86D4-84461842715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598573-138C-494C-5E99-18773EE8F9E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B47052-B4B4-FBCA-4687-BD8DF9137F1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7A4ECA-C7E1-0C91-FFEB-ADEB9EC0A23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CDDD29-291A-FC22-0979-C57ED72548B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4662B8-B715-703C-D4CD-777A06EEB11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52AD0B-8AA7-076A-777F-EE7D0411259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718420-BD65-A2C9-DF35-F78D3B134C7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3CB170-FD8F-DAA1-E263-EF0DA579AC3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23BE4A-4481-3FD0-3F7C-550603143BE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5A5591-F1F8-8601-598B-1D879D40FC7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3EE6D9-6098-1DD5-F69D-1372A026F45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444133-75C1-4096-0067-6376C780009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6E5156-B4B8-372A-D22B-CA1BF3ABD2F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EA39AF4-0490-D2A2-6739-87213642E17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AA3D32-5548-DB4C-074D-98F2831E824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AB1E08-5110-311A-D9A6-7EE2E3C238C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E49920-E09A-72FC-B6A8-7431941BA38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1D7DD0-D1A6-B3B7-BF34-F3065ED37EF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1EA5A2-B6E7-EE9F-F3B9-A28AF5E75BE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5D1544-F362-8027-FB14-ABAE1ED1E4F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638AE0-C5F0-B8F6-B9FB-A4831454C04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4FDC4C-FE50-5CCB-C68D-B6A7ABEC771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D2A294-1792-4184-1F63-85690DA7A2D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102962-9368-ADC0-1125-D43DD77CD0A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5EADCD-AE27-93CC-885E-409EC66747D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27FF2B-4240-50DD-63E2-E15E1B52319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BAB07D-4576-60E8-D167-19AF983EEF9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068EFB-217B-B375-AF39-F170C5D1B1B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F0D2A3-AF9F-C175-4F0A-B415CA94085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E84411-59D5-CA8C-80F2-DF41F6C4456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3B2B8B-951D-DA36-DCC0-BF065E70DA9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382AF4-1DFE-3331-D4C2-455ACCF808E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FB58D7-78D4-A63B-3168-E30684A1E9D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B46849-1A28-9EFD-A6CC-C0D4AFC38E1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C0F673-251B-6BBD-7499-1EE5BC28753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3492C1-9713-47C7-806E-9D21AAA468B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37720F-BCEA-F692-4BF0-A6A777652DE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3474FB-94D1-81C2-AB61-0EB40DEAF80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16266D-AEA0-B087-61BD-9520ECAB731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5A5A61-7C8D-C3AD-9C4D-7B2C7CAA448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D01353-F630-CCEE-4BB0-32CE85D2E36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768BD9-E515-093E-3143-BDC1685D5A1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3C4AD6-DF71-B094-C420-15DACAFEE4C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88BBF9-BAD4-1C80-CEEC-C2F88F5EC3A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84B1B9-0B75-89F6-49A6-BF0D4B1C3D4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93C063-8C18-1653-9100-940FB26366B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C6C7CD-344F-8986-15F4-B89F5F194CD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61E03D-92CA-AC72-49F3-AB433AF7930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68F236-D007-547B-3A41-666F54849D6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0A516-882B-4092-617B-54931A8F251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82F6AB-DF65-4CD8-2D24-259F7E4AF3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1DCDE1-CFF3-3901-B18B-6A92FB36124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F4337E-614C-64A9-9DC3-26A22B18173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93EF9F-1EE1-54C3-D508-82E99BC911E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BE4F12-30D4-D058-D2F0-B79D4B66644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C9655F-FEE0-9CF5-E6FE-AE5419321BB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406227-949C-076F-4181-B54C45AE55B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8EDF0-836D-8AC3-76A8-69F8A894B09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B4C9F1-7232-8ED2-B330-267708F996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D58240-255B-36C7-DF33-5856BF6A9B8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ECAA9-43B7-1852-80AE-6C7BC9CE3FA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65EDE0D-EB7C-22F5-5DFE-C2BD77157B5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B75ECFB-3C2C-F94F-5163-63CAC35B37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9F6E91C-5BCF-3B55-14CC-C5F38F58E85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3BD84C-6C63-5488-DEA7-BAECEE7A1DB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423D91-FBCC-BBD7-040B-E01C7893EA7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97816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4628F-C40C-9012-1A18-2D978FBC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5CBC07-0934-8FB0-2AC8-5BAF351A28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C353DD-B751-B44C-A689-E398ACF9A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B470B3-8D95-E77D-BBD0-DD4242F9E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0E90E7-0CF6-FD71-EC7C-093703951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D9F295-0C77-8800-796B-B607424A1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146026-F520-0423-4171-76C2DF69263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DB2CD-62FB-2BC7-6AB1-E29D2D44FD2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E7C8F9-8D00-83F2-6966-0CC8220758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63939A-3561-7D83-8BFC-35B141AB45E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238669-9CC8-2907-C54D-6DF4CBD5350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D5C6DB-062D-0290-71E1-F3BC44E0E93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911DCA-3F21-5AE1-08DA-A3477978C5B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9F42DF-F3D9-6F5B-C14E-9C5530472BC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6A83B-C581-B01A-CF7E-CC45B82AA34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CC6490-3C82-59E5-A5FE-76B078C0804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25CDD9-35AE-AC1A-FAE6-765647A1384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27D000-B274-3549-9663-DADBA5D5DAF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52D43A-D909-3A69-7041-262E02D008D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48D499-4014-B19F-545A-95829A5705C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19C610-E3FF-149D-26CA-07F10C19691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7589F4-046A-466D-46F0-D47717E7ED9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DEE48F-4528-CE73-5FC3-B6865B2DB16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938458-64BE-F756-C69A-F56CC238D51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8FF743-A3E7-9932-1ECB-95CD6D7E679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EAB584-5FF4-096D-EB4A-C5E3668174A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2AEC39-C178-B2D8-C8AE-081FEFBE4FD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EF4579-F9CE-14BF-DF75-E0E01AF0837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948E35-6F7A-5D91-E1C7-3465E0F10AA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3FC1A2-11B8-EB00-57DF-FC6BA27EDBD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8ECCFA-8A02-BD94-8FC7-2D95086B87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00BDDB-0D7A-FC79-7027-81B3F82520D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C7F1B9-1F62-50AC-959C-56D226AE333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739551-89F8-1081-3F2C-3C46026777F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63B06D-A517-DB0F-3443-A517CC4B766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6861B8-CD01-A3D3-58CA-4A6039C87E5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255F26F-BA7F-DDEF-3E92-61A9393BA30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A6DD27-3295-57E9-76CF-1DDC7EDC199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58CD4F-CD84-918A-8C77-E408378B155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15E800-9DD5-B635-120E-973DBD4F09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D64ACA-67FE-907B-625E-B29E5FD9D91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EA1293-53FF-3EF5-76C9-BE58A0668DF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379683-31BB-B511-1DB9-DD2BAACB289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019FC7-4289-4698-DD43-E0C0EAD1288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71AC3E-8A94-109A-34D9-82CE08CE76C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57F0EA-1C9D-ABE8-EF65-B4E3E5BADD9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5887FA-41DF-33F8-75AA-D334776162F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3C1E9B-3D1D-FDD7-A57D-F3E5115EEE5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7DD535-4F57-F3BE-95BF-A40648CCA93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B038B8-B4D2-A745-0DD8-BD593BB66CC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FDB78C-B1D5-2C9C-6F3E-B8CF0AD7052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20118F-F3DD-E645-D0E8-7517D6805D0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F6DE03-9934-B6B9-8787-1D492003EE6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2FBA4F-7CE2-3176-5013-7AEEEE83C26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9F1CA2-2552-9769-F2BD-DEC4E712246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D4F1B9-0357-2C42-1B9D-10A9F4ACFC3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0987C-A625-3A73-244B-A739A065F8D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39DD22-410F-987C-2E51-70482BD5D49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7D58A2-E98B-4731-8AE7-FF24CBEBF6A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883C11-7375-E84F-1060-D0D15B2D93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C74EFA-FDD8-03B8-C462-E8505A5BC63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F4BF77-2A04-FF94-ABB8-D3BAFF41D65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A50FCF-15AF-EA8D-CE5F-0965A6B64AE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116525-F9FA-5B30-947D-B9ABC686781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21A3D2-D468-80EF-A1DD-980858DA0F4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977611-5E78-678D-8BB2-CA63BB157EE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53B83B-7FEA-85E5-1A32-31411518BE6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F10CD0-A91A-32A5-DD78-7FD3E13E51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B1877C-4111-7B9F-CBBA-5F77759E952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592345-D3BF-A786-50DF-5D76CFB3A79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C355F8-7F6D-594C-83D1-6FF572287FE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8C9458-665F-FB52-B90A-E977A5EE25D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F2FFD1-91CF-B832-AD57-09B3FDA6986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AE26D-329D-054C-615F-876DC5533C3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B5C08-EDFE-A9EC-6629-53088E96A64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16EC74-93C9-D6CD-D2B9-DA18B32D690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5E7DA-580F-93BA-F6C9-5C9FCB25272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E7363E-B5FA-B0E2-47C1-8AF8B2951EA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2E391E3-A644-92AB-EE39-0A6C267B16B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6042EFB-515A-5DE7-2328-5DFE3F69F8A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32FEAF-C3E6-A278-3B2C-60830EFC6C6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71A45D-972E-2142-772A-B20D0F88028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371194-E927-ACF6-B9E4-D3CA5A56F9F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D02131-ABF9-BC58-4B2E-EE5BCF25C5F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40456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5C167-BD52-9CCE-D5F4-09C9B6CD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DC3E6E-3933-B9EE-F313-744E09ED1D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D3CB14-686E-10B7-EFCD-01DF4FFA6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D11002-C288-202B-317A-B13D30FA4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D1F1717-D42D-0A4E-FE11-53D9AD6D9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47745E-D045-251A-0520-F7B1805D8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A69DB9-46FE-2F91-6BD9-FDE1F30270B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09C69-E564-3C2B-FF80-8324A36C3B8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03A50A-BF3E-17C2-898C-83657949345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73ECC1-0B3D-3477-8955-2A74094C6EB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BBFB6-1357-DFEE-AD96-0BCF735029B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60DBBF-757E-5228-4098-6AECDF6680F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CC70AE-9F48-12D0-EA69-481C5EF0851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802953-2989-AEE4-2502-3A60DA1BEAA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F286C3-B5F1-D647-1E73-571875F9D7C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41BF25-8E03-FCA4-7A3A-97065C0D7D9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5C6C65-9D0F-30EA-16F8-C6FE1ADF644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35337D-3A5D-9095-DC02-2F4D22E7CDC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D8035F-B8F2-4E6F-4FD9-F4302556CAC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948D27-5F12-0E22-1FAA-5468884BA53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92DFEC-DE14-07E2-6575-609B328D7C0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45A256-1342-1BDE-7BE6-EE11342F726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4A8AC6-48F6-C0C4-AD2B-D722EF7640F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8EC75A-E299-BD3D-6944-544EAD58366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91F622-34EF-2960-3661-BF2F8D90F0E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0B2B3B-6C57-F1C1-16A9-A72F8290740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C14AC2-B488-FB97-6578-3141E6C0E20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AD9BB9-36A4-AC11-2DD2-38702C899CC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CE9B86-7AD6-7CFB-8807-4E3AC03422D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90DC68-3D37-E6DE-2BFF-79F92C71D92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ED2407-717F-98C0-2C44-9E69BB0E4AC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56B83D-1258-A79B-714E-161E7CB7E8E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B94AC09-8112-7BBD-B817-DD92F773BB6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AB4790-A625-C1B2-F09B-773A56BFF31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A3D873-68D1-3523-CA94-206190269AF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3F7A16-59A4-D655-AB3F-23B5DD8221E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13FAB4-DEEF-5E73-8F7B-C589739E13E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35A89F-61CC-6D5F-3CEC-E0A851AE257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AD39B6-1AF3-0689-441B-C6E1FFB577F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90031F-15B0-B273-6608-9FB7700C90C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A81FA3-4AC9-2886-4733-EB7420EBA6A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FDC67A-214F-9816-5C4E-C1AFD6B3C1D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DC6169-F700-569E-A27B-3BEF7EB4069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BC52E8-D202-93E2-3E0F-EEC2DA1D211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C5AF9E-48B8-94D6-1EF6-5004D489336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214AC8-600D-4378-08BD-CDADF3C7F50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2878A8-ACBE-1B82-725B-468CEA00485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68C786-D88C-FC27-37A6-3DBD0ED30BD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CAF506-7C47-9446-F770-B144B9C0E1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1B8268-0F9B-4D06-A8B4-4CFDDD95A1A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533C87-A0D0-AEC5-5FF2-EF909C1734B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90B24-AB57-CBDA-AE0C-50A2C69AAF4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B4418B-F914-4E45-7A31-C9F9FF89D42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DFAC5B-83D5-FAB1-3B49-D5881504099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4A82C1-6FAA-15DB-1823-6DA81B41635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34FD86-D4ED-0C22-8030-F332BF3D941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D4E404-0373-A8D9-EEA8-301E5A0B2AE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FF9322-282C-BFCF-FF6A-2710957A670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3E73D6-E92B-8DDC-8138-3EB591420DF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2B5D90-F505-A9F1-F86A-D5A70633EB8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D57D08-D84B-BED7-9F4C-641070F913F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796ABA-C2E0-DCB3-7D2B-D89F7D13E71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48FFDC-9D8D-43B4-DA58-33A7344FD97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4A8C19-68D3-26F4-C827-2E25A533433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472B93-B190-E288-C690-9BB2C589D0A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31750B-346E-5A68-B3FA-283A8DA2D23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859420-34C0-D819-8A56-30E98811EA8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45C3C6-7C39-3EAA-CB8A-FBFD888FC83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F5F615-BDE3-A94E-14E8-FDFCFBF043E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20634-64A5-7D51-2EFE-4C4711781FD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8F9459-20BB-47A3-C0E9-9B8A67B534B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7E281-3685-46C2-A273-8FC2EDF2DA4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AB92087-68DD-49E8-7F5F-A72CE6AEFA9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86027C-6712-6739-55EE-B8322617333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7854C2-2B0B-C8CE-C1CB-1359CD56F89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125A40-DC78-3E15-0F74-C2CDF32984E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CAD5E6-33CB-243F-DDAC-81886C00789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A2E736-C9B2-182E-7A57-70F56C53931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2F7B35-2C12-8E72-8CC1-50A727869FE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08AD61-A48A-B0DB-BCDD-470C4697C03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BD26F6-E1E5-63D4-C688-A2E8847194A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75A4A8A-D2F8-2A97-7EC7-32783E1E902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E3CCFC3-5936-2AB3-6351-11CF5D182B2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7EE6BF4-B44F-8593-EF45-D2A874C95ED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35775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9EDD-8452-D41A-A95D-75342645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E99CD0-4729-C85A-40B3-B86F5D495B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51FFFE-1658-B588-C570-C3544AAC9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6FAEDF-D78D-8582-7BF6-4880BA38F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7B7D50-79A3-62FE-BAA2-D7999CA48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B3ACC2-C07E-694E-7475-3EEC0F4FA5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89CDB8-50B8-E121-E04C-D64C07E07A0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CFF44-E79E-E81F-9131-57BB4016A11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ADBA29-DB7E-91B2-D69A-06F99A8F9BF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C1CFC9-93BB-32E6-0C64-BA3C7633798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E800CC-3958-750B-A3CF-B6DCAD981AC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905051-E279-9FE4-F938-49CFCC1C22A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0320C2-C029-32D1-806D-369253D53F2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0E1D9C-D961-3156-89E4-4B124F95063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C7F49C-0B94-CAE7-8CEF-C685B6A2181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B8B21C-CADB-0D67-85D5-AAF7E52FDD0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C1FF93-1D0A-52E8-AAA2-F7ACB082E83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0650B0-9AA1-DDF5-BC96-C72FC0A3046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A7F9BD-12B5-CB40-7C4C-BCAC23F2E20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75F288-B7A6-0B33-7383-982DFC221A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BC64E0-31B6-2290-BB10-8000E9D40FB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CC82BD-8F8F-ECC8-03E5-0637A03C6A9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590FC6-485B-2ACF-0E0F-3E588D38199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73D0C6-26B6-1F28-164D-EB6F450870E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A0BDCA-7BC9-8D14-C2E6-9DAE692182D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A99144-E80D-B5D6-7A50-0575BED5440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0F9963-E2C0-D072-744B-010D9743334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CA9109-4388-F278-0910-A525761E270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EC21B5-ACB5-A006-87C6-7D98C02780E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4CDC56-F2A0-D94D-D02B-A19B1616FEB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CB2D9A-BE7B-1142-DA7B-646EAE0DA9F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699CEF-1DD1-EF5A-72A7-3366B771478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71866A-9E62-BB8C-63DE-027F8264C15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9969ED-E64B-B819-05DA-B2234B88626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719E2A-51EA-CB09-5CE8-A3D5A690506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72FC77-4F97-B823-9ECB-709AA1EFA8D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0C249D-5CC5-335F-6452-9897106A77A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8895B1-545F-1C78-0DF5-158D182B9A2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DD8220-B268-939F-05F9-D411612E800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01926C-AA0B-BDDF-3A05-C1253032267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80BC4A-E237-126D-FA05-E4A70C30635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771916-9B64-127F-5858-B4C32F4CD3B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3C31E8-9B23-518C-9A04-4E2D5D1B715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0FE208-489B-8FCB-089A-32C6DEB140D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BAA5C9-A945-D750-23BC-EC1BD053E09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715DBE-8FA2-3B2B-2EC5-663040A1D01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4C7792-42FF-D947-4E24-97E882C42E6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CCA84-AB7E-40B9-48E8-402EE27D000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3C0EF-8DF9-1A8E-9868-DFB2F68B7D0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97AD22-4C96-DE75-5FFA-9B99868CB6C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815B05-5C3E-B934-D2E4-26A6EEBA098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5F641F-5924-B4FB-3339-3CDA106C86C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7AE8E9-40F4-4367-D233-84FA7357317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14F217-2C24-92B6-1034-64BB1EA6405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267B7D-FE20-C0D6-B0C1-CBAFF1023A2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AFEBBE-AA9A-95B9-B006-7B08B14B56F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EBDA4A-4393-9DB7-6524-1349D869EA1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DC068B-A493-98E3-523B-E6E8B1488CE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7B31DE-792C-DC66-5127-B4BB1CCFBDB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420A75-C324-B1A8-0617-3509EB4D61D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A93C8F-1976-B036-D373-F22EF2A4C65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B166292-8100-4853-E0C2-61F2F4A87D4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A62DE84-0FE3-BE32-DCEC-CAE43CAB96E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365A09-F344-ABD2-496A-7F5C4228D19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7E1478-2E1A-F7E9-B125-914B1A95C61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CA4E44-C065-046B-9651-B2FBEE63F6B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A42879-D36F-EF5E-D577-CCC00D88CCB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9F5E1-459F-EE02-DC9B-52BB0478503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80F7B76-349A-A957-FB07-537AF848463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B4478C2-3A64-E270-0570-55218E6296F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7AC8E8-BF6C-FEF7-4456-0123A2D4171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15BB3CB-B593-6FEA-0C20-A93C3DDE364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C635735-660D-F56B-4C90-F39D7E576D5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FB7D9E-E1D9-07CE-E30C-236C95DC2E0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D9C07A-0DD9-9287-01A9-765574CC0A9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E1EA8C-3AAC-E1C6-055D-8AB0C6FE19C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103A48-4703-CD79-F6CC-8199E72A2A8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F67179-73BD-8F4C-6B1D-25E32AEA080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88B2DF-8912-C852-88F5-6198A1B6F7B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746DA51-EB3B-918F-A544-6ACDDC685FA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92CA79-2C46-6686-9711-E3375239FA6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54BF01-21D1-9FF2-FF58-143BC8E1D07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DC311C-1AEB-6891-B886-705FB9A3C29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948E60-FACE-77C7-2EF7-21E9E2BDB2E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383983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CA15-9357-F973-FDD9-C24F2FA8F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97D0BF-B9C5-00F2-1A8B-B35D4D017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7A70CF-D839-479E-0359-2994D59E7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986D05-205C-4B33-D934-7A6941425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6CC858-9932-0D5C-1971-1A72632EF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364239-87C2-97E7-E64C-D89A3F14FA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F648AF-EC36-2F6A-407B-37401C17022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4850A-088E-1603-D142-18482C31A1C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8DAED0-DB7C-BA38-831B-88E9B1C33F5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0CFEDA-64C2-D0FB-F7B7-E787477BCCA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06DE15-0070-A091-1513-3E806DE6CCE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C87F12-7772-5845-5C94-ED5B1579B62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68FD-6E85-D02F-CB6D-14AEBE37202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40B935-3810-9641-BBB5-35DB06A0346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CD1982-8A9E-2665-F71D-5E7EDA120C2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80BC8D-8BE2-6683-A481-8781282C199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55D955-BD4F-E3A4-A53C-BD67CC40BD2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1069A0-2F3F-06A5-1C9B-4E4E2EEEE6E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D5AE0F-76E9-BE1A-3910-2033C09DF68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DC2430-C16B-3286-F994-5C9BBBB577A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B8885A-355C-5AF2-DF1F-3E27AA30302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0CF8D6-A161-32DC-2C1A-49AD9DFCC93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6A1465-8D02-C160-0C55-B581C021F11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2354BC-6C8A-7032-E4CB-E3F6CD48CFA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427BEF-1974-BEFB-AA61-FA0E016DA3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E9140D-7C36-E294-D708-8919EE0F021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B7162B-1420-3E92-63FD-61705268218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056E3A-D3E9-0370-2242-98B7D860054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03F6FD-1448-173D-F28B-4185D06C625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3504B2-010A-C77E-6C6A-C0B2D569E96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FD0DC4-EBCE-3F34-D350-1720947DD95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7A334D-F0BD-9317-FDD1-A9E47A3BDB8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A8380D-C610-1BB3-343B-7E617E446F9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BF3EC4-E593-109A-D4D5-3E68CA9C3FB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37FBE8-0D1C-F6AA-B925-533F0B2FA3E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CDB687-8DDF-B3AE-0A06-41EBA36D13E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5F71D7-3EC2-E61F-D722-83A618D21EB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B5489D-1603-405E-B78A-7B2FC19B9F1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CD4833-89EB-E0E1-0559-A83869C451D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123649-9381-419A-EDDD-DA29005149B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A2251E-C880-7007-5CF0-DCA0AD3F79C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49D3EE-43D9-A64C-E84B-0BB29BA0269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48905E-E251-FAA5-FCFF-2003AEC9C29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E7D8B0-D7FA-14D9-DD49-E542422A6AB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0134CE-4656-9DA8-2DC0-A84EC9EBFDD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D055-75B1-5DCE-1668-8871FF4EB77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DB327D-5D68-6AE7-2427-BE7CC8747AF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EFB932-05F2-523A-CF8D-E3D4CE4D293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1DF485-8E3A-61EC-9D00-784714ECD66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2F993B-49F2-333E-BF77-485BE068BD1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A4B7FF-5143-D879-62B7-6A5BFE1461A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84E2E8-62D3-0BC5-C1D5-0E2073DB176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D11EBFC-F910-0EEF-376D-8AB9CC67618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F0D95C9-A9DE-C9ED-19AE-6B71D460965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51AA91-7530-8C10-5CA6-86639122841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574F34-71A0-C77C-4B45-95DECE43070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FDA317-0580-CD7C-BBC5-70CB66CD0D6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3BF319-DDAA-740B-AD7F-DD67A1C66E9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8EDFA6-C0B3-2C8A-B38F-D1CFB91A6D8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A44ACEE-37AB-41AE-1763-DDC2CCFD6D1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B2BF57A-A4DE-7C82-6B2C-B743D5DC1BC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960BF0-0B6B-074B-E6F0-D21FB3B9564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29D2C3-3B73-0535-EB43-F0CF6A4A582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FCAB05-0F66-30BE-0D53-8DBFB1725CA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3D59E3-FCFA-4BC9-1E78-5109AE99247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F67E4-A5B8-2204-0A71-9FC44BA2091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35D5771-447E-EA75-4330-6109F216D0D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7AF133-36D5-C32D-41F8-B690856A641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F873E0F-28AE-EBD8-7E83-0C18D54E505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7B8E76-A704-0A37-A190-C186F3F4CB5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C3920D-C0DB-E381-FD38-E32CA520073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7B3525-7594-DCC9-11A3-0AFAEB57009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5D0448-D249-CA6E-D6D2-534D8BD7708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299681-5844-9B61-E4C1-EBBF829C07D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F1FB9D-8114-0FF7-4873-F6B4C356403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7D7C0B1-B3B8-0FD4-4E6A-7CB82442A65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302FEE-8487-7F4E-5F24-732D684CCDF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14D999F-FE94-C02F-AB66-8197BB26198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F69181-B07A-AC75-9A02-D636D41213C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C98FB7-23FA-0093-49D1-1AE1681A318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2665B5-A22E-E6DF-54AA-2C3C610362F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25546B-9C45-B55C-171D-E5CC0004AFD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1ABC29-F0BC-CE25-FC4B-0AB95ED8C53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FFD1FB-7FCC-781D-7616-138FA19CD5D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370501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047E2-04A6-1B3F-CFFC-47886169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52D92F-981E-A204-10BD-869CB8D477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5C352C-FB62-E819-1C7A-E219680D3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ECA8FE-511E-4444-527D-6D56FFEF8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9441E5-ECAF-A728-D422-6340DAB47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84DDC0-A791-E5B6-76F3-A08FD5CC8F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7F3DCBF-DD45-CDE3-B7E8-10106C9233B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AD475-B84F-A415-E8EE-9E6C6A62700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28AC0D-31C0-AA93-B381-7BD2E48710E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DE218-940F-9DFE-F09B-1D3FAAC7DDC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2C0B8B-8CA3-4559-6C9C-2A3B39CC827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07D79D-25C8-F0CE-9779-F9AC5D38C18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5DC87-4215-F916-FB63-B093EA43420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CD769C-519C-F779-B321-763CD45C19D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6683ED-14B0-9490-1605-80BBF21B104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B93E1D-0F84-2D42-E87C-C61EAF7EF07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109BBA-0648-1452-7696-EF8ABAF679E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62E0F1-2BDC-7E9D-6B56-B41F5014292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264C52-2260-4457-7B57-0C6C7B4F8F1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D3E1BA-D6BC-9012-8D5B-CA8943E2C79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79C1BC6-35CE-0422-C6CD-8316F51AF32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966F23-2A82-DF1D-5D1F-988B0058BB5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014E99-1F42-FDBF-E78F-D21A1E3F99D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145FEC-5147-ACEC-1E97-A50381D927C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1A6BC2-DEFA-0234-7918-8713806C388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F51BA0-1357-774C-F840-B36C2E82D42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61BF68-D302-0B16-636F-EFA726B47D0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FD3474-7580-6C7C-5C48-F5E6E824508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FDCF0E-EC31-540D-6044-D4AD4678111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5E7656-D65E-27C8-B8A8-9C69856B04E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22AFE3-26B7-8AEC-9133-88EFA54D01C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6A3F09-85D0-97EB-4DC2-6D89848B772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052B2E-D130-0CAE-B258-84F92D09293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880ED9-6BDE-ABDE-1E22-83AA438D57A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1B43FE-6CF9-A67F-A943-1B6B62B19A2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822A39-0CFB-8DAF-6D70-DB8C3B1C28C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F987B3-24D6-C841-4EC3-F4714EA6431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1F09C0-B29C-F82C-EC10-44D08106D06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F40789-328A-7226-6BE8-D04152CFB30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4DD121-C8C7-F0CD-F482-2EE47700083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62F766-506A-754C-757F-EF7E27896BA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9BB4C9-5F39-E90D-9163-374852DD968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BED044-5909-9206-A77B-D83C9970D39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094B7D-B893-A02E-4310-1DF56366195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674AF1-D9F7-DC18-5C5A-33EF4F08FD4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508A1B-CC96-EFA3-0F22-EA7FE09B559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5320FE-2149-5D52-FFE7-DFD1D26B7C4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05C25A4-B651-8ECC-6385-5D2F5B50AC7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A3585F-C2BC-BB11-1CA4-7D24A272A51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F3D988-7693-8156-8804-39F1BCFC0B2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BC6509-90F2-23FC-12A3-8251E3F4536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2CDF29-ABCE-842B-687C-D03322B78F9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769BCC-1285-774A-42B9-7D422BDD79C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8CD8FB-ED11-CA98-B013-172D664D9BA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C143B4-9AC6-FC83-62AE-D4D1FBFC8D6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770E61-D6AA-A74E-A102-59A35D4BBFA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920E546-F1F8-6206-17C7-CC886636526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320A3-ADFB-0CE2-2140-3E06CD7E8F3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B36D82-6ED5-4F9D-0637-E2111F3CADD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4B0487-875F-79EB-3F1C-7734918FCBA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60815-6590-0682-0B1C-DB0A4F090C1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8591CA7-AA48-5B74-CF0B-3E8181A2149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112A4E7-64D4-C890-787A-D904B40A811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DF39297-C1F7-B255-2750-F9ED9F45155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3CE54DB-DB2F-06CA-EA69-3FD26F364EF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0EB073-2CB5-710A-3D0A-F9C60BD53C4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B24CD-7F20-F519-5A44-7B4BC6B35FE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B01BEB-9CB3-710B-4FAD-502E9DE399E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3DEC56-8694-CEBB-5398-F3CDD6D692E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9B0D84-E6A4-CFB6-C326-6D8EF835503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BBAAF93-4B45-8524-8182-DD3FC351233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EAD184-CA5A-D45A-090A-D495A17F0D4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3E8FBAE-319C-3AF6-CEB3-3C6D1E061E3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800D40-6D7B-2143-EF16-0CE2AC512CC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2D8BED-556D-571D-6379-BCFC6AA6292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C43595-E013-E702-2BCD-CBBBFC3C408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5A3416-9708-AD04-E9A7-7B330065DAA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8C9286-9EC4-7207-A8AF-7C85D3C3142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423AB9-E5F7-F900-3CCB-BCB012DB873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7B5438-35BE-AA0E-C7E4-8F42B66BF13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99CAAE-D408-E221-077F-1DB16CC0A21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F413C2-1B06-36F9-8FB9-4F50CF34652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D1D726-76B3-B0E9-FDBF-879F14A3AC5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1F92C9-CA35-534C-DF42-5BEC6976149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654736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7B07F-4CA0-CDE7-8466-1DCABF36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CCCA7F-4C77-32A5-3420-A179F7A1DD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remaining 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3C10128-B6E2-D21E-D0EA-E788E685A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651F2A-AD44-57CB-5F19-6DB7C4095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D32EE9-5055-B19A-597E-68253C402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4683ED-4A1D-48FC-2A51-B447DD916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BAE3178-4D37-5A48-6871-C5D5563C9E6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B639F2-FEB3-465D-E5F9-4E4A7DA1E84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198E05-4199-126F-A413-930005B1045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044ED0-F841-E762-3A06-AB8748B5659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45859F-341C-9966-14F8-032CBD743AA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57E3E7-8F45-21A5-D8DA-4BB93F2FDB2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6ED3DE-F931-CC1E-0D42-29EAE4635D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C4FCED-9EA9-DC7C-A5EF-BDAE15AD506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21B5DA-273E-6377-3444-CA2907F8DF3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4EB4ED-2057-CF41-B5A8-E40129BDD16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78B1EB-3E7F-E089-3CCE-0109D50FE26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AA3CDC-6229-8470-5C0F-A1E854C2BAC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82CC75-B94A-77E7-1A31-AE2E17CAB9C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F2DE67-93E1-B0E7-272C-920FF72F762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CF7B51-89CB-A032-28E8-7C070685D9D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ABD902-8A42-457A-C4E4-CBC099B7261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5781E2B-C60E-342D-B578-8AA5D47F538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EED570-82D7-71E6-2D62-8816564DB01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31FDF6-D39D-7CAC-414F-420F84677F7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48FEED-B9D6-9F93-7DBE-AAB43DCE766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1C55CB-E61B-D35A-9E6E-FBFE6ABBD1B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747B9B-E8D9-2011-C171-B6854E792DD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66E6BF-E59E-BC34-5F1D-30B0DF4496B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79AB2A-4092-82B1-6C53-FBBA27C5ADB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B3837C-AE7A-6AD9-FEC3-764D43087B1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D87ED7-68D3-9142-B2C0-0489CB4F8E1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3F2567-FA4E-A0AE-1200-988A46F6F10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8D390-708D-8ACE-87EE-B5533FD617F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C5ACEF-EA9E-7E51-0D8A-50EE70912FD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1B6BF5-0F35-660B-5E13-197B683DA3E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355212-9539-8E99-6EC3-1FA12917039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7097E8-E4A5-8DDD-4D84-F50E15C6019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61C899-AA77-DDBE-066D-4344CC91459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860DB6-65CE-FC94-6DF4-ABE16083D97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397BE3-C961-DC90-24BD-CD193FC3FB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E6D611-5E16-FF17-DB03-4B95CD9272C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09DF7-B882-C1C4-C7CD-B2116C4B9B1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3BF6DA-61EE-7BC1-A6F1-A32DBE283D4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076E5B-D177-31C7-9952-500D3F116EC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82169F-2260-ADB0-C117-75AC71971B3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0D19CC-E53A-5B66-E995-4F80F03F8D6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10A596B-5163-4F8D-A988-C30D699D339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814BA11-5516-398E-0B09-2FCE98C821B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E6285B-83B4-560E-99AA-84C7677EA8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A2C0F1-5B89-39DE-89BD-E62FE0E7D91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86F837-7B0D-389C-C231-247EFC98CB9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A2D050-C430-40B7-7F2E-988BABEC509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9B225E-B6A9-CC8B-939C-492B49B7AFC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4D1C6CA-C653-2000-22DC-68D04018F3C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5507AD4-7D97-A5B2-75D4-D570A48E5E9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EFC76F6-2B5B-A8A3-3F28-1501120B3BC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4000A-CC04-B98C-7BBD-E378F6472B2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DC552C-AD48-2E3D-40F8-D8F5D830438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FAF8E6-2D30-CFC2-C0CA-84ABEFB5CD7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46B54-6209-C3F0-D3F8-81C90ED9CA1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C313AC-F0FF-2FC7-6023-1B6FE05A59B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7AE8DD-BEDB-2978-E23E-7C991700F46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09C49D-564A-79D4-A241-E182A02FC79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2883EC6-2F65-B24A-B468-8D0487A4167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BAE38BB-8A06-EA3D-B016-689A0A50B85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41A9F0-04F5-8C3D-6BF9-A323211407D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915AA6-44DA-CFE5-FC04-EDB4AC23EAD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8802F4-DC3F-987A-F66D-36C68A6E8EA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4C8ED1-4B25-46C4-81A1-0B12037EB81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F695C6F-43EA-4318-4100-E52640BA384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AD6528-5A76-E022-4520-888AB27A6B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60E3F5B-52A9-5993-6307-365C7EBA81B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3DBFEB-8127-A236-AF63-F2CEEFB881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D4B984-7259-7950-AF0B-8F6BA0976E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F888A6-98EF-9322-ECCE-187E03A62C1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92F018-EE5D-D81D-A30C-F317480DDCA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C26287-D94C-DDC5-FE5C-1578AF8317C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69C4BD-67D8-079B-6323-D47B389CE4F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F8068C-6699-AF61-CE97-79F09D9031C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EE46EC-ABE9-5035-380A-4C9E9FEBBC5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F0F755-9A0E-7E7C-66E1-460EECB9E47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6A51DB-38DE-872A-DE4D-F482C3BC484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B695B8-655E-A03F-4A66-81223A20C61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CFA75-537E-8A9A-A9B4-36E0506E222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3FDC27-CB26-704F-ECC3-217D8992E0E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788D68-AB7F-4063-1829-397A4544C4A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02387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10050</TotalTime>
  <Words>3728</Words>
  <Application>Microsoft Macintosh PowerPoint</Application>
  <PresentationFormat>Widescreen</PresentationFormat>
  <Paragraphs>3353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414</cp:revision>
  <cp:lastPrinted>2025-12-02T00:08:17Z</cp:lastPrinted>
  <dcterms:created xsi:type="dcterms:W3CDTF">2024-03-19T02:13:08Z</dcterms:created>
  <dcterms:modified xsi:type="dcterms:W3CDTF">2026-03-14T19:08:03Z</dcterms:modified>
</cp:coreProperties>
</file>