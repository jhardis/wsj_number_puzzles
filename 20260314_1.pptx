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9"/>
  </p:notesMasterIdLst>
  <p:sldIdLst>
    <p:sldId id="457" r:id="rId2"/>
    <p:sldId id="531" r:id="rId3"/>
    <p:sldId id="532" r:id="rId4"/>
    <p:sldId id="533" r:id="rId5"/>
    <p:sldId id="534" r:id="rId6"/>
    <p:sldId id="535" r:id="rId7"/>
    <p:sldId id="536" r:id="rId8"/>
    <p:sldId id="537" r:id="rId9"/>
    <p:sldId id="538" r:id="rId10"/>
    <p:sldId id="539" r:id="rId11"/>
    <p:sldId id="540" r:id="rId12"/>
    <p:sldId id="541" r:id="rId13"/>
    <p:sldId id="542" r:id="rId14"/>
    <p:sldId id="546" r:id="rId15"/>
    <p:sldId id="543" r:id="rId16"/>
    <p:sldId id="544" r:id="rId17"/>
    <p:sldId id="545" r:id="rId18"/>
    <p:sldId id="547" r:id="rId19"/>
    <p:sldId id="548" r:id="rId20"/>
    <p:sldId id="549" r:id="rId21"/>
    <p:sldId id="550" r:id="rId22"/>
    <p:sldId id="551" r:id="rId23"/>
    <p:sldId id="552" r:id="rId24"/>
    <p:sldId id="553" r:id="rId25"/>
    <p:sldId id="554" r:id="rId26"/>
    <p:sldId id="555" r:id="rId27"/>
    <p:sldId id="556" r:id="rId28"/>
    <p:sldId id="557" r:id="rId29"/>
    <p:sldId id="558" r:id="rId30"/>
    <p:sldId id="559" r:id="rId31"/>
    <p:sldId id="560" r:id="rId32"/>
    <p:sldId id="561" r:id="rId33"/>
    <p:sldId id="562" r:id="rId34"/>
    <p:sldId id="563" r:id="rId35"/>
    <p:sldId id="564" r:id="rId36"/>
    <p:sldId id="565" r:id="rId37"/>
    <p:sldId id="566" r:id="rId38"/>
    <p:sldId id="567" r:id="rId39"/>
    <p:sldId id="568" r:id="rId40"/>
    <p:sldId id="569" r:id="rId41"/>
    <p:sldId id="570" r:id="rId42"/>
    <p:sldId id="571" r:id="rId43"/>
    <p:sldId id="572" r:id="rId44"/>
    <p:sldId id="573" r:id="rId45"/>
    <p:sldId id="574" r:id="rId46"/>
    <p:sldId id="575" r:id="rId47"/>
    <p:sldId id="576" r:id="rId48"/>
    <p:sldId id="577" r:id="rId49"/>
    <p:sldId id="578" r:id="rId50"/>
    <p:sldId id="579" r:id="rId51"/>
    <p:sldId id="580" r:id="rId52"/>
    <p:sldId id="581" r:id="rId53"/>
    <p:sldId id="582" r:id="rId54"/>
    <p:sldId id="583" r:id="rId55"/>
    <p:sldId id="584" r:id="rId56"/>
    <p:sldId id="585" r:id="rId57"/>
    <p:sldId id="586" r:id="rId5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708"/>
    <p:restoredTop sz="94568"/>
  </p:normalViewPr>
  <p:slideViewPr>
    <p:cSldViewPr snapToGrid="0">
      <p:cViewPr varScale="1">
        <p:scale>
          <a:sx n="113" d="100"/>
          <a:sy n="113" d="100"/>
        </p:scale>
        <p:origin x="15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3/13/26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F90B5-792B-1022-969D-FEB88CF4E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A71F7F-DA08-5476-2AD4-342CB638F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016AD9-7A91-7BC3-D7B5-DFC13EA71C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B90EC-0744-2FEB-990B-75C9C75CD7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7653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E389A-D8EC-F44C-C9F1-066294010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6AFCA2-7738-B164-BEA4-807FD953A1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4D88D1-5239-3578-9BDB-96E7FFDCA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83C9D6-C52F-53B2-5794-F5D14FF9FF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0026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8C97B-FD04-A6AF-1AE1-DAE66F874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AA6EEF-D932-C1F9-922A-9D7E6B613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71F17D-3229-1AD3-0669-6B92F59FE2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3CD5B5-12DE-5665-927F-FF427FA733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4875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D5224-A09D-6590-E641-329CF6A50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1A30B6-A8AF-C140-DA29-D71CC6865F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125B87-20A9-AB1B-CF35-92A81292BA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B5A1CA-1239-FB13-2022-39C7CFF850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533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3194C-4CEC-F148-75B3-AE6AC7931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8752CF-E8DA-3727-C6CE-DB704C19E0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E6C4E5-8F71-A08E-A79A-492266B47F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22BCD-59B8-CAED-6744-445C7403F6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1460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B17B4-33C5-1EA1-068C-09A467238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B0D9CE-C395-FD5E-6AD9-8A45564DB0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3CEAC-0AB2-5C84-EAEB-55263329BC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68577A-18EC-954E-8B48-EEEEB6A039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705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EFAC5-C53A-B3CA-3104-3E2751C49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789046-69C8-852D-9B3F-78B017E15C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21EF88-7874-1240-C18E-5A71AD772B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431D97-5124-251C-34B3-C07C415F08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9370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F0364-01A5-A9CA-E964-1EB0826EC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CF0BEA-A7A3-0C7C-AD1D-20CDF70DF2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7EEE09-1819-930A-6213-491E9D8208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739FFC-ED97-1916-978B-58AEAFB605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5430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80715-D28F-626D-614A-1CC256B41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D7E707-079E-A208-9978-4E9BB849A3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85C40F-5CCE-D51C-A783-B6762A859C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27FF18-BDF6-5912-90A0-6E94087AC5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3659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0ECC4-2C79-1FF7-7E6A-49FC4E03E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FB44BD-D25A-8438-B32D-80AC28DC0B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166496-6C99-9034-BDCB-175B03D012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8306-B0B1-7E23-C9D8-D23999EDF1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0525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A2ABA-C722-E60F-8149-1D45EAE3A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DEBE3-5783-886D-F283-B06F0789F7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EB08F2-E50A-E321-6D42-9D0A244189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BD9BE8-AD4F-1262-7F23-AEC602EFD3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1794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763D45-3D95-DFF8-9204-B15E69F5C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C53EB8-BA76-E9D9-7736-074293F8D6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E2A57F-6B5E-33AE-8170-D3A585770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CBDF2-0062-E176-C183-F54D05C043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4156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82DA5-2C83-7B0A-4628-2468119FD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1BD0C7-BB53-678B-A3B1-DBFDB64882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87DDF2-13AA-F1C5-FAE7-8E3D5CEAA5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D1376F-6951-2F87-7F39-1886B87BE2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5359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1EAA1-A2D1-789B-7FC8-B07BA3C16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197094-136B-6209-DCF4-AD2BECB90B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9039-5899-533B-945C-C8CD79C1B8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4651A0-5B41-330C-57DE-3FA8E7FA8C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85583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15291-F178-BF1C-967B-950B88FA3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BE4C43-FDBD-7A1D-0404-D323D0D9EC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E8D675-D77C-3BD8-38AB-39521ED472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4F3B8-DA82-476E-EADF-E45F4EBE68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9645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649F5-425D-55BC-6BB4-F34209D35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86B55D-FC44-6BBA-319F-212096A739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D12A06-8D00-F86C-7DC9-6103013CA5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B982E8-FF48-C124-6A02-DC50077592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8814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065EE-47A6-6696-89AB-E5272A6EC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29031D-C809-D439-C5CF-54A3B19345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3200BA-3E81-4DD8-8C6B-3086E1B1EA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442D3B-2C01-F659-3FA7-AF257F7DE0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861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8129B-ABCE-CF99-EFF4-0CB0672A9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8A7CE-7CEB-AE06-77B9-225CBF200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567FA-1D29-D252-BA40-5633D3433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428D87-E2D3-D1B6-9C3C-93EE65A5CD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1242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08A2A-5460-E3E9-7295-7A27FBE9D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EA9197-36EE-0140-51BC-DA8165B836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321C73-DA03-F15C-9B7E-46B660FEA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7C9BD1-363A-A25D-7CE7-653B37CF55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8625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3E9EE-D75E-86F1-5830-13C20AE7E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0561FA-2CA2-7580-AA1F-8BDC998A71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DF9018-EFAC-BFD3-EB8A-B48258A57C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9A9C4D-C5DE-4DB9-1C42-A8F59E2256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81983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E6120-7A52-D73C-BF59-FFFCB1BDA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9B5411-F59B-CEC9-8EAA-5CCA8C9581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B3F8F1-1A72-E853-7A55-EE2713B722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6917A-8A2F-1124-989C-05C5376B44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0524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0AB2D-DD63-3E4A-3A15-9223F4D9D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A546EE-8EA3-5662-A5ED-CE698BD893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1EEACB-549A-C177-CEFF-5FC25C3FC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CD6970-73C8-692C-A727-E7CF9C1F53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1336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7552D-02BD-B33D-882E-090EF5BF0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654AA2-4E94-C2E3-D168-97AFDFE583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A7B85F-FCA0-43C6-2938-A0BED34501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5BC08-3F97-3E8E-C6A2-C23FE4697B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1903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FF51D-5E71-4052-CFC4-74824BA40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6D5C7E-593B-42B2-1571-9FFFD076CD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0FEA87-D26C-E08A-06F6-C7D06CDF9E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0ADD63-B05E-3396-8FF9-173F9FC639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5806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5A157-C3A2-1414-D21C-657C881E1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B3C638-3ED1-DE55-1840-86DB5EB29F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E57A78-A111-2D4E-6E8A-2D5B383118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9136FF-7B21-163C-1137-FD2639111B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0280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792A2-0234-7582-7620-5C0C58B14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9E09EA-AB70-7F49-6393-40F96F6E5A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6C779F-7FA2-3068-8A81-595622B27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822BC-C481-CFB6-5C17-BD9181C63E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08369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AD394-D4FF-3859-A1BB-FD42EC1FD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17016A-5722-D8E0-55A4-C1A47A7375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98821A-5A0F-026D-1D9E-064163354C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0D3352-7B3F-3CC4-82BA-817361BEAD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599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3CBA8-69A0-A4B9-5662-90B5BDBF9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7D1D50-F116-926C-C5C2-AD952B4C85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C36E65-2ADC-17A3-2D1C-D355627DEB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766817-C28C-6D06-E50B-EBCD7012BD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41260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D6C83-75E0-E35F-B9D3-49D1C8DAC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6F918A-DA9C-374D-C01F-CBF0B86DC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07340C-A7CB-2230-25E0-4E75757CAB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1E4882-952B-FD3E-E68E-CC7023AB36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296418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A1B0F-5CAB-46E1-A889-6E858396C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DB9D93-2EF3-5D9B-EF9D-6921C11F17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494EBA-2392-968F-B2F1-A89B2B7C57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D982C-3439-7F8F-86C2-38D8EC8B9A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08498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F29F9-E150-632A-AC89-F7E67CC85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C7FC40-309D-021D-EE25-B1651C533B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713A49-9C66-837D-4E18-64181E21BD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A6C59-B445-24B7-7D45-01E330B1DA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23553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BB29B-861B-71E2-C230-EF5E0C5B4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F1B3C5-18E8-4775-392F-64AADA804E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7575A8-2E77-D2E1-4416-1D623058F4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064B95-3DE6-3579-E72A-594133E95E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25815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5ABE7-F563-58A6-867D-5ED109121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87E762-AD7E-12AE-6435-67FC5047DF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CD21FD-CC67-723A-3B37-EA80ACB4B8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937834-962E-56D7-7CDC-A1874BB6F6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25672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706FC-DFD2-5565-C4EB-13D008A57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812ED6-3008-D53B-BC5B-EFCAFF0528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8ABE2-B95D-7EF6-1917-0FF8F8C992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7B8903-D5F6-B097-1555-519671484A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570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16051-F96F-00C2-6E70-29D21E53A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4ABC87-5FD1-4764-C2C4-B49E919E72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043D8-3E06-6A60-6FF0-31F5F67CC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137CA-A4A3-603F-D6C4-E99D0DC8A8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26380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CAC2F-DADF-459D-4794-D25A3A8E5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C59EEF-A276-83E3-E08A-1BED6DDACA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0606DB-7B1C-971F-D99C-E7EE91192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7354DA-CEFE-C2D6-CF87-66BE49D359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43760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55B80-D1E1-07D3-2B57-40EA397B0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E9D4DE-DC21-6B44-5BFA-6169A6F446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DEA754-FB0C-4728-4246-54A8C1B8ED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1FA56-6970-2241-8244-2A3EFA26AB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62425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3A86C-AA32-9285-BDF4-9A987F15D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37E8DD-CBC2-C440-D8A1-8F5782A1B8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3130C8-3671-0EC0-2B24-39B080C251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451640-1964-2E10-18C4-92D6079126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00386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DD09A-63EB-AB76-1868-114690522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922E56-8345-7A2B-45B5-C3A8116E29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FF303A-B727-9119-E073-C07499D09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4040A8-FF6D-5C38-2BA0-B8E75755FA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81441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35C29-3785-F8B7-8268-764D55C9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ED8B02-1D38-81DB-1D77-87DFF89F3C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4CBD93-9136-6F34-3651-FBF0C8F5F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826A09-B187-DBE3-DEB8-017AC3A093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97664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F659D-174A-47CE-0B15-0AC6E800E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859020-1394-B165-2139-402071CE5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83CFA6-6D74-8144-6718-F895DB489B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6820BE-C6B7-A77D-3D6E-F22326B51F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48200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A640F-2E15-50BA-3DBC-40767E9FF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28A879-5FDB-78C9-142D-441094756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E542F6-4E7C-B86E-7BAA-2B19EFD963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FB7E9-443C-E94E-3892-9D34A642B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11958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B68BD-6E22-CBAF-EA6C-43F77FA70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9FAA92-65E8-F292-FE87-B6BE8EC3B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0FED33-A710-94D9-240B-FC3B3B76C8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9D506B-9C00-6055-11C0-D36FDFE345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450915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827A7-0A68-F28B-94F4-CF744D507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961127-8FB7-9B2B-1201-B02ACD9645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E67621-798C-842C-E634-6BD0461E8A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608A0-5488-6FC6-D882-9D0DE2146E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71716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E6E7D-2B5B-781B-7E16-945826DA1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7E4E15-0705-FCD9-5348-81BED731BA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493517-44D6-A824-E146-6CB3489480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76C7A9-D1EA-E58A-D3DE-DB0B453C98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30368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3BEFA-D20A-FC27-D4C5-B26C2C05B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1D2AF4-6167-7C72-69C6-8721432312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40322B-B3B0-AA3D-3601-F7B77A55A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DACEBC-7245-20BE-BA40-579476ADD5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58735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13494-5D2E-8206-339B-BC245C0AB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7292D1-5A32-C363-168C-0C0529F59C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397FA8-F836-3C17-A6A5-C50B1AA38A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C721AB-85C1-071F-0B44-3604926176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20446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D547F-859C-053F-F848-9E2C55C8A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BA45AD-364A-0D75-CB94-D6FE7DBE51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58CA08-4003-B986-20A4-746C79944B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EFB80-CF18-0C1D-8555-34C5F31FFD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79480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AACC3D-6703-CE5D-AFE1-046EC7A7B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999F13-C0A3-78EE-0C53-8FB775EF0B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F1D1B9-710C-EBA5-2274-EEA425D918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0C096-50B3-6776-AFCF-36A11CF14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2859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36D54-2E36-F690-62AF-77C3A0255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B297AF-9070-8DCE-D2B6-941523F1EA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494AC1-B0DD-F1CD-B1D3-F77413E6DF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FC41DE-C488-5496-4494-F34869CF11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45640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684D2-5A8A-B772-6F33-5711AEBA3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E879B2-8D40-1C7A-EEC0-4B89FD5C11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76F768-C201-5275-3FFC-626956E37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DC92DE-6D9D-DF25-1E75-BA302FCED5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27696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44E01-9186-5315-D554-68B2A24A8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845D1D-7AFD-42F9-E56A-32719754CF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282CDF-C33C-01DF-D21D-63A2BAD07B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E1F8E9-B93D-818A-351B-76D6E527B6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25547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8699A-DB5D-0B78-F0A2-A8DC6C3E5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F5340E-9195-6F54-11AA-AED6F6519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C479E0-512D-562D-0A25-1E10F35608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52A87C-BB38-0D4F-4EC1-7C3934A29D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50856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6FC4A-AA03-8C30-3477-AEA7AE014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79BCA6-DABA-118A-9401-30F3E7C186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D156B3-9EA8-2BAE-6337-A5DFF4666F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5BF890-A7D2-843E-79E0-67A2DBF32F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24504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D7BD8-3005-5501-D7F6-A939D3910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289A02-11DC-1C78-7E64-1C60783714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5C9199-B784-AF77-8D8B-69A2A5A5E3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B7D718-FC7D-9273-3C4E-7FF1798083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09822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BB1F5-7D21-6AF6-1D33-467FC6A66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413A55-6EC6-BBB5-8037-50854753E6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6E2FD5-C007-C676-7CA6-65F9FC9D6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9869F-D4AE-FB77-325E-E136D45195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4276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udoku puzzle with numbers&#10;&#10;AI-generated content may be incorrect.">
            <a:extLst>
              <a:ext uri="{FF2B5EF4-FFF2-40B4-BE49-F238E27FC236}">
                <a16:creationId xmlns:a16="http://schemas.microsoft.com/office/drawing/2014/main" id="{C3B79B0B-612D-6211-F507-DC5340AE5E6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212305"/>
            <a:ext cx="4543224" cy="5085699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3/13/26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65A82-410A-97E4-A2C0-978D599AA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A97068-8F67-51DB-C051-845B1995D10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[39 in 6] is 456789. [6 in 3] is 123. [7 in 3] is 124.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40E49F0-F54B-BD0D-AA35-9FEB4D232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B2105BD-CBFF-04E6-0F8B-2C8795DC96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57E274E-2F97-A856-0BF9-1629D56A92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1F5D7E8-C4F5-410C-49F6-60568D8118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BCF1B82-93A3-AF23-044C-DF19C19F0A2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F8AE60-E629-39EE-165E-E25880F880A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6B2CCA-62AB-D141-8756-88739793FAA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1E660F-B786-4336-C3FB-337ABA7E296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A791DD-3EB0-4EB4-0B7F-DC834430DA0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978EF3-01EA-8C99-5CC7-032E58CE68C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B1DD54-2A8B-DA48-0330-C55A7E862A2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3CE68F-20A5-CC44-B08D-C7255539655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FB2494-9C47-826A-9CA6-7E4E1E598C7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7E10A9-1ED4-E5EC-C65A-004DA7C7870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1276AF-5516-7C55-4E6A-79E7C8E906F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9DE1B4D-2AFC-1A93-1213-7BE55A67F4E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4E69C1-E7F2-43E9-842F-4BD5770FDDC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2F23B2-6F39-BEDB-85FC-AFCE7CF8E77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6A718A7-1337-862C-31D3-7D01CCAFF40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61673D-20B4-1D50-6CD7-017CD2C32F8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ABD0A3-A09B-413A-1AE8-CA438D8B102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0897C2-5BAD-F583-10CA-4A8CB7C5F8A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</p:spTree>
    <p:extLst>
      <p:ext uri="{BB962C8B-B14F-4D97-AF65-F5344CB8AC3E}">
        <p14:creationId xmlns:p14="http://schemas.microsoft.com/office/powerpoint/2010/main" val="41661111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DBAAA-940C-4AA3-B2AE-7A007C2E1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6B6CC8-561C-C223-3BDC-CFD12BB9EDD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DBCCD1F-7524-1126-54A7-E116140026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37C0645-C97C-B9C7-D7D6-E7C6D25724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DE71C96-88C1-C1E9-854B-B075E48FFC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E8C0906-9578-B02C-CC92-3C4929C2F8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B2681B-5387-4D4A-6D2D-7FA170B60BF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EE49C8-F30E-BF75-97F5-21F8EA599C8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B117F0-C517-6CA5-BA6B-C770C7BDF0D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B55AC6-CC92-238F-0EE5-C5D2F3E6F06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7497E2-F196-7C7D-C298-126365B4E57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1CD89E-12B5-0E3D-555F-17578D4F483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A4F8FB-34CB-684C-08D5-F0652632F48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B31144-5B88-8459-9BA8-018E0C5CB4B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B45F39-2ECD-D8AA-AA23-0BD0E839D3D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960E19B-FCE4-8794-D552-26C63651B6F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49338E-4D15-69AC-2015-67ED6810414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B5D4F38-C976-E59F-C034-36089A82669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68CB9DA-596B-E66E-CEE5-DC2546C3D46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A46707-9E57-04D4-324C-F1F8577A7B5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44507C0-E739-CDD2-6175-F6F15615075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AF5C467-3B9D-2EA6-1017-38ECAAA893C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5E3121-2FF5-639E-94D5-A18B426050B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047B45-4FE3-2B1F-4D2F-42BA070A177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1374750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0C330-8703-D1AC-734B-13CB782EC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619304B-965A-3984-5E6D-98B9C62D50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4BE3CFF-2C05-2B18-F8A6-4DAA4292C7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B8EB796-CB56-B486-BD89-1D59364863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9ADA01B-6A27-26BF-064E-2A46BC47C4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7EC2CF6-E6BE-FC4A-ADAD-AF17111FDE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F40F1C-4C70-AEDF-6135-96E9BCA20B0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9C8D14-43D7-AD38-0A22-778E87C28C4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980B9B-9A0A-19EF-2E44-3FF2F005089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1462BC-CAA3-345E-4075-CB2A4370AD9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6F2396-BD14-667D-1C6B-3AD128F2B81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23DA75-EF0F-886B-4FAF-8AECF126E6D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3ECD89-C2B6-207E-7FE2-910405482A0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B32E26-2BD2-7424-703B-F9CEA0BE4D0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457DD3-0DD2-DBD8-AD95-5867061CD42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C8F13AA-89C2-12D6-E380-2BBC48E9D69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7E272C-0EAB-B3BA-1EF4-919C9675898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A27E4F-2F79-C84D-DA4A-A75932BA085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62AB9C0-5CF9-F84E-BED0-7D536B8ABDD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4C29F0-5880-7249-AE62-0C2478A21BF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98A272-F41A-5150-9AE0-1BE0F2F6E3B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A3562F9-7D65-95E1-68B4-4F2D39FF01C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6238DA-D76A-B340-8370-94B2A93538A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57B867-13B9-DB30-1CFF-71473645E36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5374978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0FB17-3E59-4B79-E906-33F357F44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149038C-92D9-7C48-EAC1-92157DE9709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FDBC771-156A-F005-2B1A-0DE520E6E5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19CA672-3601-E0C1-68C5-5DB2CFA81D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EAFC0ED-CBE9-6704-15BC-CA64D052F8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B8DD429-D5B4-4935-F5DF-60C720BEC6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F89496-6A1E-753F-EEFD-E038B7BC027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40DDCD-07F5-39B7-196D-04E93629898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E7A20F-CA84-F429-8158-7869DC6A844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3841D6-06D2-2C3F-A97E-5C9B3B7E594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F6BFCD-BE39-55B7-3280-0D63FE95915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0DD0D3-54F6-7A64-B2CB-AE1A18C065E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EB5B03-C33B-176B-505F-DA57DE9F7A3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0332CE-6CB4-9983-0BCC-13631210950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E8F3FD-E298-C60C-B2C7-C48098EF490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181BE7-F897-6A11-E44C-994BD0D6C1A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8425B3-E82E-4580-93D0-77410DAD589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C7EB851-31E0-F0BC-C10B-A7C096E5F4E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49EFD70-6951-4358-2BD6-F845BEBC468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77BBD54-AC1A-64D4-9984-9EE46EFB062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D6E8990-7954-8D80-CD8E-AD46C63AC7A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395FC2F-4947-8001-5AE3-5A4F2D8BC72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B16A01-D780-64CB-93E3-EB72FA87BB5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018724-1AE4-CF28-C307-FA7083344CE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8844666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EC8A5-2619-4EC5-FDFC-B1BCD2B2F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3BF4936-0816-D2D4-0BFD-0AD0187B116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2B34DF4-4AB2-AF43-3832-A133FE23B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F383FDD-6A0C-81BD-BDE8-46D9141D3A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95C5AB6-C9BA-8749-C0B3-9E1C7B8EB2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604B460-29FE-FA4B-F58C-0FE4E7703F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1917FA3-623F-3A13-14A1-7D9CAD455B4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07DDD8-5A16-3A86-5A95-E943461C90B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68C89D-1CE9-F124-55D5-F27AD0B4638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00C0D1-191E-BF41-2925-2DBF45E8245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B89931-5500-84CB-2007-F305025BC65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022E12-70AC-A4C5-C902-59EBA3A01F2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58C0B8-ABAF-C816-4C10-D627EE3AE14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863123-1275-20F5-FC64-883141140C8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2FF39A-28F9-70A3-ECDD-A5CB636EF77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6E9880C-D069-C7CC-F705-6E60013E0EB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B7D7A67-06B0-A275-13FF-C321006790D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01A81F9-3040-AB91-8AC3-AC2A5B6D57E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BE7583-802C-390A-6C07-22407A4C226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A86B54-B3B5-0295-CC66-8FDB4EDE792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EE2320F-6506-E8DF-2F1C-4561CD444E3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F9D115-FB6E-D5DB-F95D-01B5A6057A0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235033-AD7B-74E8-BEE3-5443637A495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E7DF49-5F8A-BE96-3520-6F888B3E8D1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1696548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2CE97-611D-F39E-B889-99A167824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F220B4B-A03E-3668-E1EC-4C6AEFA505A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3 in upper left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3148B07-2916-CAD3-8EF1-88DCEC0DB2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A1A1152-2A88-CC27-55C6-852A11065C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24C122F-AB5F-75CC-C43C-B8EE9860AA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88AE4F2-F45F-3F70-4D55-813E20BBE4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51BB3D9-EEE0-B7DA-E174-652AC649DC4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3E3CBC-B704-41F1-561B-AFB2C45F368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0049C0-ED0C-212B-C000-041C0458DBD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E03ECB-2083-A1DF-9BFD-9967CE4F357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29DFE5-2F1C-7004-A621-F45583866DC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CE8A05-1979-8FCA-326D-3BF7475D4B7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6141DB-D0A7-D32F-9326-952037A0EBE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1F7784-0F16-C208-7B1A-16F238D2099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232F82-7B49-0B5D-8D71-3A8676CFD47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40E956-A36F-B079-A26F-25F20A2819C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30A552-12A0-600B-52EE-E4110FFE5DD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F01CF28-C5FD-48CA-3F6A-E8CA9806359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739E35-49B7-C0C0-2A57-303885058A4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B4E4238-CBC5-1C2F-1880-383B42B0C36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F13D15-1CB9-EF0E-4EDD-96BB818DE80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B60B2F-C4B2-2FC7-0AA9-E57CF6B308A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1F5E05-36E9-49AB-D906-B50C21B2AD0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0A1A16-7A0E-D3D5-A9F2-EF85629C768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BE44A4-8F36-7D76-2F72-9FE4DC4F7BD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480218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A3ED29-37A8-2D59-E8DC-1DCE5E4FD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9DF40C3-16F4-4C7B-DD17-0AB7FCA853D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center left and lower left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529A5D0-0021-525C-7065-AECC3EC4C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646BA7C-A912-DB5D-E3B7-515DEA97D8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4C07CBF-F181-31A2-CCEA-0EA48A4486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FC28F4C-81A2-BA7D-8E61-5D648EB13E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E25B791-1A65-2731-8CF7-D5FDBD65D0B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C0E807-129E-AF6E-68B0-3644EE88C1F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7E38EF-860C-D207-8E38-AFF610734A4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5CFA3B-541F-9B0F-C330-D7265055FCE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7782A7-AD21-D60E-7F18-ED7F929A137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CE0C80-01F6-E1D4-F261-D32841C6AE9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9D22FD-3922-4256-9508-0228F1086E4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2B82D3-67BB-7270-3B39-88ACD1389FD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B17396-D6FA-0FB8-317C-D1615A6EC16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2422AA-A0E6-A89C-CC4C-548B846E74B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B8BFA8-CD2F-B52E-A3E6-FEDAF04C6CF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7F8740-544B-D7D6-CB0F-8D43D08A13F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D2DD83-142E-2F35-605E-546B0410DA7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B1AB39E-7F29-0AF3-514C-02AAD788433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D5CFF3-BC0A-BBA4-1565-E421E0BF203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9EF1F4-1E66-66C6-5CB3-12A2E0D2DD0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EF7AE2-7F22-2CA1-63EF-656C20720AF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202531-291B-D865-A5BE-B5A9D1AC536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E66CC9-B075-66FA-6E4A-EF5658FCDB0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3E54F5-ABFF-DE9B-8310-7502D4EB6BA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54D5F0-DC8E-3744-EC17-1E5B6C87314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FB70E1E-98DA-F8A5-8B64-547DD6F83D5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C365B6D-C30A-F525-EEE6-44DF410F8D0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80886A-A560-17D0-287E-B18B158D0B8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29CF7E2-FC5E-8EA3-27AA-D956B6CEF50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8F25EAE-5EDA-B6B9-0E53-41510574E81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F11FE66-40B2-ADF4-3624-0E1CD0C4A23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</p:spTree>
    <p:extLst>
      <p:ext uri="{BB962C8B-B14F-4D97-AF65-F5344CB8AC3E}">
        <p14:creationId xmlns:p14="http://schemas.microsoft.com/office/powerpoint/2010/main" val="37129929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D1F40-5B0E-D82F-B7E8-1C71CE7EE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2EC891A-B7A9-B479-D761-5A3421203CC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[10 in 2].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1695699-3F48-4452-D679-4334C3C58B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A3BD013-FC2F-B4D1-0F63-E6228AE701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324B9D9-4E8C-289D-1C94-1F43AA711A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CD59752-114C-0A85-0640-851480ECAD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2B5B55C-DEAF-8B1D-6344-34AC1124471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0F0A44-8D42-6092-650B-EBD26AEA36B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579654-8093-FE5A-F35C-79317E7C4E8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5E6744-4781-D6E4-1172-FE8C98F6CFC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11DF16-4337-D8FA-4B2C-C3E495D2FF3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FB2EEE-01E4-EEE4-9759-3D11614BCC7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73A53A-1781-AA2C-7F0D-4026BF9C69C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26FF5B-340A-8E56-488A-E3FFB1EC4A1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AF667E-A5BF-B6C0-A0DE-049E6EADB61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079C5A-EEA5-80D1-92E9-3EA39899277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395D115-5C2E-8ED3-F45A-6BA91F13934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9835C10-2DA1-4CCF-8915-CF75AC3A1F0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7D25E8-E91A-28EA-AF56-F9A7669EE77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8EBA894-C6EC-73CD-E9F9-E864D74808D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A0DBCC3-BC07-8BA7-E8B0-B2616ABD381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10AC00A-A121-6B09-E5A2-AA80B59DAF3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3BDC5A4-BCBD-6292-0893-046880EF8E1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D9B916-C87A-C166-B474-0B154B7DC2A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DA2FB0-F549-287A-8E10-160863D5A09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F45343E-B6CC-839C-6DA0-2EAC39561A2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2992DB-DE6B-22D7-A0E9-70D9B666D22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F1A862C-9B02-3BE0-162F-891769A47D6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10AD3DB-1E66-A6A3-5A09-014F9511688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CA44DF9-A730-F1D1-8952-EB9359EB0FB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DE28A5A-13A1-EDD6-662A-6ABFD03B2AE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90165D-ABCE-B676-3456-0425506DEA0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52D58E3-D3D7-4D8A-4FCF-7988D9311E3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7F44CCF-F1A3-0F21-C27A-554A6A972A79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321</a:t>
            </a:r>
          </a:p>
        </p:txBody>
      </p:sp>
    </p:spTree>
    <p:extLst>
      <p:ext uri="{BB962C8B-B14F-4D97-AF65-F5344CB8AC3E}">
        <p14:creationId xmlns:p14="http://schemas.microsoft.com/office/powerpoint/2010/main" val="35138070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01F47-778E-A337-41D8-25FE77DD5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2B557E-8993-4F50-1D1F-CDA8F4C154B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Since [9 in 3] can’t be 234, it must contain a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263FDDC-FF10-0ECA-DDE3-DE2642F9ED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F4316CC-E635-AFB9-7A7F-49ABE53EAE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AA83A7D-61D4-D7A9-45EB-3BD07F6A01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9B1C024-DC2E-EC2D-0F8F-6BB600EE10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6A05CCD-9D43-7CCC-E810-5D724493741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674A8A-17D0-5393-7901-1A975B89596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6D1357-20A3-15C2-D41E-3E7851C301B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1624EC-C145-F404-00B3-FCAADDAC00A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966455-06FC-C2DB-A2E8-F6298591994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EB7716-D2A6-DA72-3A54-FA071515F5D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1046D3-B98A-9B00-68DB-A0297D98099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8A61DF-4EAB-F419-D0E9-C5EB08A29BC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484EB2-0983-42C9-C3A9-536E0EBEC98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7FDDD0-F2CE-993E-ADFA-A2DB5526B66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F38F676-5F28-71A8-0DD9-5ACF5E1D92C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F34043-CD2F-0B53-1B50-531E1ADAE02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DEF1E09-C600-DEEC-A444-76F42178F34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698488-A992-B0D8-DE55-3CC8019F67F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4DB2EBB-97AC-95AD-A630-51A9CB263BE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D85B4EA-2F44-7AB3-016B-262ADAFC089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C28583-DDCD-1063-3B3F-6570326A3CD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BA3599C-7929-4B8E-8A2A-2A2032884BA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AEC059-69D9-5877-8CB4-4CE8B76CD4F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81217BF-E5D4-E5B9-C08C-743D21BCEC7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7FC7A93-2844-3293-82C3-B8C2C685D13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CC21978-2A0A-0496-A88A-EB6D7026377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7AA9DC6-AC4E-1F6A-9AA2-719AC0F6399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7EDAE2-10F4-F957-614E-57E863916B1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E6DFAB-58C1-A58C-8531-D51874873A6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0F29196-4156-57E3-D85F-6BE244678B6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6CDCE7-B64C-A4A0-343E-EFF3CB915E1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A2BC46-CC51-AF60-D118-239C922D4CB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1538027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844F5-D7D4-A0B3-B878-9A12FE58B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A497B02-F287-688C-940A-81783616239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1CB6436-E8FD-24ED-5F57-483A1EB35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ABCEE0E-FB7A-CC35-E372-C336EF7919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E975CDA-44A6-A2AF-CD26-70A11BDFB7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02CC9B2-91CF-643C-20B9-3588E3C962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3FE87C0-6495-94EA-73FF-810C06725AA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4FDC18-45A9-F082-53AE-1093B8F020A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0BEA27-08EB-E6B9-7A74-FD12DC78791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827033-2952-5AEB-2869-7B084F1FFF5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793E1B-DDF5-835A-1E23-DD9598A2868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FA7A8E-AD16-6856-2AFA-1D39E7B837F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6305BD-F377-2E85-7EEA-405295856E4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BF1171-9902-5B07-DC5D-8EB9BBC243F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9227EF-053A-B5D1-1054-C85B14E913B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324BDB-9E70-0EC4-ED77-E217793E1A2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6C87A0-ED83-48AD-0F64-97949C9CCE9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6726B3-FD69-0184-1C8B-C776257B622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CB2135-8BEF-EC64-5051-2FA05A57887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299AFE-F501-D2A9-3303-29A70A5C17B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6F21DB-0F0A-E6EE-0A9F-D493EA433AA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7BA9CB-3F57-06BA-3A58-7EAD5608645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088E445-4C97-4484-36E4-C63B8D8E7FC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8132AB-2D70-690A-80CD-0831EB07F80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E93795-1BE0-FFDE-D673-CBB4655FDD8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DC37BFF-BC42-E5AB-4D4B-665F658ADCE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18F5443-212F-BA27-F68B-6EF0ED0141E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A889366-E855-8FB2-3B0A-9C358329C8D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640C8F-C155-BB95-E5B6-FC47495DC80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7BC6DF-A346-F641-EC17-A6E9A82BA52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7E93878-2741-687B-6440-A98FB7CE660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A092073-1D21-C9CC-674F-E93CDF76421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B61C7C-A84C-DF28-02B3-7B78E699020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B718BFD-7137-8A4B-82C7-9B1D017A79A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443774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EA517-48EE-8769-212F-4904A7457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B8D78DD-DDC0-813C-FBBD-ED23A9EA878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FEF3986-9304-FAFB-5E3B-C22DE6BCF5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12F82CD-5575-AC68-A2AE-2ECA03BBB4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D06427D-BA07-D15A-3352-3AB0776BE2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4401089-29C3-09D1-CE68-6351747BD2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C709A90-8F31-972B-9FC2-77E611663C3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8BC4D5-39D4-7C8E-C882-CF36C99989D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F98C17-8EFB-55B3-8B37-7AA630F2226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3D8499-82F8-E9EE-7723-DB94FB5CF9B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AED974-04C3-436F-1534-D1FD2E2AC0F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FD1AAB-8CFA-099E-90BB-E6BCAE01E99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CF6EC6-81CE-B948-F6A7-3402F7C747D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62B450-DEB1-FC67-D1D0-6E63BB5DB1C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3FD30A-62BB-DA3A-9C5C-AEF970D96FB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05161D-5A06-9250-A038-078F69E51B2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48FD9AB-B48E-FC1C-F990-458E8068683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36F4F2-F9E3-18EE-4629-BCF1CD6AFD4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082BB5-E19E-736F-1783-C2F296759C7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E6AFD5-A874-3751-0A9F-549707456D6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A1EBC9-71E2-81B7-2BCC-5119BD05E6E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CEC645-FF60-268B-B481-C5FD53254A8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2B52C1-BEA7-3D2F-1753-B1FCA04C873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F2DCD54-E6AF-4516-DB08-8803B5603A3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E6B7D6-0424-2367-3520-A254ECB2705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A528EC-402D-EA5A-DE9C-F0B02FB6FCB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280496-2F77-A681-F176-8A615D6EACD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3398D4F-9F0F-1B24-95ED-38F6744CF4D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F0490EA-5DFF-DF48-C22B-6A273BEE932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E1984AB-E6FE-2ABE-15F0-0C20AE87D61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5B03A7-E756-6421-DB27-3FFB2750330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1868DD-F555-AEEE-A338-8FF701D83F4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9D2889-B1BD-5546-138D-DA04C482F8A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4A6ABD-4C22-013D-ACD3-9FF423C7569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537280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B4C7A-D9C4-6211-999A-81A012179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C6BF07-5E57-DDF1-11C4-DBFDD7637D7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C84C1FF-6887-274B-04D3-C7771564C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4A5D992-1A5D-FC18-8677-38F26CFB13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E58AC22-A627-C260-829F-16929C33B4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3315581-C5F2-D795-4A45-3283457782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640E026-DDFA-980A-C2E7-51394D20E78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65B9DF-3621-E1B7-DD9D-4C3A6D84C39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446CD8-6AC3-CCA5-1ED7-F8DC3A33AC8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6976ED-C2AB-EE3E-6200-4FE6DDA67B5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66C494-A6D1-A5D9-C30C-C13CE94C35B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D801CA-BCEC-4F83-FC91-EB3B25C6F09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0BF1A6-1650-44DC-2521-9354030FC9E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A96594-56F1-FEB6-2491-CEDC4403DF4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CE0B58-8BFB-4B61-44B4-1D6F8F34CD1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669A19-6496-AFFB-99E5-5904034E2E6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2DB7B9-3119-B61D-DFFC-42AE4F0F1D0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E99614-7A85-53DA-15C3-10D2239D07D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CA0501-ABD9-867C-EEB5-759A6A9BE88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0AD900A-C949-DC32-7319-E99E62454B6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BCC25B-73E6-E3FD-0EE0-CE74CD4D25F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7629E9-194D-58C2-B889-423AD02799D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E61A0F-DC04-CDF8-364C-916F5D31476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F95E0D-E93A-A283-7009-157847B8FE1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4C88C2-EC66-F1C7-37C9-A8C060EF425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95128C3-3B9A-FB60-6AAA-81738830824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8F10B42-7F8B-0BCD-845F-EA140F0BAEF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8605701-A39A-31FF-ABFC-627ADC08AFD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CF48F58-959C-42D6-D254-E4CF5112E73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AA4552D-CD0A-738D-5215-4508A3FE13A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1BBABA-996E-B70A-78F8-08DD01FE175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8A60FCB-6A1D-726C-C359-05265EC0D19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69F5048-746C-963F-0594-8C121C23817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1BC1AB-8C11-D032-53E1-4747E2857A0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41173724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75624-5516-B54D-87A4-B89403B98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EB186F-D33D-8E87-B20D-0D529687A8A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left center block, 45–(15+15) = 15.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1416C2A-943C-9DD8-90BC-A3CA325DA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0CAB0B0-38EB-6FBA-04E9-A076472CC5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53A21E4-33A8-FB7C-075D-62B06F69DC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66EED6F-2F3A-E696-DE6F-7FFC9016D8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60F13E-32A3-5C9A-C20E-AB1CA061C32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E5A9DE-0278-787B-BDF7-D1422664656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A6AFF9-DC7F-5C64-405D-C98FBF8222F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780EDD-EAE4-9DE2-231B-2D7B034D329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795AE5-0E25-6723-70C1-E01AB5CFA56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D40370-B5EB-0DD4-700B-9D6C0258575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E2494B-65CA-C961-74EB-9CA7D9691D3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36C75C-A4E4-2980-60CF-8D8690441F9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6856B3C-E87D-D0C5-99E1-4AFC30C172A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26926D-7902-D993-D529-1483A31D469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1C7C697-4AF5-77B4-2AC4-1C84F4F9718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CB8E0C-8E19-9051-BCB6-B34F9895678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8EB1BF0-20FB-88FB-59C8-E6D17ED5257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313292-09C8-DA21-96BF-83114EB9B4D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7D37540-8C52-E335-8FEE-82EC708F8C3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E09B52-4337-CFCA-4E96-B54176EEF78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AD6140-E353-811C-613E-AB9D2706DF3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DBCE442-B1BE-FF54-D416-74BDB3D24CC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19159A-11A3-913A-3C31-C20613E46F1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9C6CD67-AF96-53EA-E01D-660DC312F0C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7E77D9-67B4-5074-2D4B-E517D9C1F30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00BC6E0-2661-229B-624D-337940E16E9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4CE77F6-E761-9924-2C6E-F0707F4656C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8150F0E-D0A0-23CF-C597-80A4C9D5EA4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4372B67-380B-29EC-B617-6A9D067677A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AF6BFCF-3388-7CE4-29A1-DE4A89DB5F2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6D6050A-BF1A-B719-F388-09FB87CC24B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880996-DD1A-4272-E612-E59A27271FF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4908196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06A3D-0030-8391-F34C-4DA9C0293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EC07A0-445F-59CA-6193-0B6D03800D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cages where we can.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D1B8C08-E2DF-55B0-12F0-53555F3185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2CA620D-A604-D1E8-B9E8-64D9182DCC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9449D90-633E-4811-44DD-BA182CF3A8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B9BFD04-0EEB-73A4-E28B-79E4A39E19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06E8C3-9632-96CB-CBF4-76C9F4B3FA4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930988-E6AE-3C71-837E-E99520C749E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D544CD-7A6D-6163-661D-422DD7601B9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D37862-FF12-FD00-E3AA-A7DF3FC9469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E615AA-B052-543F-A623-2631E87D1B6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AC3538-E894-F5AE-E36E-B60B3D49BE4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B2CD3B-FB9C-CEAB-8114-10BF7FAC51D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182497-F1FD-6AAB-CD23-F197FB878B1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B394E2-19E4-A828-D723-CBC858F634A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27A94D-7E3E-5EF6-7937-2B14BB6A76E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D621C35-A4D3-125E-5193-A6B0D6D9E40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7C6525F-C871-48BB-C03D-A4696FA0B15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A749208-EB44-5EF5-FA64-11826754F06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0C13B2E-3914-01A3-9D1A-559EED61EB4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456CD8-C963-E157-21A4-95174F3B6C8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CFB348-98EB-A91B-DED7-A3D81511661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7B3EC5-BE71-1E32-A34C-6C6F05C2BB5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AE8D1D-D149-26AA-B2BB-39B3DAFBBAE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DDC8EDC-2171-868E-4F48-1BF0DE25180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E9AADC7-4B71-9CA5-105A-CA64D2C9C77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435D181-59C3-7ABD-4600-9BF0F3B66CE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963A91-F1DA-B373-A174-0290A94F1BE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51354E9-D7C9-06E9-9F11-FD7283CA98F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17DAE6D-9BB0-3691-28E5-275A973F611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9625D90-5AE4-8909-E82C-ECC8CA0B9C7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BF243E8-18CA-E4B8-D1A8-1D8FDF957A3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88547B-92FD-B1DB-C38D-F0811B4263B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E2F891-01C1-B4FC-87FF-FE05D2725C6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99BF9B-3CFA-93EB-6EDC-1D6FD1EA3F8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01A7DC6-E5F5-697B-4237-1AAADE3F47D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5BAA5CD-6DE3-BECF-D4B8-98D0961C409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3BBE4F7-70FE-0736-EA3D-F7F7D1744DE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3208327-D26C-BBA9-334B-FE19F0B6857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E2D12EE-F25B-2A54-2D19-2398E418530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CB447CC-F77C-3FF3-A130-91CB6FDEB60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3140FE1-F676-7857-D65D-157B3AC0886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EC809CA-42BA-408D-ADB6-C61B50F03E4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9AEEFF-769A-7119-5A31-1752D2F5109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4A44ED9-6229-B8B7-96D9-87B018BB976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848DA72-6824-8F0A-2136-DF9ACB4C2E0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50BD98A-A1C2-B055-F1A0-D4A56DAAC35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E70DA0B-185C-55EE-66C6-AAD4E07AD9B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7D69CF-6736-150A-B273-5B59CA24828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7F49907-88F0-6F75-9341-777E7135FDA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D674D0F-0240-4FDA-0F3D-0F7EE448751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C77F4E3-43B9-A07B-60A2-38AB4D304B9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C43A66D-8B50-C84C-9F55-31F23E0C274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9BFB91C-2D98-6C77-C274-687167E1F78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EB83C27-A9B7-DC2B-609A-498780BB4ED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A188CEE-6540-33E6-BE26-16EC83EFE6F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502A47B-F065-BB45-A81F-CF20B9D1EB8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BB9BA3E-1086-8515-6D61-19B74F851BF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0BEB428-4085-6C32-79C3-37C990AD1D93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0D5B377-984E-89F5-F1AC-D0451935BFC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24B7689-E88B-7170-570F-2266EFEEE82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875421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5DA2331-762E-6DA9-22B9-9673EE30D9B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AD6BB77-E34F-9E02-4401-DAD693B856A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F40B254-357F-35CF-B7E4-4CCB9B4F3B7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876543</a:t>
            </a:r>
          </a:p>
        </p:txBody>
      </p:sp>
    </p:spTree>
    <p:extLst>
      <p:ext uri="{BB962C8B-B14F-4D97-AF65-F5344CB8AC3E}">
        <p14:creationId xmlns:p14="http://schemas.microsoft.com/office/powerpoint/2010/main" val="24326509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6B93B-03F7-72F8-81F3-95ECC85BD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7342C83-8D73-C624-B8A6-BD0A658016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25D682E-E56E-23BB-343F-F4521A279C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C72811B-05E2-FF02-903B-1DC644C330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66DBB2B-5124-F861-B227-6F4C2419CE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CF2F4B2-5000-2918-3F00-A74E2A3514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CD30D7-68E4-F029-E611-F1CB47BD48E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718B32-77FD-09EC-D985-7CC17E55D05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EC8513-2AC7-0F2E-0564-B08F6FCDCBB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4F447-567B-F021-E708-0F553833292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CB4D9B-0517-E89A-5D54-ECBE936E1E8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1DE791-60EB-A6CC-B236-D159DCF7287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0BDFBF-2A61-7387-7E39-351F88D6040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A218F8-31BA-F4F2-971F-1603259CEFA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D7BDCAE-0FCD-0E2D-C69B-1AD0AF3996C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ADB56A-F987-A3CA-6ED9-5D16BA3D959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98D362-5109-442F-7E32-114CADE8F67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BBD7AEF-BDA2-F45B-D117-502875F6808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B4449C0-13C5-609E-6035-C9C990FF1C4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CA005C-52E8-EC8F-3927-84FA383BCF6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E47DFE5-9A57-AFC4-21B2-A412B72A27B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49992F-82CB-FEFE-A506-CC715B78D00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FF74-6C21-A5D0-2908-C1DC3C6C1AE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C357EF-CF91-C72A-1CDE-EDC8DC9E4FB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885817-A15C-E9FA-CEBB-380B1475460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DD27687-35C1-670F-6AA0-9EEEC603C41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92CBA10-D5C2-6F0C-B1D9-238B2719F8F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C4C7223-616A-FA32-5D85-27EBA3605DC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42027F5-3B04-C5BF-3723-003321C726C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6F9628-C70A-7552-3C42-0D514481ECE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25B9E3A-7DF7-6D40-6FE0-AF2FFEE2AAC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FB10CE0-0106-F6BA-4CCF-FA000709395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ACD4957-0B82-F588-7BF1-FEACE5D74A3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0D538E-6EDA-6F69-4BE7-CE4CFF6D1F4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208D5A-4415-E37A-8909-7DB676ABFB0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77A717-C97D-F9DF-E09F-7451EAEC4FE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3B539DA-2999-7230-73F9-A7AE1897832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9AEBE4A-2B48-E26A-CCA2-EE77B5D08A6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7723AA9-8EF8-AD99-6711-1F4483B687D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C36A0C-B037-9898-3ABA-934F8DD3AB65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E35D42E-7442-3F75-3C56-3B34FA2F3398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B4F1D80-89C8-9226-E099-0C90856E5C2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F3CA066-57EB-391A-65CB-4DB9434AD5E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AB01C25-2E71-D5DC-7BD0-3E8F40CC7B5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C7BB1C5-1D0C-34B4-C00E-5E12D182573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9294F83-54E9-9B7D-98BE-8F7B02A3677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11D400-3C92-A38C-05FE-87DF5601AF4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5C6DF3C-6205-BFF1-32F5-FA171FD35B0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59C863A-C3D1-8973-728A-7327BD5860D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635B6A4-055A-919F-0058-3484994AD71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AA81C13-0153-28D0-E6A6-51A1D53B0A9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6025B1E-A20B-78E2-08FF-001E75ECB9C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C939BEA-EC21-4A53-37D0-7CD24EB5A1F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E4DDAF-6D5F-CB45-D554-1AABFF2816B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7F554FE-5431-0FB1-1BC2-163B600F560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2B66EC3-83B6-75AA-3C4A-B6F9D6547D1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31A2696-0371-652F-CD75-821456CEB4F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24ED90C-C806-3CFC-4231-01DB23C79FC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71C4A79-1D2D-3C1B-54BC-553E9080048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0C65CFF-033A-4CE8-0671-EB75C7C6137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482F8F1-838E-95C5-585E-65E28CD7366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875421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CDEC412-E558-9B79-18B6-E6DA019D9C2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A1CA79D-09A5-06E3-85DD-812FA8E7D8F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F639F3-3F26-5BD7-E1F4-F51B8C1D32F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876543</a:t>
            </a:r>
          </a:p>
        </p:txBody>
      </p:sp>
    </p:spTree>
    <p:extLst>
      <p:ext uri="{BB962C8B-B14F-4D97-AF65-F5344CB8AC3E}">
        <p14:creationId xmlns:p14="http://schemas.microsoft.com/office/powerpoint/2010/main" val="23480860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61A71-3224-9E9E-5B6C-64A155C04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DBB950-DD90-8973-BC81-03E6C9A195C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[12 in 4] must contain 1 and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D18FABC-8AA9-98AB-5892-73B2533D3A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6F32AD3-0363-260F-BBBD-729A236370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325A2A0-9FC0-E0FB-4091-1BA82EDFE4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F40D57D-F22A-30DA-F9D3-6D23E57F9E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815E19F-0815-4CCC-E99D-2E841438864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88C833-1054-A88B-F605-1502E6AC4E9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67A53F-5F49-0B27-6F29-E4E459D4351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468D28-AFD7-2BD0-19EF-5ECCB930890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3415F1-0FC6-E4F8-895C-BC37097699A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EEC1DC-1511-6B15-D9F4-EBC71483D06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0B28DE-AE21-8F7D-BC22-53FFABC8199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CC1AA9-413A-57CB-22E5-319135F134A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194D9A-164F-6EF9-12D2-D1388F91402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79EF246-507B-E1E2-5A68-2B878CB6344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D8A81E0-E13E-0816-86DF-45AF171A804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8FB5A1-9717-94E9-4177-930E3E9149C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9B4F0D-2681-22AE-8A34-2CAA2C00474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5300C8-8124-8824-9779-6CDF2BB44E8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53A003-1360-8771-6808-B9F823F42C9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CDC2D9-779E-7CFF-1649-21790018354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11B0CF-50D0-7274-990B-761F6172040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4FAAF4-7EE5-0B0B-E008-BF9949437C4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4DC9641-E750-0B50-6B0F-B28D076C5A5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9A46EE-4E5A-CAF6-7A74-C0EAADF77B4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32AC67-C81D-381F-C2E3-370A310E25A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62D3FD-25F4-FA5E-CAD2-E47782B1BC2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4631DFD-6259-2E9E-506C-70F5179BD16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68A9A6F-196C-4B6E-1066-73813A6D5CF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2CF57E5-72DC-558F-99FE-43E36ABAA1B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1E5537-EF76-74EE-DD08-7E5F74EA34E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6A82655-31BA-BD69-E728-60F47860393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0CFB8E-B578-E3FA-4C54-5AC03B7B222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AE1F68-9CDB-D86E-EE63-2558C63667B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C451BBB-5C1D-C10B-E89F-7142545BC24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CDB68BF-80B0-888E-F35B-CD4A83D890F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008A167-5D41-78E0-2892-96FB2036DF7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DB1CA99-1A6A-3CD7-C2C4-ECDFED359BF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F6FDA2B-D1AA-E289-EADA-61651E4C7BB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C6DB34-E110-256E-F1B0-E2C33A680FB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2850B00-311E-1E8D-0089-84E85D66B9A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285DD94-C312-EABB-BBBA-7EE190D758C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3014859-3D19-98FA-2D0B-E4ED6C2962A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E698F89-41C8-E93C-35DA-4A95DB03F3A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58E0266-713D-13AD-CE13-F15D445550C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A1AB5D-6E70-F2C4-3DF7-22A91E244891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A6E03E7-7C92-C8B7-88C1-C54484F1F2E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FD1A28-162F-332B-FD18-A60E102156F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893D451-8E84-62E7-CCB0-F0A65B2D356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554B54-EFFF-E6E8-11E6-ECC47845B40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B3EBE9F-F70C-A4B1-1E5D-FF404BFC77C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5B6CF6B-E6E2-06C0-A8F8-0236E136157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81648C0-E03E-ACD4-4302-3E7F3632237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AAC9B41-599C-034A-9F87-9CAEA8A08CC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69ADA69-60E5-EE08-3FE1-3722B4FC730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9430D25-B182-C581-045D-9A47B50CD8E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C49D298-636B-E8BF-2171-3590CA85F2E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C37B629-7E5C-4830-A84E-B5C211896ED5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7B44BBE-796F-56E2-5C20-EADF4F56B6B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0818BD6-1EE2-63E2-667C-32B51CC5B47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875421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FB3F9F4-88FF-16F1-AFA8-E109754B390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894034F-CD6F-BAAB-768C-033784A738F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A118493-D736-3D49-89D0-5C1A734791B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876543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5C13DB5-3925-5DB8-9983-ED643D3B342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</p:spTree>
    <p:extLst>
      <p:ext uri="{BB962C8B-B14F-4D97-AF65-F5344CB8AC3E}">
        <p14:creationId xmlns:p14="http://schemas.microsoft.com/office/powerpoint/2010/main" val="10702920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61627-D032-F844-9FFF-D52E9995A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5C3A66-DC1E-A74A-FA55-6141F2CD0CD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[14 in 2] in Row 4 must contain a 6 or a 9.  So, 69 (to total 15) in the left center block isn’t possible.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226F8E4-18B4-9098-AA55-B209D0D451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7379721-C684-A0CE-ED75-589CBDCAEE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6DC5153-03BF-B76D-CFE5-E7250B1DA5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DB989A8-3DD4-E61F-C0BA-20FD6A35B5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1BB41AE-54A0-42E1-0544-74731BBA453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1D64ED-0331-15E1-1CF9-CD26B2372E7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CF1A8D-8BEB-53D5-3F23-42439FE04BA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0F85B5-C3C2-45F1-CCB9-2E2C1C36DDF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064DAC-E135-ACC0-748B-B74282D97F0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668CBC-DE49-7C79-0C3E-E839366C54A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8C038C-08A6-9589-91C5-9E24FE391E9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2A12D5-8E65-E6C0-5961-4BEA452697A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91366E8-5176-488C-D20B-5699DDA9483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7825B6-77BD-2D8A-80A4-072CCE22D5E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EBFED8-DDC9-EC87-A045-5EBDB8A85A7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BFD1B1-D7BE-0B8F-0D01-B306A02B5ED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23D542-40DE-CC7C-68D4-737B707612C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8017F6D-8D3E-4BC0-F7C4-0BE38CA1CE3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C455CC-F447-F5CE-CE95-ECCEDB3EDA7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52EB54-8F3A-850C-68B2-C486F43F636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8B0944-10DD-B88C-196B-D82D55A6289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AB65B6A-BDC1-329A-ABC4-928E5249216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9F6BB1F-E23C-B2C2-2428-F1E3CE37B0A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78C588-8EA5-7E61-9416-02BD3746135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3E8DCF-933B-14A2-D944-0E33DD779A9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C4E43BE-9920-28DF-9610-91BB8B16F98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EB74BCF-967B-5934-9984-D6E5B2ECD1D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CA1D9D6-C9A2-E1A1-168B-A4A0EBC5F4A9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9155C71-A0A7-6D3A-8689-6C9C93D6413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281F49-A7E3-AC21-DB27-3A75761C4CE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4DCF39D-901F-8047-1B4D-706AE7F2057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8D62CD-46AE-CE13-E934-6187914D8E2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535434-3493-D764-CA9A-CAB3C91698B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204C1-FB3E-5410-DEEB-3DEC7298C60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61D44CB-6580-DAA7-EC1C-5312B871991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0960FD-4274-C804-AE71-6A84E2DA157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F12560B-7A8D-F70B-2143-84D68DFC01B4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BCEB113-71AB-EF4A-F265-80595C8F646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209B029-51FB-1D86-4295-87B64172350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0F3467B-2353-2B78-33B7-745C500E2BF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DAC7D92-A1B4-2885-7CB6-4520C48E485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2D517B4-F205-D53B-908F-997DBE3F83D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3ACEC53-B39A-B4F1-E9A8-2A4D936D476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9C01D60-47A0-A378-4386-65444B4E7FE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AE1B092-0224-04BA-ECC4-A1516707F13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8719D82-CEBD-425A-8FEC-5AE2CBEF7A5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9081144-6E30-2D23-7CCC-B1F7E4C9BAA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99452C2-5F9D-CC02-BC35-BC7DC869E65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6D42B4E-7D1B-9073-E4FF-CF7D07BFAAC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21C853-56FB-1226-1BCF-EA3D08FF55E6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AE3BF80-5E7A-A5ED-12F0-B070FA69491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A138945-5A5B-41ED-043C-5ABF9334D7B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0B2FAB9-27A8-4B47-B0E7-6C485EFAB99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BC36BF9-8505-DA2F-3C77-40F99835DD2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DDF9D6A-CF11-87E1-9773-D3F2583CC37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88524A6-93F4-92D6-4ED7-A18EDE46D18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23848B1-F643-C239-44AB-2E56E057C023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DA6B2D5-D597-FCE1-C25A-168A892918D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F24103-ADC1-97B8-7928-FC75358D078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875421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2C0A404-96EF-6E6C-73B0-4EA5EA8E2D5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53DFABD-515F-704B-11F0-6B30F716DD7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C2012A1-6982-4CE4-0390-1704938261D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876543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42B6C65-50E3-4B5F-19DE-F9A03CE41C9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</p:spTree>
    <p:extLst>
      <p:ext uri="{BB962C8B-B14F-4D97-AF65-F5344CB8AC3E}">
        <p14:creationId xmlns:p14="http://schemas.microsoft.com/office/powerpoint/2010/main" val="23461773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05674-31DF-998E-6381-36D45EA71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19B2AF4-D1E7-9D36-6ED6-F40734A70B6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E1BA68F-E33F-A6BF-04E9-4C8D3C70C5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52D5DEE-24B4-C2CE-1BD2-CBBE33F64B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A0AFEDE-6845-22DE-E1B3-A97FE1E425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134A502-4E89-1177-8831-6CA7A1331B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81990B3-8DF3-99B7-8319-CCD48D3081E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659B10-070B-51A1-26E9-D0F3FA3AF7C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22B79A-3F95-B576-C101-9F3491D8781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70309C-F16B-4AE6-56CB-F81B93C6903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18E643-4A54-2690-EA69-E9B18FAE17A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1F3A39-3CDD-2E5C-D1BB-CB89A350991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67B087-1EB2-1B76-6657-09BE2A0F8E0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D62E5E-2154-7002-CD42-DDB1D7C1859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6DE0E6-A9F2-4EF6-0FD6-FEA5B14074D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B8BB3A2-F2A8-CFA6-845A-1D31EE4767E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751C3B2-D85B-4D2F-5311-ADAD80A885B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2DB1DE-ABD3-6218-3B68-075DF767486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EB6DD9-0DF6-C70E-443D-4801DB048CB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4BCD5C-D0CF-C9E5-7AB8-FFD24E85BE4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96FDEC-8720-3169-DD85-42440026EFC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B13910-C25E-E4B0-2D05-0BCA8E4CF3D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9550E9-02D3-6E52-534C-253ABD8586E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865AC3-3B88-6E07-9191-A6E5261B06A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A9A5043-CE3F-B4E7-6CF3-D8363584D6F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6522634-A99F-ADBF-7FBA-75ADD76976A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F2706E-8705-115A-C742-1420572B774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73EE105-F562-2E5E-44F3-06F10BAF780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7FF66C3-F63A-DE29-351D-09904A2D00E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C62BDBB-8FF2-D392-5F28-B148C1BE9E8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7CE29C-D901-2539-DE12-36FD5D57729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247CA08-88B9-EC16-5FC3-93B5E41C5BE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F004958-0DA7-67E5-D30C-3D291F3032F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5B6C58-19A6-E01D-8B69-44CD80E6FDA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6145E6-2E61-01D5-47E8-B14660B25DD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53A9DD6-01E9-9BC7-63E8-BBBDF8ADFC7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F4ECBEE-C8CB-B820-F7D5-4618F6175D2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34B5E22-9AA9-A8DB-BB3F-715C2463975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72627C0-7A3E-6ACD-BD54-AC6DA40DA00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E89D2E9-4AD7-C41A-F9A3-0234734EF8E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FECE543-27C7-BC85-F037-5AB6A18A036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2E01B46-4EA7-41EA-BEC5-B2C17BB2F9E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2C70F98-5E94-B1B9-DD0B-3A298E79C87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CA4E1F8-507A-8198-B965-81772BE8164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06D66BA-CBFB-D9C6-67B9-38836976B38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F4EFD7B-6978-EFE1-122C-929B1DB85C0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4678E9-2FAE-C828-C9C3-5CB2848E2D8D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FECCBA3-F1F6-AF28-02F2-AAC1AB61724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BC52283-D9DB-8A80-24B5-EE51C1F8225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1DFA507-C378-2932-321E-054313B054E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FA656CE-5EF9-1F92-7774-96AD08639AA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5AB6553-8124-4D18-9621-1C34A61BDBC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AFB7FFA-1E46-37DE-1DD1-10A73B73AD7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605F5A9-17FD-E712-E8B7-8111BF6FEA6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F1F7939-B6E8-7577-882B-A72472D801A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EDE5CB5-EBA8-FA87-DD66-3FE9825BB9D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DFCA164-E34F-B4E1-C48C-F0F56AAD3CB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6444471-0A2D-CACC-8075-9A3B9258804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B46CF97-B55A-4CCE-7AA4-527147132E0F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8D11E40-787D-2F23-FA34-C77230A20D2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66B258D-C9AE-05F7-35C9-FD027140027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875421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4B47CFD-7B43-3CA9-3AB5-88DEF3073CD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32EDCD0-C171-5CB2-27A3-5324D8FDC6A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88D6504-A401-CB5E-01E3-A77E40DF5F9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876543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ADE72AB-E238-3B1B-BAC4-C8152D9EA81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</p:spTree>
    <p:extLst>
      <p:ext uri="{BB962C8B-B14F-4D97-AF65-F5344CB8AC3E}">
        <p14:creationId xmlns:p14="http://schemas.microsoft.com/office/powerpoint/2010/main" val="13270169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1A4B5-A5DC-5D30-8DB2-9982B225D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B0AA08-15CE-05B2-F5D2-EDFDA7C9287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505AF63-529C-2345-BA21-115C02FD0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6D9A791-66BE-94EA-B76A-FF575CC63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48B7D69-D695-5EEF-CCA2-8A41CCE2FD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C6D2CF1-1F2B-302B-AB77-30EA1FD986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2133FB5-F328-D295-A219-92E93EA3B10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F80523-DC23-2207-1F2E-BE7362965FC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849642-62AF-382B-7139-DD954FFD903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4AC4B6-52E4-3008-F2A6-49185EA0F33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B69A76-CAB8-6444-3F44-2F9BDA04C70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F81DA9-EBFA-05CA-4210-72F3E510241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3EDAB0-20C4-FDEB-0A13-EFF08392B56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1D9000-B327-7C20-B832-C0BCD5F7EF0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AC2F0C-C6AB-4DCF-EBF3-AF3FAF0DC48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AF00EE-1A3E-95EE-DA9B-8DAA3C1EB83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988F7D-B9A0-0D5C-1929-E493B70368A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59A2C8-5C5C-0F4E-A2FD-30045804F5E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773637-39C2-8A82-295B-D79725EFF10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B4A29CA-88D7-E58E-BB75-076C7428F3E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FE4751C-0284-CB00-0EB2-24CCA153CEB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51785A-9654-6BE5-48AE-792D60D2230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2FD5AE-08D2-5062-1D72-2D99080ADC1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668468C-0B78-AF21-F623-347F9EA9D84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784BE94-3593-311A-A3D6-0482AF359BE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C301BFA-2F87-A7E8-797C-0B16D0A8D2E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661EE0-2F51-7222-A078-772DE88D657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761CED9-FE9A-B1D8-A0E3-D4830C2EE12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2D9F9CA-A5AB-C7D7-920B-E985BA22067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BFF7995-5501-9CE4-0D85-EA6BC9CF2A4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E8EB7D7-C2E6-8F94-C16E-18363B891D6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489F3C1-F8D2-7488-BB00-1CC381E0E63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F2A622A-117C-166C-2ED7-B72C493958F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F8AC9E-DB2A-E6B5-60D3-25EC6ED0666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A62798-1EAE-9010-3AF0-B2D80B4554D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5FD48C6-12C2-75F4-A116-EB3517FD92D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3B407B3-BC08-31A3-8D52-1E70F0CCFEB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CFB9D62-398E-F3C5-CF31-81A4E2F8F7E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772F5B6-A6AD-1B32-AE2B-532AEB3271B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CFD1B6-926B-A424-4E1A-F723F78059F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CEA5014-1108-8157-A6FE-E0FED470B3B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27382E3-3A1E-4537-49EB-74379BAED3D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DC9F55-D89B-6669-C0F4-B81C502C2FC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62F349A-667C-F14A-11F6-82B09710C4C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970E00D-95C5-7586-C17F-0AA76202AF8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985FBAF-C78A-FD70-6D8A-3C55619C07C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F079A7E-8B1A-35B1-1DF9-890A842D5FE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E24DD37-651A-98D6-0029-78979143922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44CC55-A74B-1CEA-7254-8E5E13B22EB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49CDB5-E6DD-C893-EAF1-0F60DB754A7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9F0E70F-FDBB-1C17-50BB-12557889D10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DF43E01-40C7-F53D-0897-E206169257F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9B1E727-0073-F040-2560-433BD21D788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399B697-92CE-F8B7-8DC8-5516FB4D9F3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64321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C220EAD-21EE-BF23-7CBD-4147E2F849C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84A2618-DF98-97C1-2355-0E9F164EA66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7F265AF-18F1-D861-1514-4E09818CC64A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3477175-4F3E-F72D-21F1-0A443E8A4AE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46CC415-1BBB-FDD5-CA58-B91F3D27B87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875421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178E5C5-D9B4-4B61-F5FE-845A2ACD255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32CCAF2-9DA0-30A1-CA3C-4356F6AF836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7898D17-9675-BA4F-4DF1-8ED6B990C70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876543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0F2C906-759C-660F-1E51-C74F3488395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E23EFAA-2CB2-B937-4CF1-2FBE4497DD9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8EB8503-9CD9-9CA8-503D-BD7B9D1B89F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8348592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46DBE-A131-E522-FA31-0A70A3904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75DE9D-94FE-5714-5CB5-CC6EE151111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1962830-D29C-E3EF-7BEC-E529FF9D94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83A3939-A4C4-4252-3D2D-8CE7059AE7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87072BE-E045-52C3-EE38-097F431143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794B915-FC4B-A0DB-8A68-AC07A460D8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B429635-F5F5-949A-320B-C77221F3865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F822B6-CD1F-0801-148A-9D08B393F17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029A69-5FA9-9CEE-9087-76C31238B49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0F290A-D162-FDBB-0D4B-4DD4AE5B121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3B22B6-52D8-9719-44EE-F1CCBC1B046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B31B97-9596-9068-1873-C66DA972EAA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7EC3C7-FDF0-484E-83FE-F8408126C34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0A53F3-A00C-DA4E-A76E-CB8BFE68667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C5795F-CB75-0FD1-4C30-952E953968E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834A3A0-5BF2-7BC9-E6A6-CE1C939FC8D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3A1789-DBE7-F296-020F-DE9667448A2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3D1F5F-30BF-36CB-2AE1-92FF620AC2F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D88FCC4-3C41-81A5-8357-7A39018977B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54EA2E-CFCE-1FFA-16EA-16B050C0263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9731C41-5046-9945-1B0C-0473DEF0A05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E7F858-18CC-C14C-05C4-8B08874AEA1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C638A7-C238-C42C-CBE6-1FDEDF2E6A5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CAE66DC-E124-0ADE-37CE-CE399840561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4DE0374-8454-3650-74A7-B3111C4073D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5AE1B3C-E859-21FA-1F95-10D2DFC22E1F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B3AB20-A146-A7D3-44D3-E88AC394BD4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353C019-E9A3-EACE-7DD2-6960E77577F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A01A3FF-632F-F8B1-4EF5-1B66DDF45D3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16765CF-6C0B-F8BD-9E3A-5B99BAC3714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40B8DAD-FC9D-D4FF-AA0F-2F085AAB257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1EED9B-65BE-7F00-6D55-71462573264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53D6393-FC70-01C0-656C-B751162A98F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A2167FB-33A9-8FB1-1624-E6C9461F353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8818C6-44C3-C572-F6E9-C44BEE0619F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A228C37-526E-AC6A-65DA-57E7AD9F923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0E92CD1-C292-9411-6875-33E313C7E95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43D8918-E419-8937-CC13-3E939BB3A9E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7134981-85DB-B01E-FB39-80930372C46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609F325-232B-716C-796C-49B37958215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3740631-5EB9-5488-F737-15336695124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61CFCEB-B234-FB44-E519-3BB34D71906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9590555-CCC8-1767-9E3F-AFBB0814313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B39520A-ED78-8C1A-B502-D82B20115AC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2D37608-BA11-8177-BBE2-C0A42DA8750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9AAB4F-6539-F521-538C-4393BE0CA19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52B0E56-D499-BDD3-B35E-1525777D104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187DBE6-1168-ADFC-B0B9-D47EE0F1E53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1070E9-E9CF-4109-A790-BB8F3E4AD09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A9CFB20-EAF5-BCE9-3090-400016A500F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7FA95C4-63FC-97B5-43AB-46212280BBF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9C0C724-D1FE-F411-C730-58004DB842E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4DE2B97-207A-0578-216F-5E6EDD6CC88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FCD8C50-4BCC-D28D-9958-BE50D0C7484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C3B7AA7-C151-6306-382D-C3E13B6A92BC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0546C5D-7992-1086-4246-E0190549BEF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3E67561-DB0E-DDA9-78AB-46B240C04E8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87542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B55DA56-E85F-B7FD-5410-97825F570DD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4CF2F41-67EE-57B5-5BDE-1D3ADD556EE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AA225FF-94E5-DCA4-9B91-112721D3B59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C85CEE5-D53A-33C7-4E2E-81A65EB3990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7C2EE3C-9F89-A8A8-FEA2-D96B005999C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FBCE7EF-CE0B-0CAE-940F-66EE8628ECD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2D1ABC9-9DF0-E9CA-6C2F-2CB74C0C0C8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EB3CF83-15E4-6163-BBC7-5846FFC8155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7363914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B6CD9-B2E5-9F13-EA36-87AB96F2D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8678D8-6624-AFAE-5277-0AA87C06AA3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07F3310-C10C-39D3-9F63-F679196B9E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890D087-E84B-D875-AAF0-AD8D9F7850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9DB4341-1920-2902-80F6-7D0299CB76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A4A31B5-8EC6-7867-03F8-52032D26ED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AEF408B-C1A6-64BF-18E3-2F930665887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650E26-5C7E-83F2-D2E0-D4C9B58319D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B4BD3-AF60-C088-54BE-A4F9056321F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B30848-EFF0-B9E0-5BF6-B43735203B2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191308-A173-4D64-4D8E-184C865D73B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465485-4C35-AC51-7E10-3015CE33E75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EB1F87-AF31-C24F-60D9-B357FBB1B6B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9ADA9A-CE19-2F47-6CA2-FDF13C0576E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F7A4D8-F7B2-299E-3374-10D55EFB97B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81F5CC9-A463-76AA-3C1C-BDA2CA088DD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8C4207-AA7B-D31A-8123-773C07708BD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9824739-14AD-12A4-731B-2A0E8801540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6CA77B3-58DB-D02A-CDC4-898042913E4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D60004-7F1D-6E79-9535-0E34EF5DE83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9C69FF-2882-0F4F-454D-8E4F1AFAA06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664BF0-8F2D-5B6F-2D42-7B1646AD874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303352-853D-45A4-E7DB-3BC3CEA22AE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3FA432F-4C6F-A723-FE01-B331ECF6347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87D115-1935-14B8-D503-D5470E97240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0C8677-88E8-C84A-5B63-84AA26753B3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C840A26-7F27-83FF-49B6-E96A4F94C66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0B33A5F-E3EB-4E34-DFBF-1592440EC69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BD0DD5A-B585-61C9-17D3-018EC6B379F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3D2F1D7-7F01-4E02-B088-8ACADB357F6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FF5543-63F2-11F4-6259-DD002668229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3AE1C7-EC82-6CB9-1934-BF64A7EBE59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6C7AD2F-E3BC-08B9-47AB-D1C0A65E22B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6207F02-7167-55C1-6F7B-4D6BC844609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DB9A71C-D3C7-1255-34A2-60B01663F07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C9F8BCB-C532-B483-6A42-2583218D25D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3CD5EF-7691-6419-C579-B90A7475421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59A77C2-99A8-607E-30B6-6B73B75D255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AC2EBB7-1E09-B601-9FF6-CEDDC2E0848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1E7619D-EBC5-F2EE-22A8-AA097B9A8E0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CF4E47-7CD6-9D45-4D69-888327C3D99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227C53E-1CC0-2FB0-AB65-1A06A5CAE54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183EC7-CD3C-0199-03A9-3EFA63D5DDF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D72CC04-6777-80D3-CE12-D1B7467CA18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4F5E1D9-DCA0-3D05-D4B7-8E14975E3BE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4225B1B-3B47-848F-64B8-D3F7B293D87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4D8FCD6-891E-54A0-E53B-3D8453AF136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0F9B57-0124-FA21-FC00-C1EF2C61B53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E259828-C995-59C7-D0BA-901733F1546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0FDD294-F092-59AF-B404-808CFDC386E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840A8C5-F39B-012D-0517-51B5EE9E0F2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32110B-3901-6AC8-9BC0-DC18286CCA2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4051B39-BC5B-14F4-3A66-1FFA40AA676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5DC768D-C6D7-5CD7-A6D9-7CE845E0F50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FBB186-2A53-4AD0-2FA6-52216EE5DCC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563556A-7E9C-A0AB-24F4-D0683E06DD2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FDC3393-C782-925D-C505-01C2CFE9652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FA72035-EF9F-11A4-0063-ED717D7B0F7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13C86DA-92A6-4098-2C71-49F8DB3CE64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D6D8A34-FCD8-F326-5FDB-D54E307972B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5979997-C204-1B49-056D-37FE72FD7BF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FC391D2-150D-0A78-FC11-D05343B9549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729B947-AB45-1C35-31B3-25658389B38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C177B3D-42BF-1BFC-2E68-C2F2056376E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F68F404-DD73-AA4A-504C-2A62CA48424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0263176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D16E6-E009-0FF7-C48F-D8F89257E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C51C04-7C1D-7F5F-7550-73CA77F8F78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C1849E1-8C26-5A21-1DEB-30F854EED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6B24996-46B6-662A-E110-A8C7B49475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2C909E0-E69C-B401-5498-3EE896204C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67D44F6-098F-AF83-C89C-51A4973AF0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155EFF1-AA74-03E3-FFAA-8FC93E86C0E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7003D8-1D16-C47D-30E6-613B7D608DA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3604E9-0507-284A-1E40-1CAEB31B9DD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22DF81-2D18-E9C1-04E9-C2A7FB6ADFB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F8BB4B-31C9-5724-96AF-2926150316A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3DDD4D-0577-2928-2D96-B7A817A082C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F5E787-BD58-B3DD-175E-CCF988ABB5E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6B2FB6-A891-A870-5460-02E3243A6CF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84C3D59-2327-6A89-8A0C-C124ED43DD1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34B132D-3530-FBD7-7F0F-8383893ED04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72DCBC-5478-062F-B667-542A2CB292A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1AF366B-E545-5339-978E-B0782A48ED0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79105B4-C0DA-F946-9D27-0422BC6A1EF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D7D2C04-0345-0E5B-F176-FD2D9C82784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2AEDD0B-D489-8843-15B3-CC523B4A170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79465C-5043-0BF1-A2FF-BA87F05FBD8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CD670E-88B2-0183-F9D5-78EBD045275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2DC665-3ED4-AE4E-F510-55D16E8CBA0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462573B-4154-516B-CBA1-EBBFA1954A4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34A4DFC-C355-6B38-8416-727EF1C5BD9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46CC645-9F57-B94B-ED1A-3A4052C9C91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25D3D0-B308-B832-6942-D92B61B0230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954376-99DE-A6C8-142B-FD82C14095C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615AD61-436E-ADE8-9B9E-8BA24D74B39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F39BDF-4F6B-47AF-6D18-99261D06900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BFC838-96A2-CE0A-BE74-46698254DBE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F2D8689-A4F5-046C-BE04-3069F3DFE6E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275873F-5549-D325-511E-91A5093D4DF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AA90209-951D-816E-5319-F3DE2BC5596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7AFBC8-7131-0D77-0C0F-2915FE29784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2B58F05-CAF8-D4B7-020E-6B9605270CF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5CB03F2-135D-186D-1742-A36FEF38F92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93C6075-8CD7-D96E-C121-F0658570759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36F8A60-8475-9D84-2951-C6DB44AD165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EC2A167-F6BE-8B77-F068-34A22A854AA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B72C9AE-6A9B-0B14-347E-3B0CA9F5B0C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1C5F930-500E-0F76-1C3F-3D634C1E244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E9C3F61-D355-097D-F9DE-74206A106BC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56BD8C8-5731-926D-C0C4-3A56648A8CA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DC8D9DD-81C9-2A73-BA6F-F4F86242A65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E2F1FFD-CAFE-F9F5-4864-A6027A3D829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E12BCC5-F59F-65C8-BEE3-2A77B05C57A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05FC80A-72C6-0224-8900-BF26EFB2284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61E365-3F61-E948-C71A-F3CC0ACA4B8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0B6732D-7F70-5F98-25CF-FD5B9B6A6B1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25AC32F-8D8E-861C-4291-4A552856818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C08E6F9-B161-B2EF-AAA3-FBA337E0E90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42943B5-398B-95FB-03EF-36F29B1829F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F02EA21-AEB4-495E-B270-39E47B21A31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540BCD3-1679-3C72-C858-A25098C2199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09E1FE1-E464-36F4-83C3-8D15DC7AC3E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63FDC39-083E-9724-5C4C-F83E306D94A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9B6253-5432-52F2-B66D-46946471F74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F35A1E1-0BCF-298B-8E52-3C4D625492E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3E28D3C-3173-822D-1BC6-BE5558E3930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052600A-95E9-5A6C-C467-030A6239B0C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5C693DA-1559-1DCB-0B08-5A536E32F76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F4F59CB-D3ED-759B-D7A7-E33E30936FA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9B2AC2E-C898-30D3-234F-8BF17570A97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430851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FE23D-4A1D-CE44-479A-689AC64EB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E4D12F5-AB83-5243-0D84-261F27E887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(Note 21/12 in Row 3.)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D6D77F6-3C34-CA5A-6BB8-0FFEB0F92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1CABF5B-9E84-7ECD-F896-8E33EBF496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2017B40-83ED-223C-69B4-DD3CDD761A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63A697B-1944-F648-3F59-288753E4C7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26BC234-8D09-7AB9-22A3-9025159E967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ACA26D-A513-D1D9-5D0B-3CEBCBD17FE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4A9897-4380-FE09-EE69-FD9D9A293A3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5A9351-D12B-37E5-B532-C1D6DDF9742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A8F01A-EB86-D28C-1B3A-06B4BBE1402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67680D-86A1-C64E-6CC1-345F7F88B50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B1E968-388A-97E1-A8CA-C509F7BD948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24B1B3-9C61-567E-B2F3-7B24A9F77CB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B3F6544-CB2D-AECB-31A1-F66E4B7971F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128717F-8683-BB5A-FD2D-6F12EC438E8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36B98FD-CD63-20A3-DAD9-E021C5FB648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B1D4A6-5473-9B91-58D5-D105B926E45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AC51A5F-8AE2-1861-54BE-83C9982BB78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CDE576-BA6B-7229-B40D-6D7767B5BF1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81230B1-EEFC-5CCA-D8D0-1DE7A310CFA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C7D1DFD-9C24-367B-6731-78785681360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97F3C2-B549-04A3-1B6A-1DB2F0DAE0E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983B60-CA38-34DC-32EF-3198CC7A14D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CEE513-42CC-D675-366C-F88A66382E5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F10286E-8245-CDBB-24B8-98EBAB3E419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B052421-1C55-3485-5F34-B1E7856E504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7F6CA03-35CF-EF01-D16E-C4CF4DFC0F9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8CECFF-C98D-680D-C086-122E2567EEF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49472AE-02FF-370F-DCCE-1696B8807DF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7241C31-42B3-10D3-1958-D7259D92CD8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E36738D-E36F-C443-FA4D-3E88B377CC7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D3A55E7-B578-D1AB-7E29-459E1409A7C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B1B7DC6-0463-55FE-EF48-76F95F79190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0B35028-ABC6-6E69-E2C0-560D76D6C15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9355526-851F-56D0-B08A-BE41220A42B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0BC4504-568F-DCAC-5702-EED6D494CA1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782C03B-ACF0-B754-DBC1-D856D5D7572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1B7ADB8-F6E0-62B3-B6F1-B48F68CB568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EE23CD-C285-611F-7C11-B08EDDF998F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DCBB7C6-0776-6192-95CA-EF10213DFF9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4977E82-5CEE-B3E4-EE41-6B6CFF8924D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EBB7D66-294A-AA9F-7D64-3640ED4BF14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2D1860-E372-6170-2EAF-B6FB061C50D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CFA6286-7971-EFB6-15BF-C3E96D7538E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63B0514-6FD6-EC78-D08B-5E36529922E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148AFBE-BDE9-97FF-B24E-8C850343D61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9A0DFCB-B039-6F5A-A1EF-6E76E095523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9865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4D2CEF8-2500-8CA6-6791-D7D01B8E4FE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A746764-32AA-A98D-8D31-8C866EDE6EC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B7E38ED-E86E-A7D1-9E9A-17268AFB5B1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8A613E2-8165-FE0F-DFAA-654B2994D23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563CBAE-3B26-04F8-54B6-71C87BDCC76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AF6432E-4011-F467-834D-9CE0019FE72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71DD6BB-423F-6396-E331-9297B94BD44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B3C41CE-DF6D-363C-D803-9B60AB17FD41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8554CEF-27D8-A401-2BFE-271123AA576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6F7A9E5-CAB3-0261-049F-D952B29920D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B64BE13-8822-2B61-06C3-574EEBABA76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F9A31F9-C367-257E-CBEB-2821D7F618D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C2B09D-F296-5225-2F8B-628FD041C4E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6855C4D-0C66-1E67-3B8A-3D990BF1626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81AB5B7-1230-8ED6-F616-8DB6782C433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F355825-CE36-8497-5E31-1D1986DB7EE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1EBE47B-D64B-F65F-5F65-3DCD9F2385C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519678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0F9FE-DFB1-55D6-BC11-84D3AFDE9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1A3B7F0-1E6C-073E-6CC5-BDEEFBEC2A0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56F4ABB-6502-364C-EB08-C8B00CDD10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1433FCE-10F4-6459-9707-36A86556D0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2B11CC4-47E6-57A5-7391-78E271AC2A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FA75514-895F-73F0-38B1-252AF30383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F82C4AB-D3D4-AFDD-821F-F0A11F815DB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CBBAB5-FEDD-5A2C-CC52-2D772F11440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4688AE-7F37-E860-9ADC-D0F1F56F3A1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E09EB6-564D-EE5C-D9B4-626B1D6F49B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70D7A7-84B2-7A69-83A7-73A34F6A21E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49C623-AD80-239F-847D-3839AB9DB67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4C71CE-DF80-2942-7F43-F97E2B96DB0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04BA36-B602-6AB8-5D84-E9B954F4392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ACE6CA-7A5B-8C32-AE23-DAF18B37B27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38DD9EB-007B-4403-3F91-D2315EED43C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FA69646-9F65-9D08-87FF-21CAA1B80A6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103180F-2C6C-9DA4-027F-CAD55D1323B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796074-84B0-932B-C1AE-72048AC8432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FA00DD-B22A-07F0-F218-D4C056C4C29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F278340-BAF0-71D6-1B67-948813DFDDE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F2253F-E22A-FEBC-889C-543A2B63105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654CCE-ED0E-6404-51DE-F619F5A5B36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3F4ECC6-10E0-BE40-2FC8-5EE86DDFA41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7A6E7E-0647-B8FE-CD96-25056281F0A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195A9FD-EB9C-E4C1-217F-99AF019C00E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BC3FDCA-402E-728A-5375-39BE8A9D025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DA211D4-265E-E7A2-7042-CD2CFD3F239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A9DCCD-AEB6-6AC6-397C-49EDFDEC20E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FFB7439-FC8F-3BAB-850E-40C1732CF35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C83A22D-1F41-7351-783F-428CC8B376F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03BCC7-AE68-7A0D-41A2-987A6D3F610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9B335EC-A799-765B-CF8B-8D30B3D5840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00976BF-3B34-7A54-B606-BA60AB46F46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6C5B601-9893-4F12-C7A9-284AE9136334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C8706E-B436-6871-7F3E-37CCBC57146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2CC3D37-E071-8A45-EF08-C1AA23A76E2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F7F54D8-CFAC-2134-7BFA-32B29FABE4E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BC09C4E-2B7E-D930-CA97-E970850F80C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A106F58-8A75-BEE5-8481-3593F0793A6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D1BE47A-DEF3-24A1-9E3C-F2281A715D7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7B70303-5DA8-9C8C-853F-4B2F947F7D7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D66EB4-4163-7318-4BD2-6FF21A64FCF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54FA389-8F29-73E0-E9A6-4E145B565FB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2F8592B-F21C-BD6C-4547-F5C69ABD82F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8D2879A-06EA-6448-EC8B-D686828FB8B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D6D3839-6190-67F2-32BE-D3DC4791359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4D702FC-5D80-C55B-DFE8-C055BF4B99C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5BABDEE-1AC8-C245-7C28-568D1A3907C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610B28C-ED0A-BCD7-A2B6-21CFA8EA277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B45677E-FA66-D184-5880-0F35C905DB5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F81C0B6-C7A7-00E9-F3B2-250E35C1A1F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305BB4E-4DF0-5751-4AA2-B3A8182F982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75D688A-2CFF-5FDB-BBEB-F65A9F5F1B6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271B3AE-7C0F-ED24-EF8B-40E23DC3B7F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681F0C5-95E2-B807-DFCE-5B8E6099785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19BEBC3-3C7A-B323-EAC3-AC905B4EAA8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25E9BEA-3514-7A35-9EE7-BC64BD875E4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36CA511-B812-BA4F-B59B-1DBA0157CC2F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E13FF0-6E9C-BDDB-A40E-3ABC846107C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90C983B-8FF3-FBDF-C2E9-6AC6CC1BAED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42CF9C9-BE9C-38FE-2F9B-5ACA6DA0011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9F79E6F-88B9-D8EE-BC9A-1E362409B75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4B72ADA-8FAC-58DD-AC33-B5BFB83597C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448999D-EA43-BC51-7B8F-08F50406D38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3497460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E6051-E1C5-4409-5EBB-59B125261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AB9F20-0B88-56D8-8217-44F0AA6EAE8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F196829-DFD6-06FC-15CA-E256CB3B48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1DA4239-6F6B-A9BA-1A7C-B093DB5969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E365CA0-42FA-F705-3D64-FE486BE415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7BB8732-D405-5029-F4FD-523D3B859D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B9F1ADF-13EB-500A-4461-8CF22E3EFA1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B19CB2-F12F-5C4C-3BB4-518821D21D3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E632E2-CC61-8FED-2C72-D18A79DCEAB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B19CE1-829A-93F0-E8B8-5578F1C1163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CF07EA-DEB4-48A9-5AAC-D2989330A3A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F69A50-053A-E745-DF05-12965CEA379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28E9A4-7A98-D98D-21DF-8A2EAEAC200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841202-3FCC-9AF1-B488-6803DAA7731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D5327C-C17B-2E37-B6B9-1314A46FC94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9E962F-5E80-B5AA-60EE-A50CA51E980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119AD39-7AD3-17AA-544F-D4520825616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DD975B-1AA1-3132-28E2-6697FDAD756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0C6BFE-D066-C43B-B4E5-1F1F29E21E2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236C40-9176-DFE5-1C39-614F7FB7D03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0158CAB-04AE-6A9C-03AF-D97F43B435F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866BD6-E5DD-C03D-AD47-ECA2B382181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1E8350-DCA7-37FA-21F2-C6CE227A307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7A6E43-827F-02B6-553B-2A8733554D8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72F979C-E656-B4C6-D38B-DBB2511E423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B6123A-34F3-48AB-5457-90B327CA04E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E910B-50A9-CB65-A0B2-C94BF3C8DC1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92E94C9-E633-5F3B-ECC9-23C1BBFB42D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2DF6E25-3C1D-8B99-1546-5B8671F9771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F278269-FF3D-3FF4-5C6B-7B36BE859B1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7A600E-9970-E372-A93F-55E714489ED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57F242-D369-1A47-6714-AB83E172124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21FEDE-6F3D-D9EA-5D34-0D9F5ABDAC1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E249648-81B1-9D6F-65A3-17A68D2447A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ED45B32-3946-774B-8FF5-E497EF1A019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BD38FA6-B611-F548-8A1D-96167AD7644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BB971D-E657-BFE9-0927-0CA84FFF960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D10828E-D2DC-2193-B086-A083411AA91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4FC1F51-B23A-7E2B-6608-203E3BDFA0C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9CB1042-0ABF-5F7C-0F7A-343828B9EC1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1495A33-2696-B797-A062-9F291D07A2F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C37819-D396-4ECA-FB02-E40296AFF3D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44F807-0DC7-E6B2-5A3E-5F062AA4E67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E19A028-2B51-3EE5-309C-EE9B82ACFDB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9513F4A-5CA0-09E1-CCBB-C8D3B7AC938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41D05FA-3DAF-37AF-501B-9B1D3B45F56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668475E-359C-D4DE-CA35-4912751E793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45F2FE1-5693-F86A-C6AE-15C52A77E6B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6874427-9A0C-EE60-6CEA-2ECF2162900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E43EB24-620B-9E97-3925-47EA4AA35E9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EB4FA9A-F550-48DA-B401-596AB544023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D87533A-2E5B-6499-CE03-8384D7017A5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6BC43D1-5961-0316-41B0-1974F57FE6B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603BCB1-F8A8-1A7B-079C-CA08A61DE71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C61024D-4AEF-A70B-1083-DC2F883AFC6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6EB5C8E-C92D-F5FA-6D86-2606E6061FE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0B95655-FFDE-E241-4D61-0BBDD44185D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FEE4523-BB93-697C-6B25-26E7404A068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D267CAD-B91B-1506-79C9-DC2D14BD59E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EB49419-9898-8D53-B08D-554A4D406B0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DB55D0D-3246-6831-8915-0B07A4242BE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B77D13E-2E67-704D-1200-42C108C5EEE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068456E-F814-3C34-DC9F-745BE33B5D7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1A0ECAA-370F-8132-74DC-A6ED27CBAFA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80AB994-99FB-2F04-E3E6-AC00D6D053B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0103881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94146-A71F-7F92-E0EE-40B7E6379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B33BC73-025D-F43F-3F54-867D5166DEF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49B514C-BD80-C76D-1737-2A6A28BC6D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BD5BBB2-EE13-25DF-5895-5FFF6D638E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EA05A6D-85F4-B3CE-33A4-1956EE8833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3033283-68CE-FB5A-5E2B-C99E23AD5B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DB723E-8556-86D4-44AD-C9965DAE409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61F64C-2B25-862E-2293-37D5F8603E2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D229A8-F152-7C76-2AE9-09CA029FC2E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2E7793-ED72-3908-225B-440D98C2C95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69D00E-9FF3-9610-2152-1DFBC6AD785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F78D6B-385A-C1B5-84C2-5549DA5E6EA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60CD54-E734-1450-1D40-E315193B094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9509C2-E0BE-E2F2-4496-A7851B1DA14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30F123-33EE-D59A-2D97-464013C8462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FAC315-71B5-38EF-CEF9-61EA22E5047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265FAD-6CAB-B748-D3EB-6AA93DE1FDE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CA4DA44-668D-B2C4-93C0-96D37C00804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5C09A46-39EB-53C3-A055-5FE249326AF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5AF94F-1E17-5CF1-4668-1F0C0C880C4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32CCB4-135B-CB16-88F1-B430623EE93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1D23FC-ED6C-3ABA-542E-250A4B131F9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8BF600-4116-098A-0F0F-32388185603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E709C6-EF6D-2663-0AD2-E7415363C05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6E9DC1-E621-F8D4-55FE-DBE13F768F45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F8924F4-99B1-2694-B7F6-35F2E7201A6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ABF619D-BC08-9F4E-1EA1-1F320B81769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8EBE33C-C786-076B-3F52-632044B7F8A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A174255-6DBD-D696-3E07-2087FC3ADF5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67487E7-9ED3-4E48-D699-8DE9069EAFF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E91545-CCAA-FB90-ED30-8D92BDB2655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149610-3124-78FD-0904-9718E72BF35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88D1F2A-60D0-C753-D0BF-19751B95F79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E32D932-F5AE-2DC8-FE73-0F1DA67F27B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6C9EDD1-A999-A0BD-A275-2C00761D6A3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468E309-A01C-B1FC-ECD7-74224EC60BF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806BA1F-C4B0-55BC-BC20-2FBC93E37D6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D43BB4F-85C8-5473-7533-443E15EFD3C9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D148D25-5DF7-5708-2CD7-4C8FF57F523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1056D8A-A878-02D7-7A22-6C813496911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8000445-F3C9-B0EF-0C25-64AE356ACA5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CD11B39-8692-1E31-B798-562B4762D8C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97294E9-9696-B1C0-7349-3936DEBF46B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D761154-30CE-0F13-6E7D-84B6EE93520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9D83901-B68A-A772-2EEB-C7C254AE4CC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04F048D-8A48-84A7-AE02-FADEBA94524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F2B74D0-5D5B-8181-90E9-6A4BAC567FB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9F4EE6A-FC37-E22A-3292-47F63FC69A1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82C543E-EC22-DDCF-E707-240D74D9AA9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1F88C4D-19CC-C706-FED8-9EE2F068D68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4077B9C-0698-A871-AB6C-7F6F1EA160E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A1C3A40-854F-8F2E-9628-98A5514EC71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915E3F3-9895-A479-9B4A-66C5FE1F11F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14C2B9E-4A5E-190A-5381-1B6FE15C3A2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DF666E7-660E-7220-6C07-0FBFB1F9185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0656F23-BA7E-D405-6F96-BD69620527F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5705891-D1E2-D908-EE02-E062D261ADF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801887C-6868-9510-09EC-54344225FF2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475C749-5011-2646-07C0-7A34D3BCA43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959C52E-61C3-9292-D2E8-F7C4369682F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68EB878-EB6C-8589-1882-B87CE0D0D07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930909C-460D-CE02-ABC2-F34C03FB11D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10E2BC3-CB4A-6D82-5355-A549FE924C1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91741FE-AE56-B8F9-1541-D4DA9BA629E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7AE9913-13E2-780E-7366-F0FE22FABFC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175697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21077-84A9-FE9A-B8A4-3A123DA60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672B96-F1B0-F24D-D0D1-C6EDD512F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EF0F15B-7E29-BB63-51DA-85B7D633E6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6C1E220-1C59-869C-4567-219B289F12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1CAE3FA-1939-50A9-DD25-F0A4C83197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AB269E3-75C8-507A-7B1F-CC591B1213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D1DED7D-A788-F0DE-7B3C-BC1ECFF817B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E1A615-B404-1A71-C739-E6E49EC9D93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3AAD6A-0331-0D4B-F8D7-939CC537460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BCE345-1AA8-05D6-F4F9-F876983BFFA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216DDE-EB37-B640-C53E-A3A02E93F5C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C720DB-DF20-7061-A489-890B345DA27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F36358-9990-9938-9279-E8CF0A165E0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3C8E445-C152-B740-D3BF-BE57922B138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FD27ED4-08A9-E2AB-5774-D73AB859786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A9A66F7-90B2-1108-1034-7F5E5B9A7C0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954686-F63E-3513-C45A-15F428346A0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F21B30E-127A-B0FC-C29F-483A9017ABB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C5871B-BBF2-5D83-A262-FC3A68C7EA4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FD683B0-33A3-F28A-8865-79C3A317EFA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20B8B2-294C-E819-8C32-E1B68AEF0DC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DD4512-9D8D-4F2B-32D3-57A2740A87C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DC7A3B4-2145-9D53-AE89-82D33CBCE9B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E5DFDCE-F0D0-BC5D-C91D-C3254027BC1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9B286F-37AA-D6C4-D5DF-F205CEE1078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2199E3-BF24-3952-EDCA-39653A83B01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B05A9DE-35D9-EC5B-5295-068476B5990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11F715B-5E97-40CC-F1A6-A7D187BC2CF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3F013F5-838C-2FF4-B6DF-8DE8E2CD425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BC5B0A1-DD86-7CA9-F0CF-7F40268CBD7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8B87D1-9459-634B-857E-05A931F567B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7189BC-9CAB-743E-BA0F-BDC1084CB75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12B124-A8CE-C4F4-1DA6-2901F3CA727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942B06D-F6BF-B845-FED0-3F5FE7C0042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DF48A0-F3E1-7B06-A1CB-77AD1D41B34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1EC2BE-82A7-0BD6-1B54-5264BAFFC99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8FFBFF6-E58E-EDCC-64F8-8DEA9531271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7F1EE28-37CB-68D7-073C-8B98A57F41B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57BBD1A-7F2F-D456-28FF-EE35683D41B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A4095A9-F8DA-2749-71C4-177AF6150D0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26BDCDE-20C4-2539-AF2B-0514ABD6845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AAACD40-382A-06D6-6C04-59426D77319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0E2AA42-AB71-B1A2-D9CE-D48DEB9F617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FAFFAC6-C972-4A22-CF6F-6DEDAB92B01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B84A687-BD89-AF6A-6150-8D628439A47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96C697D-21AD-DD98-0464-E2A7F8A8784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9020872-8096-826A-735F-E53F1E4BBD7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0FC5A1F-872F-EFCC-06C4-178E199CDFD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5E948E3-0489-9EFE-39B0-2859EA14F5F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D384FB9-9D6B-F2F7-A9B5-89D4D769602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49F9AC4-802D-C201-F4DC-3D9CAFFB565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346870-0145-D2A2-C11E-6D4171D201A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A2982B6-1F9B-3A18-9B45-713420216D6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D82953E-1F74-D4A7-1C8D-B70C952E5F8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24BB18-8425-60C0-DE35-402F0AF5413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E3F559D-A5F2-243B-B9FA-E343F1CC582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F13C205-5CD6-004A-6A0F-304096AC4BE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F9C83FE-C406-18AD-158E-C63A91DD92A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6CCBB9F-6C4B-8116-27F8-25B47323A64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A31B2E6-5F5E-E474-F108-32108918346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EFEAE1C-DCA8-82E6-3E4C-E795F1E7AAF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C50DDFB-FBE3-5001-4009-8265734A146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74B639A-C1AE-7336-0A0B-69A7C62C865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5EB3AD5-73F8-32CA-6D54-615B31C458A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4083A46-6248-9622-B711-6B530F7F151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5381693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B7508-140A-2148-390C-35B16618D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FB3F48F-A64B-AD59-DD8E-A4757BEE8C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5A73960-2FA4-43AB-39AE-20173ECC2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0AB34AE-199C-C676-8D0F-B9AD1650C0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724DE62-6703-85CC-C9A9-EF271437FD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2A2D7B9-688F-DAB4-880E-18265A7862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E5F2E52-D951-FCAD-FDC1-CF959E9DDAE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A1F4F9-2CB6-B225-1680-8287313881B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2C494F-33E9-3695-A05E-E06ED857725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48B6DE-706D-D15B-29F0-5556116813B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A42B8-E55E-863D-7331-ABD950573D4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07288D-7925-9CC7-B70C-26618383456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4933D4-57FB-E5F6-FF39-01357AD4D99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C706CFD-7702-533F-8EE2-3DB71D092F6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155308F-5D48-F3BF-A742-08F39AED980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3D81FC-2133-61F0-CC83-874A9CC58A0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F12513-1687-5109-50CC-02F03F9F07D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7E60F97-306F-F1BE-78E7-143E94E7680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AACF30E-DCD4-7821-2DB8-713CC7F5F4C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DEEF322-3FF9-88CC-9769-282EA4DDF1E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DC8315-AAD3-6058-1498-B3DBEBB181A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1BA41D-DF66-2572-5562-D889667B9EC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525119-137F-9EDD-DB0F-12E39FB7E06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CC564C-512B-4061-F83B-526A7AD7669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86A62D2-3A54-7508-B7FE-565AE7F03CF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E6AE220-1934-D015-32AC-BD505ACFB0C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B6E13F6-EA28-F475-27FD-1169FF92637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AB71482-1707-DE2D-1DA6-E32FA3CCA60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E9A92B-3986-B022-17AC-2C84C03D572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965A92C-DC39-E1D5-48E8-16D9C0CAE5B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9D3A464-2ABD-DA52-C718-A0E369308DB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2716EE6-CB29-8B4F-1867-E8846B5895B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B6E6ADB-82C2-8268-02AF-9035E120439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E8CD705-B1B6-3B0C-D17B-DCF95274D6B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656BA2A-18CD-962D-AB7D-46B81C6591F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5F4C6F-F39E-AB4D-E2E5-E0043E162AB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C92DFFD-CEA4-E68D-B1A6-954E21FCF9B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0A69CCB-2066-D1A9-D129-693914F0CFC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02F0CCE-CAC3-3469-01FD-34BC7F645C0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6E86B59-CDD5-C8D4-39B6-54BA753BDF9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8659B3E-2338-8F32-119E-E2B8B670A08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F27B127-6106-0DB7-93F9-DFA1D22BBDA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C54FEB7-45F4-29B1-3EB7-C0E0D00C91F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9C2DB23-D3C2-58B0-F916-102C189B029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DC28C76-BA11-8FC8-F4A6-EDCFA0D3427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98CDEDC-3399-E031-614B-547A8E327E0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C62F1F7-87C2-9753-BCA4-C6DE5F4B6BB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B0D939C-93CA-E124-90BD-E0352B9A9BD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5FF77CC-AA91-F486-B717-D05FB5DCEEA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AFAF5E5-0854-5133-7237-CBED9F034B2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3E41CD-0C44-7840-D24C-45D69024FD3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DE1871A-7A2F-0A00-C585-EC6F049A503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77546D8-1ED1-9AC0-2AE1-EB29F6F1260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25D8BEB-8DBF-663B-48AB-E0699FB9CB2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DF5C0A3-0D53-1918-3E96-EEC787D942B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537C721-49D7-1D94-81D6-FCD4FC47C37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CE3E6EB-05DA-03DB-FB23-99EB7A62588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7B839DA-3F2C-AC6F-E558-DB1D6D34A28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33BCE80-C88C-27E0-3B21-C03B84EE220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0FB6D47-8D14-7A55-65DC-B55B3A21F55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8517792-28BA-C6E7-2A7F-9C3D058B301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D50F553-E43D-E64C-41C2-D0E3B05C0F5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7218249-7698-FBAB-2FA9-D7505F5C8DD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2C56B73-1D4B-2C2C-ABDB-80B5A09FAFE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8683A05-16F5-8421-AA6C-74520FE5A54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960459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FFFE0-B169-38A8-6EC7-CCBB1A1A5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A556F6-D2F7-401A-1971-8B2338CC84B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A93FDA9-3ECF-6D71-EFA8-F6EDAF2281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04397EE-E6BF-6B0E-60DC-AFA56486EB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F1D3F5C-C289-108B-D3ED-651ABAF8BD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EB1412C-34F8-B88D-1F8D-ADAC07C646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88705C-7495-E96A-E0A7-F24C9ED002E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FFADDF-8E98-3D8A-8AAC-76879B76F4E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BFEF22-4F3D-DEF3-FB93-3B3A597863D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B420BE-BA7C-2AED-4688-408C9C52ACE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AF26F9-E5FB-F6A2-AB3F-CCDFA09B20F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8C0AD3-F52D-862A-089A-4354AE947E0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B67D312-0365-3FA3-FF7B-7651895F172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690EB1-0CBB-80BE-F435-6DBCD54F923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35EB20-2E94-3C63-1FE8-2847C4391FE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B78CC2-CA55-4556-E329-C19968B75C4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AC33887-9209-FC49-1D6C-30C0A1E16BD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461B43-2FA0-40F1-BEDE-C03641FE134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E001B5-E154-2FEA-788B-6739E0632E6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A104A0-D907-F05A-1B75-5CD2163C1BB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520B27-1BE0-34CB-D552-90811E25FAA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540E84-89DF-4B91-EC25-899A2910CE1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DDD156-EFB8-7973-0DCF-6FF76D5E705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55F3CA-174F-C61D-E5F0-1659BBE80AF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B2DDAA-0EE4-60A3-F0C8-27B129B817B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A45B08-EAF3-641D-3A5D-751DAFD5B56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D99D991-1D9E-611D-F498-41688C26C2F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9529BBC-1ABE-A69C-4AB7-8F2EE9BF4C1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13A46D-5C4A-4021-9FFB-9FDC0464499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B3D48F1-3821-3EE8-1BD2-995DD9B731B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31B0B8F-2423-CA43-3F56-3539E565C4C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FD7BFB-1FCF-6274-B7E7-45FEEF7BB91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C94EB57-E194-76B4-BECE-70149549DD7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B0189C7-824F-0823-98D5-F7758CE5B9D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EE8C72E-BAF5-CA35-B9DA-78EE6B6EEEF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DE79064-1E03-677E-A55E-5BA40845096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03F5FF5-7922-95FD-B370-390D8E84FA8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2F0FE82-B4F5-C066-C33F-132CD9D08ED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81FE275-8CB4-3D14-8311-549A9E90674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55B7F78-8BA9-0966-BA55-628495D2C38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52170E7-7122-50D8-1776-31EEE82C0E4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C9880F7-708F-9C58-C677-E98D0A4833A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AE862DB-4124-66B0-ED98-F780C2AEF13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D65AA3E-68FB-F652-A12E-E7E3C435D53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7387CB6-35F9-E440-642D-75AF8C42E11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A0F1DAA-7619-3361-CE40-850CA79C3A3B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2107873-2C60-F926-2724-00A2C7A9339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BEEEE02-3A94-091F-2962-DCD968BDF10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22B07C8-A32B-5046-8D53-5BE23CF4D10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D7B4CA5-6CFD-7906-AF0E-33E3B8787E1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CBE927A-59E9-73FB-A9A8-ED6E95F5A8D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A8CA6EB-5468-7E8D-28EE-E4EE69F223B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702D17C-2399-C44D-E268-DC49DBCC383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30E0305-F2CF-6ECB-ED17-8A5954B8AB5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7DC0D81-289A-2A20-CB01-4D56990863D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DC68AE9-5F3A-0647-AEC1-BD9D0BF4A97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9CEB7D5-C487-1E1B-D090-AC45225C8E3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C39BCE4-36F4-A45C-FE38-88E066CADEE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8515088-1478-5E2F-73BA-31F9C168ED2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8C948B0-EA70-C8F2-656A-7C2495C7D5B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FA55CC2-B6D7-D8DD-FBB5-761FEA2ABC1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A0456BA-AA93-7252-7DFD-66C7BC30351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631806E-894A-58C7-A667-4999A5694D3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9C65806-8C57-EA4F-7843-54D6C3EC0F3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302E07E-2E6B-E037-C776-DB5FA6C0CF3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4940267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7A597-69BA-BF61-0464-5858C2B2D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6F2DE9-36E4-D946-1E81-3E887EDF83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19F3FF9-2BF6-582C-7CBA-522B6B4BEC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680289C-67F8-EB30-56DF-4A57128210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B849C35-C8F5-6D10-1CE8-0E1CA04627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889B76C-8221-BB8B-EE48-1834BDCC7B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848389-F6D3-854F-5CF6-E38D165F0F5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1C310A-8691-B446-DCCA-5912FDC2D8B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92E14B-73E7-7892-C2E6-61417E311F6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1D6A40-37AD-1049-FBE4-3CEB243AE77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641DA9-5C55-12E4-6D40-CD66FB8B0F7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7FC214-0258-F1E4-4ECB-AB7CEBC6A09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0C2AC2-61DE-792B-F3E0-E35954A5B87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4DC8B5-3064-1F59-D6D7-B81139FCCBA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8136BE-BE09-0E76-BD17-B389ACF5550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2F2C18-E390-200C-C7A3-A3CB9CCFAD2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46E1C5-8C43-2903-7D30-FA6EE5720D5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E7439EE-5776-093F-7624-47F7E5EE0FD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C5E6AE-FAED-458B-B4B3-2433BCF30C2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95C256-FDFF-BC4A-0FDB-71826B064DF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0D5C05-24FE-A9F4-5F22-F2EF497C21C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4DF5AC-7184-CCA3-8251-233A0C4D1A3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759E3F-9F11-B5F4-F178-D96B152468C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1D804C0-5DA8-3E39-B610-DFF2841A4BE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025214A-FF6D-E26B-ABB2-74F415A6582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BE83F84-74DD-77E5-04F7-DD18651B12B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4C7CD83-F7FA-9E81-8D31-8E8B2D35CDA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8DFBD0F-F283-00CF-0E7E-03B92AACD0B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B61A89-0550-EC55-A8F7-2A91743FF6C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F3F81D-2CCE-4021-FC6D-520F5D93D04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1432D8D-3ABB-9944-2FA6-31C093817FA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096D98E-CB3D-3E54-7D82-80151536AB5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7ED04B4-4CCA-578E-1176-1DE4AD70438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3E7DBA9-C83D-21D3-420F-EF767594E5B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5B9A867-BBE6-15A3-2F76-A7C1D475A40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5480311-0419-AA58-B2D9-B83814F36E2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80FBB06-CAE5-07AB-CD9A-DE7C4426B9B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6A405A1-A8E1-637D-AB69-C938B62CAD4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AADF913-493C-DC08-8BDC-95BE572DFCA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86BD913-4709-9A45-CC38-5B45C4F93D3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E298CAA-B5A6-8DB8-5966-6F6BE53F826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5F9EE60-02B8-42AB-D453-5780DBF0DF4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2FC3C8B-9710-E83E-9593-B8ABFF3FC52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8AF1C84-59CE-9925-4DF6-A9F79F98EC4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D46E96E-AC98-7BF4-B746-CAF7B8EB61A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4D0986F-B51A-4012-E746-165ED123686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D9A759-5CFF-4778-0C6E-850A0936A64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C016965-B111-A9E9-7B15-E853AE1B582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86C11C7-D724-5876-829F-FD04E02C4A9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DE19D0E-D5EB-BFCC-15D7-4AAA2B2C38C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B66AC16-EB70-344B-5CF5-7A24000D626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D31408-863D-B085-4FF5-FA0C891F28F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41EADC1-0A61-2A68-5C23-5B40DA77804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60EAE93-E962-E88A-1A8A-993D8273BF2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FA650E2-2A73-0145-58C6-BB9C101969A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89C9F8D-3AD0-A641-0DC2-63618A052D9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1DFA5FB-5BEE-C63D-F110-E86D166AF87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E617236-7404-9166-2BD2-363B6074E52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54063B6-A71A-FC3A-0346-C9BBD48518F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0F4AFD-674D-72FF-13EC-1EB0379C7C2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1DD46B9-7EAF-5830-9AFF-8DF7A198322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31FD88-FC20-D9D0-F677-B0FBF1A2CE9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848E590-0A33-1203-9A95-53B6E910D0D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9515C74-0FCB-728C-3B4F-1100C5F0FB7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7E8BF51-463E-8737-B60F-F8263A0C03E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3353001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836B0-2A8A-BF69-DE2A-56AC6180F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F6BEBB4-0412-6414-7458-A5CE50E16D6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5 in upper left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857E972-C20E-A1D0-7D90-5607A89645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71BADC7-FAAD-A26B-6013-825EFF7C5C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16E413B-10B2-6CC9-C5B9-1F241A83A1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F0EFF87-84C9-4B9E-04F8-61D3FC9082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FEEB83-A24A-C431-CACE-16068C6F6E4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1BA301-2891-6A9E-B842-ED13BD8240C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977CF0-7D11-B95B-6C30-372B00979BE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7E4271-77F9-4B08-643B-F07048BA7AB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BE80C8-0603-6506-5CDF-16F6792F282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8DC338-8BF9-ED2A-4C18-0E36129E032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2F7474-340F-9604-F55D-CA800575AD0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30247B3-51DF-5993-B565-EE1E67A9FAF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6229E7-6C95-8B96-2FBE-06C90AC600A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3E0C9B1-B122-29CD-E6D6-061A35E97B5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C75E06-47FD-1537-7B0B-73396F8138F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8FE33FE-6775-7DDC-B993-8BDB2E6C3C0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7230A1B-F58B-4881-3331-FCD3ED3E3C7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31F63E-3F67-0C0F-A59D-8EF38106C44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AB1135-B614-3028-E915-AF844A275D5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5F4D68-6F28-25B6-1AA7-551AEF87A50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2D73CAB-415A-5CB9-AC37-985C9F29D79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141D9B1-F874-2F0C-5110-E6705DD1FA8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4FF15CF-BEFE-F598-0591-327372B42F6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D9A01B7-3C55-E4B5-6038-C77B2D7C4ED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687A8F6-0FCD-5959-7578-3C7FCCB6E17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5DE252-5ACD-CD07-0A90-0EDBE1EBBDC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178B428-790B-4D3C-813A-5241FC180EF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78942D-E863-7375-7CD5-ACC38B13EB5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5E4A371-6845-C45B-1D3F-D2D808BB201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11E9F06-ACC8-772F-3345-8476D59DF1A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1E67297-DAAF-A2FB-4730-55E099F5345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BFFA276-F696-8A51-569A-D8551CA991E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79EE09E-404D-1DA0-8AB9-CF34DAB206C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18D6CE0-19F3-0292-C17A-5D698209ACE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6759238-F6FE-1B4D-4EAC-DA6021BB928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94EF0E-B080-46B8-72CD-44A6CD552BD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5D7B912-D700-E4B7-1E50-B22742F12BA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08D7BEC-0DE4-8C02-F1BA-AC17595DA00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58D0A1F-6792-A817-4081-2B348E92DFC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060A1C2-DB82-9773-3079-4D236CD8B7D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1662FAE-8E7B-05D0-7888-55FF8D038F2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4282FF1-76F1-83E3-7AD5-FA68949C088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2DAC2B6-2D99-F1B8-181A-9BEF4ABAEFC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985528F-410A-880C-8A8B-5D277C28513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4B46914-4DBD-D3C2-8A8F-72E4A4B6124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0546748-EAC2-CBFC-4393-C4919C2AB80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EC2F400-BB94-8EA7-B603-76A1F0A16FD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B60D83D-CCF5-45D0-CB1F-CC38DC9312F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8189A83-F74A-2872-42FA-2B4C16E8E9A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F1F5329-7DF6-68ED-359D-4CF135A0256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36AB60-CA6F-ED86-694B-146681C1539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9EA13D2-8862-A057-4996-F895F2B44BC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F02989A-086C-A749-BEFB-DE9E6DFB175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DAECC0-A1A5-A47C-6642-C559E98C29F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C8568EF-CC42-E37D-0DD4-29A39C32D3D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85E5D34-5ED8-CEFF-6888-89364D0E122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09CE10F-F98D-9867-ECA7-A325B47E368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0741049-0153-F9CB-EE28-15519311E4E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4662E05-5768-90C2-B48D-85DF64E5454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D6EED54-1131-DCF9-E5F7-EA190654F0E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E3CA6BC-4811-3E3D-9C9B-8CC70707259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9648A01-BEC8-6E78-C7C4-2FC5FE72E59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F18F348-0725-C974-3DF4-9FD1AF6F998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5852128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0090D-C3A8-5969-AE0C-D213526D5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0795750-BBC1-9589-AA80-D892464C732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25A4C53-73E7-8B9F-1B3F-C6A01F14E0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1C40441-CCD8-3B67-D84C-0C8E0D4E3E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42D1DA-E320-0C80-9EDA-B600E0F3F9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039DC8D-AE81-4038-D55A-A9E0E82FD8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4056B62-3D1D-9CC9-FA81-5FEB2E6FA0A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915A29-110E-DDB7-D4F3-F8D0AB8A038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5E23E7-12F3-1C92-AB04-AFBBA910A05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AE1BD6-712A-525F-B6B7-020ED2E6503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6AB31A-1CEF-F24E-F565-193CA1B4333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113DF5-9DB7-4D1B-FC34-90A571EAF4D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DB775D-9E8C-E995-17B7-FC07B5401BB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AEB034-0343-497E-2A56-3B9C9DCE674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526C76-1048-9009-8158-CEA5E4858B0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FD5AE4-6605-E728-9BC3-7011D0B5D08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76C3DA0-4FB5-EB78-8F6C-25849CB1C4B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734BC42-D4D1-5015-69E5-5162D8D5C8E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9585586-4C28-633C-8E8A-94558E25FFD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3B533FD-0203-B634-C2D7-10CC661905A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0A9993-D688-DDD5-26A2-5B005BBC503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37501C-1CF3-F045-5A49-8A49A2FAD15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ED7F4D-5A59-C4E8-68AC-AAB262618F8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C92DCA4-5827-9A2E-2E86-C81159D465F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2D268C4-93FE-CF65-5AFB-923F146BF92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C68ECF-0A8E-16E2-02CC-821D4DE1562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A54DC6-D9DD-955D-8502-AF743F92CCD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C9275C-5F7B-E9CD-5E14-D0D30943466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C91ECF-C5BC-0AB3-A041-B5F42294A13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57BCDA6-B8A1-86B3-873C-EA1B36510D3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595334A-54D6-64E3-3154-DE29EB1D3FC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BB59CF-6E08-0BEE-39F1-E86212663F2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AA11561-7717-30E3-1B20-BC83CAFFA48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0B2DC4D-0E1D-33CE-098D-2F6A6EAF282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9E6012A-0D2E-4027-D39E-0B79D72C464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4DB566A-E188-B805-E695-5DBB08C8A57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3E09DA5-1FFE-1365-CFE6-F0528B14F8C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13D0BC5-13B2-CDD6-2B62-947E127DB22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248C8C6-D73A-C52A-ABD7-7C5E801808D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50667A1-5E9F-5C33-C514-46B1F687C4B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25DFB1A-794B-E726-A895-8EA9C1DA8EC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A7C190F-C198-BBCF-D0CF-ED87EDFCB52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448E15D-1B22-2723-038A-4F1E66C96C0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7A0FF11-CAE3-FD13-202E-DD1DF583014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7AD501F-3CBD-C5A0-6B5E-8DFB24C510C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A032A3F-B718-44C4-F69F-7956F148743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A62AB7F-CC12-B567-A950-7CA2AAF5D0A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E9D6E6B-05DF-39A0-414C-59F8B96169B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31AA3F2-D3C4-72A8-BB21-BA5D4DB4811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A73869F-D099-F329-79E0-D6C27626FBD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4607DF1-55C1-E16C-9B89-6CB22C97373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6115BC7-61FC-7711-D710-2AA3A4F4E95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07BB3-44BD-EC83-73AB-FCB67ABC0D7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5CC279B-E3C7-A1CF-0536-82C270CD934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40F8985-D3C5-E815-5A92-9861AFF6DE9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AA11AB5-9E22-DE25-7FF5-89A7A645965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0855CC0-ADF6-7145-5D0F-11E4A1D9021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8BF6EF2-78A3-CCCA-0AE2-19381EEAAC4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8872A95-C55B-BB51-C255-26798A81293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36F1D1A-7029-99FD-9E53-8F377119498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57B0210-E7DF-A059-0978-D28221792D3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FA4DEE8-0A1F-176B-DABE-F14E0E09529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D3396A7-F5B8-1643-010D-40031097780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E21488B-EE8F-5F7D-97C4-6E71E74838D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650E8A-D42F-4FD2-6980-EB039109819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8558929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A280E-A96E-39B2-E035-5156B9470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B7CE7E-87F4-5155-D6BF-AA8313EBA37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6 in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6F859E9-76C5-7C62-A57D-62369DD604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C37054F-4154-44AD-BD8C-C9FE8ACC02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9AAA658-B4AB-46C8-3415-46390A1CF7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BAF1A40-9FAC-5397-844C-E26D1D5F91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20AC10-D369-6098-16E2-E91FA9F1A53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50AF0F-7B48-6E09-E9CA-5ABAF0912DA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D72A01-C7EE-D54C-0524-4A6BF4B7F15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6BD4EA-D02A-6D95-A8D0-62F19F42308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B0E482-EDD3-F4B8-567C-5BC0310DEF1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BFDDB2-B943-1AC6-8B33-11B978E2B62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CB8DB6-D000-7FF2-CC61-ECA42527B8C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DA4CF9-DDC4-FF30-D33D-6F6DC7A6EE2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4397A4-2A17-0A89-523A-D5E83CAF980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0D8C355-A637-3B97-F2FA-545CC3C2B58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13D8BEA-0F44-25AB-3F61-FDDA9B72735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7014940-27CC-1458-A44A-495DC5C0B67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C57CBF9-6360-CE2A-DFA6-FF6DD705449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38A0F7-0328-317B-2E60-17193BB57EE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2F3F51-E755-69D6-6790-8FE9070E9EE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05EE13-E4D9-8ABD-BAC3-A7949BCA35B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D11FE2D-A7B3-65D0-0AED-C0580B2DE6E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19D281-FB4D-510D-14B5-A9913833BC0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2515EAB-D434-423C-F352-D4711F7C7E2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61EF6F-BC71-F7E7-8B53-60B97818950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1DE0203-2D47-BC28-03D7-7433C2BF692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C9F578-3931-11AE-5035-E4123D3FFBA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5B1278-C592-21D6-6D28-FC88A470A12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EB6880F-AA4B-C766-7253-C5D1F01B065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203B18C-DA97-CF9A-AB6C-23CA16AC542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5101829-1B6D-6A3B-211B-8FCCC9EF365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8A2197-BC40-FBA3-FE84-729E68891DF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47253F9-90A7-C3C3-2A1A-C7FD56E65A4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22C3BAA-F16C-082B-147E-E2BDE1B991A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50C3C17-3F61-A77C-CC1C-D6794C4E5E3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98BA5B8-6575-6CB4-7DFD-856599C74BD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FD1419D-BE11-E902-2746-B79B9D89F0B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B1FD75D-3A7E-4E74-C359-BA03B1BCE5D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E283958-6A46-D06F-D507-414555B384B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35A0FD1-1364-9154-9B56-8E74D350527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7534891-3850-1C56-DA75-A5043B01A3A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E4F5BCF-0ED1-CFE4-8095-97FF1780DDF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4865C75-877B-FBF2-457B-CB5963EFE81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BBB21F8-D4DA-805E-C452-2FF335DF212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715DFC6-563C-655C-0E1D-1E2834F19FC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FC72461-F0E1-B824-C39D-FEEAF7DA13D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518EAF-5AA3-E9F4-AED7-A5CE9B4921B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B36DCD0-12D5-FB57-CD9D-E35D9A427BA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3208D9-430D-B829-C213-91B590A10D0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E6809C6-9DA2-74D0-D9CF-BC8251570BC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27AA270-776E-5D78-397D-FCCD7FBC9ED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BD2F12D-D506-C4C0-A699-75B65BCC541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4DA6412-D109-484C-1EDB-A611D3929CE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B98B03E-E8DD-1039-CF56-7177A21990A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C92CA10-C3D1-B13C-798F-14DC6097E306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15B9199-DDA1-55FA-E5BB-29C10314FE4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8C86A28-F88E-82BC-6F8F-768196C775D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4119C38-FF95-B0D3-F11B-7D0C9A3872E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300829F-1A58-529F-189F-9C0A8899ED1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A5800F0-2ED6-A90C-59CF-84D89DA0DB7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524FFE8-190A-273C-0512-AC610533864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7B64720-5470-F6EF-5B67-078095EEDA4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2A1C9C2-F930-007F-149F-A6D87A92334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7FCA162-D82A-AA5E-6796-2F8365996A5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4B7259-2BF3-B8BB-2790-2AE76DF478F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9433549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4CCE7-97C4-1414-7DFE-796BA3C61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F84E825-803D-35F5-D144-E624EEE1E50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Rows 4 and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FE5A48D-4971-1193-5019-2A1D2E2A6C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90539B1-7A5C-D490-E8C1-E5EC0ABEC6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3A43CE9-3CE1-C6C0-51BD-08B4B2A1F9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AA44B5E-1FD3-71F3-D18A-1F757CFFCC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C7C599B-885C-C74D-50AA-D06E7655CFB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BD4044-AD29-B867-3704-D8EC32BB563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7CC7CC-5466-ABF8-2286-5A7D4F1B61A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1A7A92-97EF-6A5A-70E8-C73EA4F08AD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18F81B-5926-C2E8-1908-102CCADF5CC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AA1CA3-806A-A6BE-64E2-4A0ACDA3679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198C20-4287-88DD-022D-DDAFF4A1E20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51DF7D-B032-F93D-CF99-D66A8FD476B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04D857-8FC4-7267-E95D-6CC6CCA061D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C92C45-9F09-E9D1-6A2F-4595C6EB78B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5ECD11-F312-1C6C-AEB7-E519199959E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CB1F81-48D5-A000-9CD8-E0AD4D37584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48CAB3-023D-9B01-EA67-77412008C5D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2334C0-E0C1-3979-CDE7-6A530AC7BD0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286C1D-37A0-790C-EB9F-879EAD84240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046D504-530E-159E-0C09-392EC39D615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909BE9-C728-70AF-7F67-23906CDF91F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C620D7-DAAB-2258-3D12-A1446F55EE2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8B05E39-A697-129A-FCA8-30C3C094C8B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45E5B1-1D11-0EA5-534D-B8B95F47340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8D48851-C036-814A-3695-A338C3ACAB5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89147E-45CE-DCAF-ADDC-9D7E3B6401A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E5A9C2-D652-54E0-0205-0680EB05499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B586150-CC41-F4D5-F0B7-FCBAA3F9A4C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1DB5AB-64A7-CF76-70AC-1B483BF529B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F0A4D54-0B67-11BB-2B6B-E9BDED5D419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BB72F19-8A40-AF93-9DA9-41860D31D7F5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067CF34-DDC6-273D-7BBD-4F85D56C665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6132824-9DF4-49E0-A3D5-0C715915B31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BF9AD2F-6AC2-F0EE-0B3B-B4866D6E200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EA5A7B5-1B46-D9E1-3447-E72403DBDF5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ED8D1B0-EFB4-B4D4-4E14-F61E5C052E7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0EE35F5-EA97-1971-2587-6D960FE624B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4E85DD2-8B1B-DC02-967C-0B9C2519EFC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9DDFE0F-30E4-9B78-E926-1E1BEB51217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0C41080-D396-E4FB-62A1-1A7162E321B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107AE41-4AC4-E272-5A2E-904F8F036FC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8B8A353-94A4-BF9A-21C6-542C733E118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5A208DC-88A2-9392-6E45-E0477A3D3D9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49AD198-58E7-581B-177F-A81FEB43F79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E5D7CE6-5FD8-7414-7500-83CB27F2661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C491FC1-9A1E-B93F-3206-E08D83FBA80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50FB9D8-93C0-FA3F-0F67-DCC8B81FBF9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014EEE7-0637-39D6-85A1-62ABFD2EA64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F83DD2C-C98A-3C3F-5085-DDB7AADACC8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CB08BBB-4A8F-DDCA-1885-256D8A244E3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ECC2373-56F2-D54E-8F67-6FB392A5DCF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3EB3FD-A8F3-08DA-B6DA-DE6E64FEA9A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BA0F9D1-15F3-E2FB-6B7F-1C4B31C42BE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14F5AFB-C19A-0099-1AC5-F3C031A7A96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6705875-8736-1E21-4EF0-08989EB9E25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7BE7705-1FBA-C2F2-3303-84EF13CC01F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BC18809-3D18-1649-7A08-78AE7B7FA3D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360187B-3E51-D9A2-DA21-5AF45030810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7AEC580-8909-B72D-EA7A-13BC0FA7C7B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58259B9-5B3F-2A3D-C836-EDE92528DE7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01C43CF-3B27-E561-43D1-F56AB77C8A9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00BAD03-16FD-50A3-86FF-5CDF61C5E0D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869D34F-D89D-D21C-1CFE-AB80F51B810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3C0378-E83B-E397-B9FE-BDFB691EA5B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252F2C-556E-1694-8B46-DE0D938BBC3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60C21C-33AE-A7A8-DB8A-D8E1566DC5A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3642047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AB498-E693-9670-CA60-5A89DE047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62F0B46-D651-8CBB-494C-E6F24332351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D3BF35F-4D19-E1EB-5136-F7B3E0C5EF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47FA7D3-9AB4-183C-9318-CE4C655671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D4305C2-9710-A48E-154A-E03D25272D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41C1721-C2C6-22F8-F664-4C5F25D1AC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79F23E1-2C7F-FB9A-10D9-3F5FCD7A98C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6F5151-359B-DC83-A8BB-7E21136058A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893983-CAAF-37B8-65BE-2D03D8B5539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259782-CF40-BBCE-5D94-806B94A7A74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AD577C-28B8-E0A9-A316-75ED8F4734F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9F77D8-E235-9052-7B6C-2C1FCA79126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50C922-9AAF-5DED-3D16-6CFF37F9383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D39876-2A9B-DF43-659D-05029E802152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841E656-A466-3C35-BB56-5C4388A8144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844A915-5169-5B5F-2733-9B1F21D9E3E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6C78480-9A74-5E35-11F9-8B5AB14EF34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889D858-AC91-6EF0-C9A0-08E6B45F412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391B1FC-090F-2DF0-4A16-D7DC6ADC86B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4232360-469C-DC57-32D3-7CD322374B3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41ED7D2-EE2F-CFDF-9815-3EB1AB8A6A7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42C1EE-4F7C-BE15-2A86-49956E340E3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60E8157-C86B-DEEB-8134-3E52ED0172E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7F6CEB2-FC66-CBAD-72CD-4103CA3D133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47C35E6-7C80-B6A9-C3AE-5A4CE8224BA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E3331E1-E51E-B8C6-3811-3B844041775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07AD8DD-5659-4E8E-614F-EC0DAC49457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0421C3-426E-D5C7-A290-C7994F05F4A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BB2EA0-175A-CB7A-E2D8-3F490E2F9CD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74541E-C2A6-E0D8-DD84-9CEA65D6CC1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5EA24D-D4DB-11BB-D218-AFE1B7C4ACD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C6D3F17-92BC-5744-F373-98675414E7B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BB4C2B1-5B0D-8E1F-0E63-DF296C82223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4AD290E-5418-5956-31A1-E7969C3CA92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AF99FF-E14E-137D-AE79-BEFF3A3709E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F7E0DA-C1DD-C84D-A031-FC39708A2CE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9739C52-267E-B5FB-3885-FFD5218F7F3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8F17B40-CD70-7F3F-F975-CBDFCC46704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B8F1B8F-077A-9D0A-D988-5FF8FADB197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A898A01-CDFB-4856-849D-BE986C98B5E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E81DF95-C8BF-19AB-6526-0E8C470E1B8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DFE16ED-B1D4-A6F9-F392-5A624BF540E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7F170DA-FA83-0ED9-EBB0-817F434AACD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50A26EF-C9E4-F5F3-20AC-45CB83E9F51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0F389D-E4B4-7B1C-E277-F069EA144FD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86A46F0-399E-9E02-5A3B-FC9380284F1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33300FB-1DE6-054C-1F8F-393729C6A94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FE198B-C88D-76A2-FC74-DCC7A1C56E9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D381B5A-1DA7-B16D-7E2B-94E0A86360F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C7DCA0-8CE0-69B4-04D8-477C5F8384E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E296E0-F20C-4694-CECB-DBA8A786331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C2BBAB8-B6BF-EE12-4B18-3FF3446E7AA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45721D-CC69-83F3-9061-788E6DFDCAC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01BCA74-25AB-B62C-A9B1-00C28F48A10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1A00BF6-5384-AFD7-4DFF-596F0957583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A37119B-038D-0382-837A-E51E7C29302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B0F4943-6A0F-3B8F-5FCC-F717F547BC0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7B51D89-D1F2-2E44-5CFA-D1EACAD24DD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E4E0A1-C0FA-B6B0-7EE7-7233891DEB1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73AFB2E-0170-AE25-23B7-4C9AEBC5F75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E3D420B-1A3B-A3F8-A749-D6C2AFDF4FD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6C8E201-D14F-6C7C-F092-B464068FE19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53D0D1E-040D-33B6-004E-571AAFA7E800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E7FBC03-94EC-8780-E7AA-EE84B0D9A03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34DF18-460D-3E5C-12CE-B799AFBD05C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103E83-A698-716D-62A8-3B19A9A8324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6403D8-FBFD-8309-DE30-DE4490099C3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640E001-35B6-5383-0E3F-106022E27B6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497602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1CE04-48B7-24CA-6F7E-8C914FCC1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A8B2632-2629-5561-39BF-BB0BA8A819A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E430C52-4C80-6BFC-0552-D9DF33D6DC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AAA2349-8B60-0E37-E3C6-213FAB2FAF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AE4D3E7-5749-563F-7A6B-7D897D1BBA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9913534-492E-C35D-6460-383D299425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D4AEAE6-D755-FDE9-40C6-C65B96D0C8D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245C6E-6DB6-7B79-BF43-548B79FD109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58EC74-60DA-4E76-B2E9-3EA457BEEF2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CEE95D-5D24-F5B8-5D9E-9BB32F16C97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762A55-C3F6-7E0A-0B3A-DB2EBC3B9C0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813A21-1F6B-7840-0B72-061BC4A30B8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DBE5FD-35A3-15B5-10E1-0B1FD492702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B9B91B-6CE8-84CB-8316-FBD37DB8B61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2BD564-F84C-5C46-61EC-542161E5A5B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2F5070D-3863-DA1D-0DCB-F1E7294BD78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60F7734-54A0-2DE7-E433-E47CCC732D5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B4970F6-FC1D-FD4E-D577-30259B3CE01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D093478-B4A6-11BD-756C-8F134E923BB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594F1CC-86DD-5ED0-AF39-24E043094C6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2E7A57-9547-3886-8C12-B9EAF539433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AF8EB4-44D2-D435-EE3B-08F0D179C36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5A1D6E8-4415-24C3-198C-51108C9547B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A782B33-4866-96A5-D91A-99D449A75EC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99A2AFB-B637-652B-ABCC-5986E6A2320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B93CBB-01A5-F13A-06E7-3170A919066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DBAF830-5A1F-9AB3-DEAD-0CED03132D0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A5778-1676-58A7-AADD-6619177CE61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43E3C8C-C5D9-79F1-EAFB-CEA38C6BE18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0101FF2-49BD-7BFF-BBBC-FA0E9DB4A60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27FCE4-3A5F-6B08-ED71-43B2BDC282F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A3A1B16-9248-9DC7-6C95-9DDF9C81B29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5B87EE-37CC-BDFB-E6F1-82F6DDCE5BC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93300C4-AAC5-5B3D-E591-B97DF9932A2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519ACA8-10A3-D956-986D-1D5435717C9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14D8008-07EB-46C8-C487-074930C8A67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FEDA0BE-24EE-F68B-22A5-3E7F0F0EDFE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4F2E7BB-5CF1-D7F9-686E-96E419F12A2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206863-6104-3C6F-5DE8-108895DA33C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426CD28-F2A1-94BE-32DD-B63A35224E7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00371F5-177C-519A-552C-26CAC4097E5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8BB09CF-E438-0573-3954-9C93CD64482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6A5ACF6-4B67-46C5-3923-0E7C8E26428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AEA581F-E616-09C6-E243-D34EBE25D61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4C97496-2A29-CDE0-F0E9-1E5F8AEF962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DBC8062-7D98-DC50-AAD4-3E74E0EDDB7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825354F-612F-3718-5EFC-02ACE8B1E10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892576-50D8-4509-BCC9-D3942CA17C4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CCB6C9F-C231-D76C-9B39-52A3D48F397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8229636-75AB-1735-7B4C-D7AC2B40E56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376F25E-D8A3-4C0E-495D-00F72880B53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FCFA027-02DB-BD64-C334-9A1CFF711EC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D8C286-CF10-87A9-D2AD-2ECF9B87B03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A6C288D-EDC8-4B07-0197-8CA33176AF5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839B82C-40AA-CD78-9607-C4663D220F9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1B67975-AF26-0831-FB81-06818E151F6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A0311D7-0177-3AD2-ECD9-865388FB320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AA7F69-8728-A57C-1222-E51773F7F0B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37EC149-2F9F-3DEC-EE52-B3E7F34F3C3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DDE3240-A7E3-3647-BBC7-8DC77866270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F5DD971-0821-1B1C-D820-484E57D9EA9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F1D5640-C41C-C9C5-322F-0D0C29B3467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B3070B4-9FA9-0F6F-9BD0-9A3D885BAC4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9C46F1B-6F77-FB81-8258-E4893F5B098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8AE8CA-09DC-48B3-15AB-639F4E21A08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AEBC94-0B6B-7A72-110C-EC60AB2B48C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2969667-36C4-6DF3-EBCF-FF84B468A4E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45FAE2-9C13-0823-6437-7873C5E61A3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4030973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585D3-8147-006E-113A-099E50869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778B71-85C8-C4FF-1E80-BC11CF2315D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5 in upper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980885D-3062-8102-BF5D-079C187A4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EB83592-B3A8-78BB-77D7-F878095D71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DD934D8-283D-ADC3-AF00-D81B3EB1D0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DF473C6-58F3-F323-078D-B249F5E755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2DA3F7-E3CE-DCB9-58DB-B413F797296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AB7A74-AD27-A0BB-8E61-C0CC2CCF5D8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57FD72-CEE1-FDA8-7048-30F3A5766FA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AE7EDF-E816-A704-084A-37CC61EFD9B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4BADA4-D40A-E2E5-0D8F-8A1BB12210F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6300F7-0C1C-F0FC-82DE-CCECA7149DF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ACBD70-3D88-4B6C-A591-BF9FC38D834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FDC95FB-31DC-58B5-6F05-34ACE69D3D6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0B7F4B0-7224-114E-CEA4-499CBC1E4FC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6D5086B-C7AA-D412-DC83-448B71BE206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3D7BC09-CAE8-8844-D482-12579D334FD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91CCD9-B551-5AAC-0693-CF8E3B425E0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3481B6-FE42-BE0D-FC7B-CE4C5C31417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7FECBB-196C-91C7-6A3D-661542520D6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910753-D908-825E-ABAC-AECB3705AAD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B5EDD8-DEDF-FA30-CAA9-69743DCD1D4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0C631D0-0155-EEBA-F584-9E79F9FB75F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06D93E6-44AF-758D-7640-DF3F1E99D56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8526317-D6C0-C8C3-78B3-AD11A1C3487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9DA7779-FEAB-882A-C3B7-E1A3EC80B44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286FBD0-C29A-A390-A2A9-492368296F8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39B6660-EE64-9643-0CAE-4A0CEE532D1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0B5704-FC6B-875C-E3FB-F3EC0F35BC9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4BF55EE-E3E6-18A8-7523-050FEBB6422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DC9F74B-09D1-6037-63FB-9413EA2C801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1DA8528-087B-DCAE-53F4-01813F1DD6E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C4864E8-2C07-2263-65B1-4170CB94D74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3848B8C-F8DC-4BCD-82AB-E3F4B2AA906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912F52-8290-5C82-86B9-F2590B9152C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639795E-62BD-D565-66D5-EA5DE0C075C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51A36A8-BC6B-87DF-BB20-8D07A8BD35DF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F7D261E-9E1A-87BC-7803-DE942C273E8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2BD4B25-AB10-FEF3-E96A-8E55F2D37E1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A9D64E1-000F-9002-E317-B4D37B8E25C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B0AA86E-F9E2-4FC2-8C8B-FAEC0B1A06C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CD0EBC5-A984-C1BF-6DFE-D27255BA0EC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807A0A7-463E-FA50-140C-4991EF3DB54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38B122E-3D9C-6C15-75BD-C3361337D97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D6C3E2F-92E5-AF37-3E37-AAF7A486D1C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A4E0EA2-42EA-0092-7B70-495F49415E6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41A2287-B8E6-0B65-ECA2-9FF0D254805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8648956-41D4-2014-4A85-28F06997D64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BA199B-823B-CBF4-C96B-ADFCA5D1A75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17234E9-AEE6-1C7E-0B97-FA50E715E9A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AE3B347-1E07-DBE5-ACFF-C44C548FFC1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A703CA3-B1A6-8BC7-898B-472C1FDF35B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709C698-7BB4-812A-2602-4B30279B44B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2740B99-8A97-DB96-C247-D225F9A1814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CFFD0E7-09A9-2D6B-EF9B-9AAF3A267B7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5F9FAD2-88EE-DC80-35D2-32BEE567384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281D769-2171-412B-A778-8DA869AF8E8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668ECAA-3999-0509-4D3F-FF969B5BFEC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E1D2020-7584-CF57-7C22-866DEAD6F7D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6334B93-E868-3616-125D-06054126A80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5F85C25-A150-C432-9401-01AB7585C3E3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6A737C9-9253-625F-EB18-748F37CE983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DC1619D-13F2-9868-BCC3-1488D08C32D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E3D377-6AAB-3729-16CD-DDAA8EC3E1A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714B45-A939-ED07-D5C3-F43F0551C76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ED4611-88DD-9D6E-EF27-A5155663D69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8160CC-B78D-FB54-638E-DFC50395599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A439969-237F-2C4E-8F6E-80249C74D48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E81B71A-64F5-F2DC-6571-CC9CEC46FA2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2058894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C7F18-CA50-9CE1-924D-7F046AD45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E61E02-D404-B1DC-1D0E-165B70E8538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remaining cages.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F5742EF-8224-1139-2A54-9B78790CBD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518B6E7-6F20-E987-D4AB-0F65D2101D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51717EB-D0A3-AD64-D4FF-8BF95ED41B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AE781D1-8176-0AC5-1D24-0694E3E741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DB5A994-7CD0-21DA-A74E-72BDAC861FB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52A21C-AF63-5C8F-95ED-255D989904E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59FF49-78EA-DB01-372B-54E39353C64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CF090E-D498-E9EE-64A1-F374D7446B1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7D9C0C-C1E8-1F5C-1D84-A2B300CA128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EEAA18-3176-28EE-C847-ECEB88EE6B8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62B7AC-F59E-A173-8B1C-1C558EE1500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948C9FB-BB4B-9AA4-6D4A-76E391ED118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C89D1B6-94AA-1EE4-6CAC-05181E283FC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2A4B57-2924-F4A7-47B5-5D160557788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DDD80BF-040F-D29A-AD56-3C3D74A64BB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6817DA4-A1B6-1E31-367C-BC315EBBA33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1A967E5-CB62-B9C3-C4FC-BD40774CAF6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C3FD2B5-FABF-D531-A898-6FDF67C9B14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3E33B3-87AD-3DDB-4976-8B2D3D79657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D3BD53-2735-80D5-B62E-D8DFC6A949A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83B0E70-4B78-7482-D9E4-23F4232627D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AAAC579-4873-29D6-C206-0AAD3CF3F97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3D1632-FB7B-8F4F-0981-32D4B7A46FC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428BF9-DBAE-4F0B-12A5-B37FF072803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8F2C780-6995-43F6-965F-DFAEAACF594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376689-C08A-B346-47D8-43CAFDD335B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12A251-5EFA-2723-08AC-7A1CA41A745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5A375EE-923D-0860-E346-D55E1AB1020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AB90061-2E6C-6DCE-156F-25E18672D95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8ACB796-FF0E-EE65-6922-236B540383C5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E90CBAC-F57D-A988-C1ED-6D70D415682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5BA03F9-7051-37BD-F0D4-4D731337B50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1E540AB-B688-6017-1FD8-5A47C0036E7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676343C-E931-E281-C948-77489C45DDE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5C302BB-D9E7-2B88-7D7E-DCC4DA72972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EBFEF24-88BE-06E9-C60E-200906AB9B0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B1A33E2-7379-6E6A-635C-F7E9F4ED91A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80EEA73-9B13-AACF-C891-8BDC50E4768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878BDE4-F146-38B8-44C6-18517933600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72852CE-A866-968E-2622-B9B40521D8C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C80F067-73C8-1C99-321A-8BA0AA7F4AD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16D5297-272F-B577-2EC1-6351AF9A3B4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88E5090-740F-041B-9F40-719FEF4A3F2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4167397-0570-44F1-22A5-9549580BAD8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A2EAFFC-D335-7378-D630-2D3F1EB097D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BCBC5ED-BB72-F1F9-80E1-456A53919C8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D33B94-D398-8599-AE25-C6863B7975F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10B1B20-8A97-FF06-B531-BF96568B8FC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5397BA0-A685-FB57-8C0A-F974FE9E246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7F084BB-FD53-69EB-E7C8-3DBE7748254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8BB87C3-6D9E-CDAF-79C9-CAD462926E4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A485066-4DB0-8F45-04C5-017D302A267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EE7ADE9-D183-D8F9-D22E-52F50393065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7F001DF-ED38-1B64-8BE2-05B7DBBB74E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B9C8560-A75A-631A-188F-422DA8241A5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8CBC9C0-A813-523B-328A-AF4FCB8A2DD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3DF1477-A6F5-F8A5-9A44-E75E596A85E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B7A622B-5034-823D-0C13-26ED4B93FC0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06DB477-0CEC-F37A-BA07-97E99859601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ED1220A-82C5-5E6E-437E-305A796DD9B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BA5DC76-D8F5-2E76-469B-9AEAB763153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3A55B81-D3AC-1CC0-311C-EA34C335AF0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FD22C1-A760-5D7E-D8C8-948B73A0D80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A9FE5CF-A450-E5AC-1542-2A173FDD045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45F4B6-6677-559D-E78B-5F382C14DBA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7CCCB59-AA47-E449-9420-9B0B8E343CD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D53F260-1692-5F6D-F628-63E305E0EF8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008639C-C12D-5DD6-D6DE-669F2F48D93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E5C3D53-B20A-0424-611D-E296C2ED4BB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732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33D6DB9-65E0-55A7-3EDB-C1BB304A4FC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4D2CD58-E263-7F51-A2AF-EAD5C969562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11A701-A84D-F2D4-4877-CF543A0E9AC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1E2AAFD-F097-A8D6-930F-99909B0638C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</p:spTree>
    <p:extLst>
      <p:ext uri="{BB962C8B-B14F-4D97-AF65-F5344CB8AC3E}">
        <p14:creationId xmlns:p14="http://schemas.microsoft.com/office/powerpoint/2010/main" val="37872041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07A76-3C4C-E13E-0C27-778537D67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A3D850-8D5D-9DF1-4357-87CE46515A8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CE1D0BC-14C8-4D19-5997-CBF905E7CD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FC1EBC5-109A-4173-2EED-6E506901ED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830D5F6-0CA1-2C66-DA89-3FB8E1A0D5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B230C18-6D89-DFA3-ECAD-1B66E70789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F54B5C3-0FE3-72D9-EA56-D985FF29B03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C5215C-EE5D-2136-2B0A-06F63F658CB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2C287D-9124-CE19-9188-476FA572F6F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4E921D-099A-D2B1-52A2-67A5122C498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AF0550-EDCB-C823-7464-DC6D5CFB5B7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FE18AB-86B2-0250-2288-939C3990FBC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BD8F40-BCBE-A050-F8B9-470825DA56A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F686EB-DB4F-E217-1963-106B3D40D07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66D309B-B38B-8E0D-FB18-52BC7A9A77D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1B36DE-54CD-BA8B-C7AB-CD51721C1F7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6E5E4F-435C-E083-782C-087BF91D61A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08784B3-BD42-4EA0-56C7-B5BA63348F3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103A75B-7A8E-F322-E0EE-74538A39BDC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D6C5EF0-267E-F08F-CC6E-8436817B5C4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04F0F7-5E74-5AC3-0517-3B665514362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F30A33-8F72-F784-9D5E-CBCA2B65C63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3593B1-181D-83DF-F8CA-1A6ED1FAEBF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94BA2A-9BA0-776A-1A53-D27213597AA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4B6DC28-21C8-31EF-AA1B-9EECE5D7D9C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D603D44-C77A-90E4-7EDB-B78EC0654FF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F7965CF-DD3B-5A88-1A83-2E886339EA1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CA6213-55BB-80C9-39FD-3E447061F8E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78BEBB-1027-882E-8AE4-D315B63F55A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32D42F3-C594-7A71-4B11-AD8F39AD892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33DE095-46AE-E105-D797-92BD4724509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02D855A-1D7B-B50D-2AAA-198B417C026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94633DD-1EA0-69D9-A973-56AA8104F8E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6F9B60C-22A9-147B-24C4-EA896BADF81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E2C13F5-1EAC-7FF4-C522-8E2D07001BA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A2200EF-B218-0950-9463-D7CD32B7AFD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9E49A6-96F7-F673-3A46-4D6DC4F2D06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BCCB0CA-A293-DB37-CCD3-78CCCF2529A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41FD073-5FD4-539E-635C-15805B3857C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BFDB63D-2ED8-65A9-0F77-207DD2E4AA7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9925B4A-11FD-C994-109A-BBD1A90EABE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C3ABB4A-FD1E-D158-0D4B-2FA627F4FA8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DBA5728-EB4E-4E38-D748-206B2095232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07244D1-AFEE-6EA6-CCF1-562AD57D1C9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443007A-60F1-2B5A-4769-4FEB6106212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01197E-9132-F852-28EA-BACC5512E0C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561E360-5EDD-D4CD-AF8C-3641D8C6BA6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9A0217F-802D-2B6A-8234-F95CDA5CD86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5C1E312-65B9-61A9-0279-D0A7586FC4B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87901B6-BA6B-6BCD-E4FE-6F9F3E40D46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7A58841-7890-3B9D-100C-66F4424CC0B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D25F7B4-E456-0720-4DB1-43CF8D7695E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EA8844C-08AD-74D1-BA20-5AAB47F28BB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97E76ED-8546-7742-72B9-669A6A278A1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DCAE37-387C-8652-3317-2D3C1B587C8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0F9A7E5-2B11-8005-A01B-5F26F9777F7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57FD8AE-5E00-2BCD-59FD-D3CEDBCA047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35A885F-1D20-A7C2-E64F-BC4999A4404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FB5699-81F4-7AB6-65DC-DA4D70013CE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3D32A06-ED49-BC21-9586-1208D3C0401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5167292-A9AA-BF3E-45D2-EA3CCAB92A0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DC58A4-3D0E-E90E-AD95-364F769EB02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626FCB-DAF6-D11B-2D00-039EE19550B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6C077F-4E89-3732-9475-6FFE96ACC9C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F19A2BB-35A9-924A-7467-F30938F6511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0D58F50-D4D6-560A-F3BA-9AF1BEEC87B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D8CE44-07FB-B328-A0C9-DD28A7BD8E5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F31C143-66AD-3876-A35C-8C4A41FB1EC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16C10C8-DB46-13F2-0E60-923AE2FAF98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732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D3E1E96-C809-2E44-1376-459FB2D274F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877F403-A0CE-12F3-CC73-9E341F80E94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984E5BD-B9F1-2C41-AF37-38FF4B26FD0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637BE6D-2C03-867D-3503-0DAC8BD0E52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D879016-8F7E-EA7D-6A99-05CC36CA1CB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FD846D9-5F4C-99ED-DD4F-C0EC5E0870D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2135760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6733C-27D9-9789-6F6D-CA863E32B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B89FE92-C71E-52F8-2E8A-9DD8546933A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10B51B3-54BD-AC4D-552E-1B38ECF4C4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2F33308-E7CD-AA13-6CDC-CD6A074F71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02E122E-B039-2AC7-2E58-38B362A1BF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97FA6E8-97AB-CF42-1277-D26C385955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BAFA31E-8412-4D94-E201-468E499446B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3B5924-DDDB-39B0-F090-2CB65CD054F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83B513-0D01-C3C2-40A3-55830A78AC5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F02D17-6506-27CB-985E-D9AF682D686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1A3F8A-A2AE-14FC-9737-246F9A26ACD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835609-D789-DA47-1411-E43A9BF0CA3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CA91F6-5095-5539-3DA3-33B3680B606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711131-C839-769B-CB5F-730B35B6E3A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B7C1637-9DE4-A6DE-F832-BA2EFAFF56B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F73EEB-1EA7-2B11-77F7-BDDA5F17183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ED3A501-36BD-E8D8-6AF4-23944EC0F24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DA8537-7650-17FC-8CB5-6EE6CAFD388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0A37222-C977-26E4-D184-7FF0178A2CA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DCA002-1BC0-4819-3ADB-1D39BEE3687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2C3273B-A4AB-4305-011E-8E8BE2418BE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5EC769-0F98-D850-DB70-57368E555D9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E7B3350-5DF7-5D87-FAB3-A5B5C7FBB25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C4E8B3D-2168-A669-5EC1-40AB05F0FAE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C42EE99-7553-EA52-F626-A7F2B5556CA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0BBE1F6-E7F2-21CE-7AD6-410D1B8E240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24D57F-B82B-8C83-A0EC-8DE8F27E384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63CD14-1814-87A8-5B95-682699D1089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E2ECBEC-BF16-2DD1-5441-AADD3AEBB02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519227-43D0-D607-565C-A6AB991858F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753E5D2-3A73-9B2E-D19A-65535BA172A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8445B1B-8AF4-575D-27CE-DA71856495B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3EC5958-2962-7F4B-D4B1-9EE3462321A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E6F06AF-FBE8-CFFA-4BAA-3AA949E7756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9AC94A5-13D0-FD07-CFCF-4AC699CC441E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3BA30B0-FFB8-6EBD-4740-43A64A309D6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E79E73F-980D-3E14-9115-87DC984A0B4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5C989E9-E8A4-08E0-F5D3-F16B64AA46E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8231492-961C-52D6-F084-BEB4C07FE6A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AE40B78-1C44-0905-7AFF-1266DF60D5E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A243AC4-C8AC-BBFB-789C-F8C11FFBE23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9AF9181-FE9F-8F37-F8B7-B6DA7C88895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4B7D61C-B02A-96ED-80D3-7BEEA4184A4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EC78BE4-6FBF-AC00-A31B-1198FCB446A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72D70CE-A01A-42E3-2CAF-3D141A0EE99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9732FDF-9AFD-FCAE-8DDA-402BA1744FB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2C5B575-CB7C-2D74-93AB-3D0D517AC4B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6B6D50-5B99-61E4-E2A2-9DD7CF89B4F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E600366-C0C9-C960-843E-59A3FD49D6B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F0B1C0B-F047-9480-7060-A5AE3B3BBD0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A5ED07-C960-2C64-0163-6CF456D87A7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8995430-C100-0697-D556-0686F8E2151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2018AF6-73D5-F6DF-1FBD-42139941AF5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F54FF48-9BE6-3537-7BE7-5DCB7D34CAA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9BD2D22-BFD8-54E9-4F1E-80A5757830F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5117460-CE6D-0A9A-136D-80FB11A84D0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7DB7D5-DAB7-474B-A976-376FB9B0FDB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0B66CE0-D906-54E4-0C04-461A15E44D1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6597A0B-30CA-81D5-C59D-EECF85C79D4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88C4686-0EB5-5E4C-4B01-00F93EADE88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1B18928-7EE7-1B73-259E-6048C0C84BD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2598D2-8DFC-C50D-B6F8-963F36A6C07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B229ED-974C-3AAB-83EA-93654F89700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280FCCE-EE8F-4476-9BD5-23250251B1A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0D8BD8-E97E-9205-9497-92241CF2347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F56C31A-AFB8-DCD8-CD3A-2B18297488A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4CEB124-61BB-1716-A1C9-5C5323C785D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331E9B6-BEC5-1ED6-7A91-4154D3F074D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930A12D-432F-3768-029A-72DF6361D4D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732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CB61E99-BB33-DEE3-9150-76AFC50BBC5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A61F575-1650-B06B-A630-96033F4D96E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889B574-7923-9610-689F-BB7CBFCE31A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261DE38-E4D2-50AC-25D6-C9AB07E7C4B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857219-B206-D06A-086B-3B1D6C1B6B3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7848F48-F944-A7A1-8951-D9C09F49641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0115903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B7480-C3B3-6F0D-708D-F76ACDCF3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5E796E9-0AB8-D8A1-6B9E-EC4C7486154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E4B7AFA-DE3B-C078-4EEE-2913362738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08962F0-A796-39B9-659D-8240CBC337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9F7DA6E-B6EF-170C-95C5-B12D923F8D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1AD7C42-5831-BC43-B7E9-8FDD1EDE47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B22522E-E205-720F-4A04-BCA656BA565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2B556D-1890-B054-79C6-93CFA670748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16B5EF-4C64-A417-1CAB-C336459E5EF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BF0C37-8EF2-88BF-28A6-9A5789AE0EE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A1BCFF-5E16-A23D-D887-EEAE0714BED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F5F6F5-8862-2B63-72F3-561C38497B3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54604D-E08A-40EF-96DF-13E8E149CC2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4E8A84-F66C-1461-B3EB-D39E5465CFA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37D3B9-27D2-575A-73CF-AD2C1856979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59FA869-843D-0ED5-7404-A86B8573E16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EB9B83-8BA2-24D0-C8DD-781CF9E58E4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FE10A6-4078-5349-798A-173276FF743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C9264D2-EBC7-8149-D314-1D41F7D8DF7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191A92-26D5-E9A6-77E0-9E146F758CC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5E9C7A-11BC-7DD3-D617-DB002FE5FDB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EB7277-DBFE-FA98-F3B8-A2CABB47781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050347D-37EA-3107-4ACE-B4C813E5C9C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CEA2A3A-9B34-00CF-BB0D-7B74F8D4521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DE36997-D44F-1CCE-87DC-677DD7366D9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3F326F1-DD01-41FB-3BCB-F261C345C3C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F96CEB-ACDE-A716-A23F-CC5F1DA5F8D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DC31F2-D6CF-904D-46D9-560A5C90E1C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5D7A62C-39F7-9EE7-F863-3F4629D7757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8B973F1-E75C-0B61-27B1-CC0DCC5B27A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1941BB1-A9A2-6A1F-0C34-E13CBB493E7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AAF5CF8-2EAA-D0C0-70BF-26D7589ED7D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CFDA8F0-62DD-07FB-2FD9-E25999BCA9F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DFE03EF-6872-D271-CFC7-571D9F72B22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660CAF4-99D8-9BC3-39B2-1739141A244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D84E3D9-993F-9BDC-79A3-99D968F72FC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E906E8A-3D84-CE62-CC82-2C36F3187EB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78CB5FE-0764-692C-4B08-5E726476B51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73CFCA4-495A-FC4C-7C2C-F71C4941A38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49FC31-66F9-1FA3-D29F-FE70BEC8FC2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8C03BE4-832B-5374-CFBC-50930B87278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DDBDC56-CBDB-67DE-79A2-52EF94F721B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2C998A4-488E-242B-7A35-D241C7A2AA3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FB4634-601E-8E32-14E0-CC6E5C54708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515E51B-8F87-78F9-4642-4E1003C235D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409A47D-CA71-F7EC-0C57-B7961B9DE8A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6AAA20-CCB1-D6E7-E265-9FA15243F85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65C12F6-5F43-4B15-D851-3DE923ABBDB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B0CD876-C096-0AB7-022B-011875497A0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BE232F3-DED9-31BB-6153-A52D743796B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BFA3890-2C03-FED1-CBF1-0C02C791E8F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B8D911-4516-6670-1CB3-85918E5A135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01AA006-9E5E-4B26-75B6-A69C1C6E66E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F07476A-02EF-1AA8-A88C-7EB75D7D48C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302DE3-C16B-B6F4-37BD-0738AD6BFB3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7FA1847-B8AD-ABAA-0C07-9D4B6077478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53F1081-329C-9438-2CA9-9CC24B8D59F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49F7EE9-8CD1-1FF8-DC17-81B026528CB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719DD6E-4124-9C37-C29B-EFCB565F827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0E93E0-7E55-54C8-DA91-2DFC6C4FF3F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AAE0F3-532A-CE8F-AF4A-74A645015A2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EDC3FC-8141-6ED4-76B3-B9B3412E793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1EC676A-B463-E7E7-E259-003860A1BCC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BC11A8F-DA33-257B-6B31-0D3D794BC6A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76A46E8-F942-4D60-649D-36EC8583D22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F45DC6-6566-1F70-9287-EF4B1573BD2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07084B4-9672-CD87-E17C-19D88EA023F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C5A9B82-BA00-64CA-29D3-B6BE368A453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7684F43-D999-C49C-9143-C9E0733CFA2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2641C8A-B664-1977-8D2C-F66FEBC60CC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4DDC9BA-B082-5F20-6F21-8119DE54FEE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B570205-F077-3BC8-FFE7-D97408F62BF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F320D27-4026-C363-33D9-FBAA5E61A30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14B80C0-03AC-C4FC-741E-9890EBDB025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76E9CE2-71BE-754C-FFC8-1342954815E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2986285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DFBE8-0691-C4F3-9C8C-3A45B3C83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393A57D-09C0-27F9-97FB-0E1D47FA4B4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EA3AEB6-A7DC-DB4B-0430-67E69E212C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88E2829-B9D4-E799-7C42-68CA28944B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4E12CB8-D4ED-4769-4E9C-6F051105BF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7E78C73-81AE-B9E8-666C-F1B8FFD155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0233F58-98A0-4272-4233-AC4DD54EC0D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0769F6-448D-84C8-7C81-44DCEC878E7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B0C19D-D1DA-C4F5-56CC-09BE804C9C4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9BDB34-9F7A-3016-FD14-5F9F96AD81B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0CF1B2-081F-0B9C-57E3-3946CFF646E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8226F4-6431-7239-5B9B-271D641BE5E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FFA97F7-29C8-AA15-397B-126E2A56121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B68A35-DAD8-DA08-DB32-21C37A8B64F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D293A4-2C79-B596-90A8-B7A0DE3B313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50EA3B-A487-228B-2CE0-609A5F7B464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F7A784-1502-6DB9-0CB8-C339A4F4483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B24E29-EDA3-B5AD-A3D1-06F3E03752E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86D599-B1EF-DBCB-937D-C42C4E63747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1E6434-561D-155A-8A6B-45289DD8EAF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DE7A808-674B-AC2F-9F27-E4CAABB6893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64C3DD-1774-83DC-1279-29387065524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769E0C7-FBDB-0BBD-26A9-8DEB06BD68B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178C26-D371-756F-B4A0-8F994395B07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2EABB5-2C1B-2CAC-8DF5-4BFC92E7D79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004E56-3AA1-9BCE-10F9-CDFE0788AF5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404FA48-9CF6-CD84-4FDC-30E9675E358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EBE74F0-D647-887E-57B8-73B383BC3B4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BCA2775-57D7-D625-942B-3886021CC97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C26E314-57E8-8E79-0256-641A0BFEEF4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1DE1281-3B8E-C37B-F7D2-94E196E0EA0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19431BB-7060-496E-D42C-6178A9C356D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A9C426F-A49C-9213-24B5-91A973E6199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395077A-D03C-52CB-EB08-E2F639EA1D1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A486FDF-20A0-B3A5-1207-2C45B3A29E1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F6B0BF6-93A0-D53A-C08A-97AB7F299ED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F1673CF-AA83-DE1F-C9E9-87519222E1D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3326C2C-A639-73E2-FE40-F629748A5D1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9DF88C9-510F-A930-C313-717E8DDB989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FA540D8-7C3E-4AE7-5160-83CEEC7EA54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65B9408-FA05-9DB5-F169-0D30C9785A1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01E513A-3766-BD7A-5CB6-A15F9AE58AB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1C2EB6-D87F-4358-9E64-91B324154EA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E0E1873-8AEC-F48C-E64F-7840DBCAD31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8D37258-4EA3-3D85-4905-7E49D03881F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00B424A-D047-8A8B-022D-03455A0E1E6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79532F8-36BC-3A62-BD9B-FED37BC85A2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28A254F-514F-6D36-E7BF-5D63B5D0817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850BE6A-D7E7-331F-034D-E8CC49F8A06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69B278F-292A-9F8D-3AF5-CCA387DC5C8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09F55EB-FC74-6666-8BDB-AAC605BBCA8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266A17E-3001-8BD3-BD54-A672C3E6484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F49562C-A67F-CF26-7FE8-27126C7E41B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94F4653-BFB7-E81E-0D55-5BD0A04C2B6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642D146-AFD0-325E-3570-21403F2A68D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65768B5-5049-97C4-759C-5FBAECF7D29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9BB56D-2A0F-AB70-4EC0-E13251A597B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190062-CB87-3BDC-B81C-BD82171D946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3261C6-478C-88EE-E325-7319B357522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EF3CA2-EBE7-DD06-FFBE-0040D858957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C271C6F-1A7B-D678-1623-C81163CB942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C3141D-9F17-7691-D428-68972743EBF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2D7BD56-595C-B8BD-0441-0DF8A0D6F32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5AF85B1-BB27-55E8-318C-7DE9EAD1B16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86C9041-0789-686B-9B92-1AC2F5F89B5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3BB05D8-7549-259E-AEDE-6BA0367697A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2C7770E-4EE9-2A23-665B-4D591621B86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25DA129-AB97-83C7-A0C8-35D16C18391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8126EFA-86DF-51FF-1C6A-8B0B56E3D2E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8B5AC47-D09D-530A-CD18-3F750C4A70D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5ACD03C-3290-26A5-A8FC-EB12DCEFC0F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89F1862-21EF-DEDE-F28C-797864691F0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28AEC7A-4DF3-D206-21D0-7D31340EB1C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74BDAD6-D143-4126-AEB8-4F4AE913C5B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A1BB185-FE35-90AE-3572-DFF8E1944A6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1316481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545E7-1AD2-63BB-B157-AF511EBC4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243887F-3C8E-FAEA-09C6-F15EF2577E9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4835885-AF2C-2D1A-8FBE-9AAA4AA71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4BAF175-10AB-F943-2636-567B2E99F1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2A46E31-8126-B829-997F-073539ED2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1B63115-57FD-DC2D-8D66-99E2BC17AF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45AB7BF-CC55-979C-A0C2-3AEDF5074CD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67743F-B298-8858-27A5-AD4DFA78A93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262175-45D7-E59C-577A-E1915A6C83D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278A1B-F9EC-9F2F-E830-AA93F708C6D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CA6D36-FA16-A39B-216E-AE7CE5BD45B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AA66A6-EE02-14A2-0F3C-AB2F067B092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734642-336A-F772-F3EA-FD7CF5964DC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D8717B-D875-82DA-6452-63B459C21D3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D4D5BA8-77D4-6945-1D3E-0C71181218A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0C28A7-722E-9461-074E-00D93824B25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0C0088-2339-28AB-DECE-64BEEB4122B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23F087-4869-A65E-ABFD-957C519FFC2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CD36CA-2D87-D2A2-88CE-EEABE5046A4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043736-396F-512C-C624-6D0A76E8838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DA8CB8A-3543-7484-800C-3CC36CCC9E6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C7ACF92-326D-50E7-C6C2-329FDA14D6C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38F378E-5E0A-ED13-EF1D-DC6DA74F14B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A4993A3-2995-95DF-3D0F-E3C46E0F865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C5DC693-F37B-1C82-9BA9-B83927E8831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4CA476-0541-F2AB-128A-465E5353005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B52B684-6D7A-8520-B0E2-E1599AAE8574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43DDEBC-5EF6-60D3-F02F-20A4D17ADF2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2CBB690-E4C4-1BDD-E549-6BE74D9B642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6BC2CD2-265B-CFA6-FC78-913D700BFA9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6915A9D-A7DC-80BD-B2E0-CD1C9B1E23A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61C269-32F5-2B8F-34ED-7DDAB0FEEAE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B99D603-6FFC-4E22-7D1D-963DC66A7FB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6C0D016-5A55-D3FC-CCFE-0D825C73CAB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D5F3034-85EB-008F-7E5D-ACB5A4EEB38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3058E5A-FF23-FCCE-CB94-C329F75AF0F1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F97EA80-5DCC-D8C8-1ABF-87E014D8E8D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68D2538-7FDB-4C3B-56F8-22316F75EF6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B89153-606E-0A79-BFAB-8A2C61DD9CC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2AE636C-314E-7740-C8BC-BD1397F31C6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B8B2E21-319A-07A4-F688-8375F10452F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474F8FD-AC03-CF11-8F67-B291078ED31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311345E-51CE-8270-5D3D-5072ACA73B8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AED11F-8604-6EBF-E2DE-FE48FB1F5B7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D23785B-7377-D3DA-96A5-6CC2B753EE3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AE94E73-EE39-0A71-2320-616D9C8EA2A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5479AE5-FF32-F97C-18DB-B5D76DB4A4A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2EFAC01-33A2-A663-B057-4DB138F360D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2B8849F-BF28-C6C6-CC16-42534C7B567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4724EF3-0AED-D4D6-7C0A-5487B5FCCE6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12F22B6-A2FE-3D87-6257-29C7D53D723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9460615-3751-4FC5-22F8-67D339B1C98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C425292-2429-D936-D1F5-3D45D827F5F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32AD6DF-FE0B-F521-CCB7-EADEBFA07A1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7C34AE0-7DD4-18F7-13E5-69F82083F28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152FF6-2E3A-FEAE-5846-1109C8F2177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C00255-69AD-FC17-1FCF-9316F55831F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A78E982-42EF-4C34-1B52-0CDC0727F01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39BDC0D-E539-1053-11FA-A2B3CC41C25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1110E48-701F-F51E-79D6-45A092FCE49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118DF4D-89D7-5C1E-353E-0C0CCAAE592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3740CD8-D6F3-09FC-B7EB-7791A28307D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FC26201-B074-951A-CCA0-A147984B529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85D6884-382B-138A-B9EE-FBFC0CAF4F3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5870275-DCBC-6FB6-26F2-52ED8908CF5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8C11357-9823-B2CD-27B4-6A6D915E91C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19B3BB7-973E-2524-4FF8-A50AC912F29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F8AA481-9176-64B2-6A39-01BB7E446AE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24BB901-0BE6-FF53-4038-798C06DBAFC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5263C22-AECB-33FA-B902-0D7E57E49D4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D6C78DA-8F8D-919F-15E8-6253935A4E5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E9FC712-93AD-D8C8-36C0-B5DB3B9F9E2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1A90CC4-54DC-BBFC-B89C-24FB8DF33A9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12D249F-4CFB-549E-0CF2-BB50A32032B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91B098C-3B7C-4F7E-A77A-DEC068F8BA5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734629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9C043-87FB-8613-018F-87F3D47E0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097002-C466-0CA3-D17C-6A211D0E369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top center, top right, and bottom right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F653F09-19A2-6BA9-B970-F49BA31452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5853AEF-3A8F-8712-417D-2D8AAB1FE8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AC8369A-DB6B-D90D-2A24-EB301622B1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08C727F-5F00-8D18-F3AF-DABF41AFB5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4BC12E-A615-48C2-7501-7221F0B2C5E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71D144-6342-F350-8839-09DCCDBF709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B2ACFF-BB9B-B8D5-9263-DAB13196D97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577AB7-95A9-CBD1-C495-6E4C6A40439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1C0B48-5980-5BB1-104C-6B0B0D3C278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09EDAD-BC84-1DC9-9D59-16A2DD230C1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D5EBCEF-E32D-B63F-C5B1-36BD1B57E86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6B3C2C0-C4F7-F8C7-178D-1729A028CB9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DAEFFD-A6CC-8F4E-8BF5-FA886DD42B9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8091706-65BA-E84F-A91F-6B717E5BEB0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EACCDCD-C128-525D-4ECB-D6DF2DBC80C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4A7396-BD5F-8BF4-AA15-A108651CA80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2665A9-EBD3-FBFA-9C2F-E10F74DD51E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7F809D-061B-E104-0A26-BFDBD235D1F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29A9843-6FF6-EAAC-0A7F-81F964E78D8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C040395-1B98-819F-7B24-EFAA54037CC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57C778C-EB60-F16D-4BFC-E91887FFA2C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D611C8-243D-A00B-B7D8-FCE220BBF13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339464A-698A-65BF-079F-1CF0FB06DF5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3A326D-A43E-ADF2-1765-611B6BEFB10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AF6B3A1-2C91-4508-B8E7-ABB6C455F99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3647C3E-1442-8FCC-72EC-79B142C24C4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8783C59-360B-63BC-788A-E26C28E9CFC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6F40940-033F-1A5D-35A1-5BD91ACFE95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1E16925-C7B2-A242-2769-B11C514CB84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96D927A-2A95-E080-09C9-9DB2475E52A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FC866AD-482F-AE6F-65C6-7C8103A6761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9EBB72D-4859-C8E0-952B-5899D5688C0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79F0F77-FA96-E1F3-FD9A-998081EE45E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7E8DAA9-1B6F-7C7B-0CF6-F8205BC012B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953BEF8-DFC7-3B4F-DCAA-A21F2846B51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602C475-A28F-9FF9-7F24-06E59E99FC3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4A47D75-F269-E784-54D9-60DA38233A4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AF26380-9FEB-2408-3714-3C5B136F4D6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59E9008-8867-6109-E59B-C15575657B7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6B28835-1BD6-E8C0-787B-BD6FAEDAF6B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9FF3656-0B40-D16F-177B-0C37997DE9A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FA11A8-1C6C-6147-0BD0-A8285938F45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BF30B56-DF16-63BA-514B-35206C0CB76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A752EE2-EC42-4080-CF13-327582868A7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4AB04EC-47F0-B702-EDB0-CC4B64BB4E7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DFF9E8A-F0A0-E1C7-EDBB-5E58A6DBE4F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4778DF9-36B9-DC2E-61E3-FED0B1294E7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A332666-1FBE-E7D3-ACAF-91C382EDB52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78973DC-3DBC-022E-BCD5-CBBE6A70836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DC80507-877B-8260-4013-6AAD55328B8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9C0490B-21C2-19E7-ED4B-36D7E2C526B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0CCE5B8-7653-7F8A-0F2E-CD53482C651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91F2FD6-D5A6-13A0-F152-4CF4048AE96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3535A3-A3FC-620F-A07F-80579A38916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88DD69-17D5-37DB-3543-DD2FE9616D8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9FE8A1-E2A2-A638-962D-D9294DB6FAD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CD228EF-77D1-38DF-0B40-BAC9056600E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787F51B-F5FE-48D9-B11E-82166DCFBDB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4FD0611-BA4F-CFE2-E9A7-11E9F4DA3BC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AE1C7B8-D0E5-4641-A7E0-B800B5BC06F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DEF8521-F2E5-6D82-0E57-3731F5A838B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4AFF806-B034-24A2-7E20-27D448C20A5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D8DEB10-7A55-7C75-A25F-3366AD2026B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D112BF7-9EA4-8C37-9CD3-C65D1941A36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565DB80-0FC8-A751-C9E8-6BFEA9B1C58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0B379F8-1462-C9B0-3BA8-A826A9924B8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74F050-E115-D50D-2980-FB65852BE34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A4E7606-BF86-83D4-57ED-3C061E862D7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1462B66-4248-156A-4E68-373CE37B0D7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37077A4-DA9F-D171-9CF2-C17F422E180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1884C54-656A-F936-ECC6-B753F3DEA33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E8435D0-E5E9-23E1-B50D-089D24FAC67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315B4B6-0243-1420-B0D5-A79564C4FA0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30A19D-CB68-ED0B-C62D-B84B8094B67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5E5E58-8AC6-1E8C-C92B-06DBBFCEFA7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816969-261D-E7CD-700C-D5DBB4CBB71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C20D8D-AC48-CD40-6654-CCE7782CFD5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D753057-CF48-E224-4170-BCAEDC8BCF3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3A679F-9CF9-A1FE-836C-440379B4559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EFA3112-7861-77A5-74DA-4CAE4D96CE3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F40E867-F4E4-202C-1B77-C0410A09F3A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</p:spTree>
    <p:extLst>
      <p:ext uri="{BB962C8B-B14F-4D97-AF65-F5344CB8AC3E}">
        <p14:creationId xmlns:p14="http://schemas.microsoft.com/office/powerpoint/2010/main" val="18583251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785EB-44A5-EC4D-7990-0EF1E94C4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1C28513-A73F-3180-FB58-6D0196F9DDD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D84C4EF-07B0-1BC9-CAFF-30EE21728D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EC4963E-3BE3-FA5D-6AC8-3B29FF639B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9EB4927-AE12-D468-56DE-1574F41AE6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24E8F05-618E-B9D6-09C7-44D31F3E5F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9B3F323-B633-BE25-0CFD-D3FB83F7229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D1A3D1-FD44-66F7-B568-70B5BD3EB52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0AC1D5-BAC5-590B-BA28-DDEBE26EB49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9985EF-92D5-6772-AD10-F1EB7C7D19C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45D8AE-42DF-2284-EDD3-318519138BF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F0259D-16D3-3BDB-B665-3162A643A16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40FEC44-CF76-CFB1-4DB5-0E500593E42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17C0EB7-E287-9C69-9779-A7F3A5D6719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3503BD1-AADF-6481-2369-735E986B3F2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F51ACA8-8BE8-023E-970C-3ED8662D892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95502A-8EBA-6A52-0C33-12F21B39685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34A8D2-4516-CB12-5448-D4D544D0483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ED14F2-FCFA-71FE-680C-2DEE6E4FC12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58F4A2-C897-2D6D-8B50-BEC3E936D3F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03BDB0F-347B-815A-5FF2-FA5F901BFDC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AC4F73-143B-15E3-21AD-AE0D43DD09A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7DF483-60AA-A6BB-27E9-EFC3F81A8FE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24B0D84-FDCF-1192-CAB0-D1F5A0A1F3E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06E71A1-95BE-AA44-D98E-3A5C8A3BA5C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4E1E5A-8887-BC78-5D29-60749BAC2A3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73488C8-420B-545E-4406-2A5706A5146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9798D21-CA34-4322-158B-E50904C471A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F1E75E8-15F5-3F69-19B9-FFE93B70A79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A6F70B3-07F1-D24F-5A65-A5FFAB95D6A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ABE2870-8FC0-B5DE-CE51-73C36461D0C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BF53FE4-BC40-CD1B-F84B-58C08B41EDD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5AC6438-14A3-EE96-A401-16BE63CEB63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805FF9D-8E13-DE3B-43E0-8942A166FDB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9A002D0-AF66-BEC9-486E-1C5FE0F2C16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DD0022C-7798-CC08-4430-37736F62D984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E775243-3408-2E27-B560-CC9974FA042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F931E40-57B1-CA18-B93D-0460AA052D5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6837E11-66FB-1D75-09CF-8CE7530B3E1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B644908-4ADF-0BA8-A4E0-C92A928DF23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39B9E08-E433-D9CF-7A12-9595DBEE683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D1FE2E6-A649-88EE-AFB7-2A79AAF129A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6EF908D-3DE6-6A41-491F-719DE9A32A1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EADE42A-2B70-F739-7064-2947A386BC6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8DE5DBF-A3E2-8C51-38C3-A5A58BA1B0A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5B5D4AB-4A91-0B1B-8B08-A5EEE76CBF8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4217690-024E-436B-5E11-121F68B5C9A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BD6DCB2-BDCB-090D-EC09-30433E4B0F5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50551E4-01E6-D17B-2990-F967C41A5BC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06D4964-5294-F473-2EA7-F0873B94814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DB7B75A-D3E5-4E36-BDF1-115D483A17B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D452B04-0C26-1FC7-05AF-624A82F2113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83FEDDD-0768-7E85-22E5-1A090D0B7E4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88B2EE1-2E42-18AA-3272-B069D18DA9B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2E15C6A-45C2-E871-884C-CD4A3649938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FE7E4C7-6734-E10B-BDE3-B334B9786E2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EDBB8A-06D2-3F32-AECB-E496537AA9A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FAAC635-BEEA-C7C3-60E7-3023415CE44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6AE2A4-60C3-54F5-030F-194478D9220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3EB0E-3182-A5B4-44C4-53CFE788617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2F24B3-2F37-6145-E2E4-7259419FF12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6E3DE50-64CD-49B1-4C97-99091AAE1E0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F01FB63-5FFC-125B-0087-07B954BE114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EFC0290-24EF-BDE7-A4D4-D2CC06A431F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901CA9C-6DD7-9727-A138-FC8DD5BA6EA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9FC8230-BCEF-FF2E-E1DD-E218961CC0C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5D88177-D129-DC21-1F60-F27AAF00212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4FB2CC-BDAC-0446-6F50-25B6468AAEE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65CF346-757D-D449-E2D9-756144895AD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21D3EE7-3F4C-BEDB-61E5-D34C368EE85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81F65D6-8C73-AA94-BD85-AFAC61324F3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72A85FC-EFB8-D9C2-69FD-F0739D953D2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C6496AB-2237-FA42-1217-E75D2050F26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BBC73A5-CC83-4EE1-78F7-76D9F98BB9E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4EA034C-C290-7183-06E0-2CB7187CB99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DCBB9B-1F37-5A44-D156-DD32FC26AED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D77391-859B-65A2-F8EC-5141F151F275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6759149-A7C4-C4CC-0C18-52DDE590993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AAD829B-AB61-3387-28E9-A823E8196333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2E37D94-EACE-3A46-B9C3-550D83E4519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695A770-C463-30C8-F8BC-268E5DF200E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53A82D4-E73A-F6ED-F269-2B77BC38ACD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520AAED-6D7B-13DC-25CB-88BA833D899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7477630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B53B0-38B9-DF00-AEDB-9DABD1515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7E2C93-18CD-5B06-87F9-F17001D065D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442100C-0760-8E7A-2CEE-39C5FE022B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EA28889-5A99-1FDA-D24D-535F385331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A9628BC-7D33-27DD-7220-621DB1B4CB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A99EAB0-ADA3-1E62-3877-730E118805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A2A484B-0EB5-1DC0-5D88-6797272B514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35FE49-8B80-DF03-E222-8878D2CC607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F162FE-6DC7-B47C-D5D1-327B69547EF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6553C6-AA7D-095C-32DA-068EB6A3D21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91BEEF-0EB6-2345-0517-646F1964986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5E7EC4-97AE-C70F-D693-BB102C7A564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C3ED97-7DD4-16D8-5827-68534BFC36D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80C4C01-FFD5-B699-773E-90299307620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707D42F-E668-72C7-439F-C80C5A3E6E7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07E2CDA-F326-7C3C-4F83-447D0760FC4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01F9C54-92C6-5466-EF76-08A0E1AA652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B88803-CDF3-69BF-7834-5438AD919D5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033C8E-9782-0AF6-EE20-0D2315937F2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0D0BD8-79A6-D8CE-92A0-AB7803C314D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48138C3-1DD7-B60B-0323-291656F6E7B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7FE3B6B-823F-8D99-D9B8-51AA69410AC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FB31D63-767F-7A1A-0EDB-813CEAFA809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A0DA650-1A52-4AC5-C8EC-9D9553CD2A8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486F1F-6416-2686-42EC-498F2004AFA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CA9FBCF-6F0E-057E-72FE-FECA90B8FD1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FDB82D8-F6D1-722C-3B0E-0274450A42F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4675CA6-E2C9-C0A3-5E38-5318F176A69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9D0996-6CB8-157D-BE96-1DA0C22C766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BCDF9F6-8921-3BED-859F-7743E1F8018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57050E5-0DD3-48FA-0CAB-3C62F5FE435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B48DAE2-22E7-0F3B-BCB3-620E67D731F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1096B62-39D7-104B-966A-19402A58CB5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5C03D11-A3CD-90A2-CC28-1C81ABF4701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EA68EFC-DDA1-60BD-F766-0A78FAA6A70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369D601-4783-9FDF-F046-1F6268EA739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2F86610-A9CE-1976-F186-B3C0B1D2D39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C01FBFD-37BD-8488-B60A-E0A53507907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15C8B91-695D-F38F-24D2-DF51CD8503C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CDE5E4E-91A8-BAF9-EE7D-055FFD7C859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B149DC9-7D4E-5614-67D1-B1595B78EA8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DD1964C-35D9-E4DF-1279-6FE58986D47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6843F13-1CDC-A522-8E24-1AEEE8F4BB2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6FB75BE-EEE6-9CDF-8EE0-83908A2EF70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ECD31AE-6961-ABE7-AB68-E3656895C3C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F8DE2C7-D38E-4735-E2B4-24CF39368D5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F306309-3E90-7E1A-B27B-A3A6124DB65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70F43C2-A469-65F9-1B07-8860142C7AA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F1483F6-1218-9517-5283-18B34CB0B50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ECEB56-6C1C-CD54-4713-BC05F77DD78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704F639-422B-B2B5-5C11-2857BF1D9C2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C933B04-1C40-C0F1-19B9-550751D9092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B84D2C-7510-B240-61AD-A6CA240B878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8CD9F8-B2B1-8430-751A-C3688CDF110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19F7D1C-69B4-3554-53B3-DA3024431BD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98785F-403E-A6CE-35EA-764B8C3E80D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6F91A98-8831-2571-F469-F53601E736C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836768-C50F-9A8D-736B-862A3283DB8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5A345EC-D613-C8D8-5693-3EF91ED1A7E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46D848B-E21E-4E5B-595C-19FAA978584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D5D4A34-DBCE-36B3-7AAF-C2845FB28EA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692CCFC-8932-3C3C-757F-E4F6FBD1438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9BCA1D5-D58E-5199-5A32-3A868BCD228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AC37AF5-A728-0433-2F5D-F480C1EA8E3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B148AE7-1BD3-5483-4FF2-3E342CFEF5F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1BD1C6D-D86F-2767-865E-E27E08E2B54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FAADC3-F79B-7BE1-34BC-A0B44A4FD50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49D3FBB-DE99-3E0B-533A-0BB1A0C84EC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39A0315-095F-9183-CF7B-0FF61256D5A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3B70C11-2772-2A52-74FC-5C835696EB5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EF98380-D910-22FD-28C3-24A9F2D5811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2A5DDEB-A4DB-3A34-C23F-817B937E697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93EC8B-18CB-6663-55F3-8F3C480BC97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F5ED24A-90E9-D964-A48F-256B1988A65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FEE23F-275F-51EB-4429-5FF75D2C3B2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375C2C-A192-4AD1-7AF6-E0F8A9E6770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B776744-75F0-7950-8A71-F56B680EC06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07EE92F-45D0-8FE2-72A2-53F903AF029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517055D-4623-CCA0-759C-2F71AAB1640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0770226-2541-BAE2-1FFB-297C3098366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3869974-559E-8B60-ADB6-CB3315DA412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8203E43-5848-A6B2-A45E-875432469F6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C5D7EE1-25CF-DAED-10E9-6E2CFF08F49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68596589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F8168-FDF0-960F-AEFF-582CE480D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2A5476-4191-996E-1BE5-EC62A6997C0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4F02D0D-B926-C1E7-E208-80708CC0B1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D90FB2A-8D5E-99F9-470E-66B0D9FF55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DD5FFBD-7815-5F2D-53D0-4E2A470847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A26F060-BBEB-F3E2-853C-AFDDF5E733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C086DC1-F150-F106-6CCE-A545B407DC8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16ECE4-B422-8891-5DC9-4059FF3CD71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24D831-F67B-9E3D-5C6B-79F4A1C5AA5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B3B06B-67F7-3150-C9CA-15DDCE74633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A2F1ACF-3409-C375-F7B3-ACAE3A7F577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549A85-3C32-7644-3C8E-17980EAE141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B9E1EF-FE53-228E-D15E-385C27C4286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1D84B75-9F72-4127-CFF8-DAB43669540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F941500-3293-7AE6-C2F6-8BA227EBE84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3F464B-205E-CC3F-BDF4-473409940EC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A2A177-5A77-767F-0254-64D30193114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615351-33C1-DEFF-4B76-4E2011B9B5E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52FCE6-721F-67B6-552C-730D8D137DC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E822FB0-A3FD-FCAB-725D-09547DECC6E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C96C75-ECDD-B0E3-BF1E-EFD01AAA43B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2633A0A-112D-7014-6DB5-6C0C7C23CD4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C7D0382-6515-6D42-CAAC-0D9237D88B1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A35314-6FAA-8201-547D-057DBF7E3B7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C8EAB8-FD85-96B0-DDB8-96949437F1B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933CD34-2D39-9AD7-7EC7-86FAB35D66F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E5B8963-D1A7-3AC0-9DD6-6B1B05D724A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5773CB8-3E55-70D9-59AE-D28879A10BA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42B5AB8-23C5-C023-86CB-2E0A11A9799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6807EF2-6786-D8C1-5F3C-48ABD902C5C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BE838C4-C11D-4226-5CFA-94A0CAEEBEB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D263A91-444E-530E-1030-8A4A455A056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ABF2762-DC11-B394-7208-97513816295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B20BFA9-10FE-566C-A1FF-ED47828DC5A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77DB50F-5948-E905-0CED-889F2EB5892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BF1E414-FE52-196E-6CFE-5ED52BC32A2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288E5BD-288D-EFD3-6665-BF162C194F2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60E34DF-19AE-CCEA-A3E0-3C37F78DD32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2CFA942-F50D-9A86-9C30-89A50EDB224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F23E99-5B39-72B4-1D5F-9BB798E5244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FFA7BC0-1B15-FC7A-AD00-B35E1E31C82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10C8808-0052-D8EE-985E-6416B7A0F57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173903A-AC56-44A9-A9EA-4233B34C455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050B88A-B65B-753D-FDD1-77C380E725F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9AEA547-3476-1185-A333-117F5464087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91DE701-2C8E-8E0F-D9B7-1FC59764CD1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27FBE08-076C-5AF6-A5AF-FD24E7758A1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145EFC3-BB44-4796-5A06-E2C460511BF3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CBD48D1-89E9-A097-5A27-0181378CC76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4A1406F-C43B-4B26-DFDA-0941CDB547A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DEAAFE-2C6E-1F56-1F42-6824BE321A2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EEE787-2731-D790-8E85-75C45BF62F0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434619C-41D3-9E67-23B9-3E2D1F319A7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A427FF1-35AB-578B-FF3F-E20A665BA77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141B47A-19E6-851F-36C1-472F4699068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57E8756-A98F-0F06-2751-AD89EF078BA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F32567-D5AF-B358-16ED-2B3A0CBE529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C04699F-3354-357C-F021-7C09D764268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F31909A-1DEE-900E-1153-61A43A17835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532DA78-5178-5BCB-35CA-D0174AFEE68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1169316-4EC2-92CF-E12B-EDCE6FEFCE7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CB031F-2137-88F6-1345-C4E83DD0B06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54AFBCD-710A-3C2F-3E96-CC894282663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F6661E9-A206-5EDF-6BCD-0BCC40CE756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A128D9C-CFE0-3B9F-102E-AB86239CCB8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CCE651B-F05E-D63F-F6EA-9EECC210D53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CB8DE9-E727-E90F-2103-A09E10BFDBC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86930C-571C-FE94-52A3-ABD4BC92E1B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3C54085-ADBB-7B9C-44BD-A665AC1491B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B6DA1DE-2AA1-806B-4733-69E0E9489D6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5181EB8-CB42-CA1C-5022-09AB9623FEF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6A3A1E-3E58-3B37-0AD7-B51D0110BE4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23160C-0B7A-1875-4F04-52050A9638B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AD6AF25-E94D-8911-DCEB-DF0CFBE629B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3789C53-F334-FB06-B9F3-612B29AC54C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B1A000E-33C7-E5D3-E3E3-2A6888C7387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2043FD7-538A-1166-BDD4-A29A911010E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4375E4-5AA8-AE0C-AB51-09B74FD34A2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6CB442F-C296-93FC-3474-0497BA89F2C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0F85CEE-15B2-9BAC-6BF4-90A7BFD1A26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EC76669-9E37-3974-7026-9F185B1B833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087A63E-1023-8967-EF52-A3E2574BD83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C927F4B-3F23-5540-867B-1E65634D025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358747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E5CCE-A188-BED9-1500-090C0C108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3B61E5-E2B3-B008-8097-5E979D3DE0C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E05312F-2F6F-5ED4-CA76-8BB1965099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A658070-B90E-AF11-1853-66FF0DF2B6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13F5414-4504-E25E-D28E-B75F0ED5E1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256FA9B-70FB-D23F-0C58-3D7FA87070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025675A-7349-EC7F-AD61-77D46791C1F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8D1E84-E916-A4A9-08FC-5EBADF38FFD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81AAA9-14B2-548D-BD08-ED99C0AC4AC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4B8ED83-DBA9-903A-37B3-1B5F7FF9014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9D8B767-6D9C-5986-A404-DCBE0B2C34E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EAA85C-6E03-70E6-4853-27AF570A72E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63AA2E-D289-058E-7613-7C0C4A6A124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EA264CE-4177-6DB1-928A-268E4042FF0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2A82AB-97D5-F445-849E-9F3C79CFC42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212166-74C3-8355-7FC4-6D37C852B9F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692553-932A-5C4E-7C77-A31E88F9140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28AD9B7-7887-A6BF-329B-C51E4150523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ABBF68-7A09-54B1-6915-0740DE7AC1C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B824377-5158-AFC7-E68D-D925C295F0B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54FBE0-B13C-7BCA-FA57-B46F73D7856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0200246-1933-A4BA-FA6B-28A187D3640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380140-C78D-F2FD-8337-031225A1758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D5D9F1E-46CC-5D64-5F0A-466B577E35F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8C1B0A5-9137-9C4C-8E5A-40A4A63853A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F8FAD64-6D79-B23A-7F94-F1228FDC2B2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D8BB362-08AF-D51A-559C-B0135200FCD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82D45C5-3A31-6DA8-DD5B-C9432CC7789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1508482-F1AE-2BB3-22B3-9F48E885640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B8319AF-DCD8-CA39-E687-1698A22F0F7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461FE7E-F1BB-A933-7498-077ED860F91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B590200-62DD-7500-C209-37C890CA39E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5ADEA20-DB90-A1ED-F085-AA87C0A862C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1A0EB5-DEBB-8AA2-E666-88FB6CD4C92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A731096-1001-3580-4B58-A35E9EA77D7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7F891B7-A0EE-3062-208C-BC41F5571C3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537F896-3FF5-BB21-5BD3-F6A545FD320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22B749-553F-4184-BB31-B172DBA85BA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2D9E2C8-0A7C-CFEB-B3DE-78066E40B6F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245D245-8EF9-DA69-60E6-1D6D7D4F7D3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AA993E7-591E-8C35-5D5A-44ECE6AA118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D1C23A-71D5-53DE-00FE-386246F2760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F1F990B-C62E-FFFB-A151-8550EA9677E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5325A96-3F17-5C42-E777-4F96FDFA6E8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17A211C-BD70-4683-DFA3-95BA69C7F7C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3965943-66FF-C1F0-7108-556D052ABB3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3860DFE-DC1F-0F84-EDCE-77DC4D948D7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743BCE-66E6-F63D-10E8-C08A700DD6E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2D5538B-EA2C-21CD-2662-61B94A1DE29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BCA3911-95AB-B0A9-0B4D-61DF15C194C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497BFA5-6B97-DE5F-1E84-C638F3C06D5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EB226A-8352-AA46-6C59-38704817468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C9DCAEE-4C26-6179-ECB7-1C2BD24FD6C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415BD78-1FCB-F91D-BC4D-4BB57AEF9E3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E85C3F6-C88A-72CC-A5A7-9A6B3FFA55B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A2EEE5A-1F31-E388-B638-A4AC27AE6BA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872900A-BE34-AF37-10C7-B46519126D2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2A92FA0-0F21-3751-3726-10F0337C4F6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4730145-A6A2-68D3-9351-E901658180A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F1F7619-0726-35AF-497C-9C30217B8B0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1F35DEE-A436-F068-0144-71D7341392E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5C5D78B-DD07-89B1-8814-585730EC74A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6070DD5-6EEB-41FF-921F-22834F4B6EC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089B604-BF0C-3D81-BD52-C687FE16D8E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E998F5D-4EA0-0E7D-7E4E-11B2F079360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17E273-B527-E53E-0F95-B9C24D7BFD3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51E55E-741D-759A-F27E-7C27236D5DF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0DE9406-1BDE-4585-F9B6-D7DB5DE9076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9D367D8-EA69-7D25-C11F-56F1B4F51E0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B181C64-82A8-A673-BAB1-D194F020C47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0B78C46-FDBD-D328-6454-4D3CC076788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6EED6D6-6B3D-3E68-FC69-8B68D5E8261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B02DF14-1C25-B465-7219-0AF18961480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F817FC0-D0C8-B7D0-02A2-BCDA7E2C3DE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505C9A4-19A9-F3A7-A074-AFF56F02F6C5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D08289C-EB80-C6DC-D6B4-465B786E93D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E728512-E3DF-CA3E-AAB5-AE0547B71F5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4CE27AB-1D3D-386B-B830-C1EE0A2C314C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55364F2-B5C1-A003-0062-AB05E645951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8A6FCCE-CFA7-2175-B7BD-BDE88BE6C9D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53A327B-1DB1-F381-2ECB-34AE4196C578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4F57D94-B143-BBB6-09C6-E99790802B9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10E0B595-36B2-4E1D-6461-F8917426427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1435293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3BA04-DB23-1D0A-37BE-A67363597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E2837A5-5C5C-925E-F1EC-6D52CD40258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C7CF960-4503-00FE-54AF-0B9F41BA6E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4CF98D5-14F8-A886-4690-D14C0B9660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9CB1064-A179-E156-16DC-B560EC9C2B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F1C1675-7122-E0D2-CE10-52849CC056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365F83C-18E3-B763-1B63-136E44E4F3D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3198BC-57A1-83F1-4990-D113622F0EA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262A6B-3E3B-D3C1-4A34-278C86F8425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4F6734-2CC0-06E7-CEAF-90F1612F6C1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B0A7C8-B7D3-2C4A-EA5A-C77BDA2A3FD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C45D6F1-7F3C-5812-5EF4-87A3547CF6D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7A899E-45C1-C9FF-DB78-06C225600EE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A6A6E62-22FE-3598-2186-A530D0244E1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BE688D5-6012-5B67-8C73-6D31D166404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FFF0DF-BEFF-1B8D-441F-1582E29A491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5DBA68A-C272-9BD1-4772-E5A7D544E23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C7C49B2-A74A-0BC7-0059-06E810AE837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8DB3F01-5A87-77A0-87FA-8A92C06CB29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DAEF96-1744-A916-369F-F377AC35EC1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FEB9D8D-DBB4-E4C1-7E53-072861DBD48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7E697F-57D6-87D1-F468-7E1E658EEF6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8585279-04CB-57FB-D13A-6A4C8ED8279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3FEDFB5-45B5-EAFB-4F3F-1400D033586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D1BB345-0261-2C6E-3A48-4D490E4DF8D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4A1EA95-821E-709C-8C41-557001B1774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5F96659-68E9-25EC-DF90-C89B985DD4A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33972A0-D2BE-D271-85DC-683D0DCAD16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541DBF5-6DFE-399E-0EF2-7A739630CD3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CB434A1-761E-1D05-AB2A-2F41EBFF564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204E46F-88C4-E7D9-2624-658E010C5A2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3BCCA37-54EA-FD34-81C0-6D697CDBDE5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9D180F1-236D-195E-BABA-88B47EF3985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A1669CA-13C6-8562-9286-830C3EC1C29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55224E2-00E0-3691-7D7B-4EB04B2A98B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BFF8603-C82D-B5BE-03C0-CA2DE4DB901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455D510-AC14-9CE1-6146-26C5423E240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FD84C30-39DB-F91D-1F57-3080C93FBD2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0BDDA31-69FE-EA27-B65A-3591C99674C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9C61817-FE79-9549-6638-1F19E5F2D8F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6FB4EE6-622D-38DB-E54A-386120DD92B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E874494-C6A5-97EE-E050-39FEE689872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E7C6938-90B9-1005-AFCD-F33272B376B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49F527B-1A1E-151A-A201-51D34B9125F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E53D462-D5F1-755D-AB74-A2C95A38FAB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7A98C4E-52DC-3210-4DCC-1287792E5DD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841996-EE32-6FC2-0CCD-4C7BE2C8659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B1C80D-78E8-3C7A-0B8B-BCE22BE8CA1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C33998A-5A88-1166-80B5-A59C8148C3F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F8E58F-E6D7-198D-2B86-5338E1A6AFB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622C689-4AEA-D0DF-B73B-C6BB75A5878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F2642B5-8DC6-3B68-486F-C6038B549E5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70DF2D8-F67E-9548-FC14-DC5CFC22833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DB12A45-8C46-ED87-B3E4-4D84F486FEC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A780C90-4440-A74E-F3AB-15A31A4B0F9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CB2FC27-890E-4EDE-1A49-73ECEF300AD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7FCB865-B999-5A4D-2552-0E53280DF1F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523E77C-0C6A-14A5-CCF4-8337CCA3873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139746B-AF57-03D4-C121-9FE98699B58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160D0E4-5A4B-A3CC-7D0D-5775854BE18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547831C-C0DD-4824-C9F8-EBA976417DD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CF63457-46E8-45FB-FF0B-2C269715052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4620FED-04AF-71B4-A517-D8BD90F4A78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D94151A-8A5B-5219-CA4F-30244A34D70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7DCA51-9DA7-C3F0-9EC3-78D18946210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6293C66-EB1F-1720-816E-4D22D6CF708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8D22DF2-7AB2-2D64-4A15-58292C2984D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0339411-981C-34B1-9BDB-E5C0CAD358F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48B09AA-B1BA-056D-4917-D54C61FD984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70DF530-0699-09E3-B6A4-963E3079523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C3280E1-A3B3-A3BC-2F7D-A269C2132C1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05E9FCF-E5EF-AF8E-B3A6-48F167A738F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BF91B3E-B63E-CABC-65AC-8421688E7545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3773A6C-9F9C-F67D-F61F-8548E78FA04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625A39-1D93-DD8A-A3A0-BEBC517F96E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8488D4-0411-DA14-695B-E272188571C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279F0B-22F7-B209-E022-14F9B3D0334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E8A36E-7FEE-5D66-3AB5-52C7BC1509B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B91B1C7-623A-9A54-C3BD-E479C3A741D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5A12464-339D-0F2C-735D-FBBE60FA5BA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D28C516-3E5D-36AE-9817-56529279DFC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AC3C797-4EA0-068A-A771-9A6C19C1511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4EF5529-22A4-815C-0211-15984D5BBD5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9524517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16F8B-836E-C08D-AC54-17CEF00F2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446C44-7177-D9D9-0B68-133DC3890F1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7A9C8B8-55B5-692C-0B5F-04DB00E1B1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70A6A24-5347-DD36-99F7-5F6DF21050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1FC5570-9982-5125-9712-38BD352A09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716E888-6DF6-1EE6-670C-B8C6F5A357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5BC29E1-E1CE-BC44-FD96-D0677DD3E98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332513-4864-C54D-F3F5-1E5694DDF4E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7FF39A3-3A0E-9840-5B75-F5C4BD466C9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DB4D11F-86B1-6625-BFC5-B52B34CB1BD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EECCB04-BC17-AC8D-1BF4-958B4848AE8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96C9E8-48F5-08B6-834B-39F73DFCC3F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DCC2ED7-9E57-DF56-B7BD-7E6CC6660F0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4B3150-DF81-E903-42A5-402EB2A46E9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AA7CCB-9529-B75E-078E-2EF7850E92D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0E7B40-E9AC-4D32-3432-38086DC94B3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ACE2EE4-86F5-A380-3F57-EC621EF27E3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F8A4AED-EEB3-27D3-A080-02A6F8661ED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6763759-738C-D06E-58BD-FC104161097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23D20E-013A-FAF5-ABD3-E30BF93A9F7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42178A3-3F7B-7864-9BFE-5224A24C746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4A3A10-C91C-E579-001B-8FEED8E429E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19267AA-AF0B-23DE-C53B-BCD179793EF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5591751-1B7B-A132-7FDF-E2F81E24C2B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546A2FE-BA86-5C90-4FA7-9580C3B5F95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59FA1C7-5986-7A0A-D6DB-2ADDAD89356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FF995CF-75B2-1AE9-31AB-2016639F7B1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1398991-39D9-BDEE-D508-4582E9D7EC5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F4DA3CD-616D-C1AE-8F38-037DAC4CBEF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564B4FD-C0E0-CC72-D491-D163FB83F27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E53F02A-9F27-36FB-23A2-D8DD0F6449C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99B32F-B78B-189E-264F-05682EB67A3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9B569E1-359F-54E9-A872-3B5103537F5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A9AF691-662B-B6D1-7206-23CA73AEB72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4A4230F-B60A-E541-6C41-AF6A6A69092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1DE26D7-19E2-A901-1F58-9B4069E3493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C5B7333-0B85-7903-4049-655973822D1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5F5C35-4D5B-167C-5E09-BA48A1CA8B8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14957FC-4E44-445E-3509-FF175547459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BBD1E85-30F0-9167-BD01-10E46701749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C3B720-B07A-C390-1ADB-1D54A8F8F01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4B4F905-1FF7-B5ED-3BB9-E7B81C1555A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48D3A8B-261C-5C1A-BEF0-16956C6CC1E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252A893-9C00-6282-A986-D7A55C1706C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244A7D9-D9BF-98DA-839E-6F46700B2F1D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C680F0F-CCCA-79D3-74F2-D720CAFF93D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74E293-0989-4790-3D13-0F16672AB41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68CA75-6623-A328-C7D3-781598651D1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429E6CE-824B-C283-B012-DD1B85380DB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DA9C3C0-AFDF-AD78-993C-EA6A815BC08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B01128-5D30-FD7A-D844-21CE7886938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9636E76-C3EE-696F-FC4A-A90561BCD9A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44AF072-180E-AE43-3B1D-29478606817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2392366-28AB-DDDA-499A-5C03EAEB977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82F0482-1A8E-115B-BD2C-AA178406B7C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9EB55AB-27DB-A77B-BFE8-937BCC8CC14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0FA3E51-45A7-EB30-1C0F-B2481A07D65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936E074-2766-7854-24F8-A0C330559BE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AA40D9C-14D9-BB6B-E154-4964DD1AA28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F02B026-F614-A1FD-4741-4897DB43F96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8A369FA-B3EB-80F7-3DF1-19AFA745351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E5FEDE0-3CA2-765B-B099-4E47658A934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B711722-A253-CF2E-6CCD-77F01A638B4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447127A-E905-1A00-44EA-90AF5E10506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500BC2-4E86-4685-678C-461C6097FC5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607BAC-FFE2-1937-832F-94820A7300C9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F852F55-6C09-A378-DE2C-8814FE11592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C122B02-901E-F79E-81EA-81DA5E0C07B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C736822-7F69-8774-C959-95AD8DC429C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FE0577B-9B90-7207-D2E7-07B0433CECB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42D70E4-9A1C-9430-3FDA-CFBD93DA528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38D337C-0393-69C3-6809-9A8603F9810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6E34D3D-0FAF-EA4B-86B0-FB0CCC81812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BB68E3-1C3C-DAC2-F08D-3E35E3CAF4C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626EE9-7950-6C7F-8E00-62266923BD12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FA76A7-B9BA-04EA-3A56-0B2B7FBE2C2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DA3B49-E42B-8189-8FA6-D1909454586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36C156-0750-59C6-BAFD-46CB47789F9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5D60E-C24A-8AB2-A8DD-ED44559DD4BC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D3FAF89-4376-B9E3-13D0-A66B25D49A8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0B3BA58-DAC8-CE7E-571F-F2CCB2BD439B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D91E75E-7333-6DC4-0092-9E0433F7FC5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308D2DB-8045-5D2A-5693-FA59B3F92EF9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30390400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DF565-28CC-AEDE-28C5-A820D37D9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2DE6FA3-BF1A-20FD-1648-01FD70D96D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Row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C2BE207-BCB8-8396-C7AB-2E4514A760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303870D-6518-B792-3AC8-E15B7F84DC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7D5F09D-A58D-5F46-9A8C-A229923A6C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D1FF313-A330-1861-7717-A8040E770F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D8E65CD-0C24-864D-76FD-766F86E011A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7E1330-9D1B-96AB-5086-DFC3DEE2025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538D8C-83F8-BEE4-7CD0-D2E401680D5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11A55F-3053-5523-CC17-6ED13D7E090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BE1A73-0AA3-0E01-5758-3C4F80A4A39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DD6456-4417-F055-770E-A6030B2CAFD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19B7F3B-CFAE-A3F6-4975-54BCEBDB44C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C942FC-1647-5F3D-EFC1-DC5B326B7F6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8CE73C-D079-682C-7ED1-2DB43E44187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552F6C-C26A-2C76-486B-55774264566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4352BF5-00E2-5F47-8259-C01F3F29835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D501817-9789-48CC-3419-00B2863F594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51B0B4C-C5D9-41CA-4D06-BE18B5A7831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ED18D9-4838-D829-6F2E-BD3761E07E6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C08512D-D61F-6B6D-4F36-D65B22398F7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3983FAE-C888-07F9-33D5-520DDC9C98C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1AFF815-C52E-5FB9-2430-A910BD0646A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3476A80-BD1C-C1B8-D912-B9247064A84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A71F559-7F50-D399-F4FD-CA8C68FE0A1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5BCD81C-3AEF-B341-B724-2E821AC89CE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98169C7-B4D2-9BA2-B0DE-A743D703A2A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5E82DEF-04BD-E70B-7A15-8F819C4D07C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2384D54-D727-F269-D9CF-CE4C014AB3E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ACE2B56-FC53-988B-5716-B6A226A66AF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FABB31D-7ECD-E40D-6AF7-83FA01A421A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00E581A-6A56-F292-C90D-CDE162B303F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2BBECCB-3766-9054-9981-55F090FDFBC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293E60-0385-BAD1-566A-09FC78C1116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8D3A84C-D545-3ACF-1516-15B2663589E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A485561-1982-60D1-9F9A-6D13E3CAB01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9874101-57A4-5F83-06BA-3F1A65903D2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A497863-8281-83A0-1916-79D59938A80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A31DE8F-BB5A-EF21-13D1-0755279B287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DB0C9B9-6B95-15B7-A8E1-1EA648B4924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C883100-17C5-4827-235D-42BC34441A5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5BF7409-F6B7-73DE-2BDA-AF6203A57F1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C5A6A7-23BC-E8D3-43B5-F6320EA6BC6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1C9768A-8BDE-71FF-C697-C297EEAF0BF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6460830-CCFF-B677-E5FC-B4D44988574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F97B197-8817-2F8F-4332-5454522026C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6B22DB-4AA3-5F91-8433-7F891B5297B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263167-564B-2AFE-E1D7-49714BF6B22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D81D719-2196-0CA9-31C4-BDC1C689CA0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4DFDBD-6FE1-182A-5CF6-4691A7BA57E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FC9586-9FB5-8341-A03A-8172E46A840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CAA4A06-F219-097E-BD7A-CE33FBA5670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734B0E1-772C-2840-B0DB-962509E7AA3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771D522-808C-2C4D-7866-2F5F54434D0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A7322D0-57A5-D9CF-D7F2-4C14861FE59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B15F092-63D8-C855-00CF-F3D57CE53A0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28785F4-94ED-419A-0FE2-1D3C43BE2EB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8464566-81AA-B9E9-E47D-E70791A9553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619996A-0E46-8845-5056-D2AEDAD2F55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E863D9E-9467-A86E-B4FB-D1E5D67B670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8522910-965E-8F00-D5F7-A4540677301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09C921D-33E5-E617-39CF-8907282ACE8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F258382-F6D2-86A3-6AD8-5C286E4E131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7048BB2-5D45-95DD-E47A-A13CC95C64E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5C6854E-5134-3E4E-2DBA-B9A91A937AB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08B22D2-1D6E-6859-5ECC-C925C00E687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41D33D2-228A-4DFD-2FDC-3E9DD0AF6D0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22E76688-C458-07FB-8F72-F4EE5D29E5D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616D2AF-83EC-F622-5C23-6443CDF972F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B0D5074-6687-1AA9-58BB-D34C2CF38C8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EA71F5B-E68D-42A5-BB3A-91767738552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5FB6BEA-1B3F-FDBE-CC97-B9370E3B7A0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02791CF-D968-E1E2-5A06-FE069182D2D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14115C5-2D0F-DF6A-BAA1-3548DA7764E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CE61EF-7BAC-352A-2E4D-9FA39FBEC39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BAB5BE-2ED4-3454-F21A-9E2357B29F2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932064-0616-0D82-F996-620C261C1BA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306A75-BE6A-F02C-D7F6-35DFDD07DA9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929A5A-9B98-0176-BCBB-474C98BFC2C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B2540AF-6C32-D4FD-0F1C-D320C86D090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02AD564-E204-432D-949B-472766815DA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C0049B3-8FBD-FAE9-2449-F70C69F552F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2E509B7-8706-843F-4F14-7D205DE6F3B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4173AAD-CDC3-8A32-88A2-1482B4D3B4D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67959644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7B308-DE7D-5DC6-CC5F-1D45E22CD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C3BD48-84A4-153A-C399-A2355E353C5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DAD7FD2-B95C-D74A-ADED-2B76CEBBF9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2F72D34-09F2-1E80-5FE3-829CE6291F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6B5FDE8-3889-1B00-8F10-E89AD1E93C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77B35C7-8F16-0105-DE8B-619E980EE8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9253369-B292-0742-0CE1-1B709D05855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DDE68B-B524-EBBC-F91F-14ACD5439DF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5C05C5-C354-B752-2871-1CE72642897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F276A75-7AE9-6542-AFE9-1D3971FCA02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C2F209D-69F3-4309-D9B3-DF2AAD67466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7FCD28-D3FA-877F-2004-61831D8F0AB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75C8C7-27BF-7772-788D-C2C67736895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5D922D-5242-A488-39CE-4F42B11C8FF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8787959-2DAD-5C41-A8FA-CC81E3D37A1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DDF5A0-8854-58D3-5AA7-D44950D58D2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06BE5E9-1B72-6A54-1031-C849BDB1B2D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22F17B1-7257-762E-2BA7-17F3B74307E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24E6883-D09B-5145-63C4-140D587EDD4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FB0D437-FFC7-AC85-80C3-5C2B59903CC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0BABC0-9246-1CB2-91F8-9B278D80BED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6DBBCD8-857B-2FFC-E21A-BC9C94D4EDE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5CC53E2-1E20-6A4F-62DC-969B0B2CEFE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8DF22A6-8806-BC85-4D8F-F0F276B5A45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8D533C0-4976-2B0A-655F-9501E315ACA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2F0CB45-F3D2-5224-D646-D7709BF3F8F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46778B9-FD30-80C8-84F0-57113E8F3FE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A718E60-D2FA-D53F-EA43-A2EEEA1E8A6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5A58379-9364-0E8F-20B8-FE98836B25F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0EFD509-59BB-962B-4C23-38A29CB4F03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027A308-262B-F562-C7EE-9C5D8FEB5A7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5B150E-3F3C-D275-DCB2-D5237CD1618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8AA3BB4-D44B-6FA2-83A3-D9F26C52899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2FC2D5A-3BF2-EDEC-25C6-D777D899429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023792C-1949-00D1-ADEA-3D69A6313BB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665E266-21F0-540A-F492-64B33F1E69F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DC0ED8D-81D9-E4DA-F072-8420D93F392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43D94B7-609C-0CDE-91AC-231B74A2275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DACEB7B-A8C0-39B2-6495-C5BB47F89DF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7288EF7-4E32-E5C1-FFBD-51CE005BC00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7F99847-6E68-31A4-64D8-6B3E33D5AAB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DB8D12F-4F35-0739-532C-DEA26F18B8D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46AE38-83E6-9D3F-4ACE-51621835811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C3260E8-9762-3E30-12CD-8DE5B41A3D2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335D086-C2C3-7401-B9AF-12D9F55257C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67CA65-C076-B8A5-407D-A0A0DB21F3C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CB6BB6B-861C-2999-770E-0E8F8ED01C91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F1AD53E-6C8E-3725-FEF0-EAEE5D46624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F3E21B5-79D3-D27F-9FC8-CFB87A8023A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55C8A6-9A67-E23F-2428-EB5594ED6BB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C761502-F412-9B28-585D-415398A15E8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E87C183-3F41-41E3-3B54-F65ECFDAA0B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3361B86-B124-896E-110A-6A0AB6B14F6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D7B5CF8-9BDE-356E-F62F-9A597DC0E8F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8C69ACD-3EAB-BEB2-E94B-830A5BE797E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BCC8837-BFC9-98C1-607D-18648787032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96547F6-2080-8EEF-C5E4-1C018790E6F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4D14DD-CF65-2471-5132-E5A20E58C41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F27B92E-4A77-BD43-7554-EB205CA10F6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7582936-FCA0-13AA-1DA6-ABCF34F3686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9E3271D-52C5-618F-314E-8E583095DAD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536E1C8-1B73-5C6E-6E6C-3656DF89DCE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CF16342-BAEC-B2F2-07D6-2A6ED2DD7EA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BBCE04-F8BC-CC4D-1F14-40D0D37FFCC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ACEBAA-1EB1-3786-389C-E370487AC4EB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2577C5F-1632-E152-C28B-D4A84E4D164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A8F03A6-A762-A7F4-2C3C-E079FA3C963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CDB245A-6C7C-B92F-6C4F-E8C70393BD1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393FA12-525A-B65C-C29C-44428528F52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ACD4F0F-57D7-E995-502D-967D15A1977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8E533D7-ADAD-2C40-0BBD-CC2C5D53AF4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C615F9C-2CFA-6769-19C0-EDF55FE5540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0D97C6-890A-1F28-EA0F-984AD3C3173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166007-8FFC-FD31-FC10-2963F6A8398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15EFD9-87F8-F400-D957-E5C0CEE7327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BA6A86-4D41-89F8-2EC6-68499B06A99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523A13A-9AEE-7947-3291-18494C82AA89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7CCA3F5-45A5-DFBC-56DA-02E18198742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65080CA-84F3-139C-4E8D-49B87D9D350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DAAAD23-C66E-4C43-96FA-F07E3E5A9108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82AC0C9-3720-B9BC-CC90-E8491383A29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9162D2C-5F29-D435-A9F4-FDB0F9784E1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70A1765-AC8F-7253-DE4F-F79F2C1863D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DFA191B-AE74-ADF2-3A84-9561D8A63F6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2288968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56A72-1F1F-9EE3-5EC7-E2CBE7791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9DFEF79-68CF-1552-479F-C86CBAFEF0F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DC1F560-1EA3-C9A3-5710-1B1932A90D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1461CE2-3441-4665-6F5D-A4FAAECEC0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884B44D-AF99-4397-0234-20C847E3B8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2A4A860-296B-7297-88D5-6FC0A98241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0BA402F-1DE8-6174-0515-E8CC0213EAE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78DFC5-B61B-318A-70E6-E7C79228CB4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A17E0C-9A64-97FC-3AC5-88D1E788FEE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B018E4-FFF0-3BF0-D495-B2AD90DAE78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1DAF93-9042-2590-0FBC-6EC2DDF418C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734E66-B5CD-1013-23CA-04CB1295A25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57609E-ED81-6526-DB93-BE887741AF9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79D157-B091-F4AC-7B31-08943FFF7B6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5F5BF3-4E27-7C30-8612-A5E2E8A1809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B45B3E4-B19D-B5E6-AAE2-53DFC388997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DF3990-BCCA-96E0-F9B7-9E650091412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8B7C874-E93E-D61E-9E3A-5CEAE0CF360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1004D1-9BAF-4A5B-4A6F-F463F060312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9B55330-D92D-C568-1B45-B60C54D2D75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2C84B96-0088-FCBA-ABB2-120581753CC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A2E0E63-7787-945F-614B-1CB4A223E9C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8E84AF3-C772-E2BC-9FC9-6868FAA5AFC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97565C0-8EDD-7104-9DDD-D03CA2CF705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D37FB03-BC58-AD2C-5884-90ADAF33D36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41CD339-6DF0-E568-670A-9474CE65A40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C962498-549E-D7B1-0E33-84E9975724D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7E42025-2C56-F40B-8A62-F5BADD96625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7B73D13-DF89-29C4-EEA4-849A7F468C4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BDB33DE-4202-372A-7430-04F1DF649FA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2EA141E-13C9-3B44-1E2B-4B7D947015B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F288ED7-8CA8-4D51-9FB4-D4A8672CE5C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0012F40-BC78-5173-E79E-19909A8BF2C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09D9849-579D-6C85-341C-30618B1B833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B7BEB00-E7CD-0383-766E-E8C857C7092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22959E4-E1A1-C0AB-DAA7-1D9CF3F017F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6F92280-5420-4896-3707-EDFA9BFBF8E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A17D82C-1F82-4DAA-9D6B-6D5B6949ECF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D059606-5C46-3191-BB6F-86FE269784E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2497D69-674F-B978-D2E7-701E717F2A6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DD6ACD4-B013-8379-2FC6-78CC672516A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D65C483-D755-E9B7-73BE-EDBBDDC0F6B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C8E3CF9-7B16-00F5-9A3D-C4C88F015E8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0B2190-051D-79A0-0D22-17888EF83C8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40F7218-C495-A503-B9DF-2AB7C99C101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6106201-DC58-E353-A7F6-F6BE5A08F20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F72DC8-BAC5-AEEF-BD0B-9372C328282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36A11DA-CEE0-9DDD-9155-EA7F260B0BB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4DA0195-1151-06FE-CC66-26C5E0685C3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EF782D4-C152-BDBA-C6A6-2B98DF569A6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3BF93B9-4BD3-6D94-C767-2A65F199050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A35E7B9-9EC9-76CE-480E-45134B9AB25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092E8F2-9FCA-DA0D-3868-97ECE9AC99C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C6C16A5-F264-C7CC-60EB-98DA4DB8492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79BC5FE-A8E3-C394-1740-FE782738875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FA950FA-D4DE-75DB-D942-3F85DDE67A7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D9DF14A-C086-004F-333C-611ADF12A9E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0EEC330-E59E-6C52-9816-377E1E9289C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D6FEB08-2ABC-FD82-EFDB-8DE1F12FFED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ACA881F-1CD0-D516-EBC9-29769645E0F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9D10D4C-8D41-C8F5-7D01-8BFB74C37BD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8DBEBE3-E6A1-791A-26F9-1D66C9BFE93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20EC50-BBD4-9FCF-E502-6A7959FE6D9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8D728E8-7F5C-C037-7E44-820644FDAD1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BD4F660-61AD-9B41-A83C-100D041EACA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24F58AA-F198-F641-E9E1-AB03350B380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E496FCF-0597-94AE-15FE-776E9785F54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185A451-F1B7-7F3A-A799-09C954AE8F8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C13C115-22AC-D3E8-BCD2-B85943549D9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EAAE577-3BBA-83E8-5474-F3533508F5A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D36369E-F824-14E0-320A-B2B7808DB1C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D559AC-72D5-2824-3467-3E74FE41BEC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491E1B-0021-746D-4980-66FBB755F02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DF67EA-3F99-EE70-FFD2-1605F84CEC1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8A061BA-8F42-4A7E-4DC8-8778B4E9A98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B501BE1-9B33-2289-5716-BB944B80329E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E76304F-1E0C-139B-6F3A-5B0593B36B3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8334717-EA09-D70E-8592-3FD6D12085A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DB69974-821C-D8B6-D95D-CB193244EB5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15C361B-945C-CE42-13AD-E59C5684270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E9FB7C-C592-7476-46DD-6C530B29CC2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E253975-F16C-B226-20F6-8E8E320F600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2477E3-92AF-3A6D-1398-51E3771192F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BB34AA-4B46-9EE1-D82B-858C550CAEF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9799844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D012B-9BD3-1D52-6FAE-8B4DF431F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7D468FF-9C67-D8A9-0E5C-F8B80DB56B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3B91114-A859-F955-3639-957AC78E23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2A7B0B4-7D96-CD5F-5097-2C18FA4252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E3B9CEF-39F3-B0B6-AF0A-4B4FD6AEF1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0042751-0FC9-46D4-D358-9F02894FC7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8FA7FC6-5CB8-915E-3E98-F77F2EC64DC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CCDAE-2F5C-192E-602D-A02E01CD593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5FA052-F142-F75C-27F7-177A66A21B3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63E5E9-F824-D093-2B96-133A7018BC1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97ED09-3965-A241-BB04-9ED3881736D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A3826EA-55F6-B684-12DC-4B11395E21B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4AD3054-82D7-0212-53C3-9D78778A3C4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2832F3E-3804-54CB-4E9F-599A4B50B3D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617392-D0FA-4E85-B096-FE90D0C480D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7EA4DA2-5181-32B7-427D-964FA42CB16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0C368C3-DDD8-A423-6EBA-F3C00D4D846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9002463-44D8-843D-E6FC-F99F0C14320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0AF10E1-70C1-0801-6FA6-4747D735BAF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479AB4A-3BB5-41B9-D952-F2D16293959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203C2B-44BC-67AB-AAFA-6AB7458A42C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F3E0786-8992-2403-A0FA-0AEB0EE3A28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CA180FC-8891-09DD-FBFD-E089830874D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5DDA617-06C8-80D1-7496-D5560A80F8A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BB08737-4F83-621E-55F7-5DA6B1CF393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387E6C3-811D-B7A6-F468-F6909F6ABEB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3CF1ADB-EF96-E63C-663C-BE22FE8820A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4DF9A91-333C-C70F-41DA-AFE8113EABE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C38A51-F1C1-9BFB-B932-3F32508570B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DA02615-F5BA-B7A5-B743-E86092B42AE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3B6EE7E-3964-82A3-4BC1-4C1945FD9B0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23BF9C0-BDC2-3616-E504-D82BEF76ECC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8A247D6-8CAE-8076-3BD0-E88F78C3FCA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138E43B-F7BC-5F46-D427-AF9730AD39E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279055-A626-D37D-71D3-734C18169AD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986DA32-A9D4-5F68-EB50-CE8C886FAD9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026A568-E969-162F-8047-3555A8D1666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A2A0F56-4604-2BD8-B7F5-35C6551A365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CE96C5-06B0-51C7-8D97-37D4E0F47BEF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4B852A-E353-0C71-8452-6B714E6274B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E7C7C2-CCA4-1AFD-1D5A-2E4EB8D88FE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6DB9691-6260-BC92-5A91-A013E027695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6A11FB4-8D9F-5ADE-7DE2-57AF644E535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5637C2E-C658-7A05-A724-7C0DEB054B1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274214E-F243-D9A3-F777-05D970A6501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9A09C08-C6BF-D752-9AE5-EAA6C69FD3D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D232E20-1EAB-0436-092D-78534AD7014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C4BDC8F-3896-9564-9539-3F249623ED9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925A9B5-B7D4-C947-E6D5-1F71BCCBA55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6F237C9-48D1-FA23-36B4-6CC8C407A21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0F9A57D-1C03-B7C0-8717-409691E3776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C9149A-5FE8-F4BB-F159-25CCAEC14C2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23F9951-528F-4771-0FE8-94058EDDD54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F70916B-1C56-1B99-E5CD-2ADA7ABEA07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DD80600-C21C-F92E-EBC8-3DA9E609851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F826C39-73F3-E623-5588-5730B09968E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7AFCD4D-8139-8D4E-7515-C06AF0EA3A2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B3F29B-4FBE-1675-C3CE-6E6880BF26E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55C8A7-CC09-B628-169A-CA17120BF78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5D2D667-53DF-118C-447E-786EAADE7CE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E4D76EE-CD9E-369A-2565-C3A28BA11BE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DF0BE37-2EEB-40AC-C759-F888345203F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C46B2DC-4C98-6D2B-31BE-A3655F1ADAC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DE4CACE-216D-A604-FF65-930DDB5E1E2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BAFD485-05F4-51D3-F94B-2E6E238FC6A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403ABBD-53F3-697C-942F-C65D8F640C2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3986223-F197-7915-DB9E-EDFF4C72166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3958C2-056D-F2CF-DEB7-CD27A333687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236DC4-0D53-2C69-1984-524EA231537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2DDFD7-B837-880E-F9D1-1AAB25F77E1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2A6D84-F6B7-5F81-6E35-22D0759E05D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BC382CA-E976-B531-9E86-F6D23ECAF79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152A460-E439-7A57-FF72-115BB405C59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E53583F-1E3E-DDD3-20F0-0C8D98C71B9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870B17A-39B2-F6E6-8D61-3399B0CA947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FA2A4F6-AE97-A315-9A2E-6CE39CC6CF4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0ABBA74-789E-47B3-9951-486C93C03A8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39081C6-9B65-5878-7EC2-C1EE3B46AE2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94DA5-13A4-9624-0875-1324C18323D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9AFDB0D-80F3-181B-DFA4-17974FD599C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240F5D6-7FBF-1039-4BFD-CC7C25D3E84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A922B23-13D0-71A5-E929-4F473F75858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4B77887-8CF9-A6A1-81D6-E5E38F182CD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8DE000F-5D7C-FBCA-C826-AE9FE4C9F4A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42558784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25B0D-A517-745B-21DB-7C199CD07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A7E1B5-AAE6-9867-DC6F-27939617094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Columns 4–7.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9E366A3-D632-3BBF-67AA-2B8FE0ED2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98A2C29-2890-7524-2FC7-A5F2460738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DD4CFB0-2097-ABD5-3304-D2A694EE28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C5382F6-AB63-19C8-AEC1-9D6C9B1EE7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49E2030-7E41-4F63-F08B-E0D14212CF5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81DACC-90BD-6AAD-CA1C-DA4FBDBDF8D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7BADB0-741B-C213-1D87-155531F1E47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CB3436-A2B1-6D7F-4948-C4C50F73BE8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BBFE4C-2307-41E5-E0A1-BB0E0DD3628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F88DD4-23FC-D146-B5E0-2905B5571E2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CB8541-B44B-C669-CFEF-14ED5904450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0CEFF62-B8E1-BBFD-CFDA-BE40E1464C7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8A7CB0-76E6-9023-6CE5-D79054B377E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2F118A3-AA0D-BF92-9CBB-CCD2A8C37D9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254D6FB-42E7-AE9B-3C6F-989078439E3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5C7F8B5-C1CD-86AD-85C8-95040528322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0E8C76-DDEE-AAF3-6F0A-C69D5DCCD10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874861D-B46C-98A8-9D9E-CE563B5FF60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B571CEA-B421-7148-93D0-DEE40B87EC0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C574912-FBBF-B21A-21CA-9927867E8E2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6DD99CD-C2DF-37C7-0EDC-7E697D134A4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C2B4443-A97F-925F-82E1-67E518D8E37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991EB1-219F-C6D4-DE13-588BEA86CB6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77ECD3C-1DAE-1581-4EA7-9F61739C99B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C933A58-B024-122A-B842-F5BF84D3873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89CE7C1-576E-89D8-2987-8E005FF031E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D1CE2D3-ABD2-C733-6D74-6B2FA5C4480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A64F997-0C43-98BB-0AE9-84C038FD320E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8F9E156-F123-0754-2802-5D37DDAC629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98E91B1-FF2F-068C-3887-7ADADD8502F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5692ECE-248F-1FED-7A8D-FD2A2F397A7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B281F57-F5B7-4302-10F7-6B700F2F5CC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B373B8F-2BD7-3A83-FB0F-7B9B50C3165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D72496B-C089-3AF2-91C6-C44AE1EAD96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695C8F0-1EC1-638F-0E80-1A07BD3BAF7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3ADB5AF-A6D5-787F-56A9-C2F48D5549B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F88B611-A375-C068-7B78-9AF73E0AF6B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C1B877-0B99-876B-B8F9-D3998E42F19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67935A-DC0F-0A1E-2C92-B1FE857B95D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3B8D771-C676-4E92-6F3D-D62CE552092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FE0C5E-FFC4-C59F-C5CF-089AFA4FCBCE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2FF9D16-9FA0-1B01-2143-442F71057EB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D3C17F7-7E6F-037F-C7D0-98F103D804D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B666463-6D88-852B-C2D4-5A5C5B9EF39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ADE7332-1348-8248-9E5C-2BBF3A6A6DB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3182807-ADB7-C509-2E95-EA711D027B7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E55A669-A723-9E65-EB0A-FDC7198D87A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09A19D4-010D-38A5-4FDA-57163808332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9BF768-C92A-C86F-1A00-CA8D764F623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42BCC1A-7481-8420-3FB4-B1FA63CD0DD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B2F3B09-2D14-B11D-002A-733D7F10907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13DE8A5-24B5-E8A3-94EA-459FF9C7D3D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D353312-1E72-1CF7-2058-706912DA7DA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223B034-A8C4-3644-A500-41515665E5C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7AC4CF0-5FC5-54EC-D95B-BEB8381B971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84F773-B2AD-283B-6735-C8E57A8C2E2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1AE3FAF-8007-6BF6-8790-5E8EB1EBFA3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05704E0-7404-0F84-12E0-95F94C4C72B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02D3A61-142E-A8AF-7754-196BA7874AD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62EF77C-6F34-5A14-CD89-2662B546036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B6DC06A-2E73-E348-C0C8-1E8E5BDFA81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F61018A-683A-D03C-9EB2-88B310CE1188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A8FE689-AF0B-DDBF-F58E-311AD4672FA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D608A76-F7F3-44A9-CFFB-A41034FA47D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912CC74-2CBB-F555-8AFE-3DFD0F606461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85F591-1CC2-929E-4B97-6B71D83CD0B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122C9D-2127-71BA-56A1-44B62B75149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79BA4E-C5E0-BC8C-C994-698C4C753D0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D2C9CB-121A-B174-344D-B640214FE9D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E6D1FFF-542B-751C-B45E-B7F84FD6F82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F0002D7-5E88-9E29-F668-42489BFB4CB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D9AF211-EC48-6410-7923-17624DA1C6C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6C5016B-B4E4-7CA5-87DB-584694DA55C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CD5A4FD-EE8F-0B62-1EF6-9BA4B4ED186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C77EA-6380-9EA7-5D14-3D5F530751C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CED90B3-53F3-CDEC-30D1-123BD536C0C6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A7A630-7E1D-7EFD-7C0C-89A764DAE93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4E5607-DE40-0510-94B7-AEE1EB1A8AA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8EC7E01-A5A2-3C3A-7B76-5637C229440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4A568CF-38D3-E0F7-377C-B8A647B6A8D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FF1AA19-AB04-C1C2-6DA6-0955D2024EF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4BE27E6-A31E-A165-2F63-E73EDEE001F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2E7EFA-EA67-6AAF-6DCF-0FF1CF4DFAF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A3E963-E5B9-6075-FEDA-04E04926D1A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9E4A8FE-2CA2-264B-75EC-2585DA9BFF0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75895241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ACC80-1E95-582F-83DE-4583F3153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E47372-2112-5958-4B03-BC2E9BAAF9D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2CC3B16-5308-26EC-10AB-AD75640985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B255721-5D52-48A5-6E42-3DAC69A960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B55D9CC-7261-1880-375B-477588AA4E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14D4DCE-5659-1D00-F9DC-77A5ED80C4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9972E5C-7090-2913-DB20-CB72FFE12FA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483267-7E34-CFE8-6EC1-388F69B4FC5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BFA529-9649-C46D-6FB5-8ADBDAC2ACD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BFA322A-9BCC-CAAC-65EE-E929EDB4EEF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55D37B2-F2BF-C972-624B-3E265F54350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1B868A9-2AB8-1943-12B2-A2AA7F6583C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820E29-8BD0-4C5D-9DB5-F56F65E72A4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8561A96-1F91-EC48-1992-6B8E4C921CB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A14C167-BD3A-004B-69DB-C74FFA0D0DC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B5080AB-9B82-7A52-1BFB-3AA01B245AB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05B4395-EDF7-86C4-8320-CC4DB2AD5C6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3EE6D8-BE2E-80E7-1007-EAA33398D01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D19BDAA-FC7C-8F23-24EA-CEDCC0BA6E6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F7B7C1-71AC-3DFD-5A20-23DDD69364B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39930BE-78C1-B32D-801A-AD80D8EF603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1CDF78E-54E1-FAA3-3EFA-25C6CCEA62B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C71D629-6504-9321-D5AD-DAD543AB0BB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1E6CD3B-6639-11A7-1B54-9FB610FCAE7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F19B98B-BFB8-C501-6A80-0F36C4CC8EB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6AE6708-5B16-CA7D-C2FF-AC9C1823A58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997513B-344D-72A9-28EE-6E56C7EAE70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6EE64A3-C3C1-289C-E2D5-B8962179CA4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D045213-6375-3EEA-0D44-C6F38F86802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EF3F85A-347C-B4F8-B8C1-B3D59CBC6B2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E73C502-F210-5B5D-20D9-C5D264E80B0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B9E92A6-B5DA-59EF-9867-C856A5512D1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592D41C-3EE5-6A60-5A52-41A9632A99B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D422D09-32F6-7239-FD88-4CF0AF53736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2A3AFFB-DFA0-6BF2-1844-6BAE2B14F34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CC8682E-CA25-8A22-795D-7BF7F8A1B0F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D6A1404-26F0-41DD-2334-E5ECA989E7F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E323FF-AE1D-ED91-4AA2-4EB15C5BBC8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D06E22D-1935-61EF-A212-82C090BB071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B66424C-8A01-BC4C-C8AA-18A60CC84B3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F171E87-CFB6-D655-4564-15E1134548D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1556AA-E392-5D68-BA5D-A405633E8AE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702F317-5C2A-0038-2D4D-DCB0E456C5F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A8FCA1A-9C55-E64E-BFFA-FA1605DF8C2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9325D1C-C7B2-5C6F-1ACC-8BFC6DAFB5D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869F5EE-4036-FA76-13E6-8E3A2B78D9F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0FF0865-43BA-9552-F710-F18F84DEAA81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FD1383E-C280-252B-B463-76A70D75891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5A5AA55-B7FB-9F9F-A68F-547CA16A13B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33916FE-EA0D-C206-1275-504A966909C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203C8D6-1FF4-C8A8-0A2E-82F5B0BC25B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A190FB5-4C6B-7F01-6C2B-EF9C3721337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4B0E3F2-B4C2-DC45-C716-6CD3D602EEE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FDA0CB6-C94D-5823-B7A2-D7CB94518FF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6F86435-0AE6-AC8B-E10C-3CFBEC4ED71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0DA477-6A2C-E2E0-7605-2B924DEBFE9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86D179-AE94-C8FD-CCF3-1E55A2553AF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759D771-A3B0-1627-6999-BA016A6A8A9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431C2E1-5785-B4B0-4442-03D6CFF738D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135A2AE-A4F3-37F5-4030-20B8259A249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768059B-001F-1552-1A21-8CE4F087C5B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CB57E0E-27CF-2645-C168-CB0A0CB5BA78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63629B5-D745-A8EC-AB2A-A053A3E4894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292E5F7-0842-3BBD-C1F7-C6E3B99D4B7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B1E43AD-F36B-6589-C58C-D0098A2BCEA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0E1664-089F-6553-1AD6-74CD0F4F48C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220339-6CD2-2BFC-A96C-61CE77A6BDF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720041-2E55-3E16-B92A-D3E7320003C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47F2DC-1ACF-FC99-B20D-2282C1CFB6CB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FF5995A-6999-E7CB-6C0A-F30453FE01A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808553-FF44-1308-3E8E-6A42EE5E2EC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AE1F3BF-8326-DF8B-ECB9-47DB70C7F09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3955EE0-0C57-91C6-B837-BC4221A9B1A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E5F306E-7CB4-D3DF-2659-8F0611568F8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6BFA385-BEBB-B030-D3B9-F18401BB584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2D0598B-1F0E-9853-51A8-52A4D5BA0E2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077381-4431-E817-B68A-8A0A55EC08A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6146586-092D-FCFC-9DE6-810E1ABFE46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DFBEA9-94CA-C5D3-C51A-163FCD24CA2C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D2F43A3-6524-31F2-950C-9AE3B1388D2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1D2927F-05FB-75AB-DCD5-7B6B9990551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3EE0E9A-279D-281D-FC72-38A50211463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E73CBF-791B-9617-A915-C2735B78719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7FE5D7-6F19-B37C-1EAC-FFDCE008F4F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11AA812-FCDE-5DBF-9430-A05397B5F12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AF47BF-E826-86D4-CE57-A251311516C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BC0CCA4-6249-CE9F-58EB-4F1B7793686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1199904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9905</TotalTime>
  <Words>3480</Words>
  <Application>Microsoft Macintosh PowerPoint</Application>
  <PresentationFormat>Widescreen</PresentationFormat>
  <Paragraphs>3273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395</cp:revision>
  <cp:lastPrinted>2025-12-02T00:08:17Z</cp:lastPrinted>
  <dcterms:created xsi:type="dcterms:W3CDTF">2024-03-19T02:13:08Z</dcterms:created>
  <dcterms:modified xsi:type="dcterms:W3CDTF">2026-03-13T04:15:43Z</dcterms:modified>
</cp:coreProperties>
</file>