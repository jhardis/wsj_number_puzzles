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7"/>
  </p:notesMasterIdLst>
  <p:sldIdLst>
    <p:sldId id="457" r:id="rId2"/>
    <p:sldId id="532" r:id="rId3"/>
    <p:sldId id="534" r:id="rId4"/>
    <p:sldId id="533" r:id="rId5"/>
    <p:sldId id="535" r:id="rId6"/>
    <p:sldId id="536" r:id="rId7"/>
    <p:sldId id="537" r:id="rId8"/>
    <p:sldId id="538" r:id="rId9"/>
    <p:sldId id="539" r:id="rId10"/>
    <p:sldId id="540" r:id="rId11"/>
    <p:sldId id="541" r:id="rId12"/>
    <p:sldId id="542" r:id="rId13"/>
    <p:sldId id="543" r:id="rId14"/>
    <p:sldId id="544" r:id="rId15"/>
    <p:sldId id="545" r:id="rId16"/>
    <p:sldId id="546" r:id="rId17"/>
    <p:sldId id="547" r:id="rId18"/>
    <p:sldId id="548" r:id="rId19"/>
    <p:sldId id="549" r:id="rId20"/>
    <p:sldId id="550" r:id="rId21"/>
    <p:sldId id="551" r:id="rId22"/>
    <p:sldId id="552" r:id="rId23"/>
    <p:sldId id="553" r:id="rId24"/>
    <p:sldId id="554" r:id="rId25"/>
    <p:sldId id="555" r:id="rId26"/>
    <p:sldId id="556" r:id="rId27"/>
    <p:sldId id="557" r:id="rId28"/>
    <p:sldId id="558" r:id="rId29"/>
    <p:sldId id="559" r:id="rId30"/>
    <p:sldId id="561" r:id="rId31"/>
    <p:sldId id="560" r:id="rId32"/>
    <p:sldId id="562" r:id="rId33"/>
    <p:sldId id="563" r:id="rId34"/>
    <p:sldId id="564" r:id="rId35"/>
    <p:sldId id="565" r:id="rId36"/>
    <p:sldId id="566" r:id="rId37"/>
    <p:sldId id="567" r:id="rId38"/>
    <p:sldId id="568" r:id="rId39"/>
    <p:sldId id="569" r:id="rId40"/>
    <p:sldId id="570" r:id="rId41"/>
    <p:sldId id="571" r:id="rId42"/>
    <p:sldId id="572" r:id="rId43"/>
    <p:sldId id="573" r:id="rId44"/>
    <p:sldId id="574" r:id="rId45"/>
    <p:sldId id="575" r:id="rId46"/>
    <p:sldId id="576" r:id="rId47"/>
    <p:sldId id="577" r:id="rId48"/>
    <p:sldId id="578" r:id="rId49"/>
    <p:sldId id="579" r:id="rId50"/>
    <p:sldId id="580" r:id="rId51"/>
    <p:sldId id="581" r:id="rId52"/>
    <p:sldId id="582" r:id="rId53"/>
    <p:sldId id="583" r:id="rId54"/>
    <p:sldId id="584" r:id="rId55"/>
    <p:sldId id="585" r:id="rId5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520"/>
    <p:restoredTop sz="94670"/>
  </p:normalViewPr>
  <p:slideViewPr>
    <p:cSldViewPr snapToGrid="0">
      <p:cViewPr varScale="1">
        <p:scale>
          <a:sx n="113" d="100"/>
          <a:sy n="113" d="100"/>
        </p:scale>
        <p:origin x="15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CFB1C-7F6E-CC48-8B12-2D5A9AE1C913}" type="datetimeFigureOut">
              <a:rPr lang="en-US" smtClean="0"/>
              <a:t>6/25/26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9560A-78B4-504A-9396-2AE516B13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2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D157-A7E6-0CD3-8266-DE0939AE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FDA5-ABD9-E89C-43FB-F19D8441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2E9E-AD91-B134-310C-59487A42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DBF-0F4C-781C-F266-8D63105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8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F8A57-64DE-A26D-70E4-1B31E12A6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969B25-2A3C-3D46-94CF-1A5F6BA2F5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017156-89BF-57C6-522C-5FC87167CA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B56CBB-D77D-D0A9-D688-99E1EAC59E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3244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B6323-98A6-C231-CE87-0F6A90742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EE517F-53DE-BBB7-D45B-656D9186FB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2949BC-6EBA-1966-59B7-53406A4F35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A09183-DF1E-8145-72CC-4E3E183122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1085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0EC19-F076-544A-C157-A19E52294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EC565C-1E61-0710-8F9A-A3BAC020E0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6C3EBF-E840-3EE6-C913-326D9384F1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8B0593-91DA-22A9-47C1-526475E14D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4106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A653B-3F25-D125-EBDD-9A60A13B5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D4858C-BD38-8248-CB07-07486E8890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EBC825-3232-4468-C17D-E0EAD96D60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E853F0-E666-A16D-3A3A-CF73C70C79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3971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2D54B-DCE4-5BC2-F5F7-E6BF9845F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2D9DA7-643D-B903-8103-E3D9CCD635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8CE96F-51AE-7578-2AAF-DA8A801530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83C616-1514-0815-D164-5D8602E678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2283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CA30F-3C84-0D87-7D4C-854EC3D5F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BA3CEF-B32A-6AC0-3EEF-62E3A6C94A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FBB3D9-ACD1-019F-BBC8-FB20EDD319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A05433-01AA-8C60-6E0C-AFA846C472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2368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7462F-0815-0247-BE84-ACC1D758D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CE1BD2-2711-7457-C86F-2D0C70E682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297998-5C0C-E5CA-6D90-0B9684E0B4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52A687-19CE-702C-2309-A4EAD6910C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6332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9BC8C-D9C0-C65C-3B44-B0588F971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3F8D8D-2C58-27DD-2299-6FB2E1436D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5F1B2F-59A5-DECE-A4A6-92BCED25B5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B29112-C79B-1E3B-5FD6-8EAA14278C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9223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55424-B8B3-BC6B-8A72-B70CC8EC7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8D0DC1-87E4-A0AD-663F-E31CC89465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1ACF67-7C4A-41C6-7F65-264376E386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27B349-20C9-7471-04E0-CEDD6ECBBA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7321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8BFB7-E35E-99FF-E0A4-BCA22B012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1349D8-C78B-4F86-5906-BA481B6D6E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3D8D18-0DC9-0BB7-AEA0-0FA79FE7E7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0AFAD5-457F-08B6-0DF0-EA40F08E2A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9944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1B500-F812-7879-9D55-5FFDF0981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C14495-31E1-2057-16CE-A4E1214918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A64ECC-BB24-172F-6B17-0D1ABC0167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D715A1-C7AC-F146-81B3-83BE29B8D6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109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B2C86-B8EB-8C83-4AB3-433CF9F1E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D43A9A-9089-DDB3-2143-F7F1614DE2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D09368-04B5-7C5B-7A32-44374FD0B5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0F2E2E-3461-D77D-E890-08F996166C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5889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C468F-27EE-F171-308E-53A439713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EC7282-E1DE-5D15-1DA2-C71328E792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CDD84-D580-1F8B-8EC5-F3BAA1D3DA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E96CA-04DE-489D-97CC-9A73E9975C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1025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A7294-3056-DAB7-97DA-74B12BE76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18D897-CECB-6C37-4C82-2C66EDDA78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6E6516-4F22-B812-6A89-0DB0263783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1C7E61-ECF1-02EA-7689-1E29DEDF31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8695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5DA52-2BD5-C4C0-1104-239A52038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69433B-20F9-9D68-FF3F-046A383D90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610D63-C1FB-294C-FCD4-617BB4134D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6F88BC-FD7A-45B2-651B-4C594F7BB7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7710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EA7D2-50B0-3404-08F4-6BA517D9A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9FFF1D-1AEB-29D3-535C-F6DEED2289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219315-D7C8-2E9F-6C5F-67ED52FB1D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F961B2-93FF-ECD4-DAB0-D6C885BF9C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3658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9F6A7-88FF-C21E-190A-C7DFBCC08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494AC0-CB7A-7561-B6E2-82B19A9978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ED7FE1-FB17-057B-543B-3EA7A895C6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33B01A-8651-F255-D470-E5D1EE671D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3848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14937-301F-8D03-C4F0-9099D3F5A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56602D-5E46-8C90-A622-656E80AC8E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C1BC00-4B16-2E2B-C7A6-0D5D3DC089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D890A0-D699-BAA8-0B99-1716206BE6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916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E9002-43A3-A618-B04E-960B56148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66B47E-52D2-5BDF-2A02-0A1D4C5347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35FD2E-E710-35EC-A34D-498AC91FB2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9E9DB0-4F00-E01E-FE82-FC6F3083C7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5984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EA946-14CA-9213-DFF9-4AD298A1B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A66429-D4A7-A66E-EE82-6CC98422AF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0A5D1C-88FE-A936-B183-13FC794012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139670-B018-FC4C-F256-6718569210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3508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59898-6418-06D9-F54F-347B8E7D2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8A27B1-77FD-530B-DDA2-E0AC188775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AC1F26-D2ED-D4EF-7DDA-C35996C6E2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B721A8-1BE1-C7CE-93AF-B8DF76DB6A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640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D41E1-E309-C85D-796C-2061DA448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583031-B046-8B65-D7B5-82DE0E826E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880A92-6DCE-BE02-E300-D59378B6C4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35E4EB-2C83-B315-3547-73EF4A66E9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44657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9A376-E889-14E7-42A6-652BB36E6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97A0DD-218D-4A51-FF82-D171B9333F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A5A3C0-A5FE-BE44-E930-251F277FD2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2E1D87-8909-957A-107E-06E61E25EB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81658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8A173-99A0-B86D-9AA9-13042ABF7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5475E2-DD9C-8CDD-18A6-B14471830B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AC9F13-A557-9E5E-8CE1-11BA6C9603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16DD28-B5FC-1DEB-47CD-2F2E573541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04200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039B8-ECB8-F2FB-30D9-660757DCB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F8005C-112B-9B25-E392-8756729388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1E05D1-C30A-947D-F840-5008CBD61A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6B5ED4-A4EF-D845-7A64-0132DA4249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90780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00292-2557-93C7-F080-CF3360538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85CB3E-7B81-98FE-547C-54F4114AD2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9A8843-7C2C-61A8-49FD-3B3CF3FECF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415A9D-0F49-654A-3AE0-C763E83642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06248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22DD0-9061-3CF7-25C8-84461027F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16CD9C-370B-1197-4ABE-86751A616C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219FB8-679C-205A-6B10-7416141427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1A41BF-9B80-A8A0-7B66-2AFFD878CA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04594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4731A-03BD-4392-5040-5C9552874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12D5CC-880F-E41E-6C29-536C33D1A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D46DBA-EFCB-2729-6819-6D451E9938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91915F-6159-ABC1-99CB-E7EDCB7BE0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79780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FD582-37A0-BF4B-9CC9-3C41995C8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DE6C79-C5C0-B751-F018-6CF6354BA2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4C79AE-0EFE-8FE2-6FA3-5CA06F0263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385245-232A-C79C-7672-0E82B7F48F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46314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D0759-BE86-1A99-6A89-D806AD6B6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CBE984-694F-3AF3-7907-9069B1C81D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EFB021-901A-438A-9C35-8DBFCB6E15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E71956-8F40-3A70-36F2-7482F351B8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61839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62238-A541-0547-6E41-1D2E10F9C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8F611E-FB1D-3959-2FBA-F26F81E8E3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91D211-D80A-D3B2-A431-3500505D65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C4B3A1-D71B-BBE8-0DA3-655A27AEB3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35816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9DD4A-17C0-CBAA-8B5A-D385D6A41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F7BC6F-2EEE-5D02-BB82-A1B401E6A1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51B5F3-C3E7-21B1-047A-33F9B80093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D8D36E-0E6E-0E19-92AB-2160D746FF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84791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72A11-7170-B719-2340-B36C27B1E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37102D-F850-7CE0-5E68-D689CA2194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D38F54-615E-6995-0EEF-B900CEFA70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426A9F-0922-7C05-A7F5-EC81882C3C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37937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74085-7C3C-3128-546A-A207D6A01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F8DFDE-96B0-5842-F159-AECF085D09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9DB3E3-8B6B-AF02-EC13-F289688952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EBBA6A-6CC2-3186-2EB2-1AC07CBB62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79521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A23A0-B85A-319C-3FAC-79A9E0579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1C7B61-1217-8EEA-5D9C-5B39DFA482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47969B-3EDD-E287-DD38-AFE4834492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40A932-0FC0-95BD-CDB8-FED7D01FB0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98358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5F5A7-E0F2-D422-B4E2-444AEAD52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8A676D-0B0A-01C0-5D1F-56B6710C28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9068D4-A09D-3CD6-12FB-2BA3E0744C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298907-C2E0-DB94-99FE-40BBF65F5B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0317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1F646-D14F-5A7E-FDC8-E7F075AF7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ED1171-8F59-B327-CD84-621613848F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B0E945-D034-92D9-5ABD-B206FFACB8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E2726A-2ABB-90C9-5D31-1D33C1A6B4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93594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D3A6E-95A4-5804-D23B-E00D008BF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EE2AA8-EF08-A23A-986C-00AC63B7DA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AC6A04-C670-E5AA-3D90-67D832F2C4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B0086-EAC3-92A5-DC93-3E7F40B9A1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06856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18DA1-A6A9-6690-EA7B-006B7982B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252963-B66C-1043-2F55-6AA4FE0613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180519-5863-B5DA-1C2B-A7E81BCDA1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37525D-8206-06E8-923C-18E5476231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16894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01D30-AD02-4B88-49B4-CB491D2EA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42D488-1048-C716-8DA6-02AEB270B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477A38-3B4F-68AA-AAF7-212F7812B9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9BF55A-20E8-A947-125B-BEFF30842E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04654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9B36A-0D96-22D9-FFAC-887A11BC9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1FB8EA-06EE-4268-F5AD-3965EE9D6A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3299B8-E3AE-DF17-A891-4E400B3BBF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F81992-0037-C022-D0FD-6CA7214F53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21768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B9291-3245-87F4-7DD0-CDA7CA458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0C13AF-55B3-7164-9A97-9FDFD4F390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9AFC5A-58C4-D6DD-73DA-D0196F4BEE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62BFFD-3C5E-CBC8-2BF4-E56057BFDF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4305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E5DEF-5727-7BD2-3178-54B6F7508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32DAC3-7044-49D7-E72A-8D46A8CA8A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EDF0AD-EDD3-1870-91B9-FC31BB004A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ACE10E-8948-3A4A-69C9-E035AC8025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5051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983BD-3884-47CB-FF54-282DEBEE0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1C904A-6A17-8459-C23B-B560506564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DA22DA-674F-1A57-8CD2-0A65887347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B30BF6-CC4B-6FF7-290E-81C765C5FC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25156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88CA3-A1F6-D749-CAD6-0AA9B9729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01B005-FC55-6F3D-475E-0B79E04B9B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2EED19-A450-E887-665A-62672AB54C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EBC821-6C19-6B38-E864-3B92533424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36385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F347E-8640-7451-B20E-A4215F563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9E8318-8EBE-13B4-1B9D-9640D3394B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2F30E8-1BEB-75AA-F8BF-31D73174F5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AA99B9-45F1-4540-3B9D-F979AA1DA1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71602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4F9D8-A939-83E2-F71D-F78FB67FB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2C35DD-266B-9517-1A17-971C83E735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E2A945-DF26-9901-0823-590155049F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5FAF2F-5956-7BAA-1859-CE4D0CDCF6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46950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BCB0C-6259-4804-CA0E-6BE3ACBB2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FEFBB4-2989-0267-BE38-AE1B7E1109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EE615A-7FF9-CE5C-A1B6-6ABCE2ED1D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6CE449-E6F4-3155-1879-AF1E4B0A37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65859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8482B-D61D-C530-EA4D-B9A815FEB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C64883-1A3C-3331-F72F-F2D942DD58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31F0D8-EA2C-74C6-44FE-A134FF4AD8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6F65FF-F8B0-67DC-BB70-04C0C11676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2746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3061B-1887-BEF9-6971-AC1176CED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645AC1-63AF-D9CC-E395-CB467ADFB2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A8BFF4-663F-ABCA-E2DF-ECE2B37A07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78700C-8677-81CD-2C6D-5E0D24173F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69829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4B7F4-45A9-F60B-DE35-BB3E3C048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68FC08-34FB-B92E-74A4-8B0F887BF1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90351E-E554-9DB1-48B4-89DBFF2B67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782894-D880-FAF1-1FA0-53022656B4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82409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827E4-CDDF-21BC-734D-3A7CBDF81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5D0332-D82A-767A-EE9E-0C640C803A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FD394A-D050-34CD-8FB9-D174C3DC01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156044-02AD-C827-4B20-6B1A2C17F7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24047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A6E56-A382-0BA6-902A-7E2EF01CC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6C83AA-F5A9-4384-E35B-B08EC41A76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052C2F-E81D-FE8C-10A2-8609191EEE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774DCC-AADE-2B4C-0945-2DBECADA27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89673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B8B32-01CB-AC34-534A-A8958BCDF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4CDC52-BB8D-A2AB-F502-6C30057867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1D5015-D473-5538-0868-6A1954E519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CB5DCD-8CBD-7F1F-E6D3-B691CB8925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908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9BDA2A3-0B56-A4BC-FB3E-5478898E2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9445752" cy="1143000"/>
          </a:xfrm>
        </p:spPr>
        <p:txBody>
          <a:bodyPr/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4EFD61-BB93-3280-09E0-0B981DE1E1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64561" y="275537"/>
            <a:ext cx="4543224" cy="5022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513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4743-B086-9A1D-3BE2-DD15285A7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EFC70-38F9-BD71-579C-1F4DEDA47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92569-D687-F730-54A4-431B6555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03A70-2667-EDB6-55AA-33F2B75D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8A86A-DF98-B80A-F92A-0243739D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1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10CD2-26EC-3693-3584-A1A3B203F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E58AA-4CD0-A17C-27E6-209C794D9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697F3-ACE3-F75F-B6DB-E2EDCB10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7B070-E19C-7C7A-25CB-AF7C97F4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7F193-7B3D-9447-B9FC-64FB2E72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00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94EB-0995-8BC4-1C13-B926701E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55E3-AE09-9D5C-4866-DBCAEF297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09359-F2A6-099E-D457-FB4976E8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8D10E-33CC-A61E-F850-633C403F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52A36-99CB-F55C-ACC1-D46F4EBF2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6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032E-D76D-01DC-ACC3-A5F6F34C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81452-1F3E-95FB-1DCF-20830E009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7308B-161F-AA81-3B91-25A7195D6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84CB4-2FAA-C87B-0278-FD1F16105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B3548-58B7-CC82-7526-F47EECC6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25728-77DE-9067-C037-0F4A37C61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73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20DA-D412-1E6E-D212-C26FE2AE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D9DE2-8BC9-5CD3-98A2-2F07C05E3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2FD07-250B-0FD6-7698-EFBA488CF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E512E-5E7E-6D45-2D58-1B044598D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5F8E62-62B7-FF78-DD11-69774DDB6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E82641-31B3-87F3-FC9C-760F5B5EF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6/25/26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5D0B37-C72D-AB40-FC50-0F2BA55D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0F554-9EE5-C216-0F66-7B3B4944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39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96625-DF37-5199-8B5F-0AD4D7EB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C992C-BF00-880C-96C0-7042C394E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6/25/26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390746-6A20-2222-138F-BDCA2EDA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D388B-382C-CD6D-1A3B-DE8DF017D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37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BC02C-7483-7A7A-5354-1616AA5D5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6/25/26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BC8C8-CDC3-97B6-5888-93197E15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EB0F-BDCE-E810-451C-168B2B13A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6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3DE7-75FC-0404-38C4-4C8BA62E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6F1FB-D688-5CBE-3F6B-277925101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E1062-A0F8-7378-6259-452596C60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F6140-8766-DC48-76B8-3CCA9AE8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EF2E7-A2CA-3672-1E8B-91BB7056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05B17-1A06-FFD4-9DA2-DD17D363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0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234A-C922-2D66-252C-D286F8F8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A83645-2F0A-288D-3E4A-4B2A0F3993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567A8-683E-46D7-65F7-FE65B0279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F03D4-5799-29C2-B960-ACB1D94C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B8BCD-EAE3-2871-51C7-771B7DF07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741F1-D331-2192-5F65-9DB5585C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09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831E0-2506-463B-6A1D-2E997B58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2888F-D6C9-FAC2-0EB3-EF63307BB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9D78B-309E-CCD2-C0DA-8B2E3D16B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18859-EB6C-DBE7-E231-BD638FBF7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CCD95-C583-5245-72DF-6AD690D3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67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69EFD7-1358-426B-0140-A202A2D53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6D7B90-D96C-BD6E-65E7-55E7D91F2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CB66A-8728-B88E-C058-E9DC9E0E0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AFAF8-3C65-F3B5-B108-F27717ECD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642F-5721-9D1C-3D1D-6C1ABCC7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43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A456F-C771-8F4B-C98D-9BDEE578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23516-7E50-1256-7BC0-68CAD2D90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11502-CDE0-E081-1B9D-874EEBF9B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363D2-3164-4145-A578-C91A7CE0BB59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3C5F3-3A43-75DF-E382-0F9630A01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1DBE2-D540-2BBE-7791-BE410B8C5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1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0A50-E4B8-B9C3-5177-C6AFBE2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ABAD0-26FF-2429-AA3C-799A86643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Start.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091D9C-BB94-C92F-54B6-41DFBD93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0F2C2C-B17C-CAE0-2A94-0B0164D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6A1E27-B0EF-0D2E-77F3-45C5486A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A3FFB8-54B3-D7CD-B299-A0236298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1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C655C-C034-4362-5419-F2228E823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B1F4F8C-3108-2004-95E7-E94F042088A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Initialize 2-cages.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7A40242-55E3-0369-9F3D-D63767C0B6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CC216E3-30AF-FF63-1BE7-A04B06B71A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BF0D8E5-602B-47D0-1CDE-414FDB8CCD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DD147EB-C7F8-9969-E342-6017FB7B23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976F57A-4AD0-D613-4DD9-BD4A03EC505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FE449A-DC8C-8DCF-22F2-D0760DF75F7A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553DA9-E523-3477-5751-559BD7FA1F8D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AF31F3-8C97-DE24-227F-48D2C41EEB03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DC5A54-490D-6BA9-58E0-1397FE29D0B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EACDC3-6E89-9613-CBED-1549F5B6C77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14FC15-6949-6D42-79FE-14548B98C54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650BE0-D1EE-E98B-2862-5C807DC9A909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A1A101-CEEF-B499-7674-7329B8777ECD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1EE79E-D26B-D267-E800-622469E7EC55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62AD3F-D625-8DCD-7034-2A8512EFEFBE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4C619B3-9AC8-6918-28B9-F2C25EBFEAAD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BE6B83E-D4CD-69B0-C18A-012E35FEE9CD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C78A323-9102-4A24-A009-4492AAD432E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5ED7901-43E6-6233-BFEA-4A741678A1D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54138BB-97DD-C34F-A519-2AFF7431F656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</p:spTree>
    <p:extLst>
      <p:ext uri="{BB962C8B-B14F-4D97-AF65-F5344CB8AC3E}">
        <p14:creationId xmlns:p14="http://schemas.microsoft.com/office/powerpoint/2010/main" val="907726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179C5-A2EB-9CAD-E185-2606E6AF8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EC9EE1B-4A74-0E33-D58A-267A7A40FFE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Column 5, 45–33 = 12, in 2.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2914E65-BEBE-C8B1-C369-116E4FE28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255E4DE-3577-FA54-6A3C-B52B4EC276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50AFCBC-D95D-C3F4-EBD4-D29FE510DB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15A4F43-1459-346F-9CA2-B801E97647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2BBFC0A-2745-2B0F-3840-6537FB4453D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C52CBE-DE0A-421F-7A5C-7E4CE1B5484E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DBC54B-810B-1C2C-B57E-10E90F2C256B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802C50-ED34-18CA-351D-654257F4A587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142896-20F7-41E2-0EDE-CCE254578E5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295640-7C86-10B5-4928-ED0EA88C0FB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7E3E3A-DC37-5A15-2007-F6E75543F1F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57A803-8F59-F403-222D-CFD081B1B371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2C7128-92A2-1EA5-3C2A-0AC1CC9C4F54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4F38D9-1E7D-0039-6E4B-A8E89EFFF616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3CB74F-39DE-7216-0BD9-1133F3962295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81E29BF-4E50-21A8-E3CC-25AD875E7E8A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DEF8B4B-5E5A-DF23-ABC1-ABCB1F02C836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C666FB6-C2ED-4850-4733-A1FAB1255CF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4403CFF-3C6F-8F81-6014-BBCBC2BDAAD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7F27FD-EC71-E350-2EC6-4A121EEBA0C3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1FAA4C-B9FC-9393-30B4-ED63F35414EC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B754F6-F9FD-1F8A-8311-970BF433C5CE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</p:spTree>
    <p:extLst>
      <p:ext uri="{BB962C8B-B14F-4D97-AF65-F5344CB8AC3E}">
        <p14:creationId xmlns:p14="http://schemas.microsoft.com/office/powerpoint/2010/main" val="4097799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4FF5E-421E-CC36-74B3-DBA81DDB4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1DBA1E4-F3DB-2163-BE51-A2002856F9E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D44194C-F6B3-E4D3-C9B8-33655C97C6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2C9B54B-A466-9594-E291-22EEA189FB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95F297F-C7B7-753E-F918-1B8863657E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7129452-3BEB-BB05-CD97-52F4974073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BAFB7E1-A1A5-1306-F50A-D93B1F729D8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635ED4-D4AE-7E88-A98A-B2522791B395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438254-E029-EF9D-2EB2-65E88B8B0AE4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7AEBC1-358F-0B0C-C2D4-426119E79E5C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CC653D-0ADC-40A7-481E-34F7022E1A92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03CADA-A1A0-4D34-422C-2E733159D482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1EF339-BB3B-451F-A86F-AD0F9D9BCD3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436CD3-8364-0D61-2BC0-8A9E1E19DB7B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995FBB-71AE-0D31-AA0F-3AF48A6D449F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E94B7C5-2EBE-5F23-6281-D898EDFE4289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D128A0A-4772-B176-0B87-47350FC95C4E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BB3BEB-CEF9-6B2D-620D-C7E5BD987B23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6DF1764-1161-9A87-8F4A-3E0F8529BFF3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BA892A-D4B2-6142-19DE-0AA283BF0374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11E57AA-6984-3266-BE8C-45250ECCA1D9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DA7DA77-CA54-8469-702E-6C8FB234A74C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CC9BB7-2675-4382-7245-3090216A9C0A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4E59FB-1250-DBA4-F0B4-682FACD6D5D8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87543</a:t>
            </a:r>
          </a:p>
        </p:txBody>
      </p:sp>
    </p:spTree>
    <p:extLst>
      <p:ext uri="{BB962C8B-B14F-4D97-AF65-F5344CB8AC3E}">
        <p14:creationId xmlns:p14="http://schemas.microsoft.com/office/powerpoint/2010/main" val="3366748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65088-55E7-44B3-08A5-E917DCDEA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D8B7ED6-C7C1-67AB-BB73-CB5878C97E8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[29 in 4] is 5789.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7D37594-F587-3CA5-EF10-5E9249872D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32A6934-6635-5619-ED5F-9FB4B0305F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A7B069C-0A2A-A68E-1D66-517E257756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7C5CF24-AC07-CB8A-EA97-F4227EBB61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1EE72E8-7F30-2D66-F6D2-59EEE4E405F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2F8A00-8492-5C0C-A863-1EE4B58A98DB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5BEA9C-3356-E1D2-A72D-0F1ECE96251E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EF5546-3E54-436D-FE16-1D713B810B49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386823-84D9-3478-EFF1-D459B701CE3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A7A4B3-D3CE-3156-F017-55B41A8CF32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D58EEC-3503-3FD0-2EB8-FC9D105B85C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D4AAD52-B53C-46BD-B860-1F48D3C1E477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699BF3-CAE7-31FB-D156-8AB22AA05EF0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2E0CDB-C788-5206-F053-6F60539C3730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CD3CD37-8BF5-E42E-2482-BA78997E06C2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62D22F7-681A-146E-C435-E2BED4349CC9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B092EF4-9CEA-72C5-4866-23D43CB67D8A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E386DB9-A481-222A-F1ED-DCEFFC9C11F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D25957-5D08-EB0E-1807-757AE99CCF7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E7DEF9D-877F-65D2-CB5E-9CDFA83144D0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244FF0-02E5-72EA-2939-68A7DF6F01FF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60BEA6-389A-192D-A7F2-61FF10FB3E85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D5E1CD-2E59-D7E4-65B7-BCD6C349566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C4C78C-517F-2C5E-E247-8EF5A6343A94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7566894-4685-CB1D-5264-28D4B40EC60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D972085-AF1F-CA70-8689-1725DB1BBC53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F667D99-A0F5-B039-1B77-4611D261276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F231351-F0D7-2A25-B798-0D557D62C936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57FD918-8D9C-4F1F-C0C9-421A17BA6C03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4846C2F-B4A2-0B76-F96D-D98D9E0B52BB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</p:spTree>
    <p:extLst>
      <p:ext uri="{BB962C8B-B14F-4D97-AF65-F5344CB8AC3E}">
        <p14:creationId xmlns:p14="http://schemas.microsoft.com/office/powerpoint/2010/main" val="2157612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DDFEA-35EA-6AC9-0A82-C6A848B71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857A361-13AE-4ADA-6990-7991014FE07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Column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7A40C45-2196-2BF0-54D7-99D6751CA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AAD8102-96D9-87CC-0146-E4594CC8A2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F17E1F8-AF4C-CA52-B68C-761D0597F3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000739F-DFC5-EC67-5A33-50C512E20E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4A5383-1D7E-B86A-06FE-08314219F6C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91A302-A050-8317-3DF9-C06DFD169828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D37874-38F8-71EA-18F6-8BDD19436381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567B99-3E05-43C2-C1C5-1062A9A27FEB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2506FA-8A48-4945-A085-E63CC70E7542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F0B21C-C8BF-CFAB-87CC-4C7D7E5B8E1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055F98-76D2-2A64-61B6-9F9A89B2B78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082DCF-D22F-C924-B2E9-C6369EBCDD90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44FE6E8-30B9-5BDD-AF06-BC43EA227462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942B64-0A8B-4091-E40D-AB717CAEBDED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A81488-86C3-257C-F33A-D373C0E714A8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2EC0739-5D37-E0AC-78C7-4660C47F2E9B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6C79318-FD21-C692-2DE6-A38D9D520EF8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7790186-57A2-37DE-A2F5-8143CB661D4C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B874D6-4B44-E04B-E63E-21B2F3281BA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EC7621-2A04-514B-1C77-0EB3C959A3BB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8A67B9-E84F-A1DC-675B-AF5EA08AD428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E457DB-44D1-1BC3-69BE-0A8BC66A709F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AFA830-DB56-D0A0-3835-E25B2D001CFE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49EA68-7738-AEFE-3345-72BAA7E539E2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DF75052-1E9C-51AC-4DA6-C070F07F042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20BD488-A85A-EDB2-9872-A748D4BA174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C9CEA60-8059-5D21-B26C-67A4160A95A6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B5F9282-985C-95D1-179B-7234CD8028A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DB3889D-DF6A-49EF-D148-42B5E69C659F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C4C31E8-5B34-8644-F22A-B213613542EA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17E5B15-7DC4-2728-F3F7-60D2C02F96FD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3600316-D87F-D262-0C62-CCADC8F2F89B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9F76961-E008-B0B6-5800-EBAF3D8334D8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D183134-AE7E-F5E1-3576-751113D10ACC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</p:spTree>
    <p:extLst>
      <p:ext uri="{BB962C8B-B14F-4D97-AF65-F5344CB8AC3E}">
        <p14:creationId xmlns:p14="http://schemas.microsoft.com/office/powerpoint/2010/main" val="3270061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348E8-8711-3DE7-FD1B-8AD0CE768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04D5B30-E571-D53B-BE5D-6382982ABB9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right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19AA531-0E19-E43E-44FA-08979A5F8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FD201EB-B77D-F152-8AF8-74BF545149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46A5935-A5FE-EFDB-1BEF-E5A3116649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1C65A00-4DE2-4074-721A-296A162726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9DF5E31-D36B-191F-A199-6776267ACD4B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4D0C07-A97F-8141-8C49-CFB7D5ABAF40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AE301D-8694-5934-9B24-72CBBE88413E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33EF4A-AB67-440B-5309-58FC2DBF5250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96CA83-A70A-A31B-E71A-AF4931F25C8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D866F7-D291-48EF-A05A-3DA7657402A0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E55749-90E4-96A8-AC9F-D6A77BC47AB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414657-0E9F-68C8-0034-1C3B8CA4E2DB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577B6D-2A89-98B5-F5BB-E0980D3E3AD7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ADB6F0-7C74-A3B7-0262-3BD94F0A0412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B5444FF-7456-1FCD-27D7-924DF2DE4CE9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8CF1508-4DF1-6C63-FD8C-FF829ABEA649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232E757-07C8-2720-F60F-F9B6D1619AA7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111F38-3622-6CC8-D099-352AF81E9A4B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2E8CE53-7474-5329-9327-F05DBDF663F9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840829D-4836-05F4-78FE-67F449A73B3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F5E32C-0B87-0317-8B29-60C34F35AB16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5EC47E-82C9-EFF5-8A2D-E653FE67084F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B9B6B8-51C8-FFC5-A589-9D3586A15E1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DDF150-7FAC-7768-3615-C05F7A6AB5B8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D0F79FF-861C-E281-BB8B-20D1D765F40D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D128BAD-E790-20AC-DB4F-22FE1984AAA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257B566-243F-F59A-2883-68A2CEB6B073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0B1DDB-99C8-2DBB-1168-902865F785CF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1C53E15-45B7-1682-0BE3-6654E964BC54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15970B1-8B51-C8E8-5CDB-EF65BCC180DF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D051F2F-E968-65EC-D14B-DDCBDC747874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C89ED82-47AA-67F9-D1F6-6AA1552D2259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7A71942-7502-2CBA-8135-1757E2DBC5FF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EB6FFEA-656D-C693-719A-A0D6CC6BE9A5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F5AD224-777F-C561-C00B-225883B3698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6FC1EC9-3E2C-BDBB-A260-BB44C9A48E85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6E7101E-56BC-C055-AB09-1B1BA352C8A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90EFBA2-9F71-D8CF-1DCD-5905F28D8173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</p:spTree>
    <p:extLst>
      <p:ext uri="{BB962C8B-B14F-4D97-AF65-F5344CB8AC3E}">
        <p14:creationId xmlns:p14="http://schemas.microsoft.com/office/powerpoint/2010/main" val="566334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78DA4-7900-1E7D-4342-2EE2A1C8A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4FBAA81-ECAC-0395-239A-5325BAD6DAA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bottom right block, [8 in 2] must contain a 5, 6, or 7.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C077BF0-1BE9-CECB-05B1-552BE257A5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507CF60-0B1D-F63A-0293-88837B254F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B8CDEBF-018A-C494-9C7D-8A8793A983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467DF97-3234-CB0A-B46D-934A777D6A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C940ECC-BA0C-A897-A5F3-8150DD64BBD9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338F43-654D-4876-6079-9339724B2C67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9D0059-3CFE-F203-0C00-76788A23211B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3AE663-AACD-9113-C33E-5018FD1C005C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94A0DD-B9CD-125D-1D87-E4CF6AC3A8FD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C58C44-F3F3-4B35-64FD-0A3BE8E19E20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4AFADA-95EB-3590-4630-47CC584B159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1ACB5C-409F-FF5B-D888-B79D3CA60134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C0277C5-F418-7B48-F149-11EDF591F20F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6544550-6DB0-B1E1-3D12-60AB98FBD407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DBC29FE-13BF-0CDC-ED40-084189318E48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88E5EDE-E615-CDDE-A110-61BC1CEB5294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01B199C-4266-802D-3978-4076A816EEE7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63E9E8E-D0DE-05FF-692F-95B8367EAB24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2D1300F-0449-F293-907E-62453BE2D47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E5AA15A-C19B-9559-C175-08AB2CE60F0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F18598-0DB6-7DE5-C707-905B11BA3036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8DFEFB-6AB1-2582-49F6-5A32B9FAA203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B56897-75A4-619A-AA14-74EBBA84110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185A6E-FB59-9B5E-72BC-E5F1EA3C91BD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CEF98F1-A0EA-782B-5819-4D1964414EB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C7716B3-86B1-2B13-E3BE-D6ADCBB47A2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AFA382A-67D7-9E08-9304-B857164E5024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E797184-A1BA-2647-AF89-435C5754E838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CC6569F-27DE-0C21-B59D-8991BAE3B7E6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84D5B7D-60F4-1A95-C0F1-17E5C9BFDDB0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E4942CF-AA85-CBA0-3008-747BE43069DD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860A2B6-F635-7B67-B1F9-8E53B3AC10B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7342539-46DF-9E5F-2302-821BF4CEE6B5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3320710-8039-11FD-E5E9-C62E2EC80623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26B322F-7F8F-A812-5DD1-C3A05BED014A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A7952DA-81F2-8294-6B4B-E3876F49B04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83EFDD5-4389-B78E-B09E-548D372309A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8A97C0C-19CA-9332-83CE-CB524CD04F24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EF8F9D7-964E-7795-B073-8FAACE7B2B1E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F87B5D7-41DF-2BE4-CF8D-2BF3776F0E6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</p:spTree>
    <p:extLst>
      <p:ext uri="{BB962C8B-B14F-4D97-AF65-F5344CB8AC3E}">
        <p14:creationId xmlns:p14="http://schemas.microsoft.com/office/powerpoint/2010/main" val="16571132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093AF-C985-B6B4-7988-C05BE53C7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2E66AD7-0B08-5077-A327-FBC67E79C21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Column 9, the 6 must be in [14 in 2].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5047B46-7094-1187-A06E-6714F0BC7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1E64090-B3E1-66B5-C628-FB86E45FC1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00E4175-0BC6-F08D-1240-2EADFD464F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9791790-21EE-F677-A43D-4F8C5653EB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E4CA1F0-9FE6-4523-B6F8-897F22FCD78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BF1155-A63D-59DF-C7D8-7F289705B117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5D6085-B4FA-B496-624C-8F70A89B0F37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C25C22-F657-84DC-5661-9C121A03B032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8620C8-5173-A906-8F89-7AB8C02F55B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38A2E8-466B-61F0-D8A3-EAED08473ED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4ECF37-3AB9-0CDC-ADA9-A6CF2FD2849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CA9FAB-D4E6-A414-0200-F8FD93E3E4CB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FBA215-09B7-A7C9-B636-F51BF7BB5B37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60E9BF-B205-2994-FCA2-839AB0B01529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774618-A922-0151-1280-73DFCB9223A4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A12FDA2-C420-C646-4F99-6943A01B224C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0425B8C-CA62-DEFA-875E-8B90C6FFDB59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E06F2F-9177-6005-0841-205BB669BFE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BE59EA7-61DD-C6AC-D364-542D73F26A99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C3DB7B4-9A90-053B-F326-4AF0609F6963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2C01AC-7C9A-208C-8CA2-285551A7F49B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2A8D78-0462-A694-A7D6-BF445C4801C2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4F180A-1EAD-2AE7-3A2F-D7A8F071D58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918BCA-6010-E7F6-5D22-822FCC0D5C5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4370FE1-3F17-D45B-AE80-90279D8D28B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D503D31-F941-5D7E-5650-56D7681418B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2D6FC79-27EE-8535-2C86-A5CB995EE022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FD069CA-3F12-2364-3634-D523FBBC5DA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370F03F-E6C0-CBFF-EB08-36B6FFC1719C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B1A0BA6-0066-025E-9A6B-793536E6624E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E09F9B3-1DDF-446E-2371-6B96A7C498B5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ADD7644-37BC-4EE3-3B21-4812D9D1387F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AA7EBAA-C0E8-3B5F-4602-85FB6A7473AC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DDB2FF3-1A30-FA95-1B9C-E94DEEA65152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919231-232D-FE7F-129B-7D43F3D02A37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8C91C5E-2A16-21C4-B17B-2A72BE3E549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315FD79-DAE9-CE21-4E2D-0814F464724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909CDDF-CB20-103B-91C5-7523FD94277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512C09D-3CD2-8C02-B1D4-DB19FA22A574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B7A67BD-0650-606A-7AAD-20A84FFB2B49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</p:spTree>
    <p:extLst>
      <p:ext uri="{BB962C8B-B14F-4D97-AF65-F5344CB8AC3E}">
        <p14:creationId xmlns:p14="http://schemas.microsoft.com/office/powerpoint/2010/main" val="2377693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2E8B2-108A-BC38-7DB3-7F8C04E80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BB6AA45-D860-97B6-A5E9-D8A747CC55C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2F091F1-3A59-1515-20E4-829E67C00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FC2F85D-C6E9-9E1D-15AC-03F8264555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844C3A8-F18A-9337-9B72-6EA27A0742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06A8559-ABDD-EBB2-05BF-7294C5F514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589283D-B019-009B-33DF-BD5AAC922F8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DE5D8B-C7CE-D559-752B-2E25A2AD093C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921EBE-760C-8482-324B-85361B5A8A0E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4332A2-BB44-2C4D-0BCA-B9C6E0A15B32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7A3FA8-D0CA-2F60-9EC9-EDC7FD9CC70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ED75BC-FEB9-EBD2-E714-3AEEF15AC22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73090F0-FDE0-AE7A-5AE2-C7F290F6C4B5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F3C3CB1-BB45-0686-AA6B-DCC6883FDABE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F5AE7D4-A1D7-6805-CCAB-B9129440FF05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B60532F-93A0-89AE-3980-595017580257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61BC74-D946-15A6-9290-872E2FCD333C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E0FA93-95DF-3308-F469-92F695C7E0B9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AE3DE4B-6120-8521-5836-5D6B2F74082D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56C02C3-5ED7-84FB-E493-02A720924A6E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7531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D1998F4-D794-D23E-E0BF-D2C06BAD5FD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02F31E-9CE9-606C-6154-7508EADA06B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10D12F-D577-25C6-1FCD-D3DB08271465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82A887-2737-DA71-346A-C647CB1A70A0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9B84B7-A8F4-2EFA-B25F-31749F46CE6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2C55F5-F53A-9DD1-720D-247B297ADA87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2884E9D-DD06-F30E-A40D-C02C98F37A3C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53996E6-4762-A508-217F-F1D17619D7B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038831F-5C44-B2B2-154D-603C0BB917EB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6CB7F2D-43A8-462B-C68B-3FE9B09719E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5380D36-0247-2422-DB86-9A2A1245175B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A230752-77AE-9BAF-0422-AA6B54DE34DA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BB80AF6-DB27-7DB5-0537-E66159C831A8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16E9696-142D-2316-653C-B153A6447439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8D8ECAE-F564-605C-95F3-FB83FC961DDF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5AFDC23-4667-8EC3-70A3-FA08258B6A44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4AF4215-3587-0F0E-DC16-D556541C664F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CD6EB87-93A9-2C57-4B59-F637F374D00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E28B607-5F76-9602-0FAE-3D1C7EDA6F4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2B891D8-A0ED-DFE2-F7E8-6B7349BA64B1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78971B3-5673-1EB9-9D78-28F1CC17332A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5AE17C7-0265-B307-97FF-7B8255D5B348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</p:spTree>
    <p:extLst>
      <p:ext uri="{BB962C8B-B14F-4D97-AF65-F5344CB8AC3E}">
        <p14:creationId xmlns:p14="http://schemas.microsoft.com/office/powerpoint/2010/main" val="2816026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CCB35-D862-90D0-6747-0CEFF73D8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2F9F418-D5E2-07A5-B66F-CC3A4AAAAA3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3586156-8548-D238-20F6-965DF22FA9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87BE20F-8315-86E3-4787-197F341A90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AE0EFA1-E311-6270-9C58-5C3EC2EEBF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7208E15-2DCF-A84A-4C7C-812AEDA32E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5625E5C-9AD9-8D81-7D39-770B2E1E16AC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62A25E-8B62-2050-115E-DB8D3C67D5D8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3A277D-5EB0-B153-37A5-C2764A7D7103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45AF5E-209C-F484-A299-D8FD87914949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AEB6D9-6C18-3648-5064-0CA63695BEE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65267F-8F82-1132-A396-E29A4EC6555A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64FACC-BF74-A748-1050-C58BABAC86F2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93CDE6-29E9-9559-F06D-4F9FEA08DF64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325449C-7B18-506C-3260-0C066E183040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6A4A2F-144D-E7E8-F7BA-DF22C305A01C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5DAA215-E07F-B4B6-07FB-1C2EE70FB6EE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DCBD60B-A601-A466-205B-E1AF95D46C87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0BAF12-D9FF-9071-0DDF-0150498F231D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6D349B1-D2A5-D26B-A0FD-63A396C18F02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7531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9F70A2D-BB8A-B029-CA74-59D788492475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4A8B05C-963F-8FB0-791D-3E6B4021FAFB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C8A450-BA35-6C49-A1FF-F106DBB98258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8FEBDD-2B74-6666-119E-DE12F3224584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DEEA29-5034-5BEA-CBF8-EB82378B8431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13ACE7D-9F9B-F2E7-EE5B-8DF06FF158DE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5C89C59-AD36-1895-B22C-596D7692293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7483D55-5C1C-4B82-0842-CC9EF549C456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75E90BA-EEF4-1051-D6A4-0194B506C3B9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FE82CC5-D3A3-D4F7-88F0-C23E9C1637E5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B44C2B8-0B2A-42E9-DAAE-01024018BD42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79594A6-1777-41C7-4373-186E3883DE84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D227A96-E402-3793-F1B9-37C1F484284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D6179B9-61BE-FB3E-D3E4-759C09B36689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62258AF-8EE6-0AA4-1331-409A4E5D56A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7018345-5A31-CADB-59D9-29ACA807CFBB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B7B322B-6BF5-19BE-7507-A21FE92F0D74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3DCD0B0-D96D-2A24-EAB8-3AB06D78121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96B4D2B-4BF5-FC1E-325F-F56BB2C156D8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692D7B3-1872-0962-EDDE-F1EECCDEB8C2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676733E-F4FE-48C9-51F0-70D4CA9CA384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0DF5FD7-5DCD-6457-C5AA-2025007FC8EF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733776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95126-C18A-AD4D-4723-EF9E88A04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3C3955F-5850-57D8-4DBB-C13D43AD106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1F66B47-9440-023C-5F51-E20E8EB6BA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F3E779D-7CC5-E2E0-190D-455E60D7F6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3E3BE4D-51E4-B0F3-5D71-AB714C5C6A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FB86805-5997-9E8D-766B-9CA0EE8F2D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45D4544-2FE9-7802-1F7B-3D354707F4C9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F54A02-A47F-1F07-92AC-13A0A164AC00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2AE0DB-6393-3716-BCE5-C25BE77FC715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736930-D4CA-7D2E-A928-1B1BB7001171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C559CB-5ACB-EADB-DF9B-D16EF7909EE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7C9C1F-1DAD-5935-3024-4436823B461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A11E7F-9361-AF28-3DE1-DF7CFB7BAD4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9510F4-A73E-F6E6-BB94-4E99507C8C00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7F58094-7B4E-0FA1-EBD6-D06A2BE64F9E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9EC106-6906-C560-12D4-5F01968CBB9E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EBF5F9-69CD-7C26-EB42-98AFB4C1A67F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E844C9-2031-77F2-DDBF-ABB0C7E83B93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DAA5AF-9AE9-5EA9-2D55-58E1691F4347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CB21370-CC93-E2DE-3133-167FF7CFDF8E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7531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1D12C92-EB6A-7EB7-0AB7-B5E5233658C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CA72AE6-810D-5B45-2977-9B9F2DEBA2EF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37284C-F6F1-5C50-59D4-24F213083537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61E971-CD05-AB6A-4D36-3CC86E88DD8F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C41F70-1759-1405-D909-5DE4B1FAA550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1E8A39D-17B7-1D43-042B-6C6A23BE9D3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8E3037C-2355-794E-9E87-E4DAB5FB542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6661038-4A43-A8C7-DBD7-4DBAAB0308B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EC74CFC-BD00-C75E-8A28-766B6D479409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7C8A3F3-DA82-F115-1189-6529B12D0E7B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3B005A6-C0CF-0F03-27D7-2CCE0B0C1DEC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22975F2-B761-E68A-DC35-4DCA6CE2B3E7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5F31FB5-4A0E-AF6D-26E8-FFA1EEEB8309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17A53A2-E38A-3C2A-DF51-7D0CA5D96E35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BCAF31B-587B-57A0-D86D-F5B4AEF508C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57946FC-44C2-F13E-0ED1-83D9AD1F0BF1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498AAAD-C5C8-4874-70A0-F4CA1ED4DEBE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85830EC-0845-8842-C4BF-972BBFF2F787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8E25CFF-BF46-020C-45EF-F67F728057AF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4FDD15D-FB30-A099-6548-0083414ADAB7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6C5957D-2243-5D7B-48AD-976823835E9E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0731AE4-7724-8F0E-2794-B42122EAA12B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8808876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7F3D9-3713-5090-5B17-7B25ED114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A803929-EBCF-EF4B-B413-7F761411778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6223971-E89C-A30F-F07B-FFAFA762E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7E2D47D-2AFB-C078-8307-0FADBA36C6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AB8D29E-6CCE-C1A5-D51A-D8F65926A1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4469968-AF08-B351-911A-24A50233D2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7652F1C-A141-332A-DA8D-FCFC69BD77A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4F3FE0-9569-C8DE-EF8C-810B6C39EF53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70EB67-298F-BFE3-87B1-F4E533AA1C98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BBA78D-745D-9CC7-CDC3-0D3346117CC0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93CFF9-7F87-9542-C41A-811C21D78A92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12FB47-954B-378C-F504-C9FD636B2910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86A4A0-D072-5E05-E52A-E6E0FC25C51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683B1B-8A1B-E7A6-728B-B4BBD5554540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070F503-BD61-9933-C682-DD080D9D5188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58B3F9-F726-D6C3-7BB1-79CC4ED123C3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338A88-4B51-3734-6F35-3F1E9880836B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E140A3-4C24-2A8C-D496-D3F30159D123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CD6340-02E8-D74B-72D9-BEE1F059BEB8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711D20-2A40-9E68-3261-08B79175274F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7531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ADE3027-75BF-9142-8576-D871B7B770C2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4C47B87-8264-DA43-7E0E-E372AF43FE85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B2FE06-9550-F71D-0319-5BF1E71B5403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D493D1-F55A-CFE4-D1F1-9AEA50FD0B55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47E35EA-0A87-C86E-5678-BE1F3E0A88E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E51A528-35D4-4E84-850A-FF62D2396FB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6FD30DC-9F2E-C27D-DC3F-EAE6FBB2D76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D41BC3-5B48-F8B6-C23B-B7B8AFDAD20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8B53DC6-9861-A9E1-C9DE-7D7F5E2343B4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C81E2CC-56B5-CBE3-9887-278C72157FC9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8090C93-B223-5229-1CA0-2C49F8F0F566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1BF3B56-87CB-7F39-034C-83C208F9DB6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6AE47BA-1897-553A-2479-46310F3D50CC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3826984-A5B1-FC10-7744-AC150EF0FCC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9E43437-2B5A-1F43-C217-692A12B52920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99FFD3A-5D94-5591-A487-4CED70648F5B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484A309-5D8B-C827-7FE7-AB99F0F5EDEA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C98FFF3-79D1-90E6-9099-46DE032E10FD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5B91511-E4D1-859F-F76D-D83483B6795B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86447FD-FB55-DFAB-B1AC-A71178338B5E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D3BA87C-8107-7B4E-E79F-47B4734A5D27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2A4166-175F-F8EF-ED0B-22CFD7BF0317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6428258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11E63-A762-B3AF-A21A-3F4C48768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652D596-AE27-FC96-CB19-F04ED2EFF30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BC8BDA8-B5BD-9C1A-A7C5-F96CD1CD3E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9D839C6-1C59-2D85-8950-2D71B62BE1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BE01A19-E654-87E2-B8CF-5EC21288DE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866C57A-41CC-8801-02E9-072C652CF3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1678631-BFBF-8053-0601-170C0BC770D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B0BD18-2938-C174-D96F-C09621D5EBDD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C11F8F-E0D4-7BA3-E302-D32008906FE7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33B24A-9675-A498-EA64-96AD1FC50CAB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DEA001-8ACB-EFD2-F0C1-5B46F383467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450C4D-F9CA-A309-36AF-1F92B299C462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2957FE-B26E-305B-5F86-A3279851E94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1095C0-4880-D123-9B71-0A7ECD6B1BD4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C05517-7344-2DAD-8547-41AE0853E0A9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C50A35-59E3-198E-9B5F-40BD057A6093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7478FF-ADC7-6767-F37F-FA994F71BAD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809B43F-0D2D-F1DC-52A2-CD74FDE71FA0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4D09302-DF54-A9EF-9E64-5D33DE36ED5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DFCFC7E-05DB-4E9C-3A6E-1E9694511E1E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7531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B1910C7-00FC-6E4D-38B9-F4B4F65235D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AABA848-2F37-117F-5150-BC14B28CC726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114524-E7C5-6E81-F7AC-D2C580ECAABA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45CE44-F947-DCC7-E844-1A3407D18FEE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3860E61-CD97-F3EE-232C-D4C2176BFEF0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23528C7-E596-C644-7632-3ED02BC99A53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B1B705B-617C-3E50-AC49-DB705569A9A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A23E470-5E68-03CC-3C9C-289446D02367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EF1AFB6-796B-255E-71F1-157865495DD6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39CAE7F-9210-D8AD-AE5D-6C09A238C4A3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0539A7A-0040-3B40-1089-A44303292942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548F9F7-D934-9947-DFC2-D6D4D694A18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3E59DCA-BFA4-19DF-6F1A-2F57BC8F8EB7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07DC587-0CED-E4AE-4BD6-9B5184EB7D97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B63D8D3-7429-FEB8-BBFB-B900071A7916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9F0A543-9732-0A52-A192-4C3800345318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BA07468-E3B9-F3D0-2537-C8AB9676CE67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3F280B1-9652-1AC2-0E72-A3C58C8663F3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0A1056B-6E2E-FE77-7418-A94A6006838F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9500BF5-BB86-4485-AFDF-11855C446D55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7DAB907-BD61-276C-C811-57D4AB5A9BB1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6FE32E-FA57-075F-BFFE-91AF594D3C1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2321000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0682C-F4D9-C628-F378-769CB19D7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A227670-C047-54CF-6A6D-54C2C66C01B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443CE3A-3C56-CA15-DF06-7C02047672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107747E-BE0E-5A9F-76DF-CB0EF2CAC9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A64712A-8198-05AC-A204-6CFC5C051F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E1C500C-5006-7C22-BDF0-B72345EFCD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678DA5D-F89E-E35F-E7AB-2354F8514AF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17BEE1-08B8-F8B2-4A46-C948EA8EB69E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6FF5EE-3A2E-6DAF-2BDD-9FEBA3976DE5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4A9CB5-AE27-0291-D8C0-59CC65A4155A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D27BA7-5128-F230-57A3-603545866C7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85E0C5-3F93-1CD9-3125-7EC7F3A9EEC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E9715A-D5DE-851D-9755-68D884921AB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A6A21E8-A6AD-2BC7-AB07-3CED9885FC51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642BAEC-2BA3-43CB-5F5F-44386E66DF0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E29258-7EBE-31D2-A645-9CFE714441FB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DD0E421-A126-405D-245D-B459D9CD6E13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8D3802F-D10B-7E61-1BBD-10FC4C7ED366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D581599-B88C-0C98-581A-E8D8DA3CC05C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7CEE661-780C-2DB4-E7FE-5A336F946F29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7531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291005F-50AB-F944-F27C-56CD59BF648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E1F0BB-7D1A-4457-B915-27BE59274C1B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E0E98E-D2B8-5492-BE52-F2532EAD3AA5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556D0D-5A17-0599-D142-438E37D1EF95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43B497E-B2DE-9214-AA5C-3500044035FC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7859138-AAC0-AEDE-D6EF-2DEDE04641D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9CBA4F1-39F8-9D39-9AD3-7A2FE5D7CC5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5D06B05-57AF-60B3-74FD-6BBE3A221E8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C8AFA67-EF7A-6726-6E8F-D0B915EA895B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EDE6DA3-7EC8-DC13-707E-9EEF34BB8782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4079066-D524-4613-7E69-42719FC3CE08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376D6F5-ABB5-51D9-4776-0AFE592EE2F0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B98D1A8-A6C0-32F3-507A-E2617015BB2A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9C9D3C3-AE75-DD64-5110-65FE4D36DED7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DF06A88-FDEA-1F8C-6D1E-06B70A4555EF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2A2D64F-DECC-063B-EC53-D525EA852B2B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A0CE2DB-3030-0FDF-303D-C663A454A1A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880BCB2-3086-0012-B6FB-7AA99C119570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DA318D1-32E3-919A-78C0-4F41D30C41BD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49ECAFC-221F-1E77-B469-344C2330835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6454015-BAAE-7C59-1E58-60C2D9255638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5EC5CE-BCEB-9376-2FEF-206AEC1E73F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9788988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B539C-00D7-13DD-84A5-274267102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0EAF194-888C-3EEB-201C-67B0DD89B1B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290EB41-4A6A-613C-F778-8BB192DBB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32786F9-5330-E6C0-B749-388D87F1F2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06C1BA2-210C-95D9-A34E-A7D0B5DAD2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F6354DF-2802-8AB5-C25D-45B70DF812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48FD599-89B4-7F34-15A8-AB0D5982319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36896A-C7AD-F6D5-71DB-2C98F253391E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60B01E-98AC-CE0D-762F-829E49FD265C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B3430B-7606-B4B9-8D4A-0F9E707796EB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E39AFA-411E-E768-196F-96ECC79AB99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AF02B1-B61A-9DB8-8851-384E0005C121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9D67CBB-B996-0C02-3A94-4095AE26B37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08CEF7-6330-3373-62E8-4C2792A1C61C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90C727-E81B-B199-A953-DD034FBD91BF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E25E4C-F758-E337-21AC-FB07FD38876B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FB6E4E-1D67-E012-A6EE-BCE0DA690BD6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5AACEB-10E4-1919-A9BA-15B06C654FCD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07CC1D2-E91C-75F3-210D-1897435F2CB9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3B4B111-98DE-C8A9-8673-FFA1CE1B0BE7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6A16A93-3E6E-D966-DE7E-3C822B79B3F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5A66BDC-265B-2B67-371F-D275985ED542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701C3D-2A08-DDE2-AC6C-6AE7F9899684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60EB74-EFCC-7834-F81B-C608583D3299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7CE1EDC-57C5-F70F-96B4-3BEEB465DF6D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4C77F56-414C-A321-00B3-B17164EB203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344B46C-348B-0FDE-B9C5-DA7D28F5A05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929F3FB-6B2C-0675-E023-5FF2E55CD7B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64E4846-B05D-EFCC-635A-2BDC2C405261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8DD989E-0C3A-16F4-FB53-9EAE0FCAC9A6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3E48733-C5DF-377B-E7E3-663FE566393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7B0287E-3480-CCE6-0081-55B22A4754B2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A08461B-0213-CBB7-A0AE-E15B2BFFF69A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C21F7F8-A232-E88F-C227-394CB9A450E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E4B125D-AD26-3145-C30E-E6FC35724A36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4B4B57F-3C75-DFD6-06C1-ECA59C770875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8FB115E-0A8F-5373-0A37-0365724163B1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4CC6F72-26A8-8CD5-573E-52633B09DF94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1C3881E-66E1-BB41-629C-FA86B61B6AFF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6E1AAD4-8148-0126-787D-A2511EFE7FD8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39E8C08-D4E1-EB10-4E9B-44BC5D2B221F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31E281-94EE-F4B0-4958-7FBD51B0B932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7456744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7F909-26DE-19FC-041F-2C44DA677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D430B6B-E53B-3FB4-A2DD-3816C9A2045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F3C1512-FFE0-A115-F2EC-5B4F643AF7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87603DC-A3FD-36CF-7737-3E47A21EFC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BDF0043-6C44-0AE7-DDE7-2D8E20B2F3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E5AAB00-2DAE-9DAC-AE87-8DE49BF47E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299122D-FEDC-261A-5294-71BBD4CF269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30E395-A14F-1DD7-E22B-B7E81F485E88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8CCB82-0F50-F371-3830-412625FAD4A2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AFEFDC-0F9E-E1FA-D1F1-374F74E5E623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ECA71E-240C-4246-C61E-702592453ECD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8733BB-1A91-24D3-47AC-FB019824596A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B9D91D-91E1-9396-F821-395F072C045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EBD12F-CFDF-2FD5-FA54-10D7088E14EF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B46868-86C5-DD64-4043-8D8C96F33EAC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2B5C6DD-0AE1-604D-34B7-D83F15EACB5F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6C7E1C5-5D0A-7AC8-8F1A-A526D0A1D747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05A6B4A-938D-41AC-76A4-AE3B89B59AFD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71150A-08E6-C5B4-DF51-E066A79EDB20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31E5FE3-1E0F-5DC1-2F02-FF46CD8FB78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8D8817-2264-10F9-1797-4914F9457267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F28238-B667-46C2-0839-17D5F5EC50E0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92E093D-568A-510A-C610-BCC8077B8304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2528C72-47B7-8C2D-E4E2-52FEEE4078F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446CC0F-8944-2501-DB19-95D5CC37C275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3EBB039-9410-900D-5D84-5F2CC510D5C6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CCACE97-F0BC-1543-A514-CACA404B2DB5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A7FCF8-72E4-A014-7061-E058626BA5D9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419830D-DA46-28AF-0E6A-8A6AE3278FEF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5E312DC-6B22-C740-F435-DC67A1CAC0E1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CA13FD6-97DC-D8B0-9BDB-38DAE9C9A1D3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E69CBF2-F931-1E2B-1D0B-6E7D6F85AAAE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E025502-F017-0EE4-8657-A71BE4268A76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8CCD2BC-2EDD-C0B6-BA30-8226632AAE81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CFEC9E5-8BDB-7636-59E6-4817B4502E7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0591641-8634-5C7B-34D7-E1AA77BBE344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8F0EBD4-1A41-4702-4BC1-4277B8D61D18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93E495C-4A9D-70CB-1C07-B43B69C32E1B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0216B2A-F24D-A06E-8199-A420F9541386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19E7F3-6CC4-6456-2AF2-A65725002E4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F40013-CDCA-E8C3-DD92-0D5A433F89C8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5E0D100-77AB-D2C2-D68E-FBEAC9454B2A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7429578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F32A8-7F5D-183C-96F6-64F2AC5D1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00F3848-9E40-24C0-7D13-1CAD2147E7D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79425FD-D734-B535-C83D-0B393F52C8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0C9C274-075E-104C-670A-6E0387280C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B663A72-899E-F788-18DB-9C5BB53EFB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2C3F2B2-A208-497A-8193-F910E67352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627A028-1090-44D9-1042-0266FB522ED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AF97E9-8D82-8003-9252-B1131FE07C8D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33F2A5-4F26-7C98-1579-F30E5ECBA0B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74D57F-0D67-EC9D-3E6C-8076991C597B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F16A85-3317-D9DE-3537-1081AC007DD5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45CAEC-4FB2-0B16-B850-510E7B0FFAC4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71ED68-F628-1801-22E8-7CE947D6F0B0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CEAE97A-F71B-F813-A6A4-721314E3BF74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761C05-6EF3-DCA4-C089-2D0678F7FAAD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00CE7FD-D17B-E397-B111-E10590DC6400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8D6757B-C9D0-E4ED-D41F-B192B35DA98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341BF82-7382-34C7-CEFC-59F5E053CA5A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64E8E6-F6C2-8359-DD5F-3464A59C4D9F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B93826-E5CF-CF58-44D4-DAEF340CAF76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651B1C3-42F7-D455-BAA9-8A78C9A69ED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4EE1C6E-C715-0C0B-ADD6-B3E9DDAF792A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8919050-F812-FD8C-C4FB-6D51C20463E5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79E8715-F20F-22AE-E94F-986DCCABB58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3403802-267C-5DC0-352E-87373F6618E5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00BD93-92DB-F9DE-68B0-CEA415BCD596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010E23F-3F81-D691-CA4B-5E6996B878DF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9AB5FA4-7FD2-DD88-1C65-69729F78820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C2CD330-258B-568A-9FFF-7B3C4B35840A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2D637E1-67D6-BAF5-87BB-D7F116308D6F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B287211-1D3D-FEC6-B30F-2D27C4248866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DFD877D-4D2A-F64A-3597-68833074A1C7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968ED59-10B2-F71B-8519-F49488C7085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A4444E5-E2E2-B823-938C-7DA11610DEE1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2CE5E5B-B4E5-4119-975B-C3FB63149FD2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82CB37E-4900-DF97-FA31-5E6CE870B41A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3C36682-DE29-885A-A64B-3AF4FC17E1F3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DF41BE-FB82-2245-3CAE-BE02A2B0BC8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B2F8D7-7AB5-9F8C-82B3-9376130A70B3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FCA0720-A02D-13D9-95DB-0646468D2D10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A381D33-DCA4-910F-525A-4C717ECC004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7BB56D4-B30F-424F-3E4E-42A5811CC34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866299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A6079-59DE-BE13-CB08-78B6AA1C1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C04D89-84F9-2B6E-FDA0-6BB580B30B2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BFED9B6-91FF-83CE-9065-BCF2B3A8A6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A5C5DF7-6A85-676D-2FCA-42B44CF8E0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1AB9303-139C-E6E5-88EC-AB1739EED1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662600C-A6A3-F8A2-5EDD-BC4DB4B1EF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90DF15-ECDE-9643-D459-B3D5119F1382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F64894-8159-5117-8BEF-B5532B38CEBC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8148A3-2838-BC14-571E-9F96123D421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6ACAEF-533F-3BD9-E729-11612A079BAE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4A2419-4E22-E258-B71E-2EE352A79C3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3C1D76-6341-9D95-DD1B-8E16F9E26A08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5AC6CD3-FA21-02E7-F119-2F1054C09AC9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BAC83C7-1E29-4CFE-EF65-B524116194D1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640BE5A-B9C1-B000-42F6-3973BBA3B4CF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449A754-0729-01F6-9619-DE087EDAEDF1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17CE6EB-8CD2-9FE3-CE62-B47FEF27A79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42C29EB-8D53-2072-6B19-6BF721468EC3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03D948-FC1E-38AB-95AE-9502BD48B3D0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637EED-0FAC-B173-8D65-1650ADDB85E5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3D58AA6-F034-6E04-B390-93BFD4D649CE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9513A74-7404-A93D-8A9B-6AB4D35E28D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09FB772-422B-FA20-5060-74EFBDC650F2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FB3BC41-0C81-B0DE-E084-D6E925D2D76C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FF06AC0-EFD6-E2B5-4C07-A5E116D6DE4D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4AFE093-C748-D9B9-90F3-59646394B3FD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4F651DA-F73E-B077-839B-1AE963D15BA5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292EEE2-41E5-4914-2FC9-F2DEF54C16D5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F56D690-362D-FCD5-0867-2F800376C6A6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BD9B0AF-E789-EAF9-2BCF-B491563D221F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E799FEA-EADC-599D-6438-B4F7C0F4487B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37FAAD8-06B6-3259-F449-A825C8E1AEAE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FC71131-6C1C-32B1-BA43-26E9379BE9C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47B3349-BAFB-D98F-B05C-FB7F57A6A9F0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8144C1F-264C-A026-3E71-AB635E9836AE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DDAD93D-8AFF-AE4D-0999-CFDFF9E04428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2607F19-81A6-6F2B-0CDA-974F8258C456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927BB4-F19E-2470-FAAC-841E0D2ADB29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6C22A8-A1B7-D981-6A4F-FCD63499A57C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3146F8C-5F16-6BB8-715C-99B18ECB781A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F306066-7967-F5F6-B95C-1378B773AF2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6A3E91D-35F0-69FD-599A-0422026A9F0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5720109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C51D0-BCEA-D029-838D-D4AE8E058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985A85D-5E67-DACE-5AA5-9159FF278E9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Initialize reduced [9 in 2].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64362D1-24A1-F0C8-234D-9EFD361EF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A917B8F-F235-FCED-227D-050F6D870A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36D3E82-93F0-07EB-2945-AE9D07E532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8AB391D-F6C0-51F7-7E36-451498D874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8815CAC-B3A1-143B-996F-1864F315C03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215BDC-EE1F-4082-9903-A44363C8D25C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6A393E-10F1-9654-E847-F302FAD9A9ED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4969F0-CCA2-ADA0-A6FA-96D5005B6F83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204E84-B713-F30B-334D-0140ED6F5F3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401351-E8F1-9AA1-112C-57A48411D679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776156-5F41-602E-09CB-9FCD06FB4609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1AFC09-1039-FDDD-5D29-84B17DBEE725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C6CAF45-2DB5-BF22-5644-2A093CE0A18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2BEE90-A798-D4C4-9582-0D5CBF03E2E9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76D1E51-3C60-9D3E-80AB-5BDCEAD1478E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2A7A044-171A-C336-E336-51F37170CA56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9CD014-1B3D-D1F3-BCC0-1B788BB31922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3417BA-F56B-C148-8963-DD09E1B1FA86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D62BF23-CECC-D545-42E7-E6CB5F6385D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38B837C-3D7F-5A38-53AC-EB4111C2A742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BA60330-0A45-5017-1B55-679D523D613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7FA8DFD-31CD-B79E-8DDA-0641CD71B42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24877E0-B8F3-55F6-3B59-5C610D2BE575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6E56C2D-9D69-CB43-BBA4-3B3A876C2B2C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25459BA-58F5-03D2-2214-DC39659250F6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DE6E344-B545-DD13-074B-9C7D63701512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B761910-0105-38CA-B70A-9CB3E6AB3228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6F2293F-4075-7B7F-A0CC-800CCDCC9EE2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226FBEB-16B1-3A44-5CB8-B83EA199DBF4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2E3D8A-4594-9153-06DE-C60A1BE7B902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089D86D-4E85-6433-6AA4-8BE6B458850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5AE0975-F69A-6548-7555-651E3D8D7A35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CDD1913-EB17-08DC-CD77-0812F1C06A50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073ABC7-585F-5CE8-BE28-96BA5A93F8BA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93E80BF-B0A5-A840-E3E6-0465A4C52323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A08DA6-0D0F-30F6-C087-E9A1D9CB0F49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513A59-1199-054D-DD25-A0AA6B978A1B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7DAC821-BE2D-6EBB-A5BD-CDD1C61544F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74EA063-A845-E495-2F19-C908F55F652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7780253-0AEB-BCF4-BFBC-182C43521D8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E12DA7-E3BE-118D-3C22-0EA4E27AF5B4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D257E4-9A26-CF04-F37A-BB12BD898D6F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6542</a:t>
            </a:r>
          </a:p>
        </p:txBody>
      </p:sp>
    </p:spTree>
    <p:extLst>
      <p:ext uri="{BB962C8B-B14F-4D97-AF65-F5344CB8AC3E}">
        <p14:creationId xmlns:p14="http://schemas.microsoft.com/office/powerpoint/2010/main" val="25703220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B29CF-65B7-9E18-648D-9A4F6FC83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A36C048-D9B9-5E17-4635-787A0E048FD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Initialize upper right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C319D85-4EF0-F295-955C-7FC7D5F8D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C6993A0-F7EF-F364-C23E-37B6F4CC52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ADA2A27-1A28-74D4-554B-F2CD5BE0DE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F929DA6-E5C0-6716-5E49-7C00C825AF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9B5564D-4379-49E4-765B-CB5D5F00B58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59414A-59E3-F532-71AC-96F1B162DAE0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DFC30C-CA50-831E-CE86-C3F04A3C1DD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1071FE-447E-8567-7F4D-57E77C5FB1EF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34E44D-6E5B-272E-A2D4-72E0CD3CB34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824A47-6651-D267-4C66-2FFB9CBDB8A1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2C9B84-C5B9-A2E4-1C01-A76536BC21E7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4E113F8-2E4B-5360-8643-B44BF592E920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2FACCC-628E-A203-A982-F8304692B1F8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AE8C13F-75D3-B8B3-1FDE-E62605837276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875F5E-314E-3BBF-CD09-98A6EAD59D03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1B2E12D-F170-280A-A046-213934FF0366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07B1DF-72A6-F2B7-6754-9A88D27821BF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01CA13-1259-A78D-66E1-21573ED8D938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7022D6F-6DC1-28E5-CB01-81A4207C859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89331FC-9406-2548-5874-E4BA1747E6DC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B2AC822-0D9F-582D-0715-D94F004CEF33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BE337D7-9A4D-CE24-F350-7C2F59B33DF7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C051228-9E07-874F-5D21-B171263D48ED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323631A-5521-7C1B-21DB-21E9F9549353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AE6D815-D2BC-D4F6-C499-D4123C4C77E9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EF65E1E-3299-C43C-7254-FA6C4205D01F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C086316-46DB-EF63-73B8-525CCDFBE72A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F804298-1352-8DD7-BADF-DE60A7A039BB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DE483A6-A080-7A13-ED36-A3C8DB06E595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416A598-459A-E3D4-9EA1-CBDC6DC2FF8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68E2A1A-DB5D-44A2-E86F-55CE0A779597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21087A5-9D9A-3B6D-7E69-79E64132C5C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2910A7F-97A5-1CAF-3DF1-DD6939DA625B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AAA38B8-710C-0CD6-016F-02F9A93AEB7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B3B0CC0-2CE0-0EEE-D6B6-A22CC1A625AF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C1E90E-ED70-812D-F416-3ABD13467E28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E6F2F3-FE4C-1F98-A252-263A69FF7E31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2442327-0A02-E0C3-8C36-3C2EE9602F18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982E4B0-29EB-B9A4-DAB3-C324937DED5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1CFF49D-3970-1245-5244-5C118EB19A6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70B5F5-9423-EB21-B146-1BE33DC0573C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8ED2E6-146B-1C9F-BDE1-DEB38A53D47D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619DC5F-FD12-DC5E-7F0E-036D4070E9B0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D04A39F-B117-7A13-BE86-25E71D0B2D22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22BFA9D-CD86-7D8C-4DD5-4A545877E8F3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</p:spTree>
    <p:extLst>
      <p:ext uri="{BB962C8B-B14F-4D97-AF65-F5344CB8AC3E}">
        <p14:creationId xmlns:p14="http://schemas.microsoft.com/office/powerpoint/2010/main" val="32460046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20FB1-BF42-DA18-8E68-65748E9DE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C8F9617-8ED0-8961-E140-93C9003E324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Note 246/246/24 in Column 7.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9C440F5-850E-19E2-40C4-7C5B18C3DA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3A1DFAD-A44C-4AF7-7D25-B78C89EF6A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7A74C44-D9CB-D597-EF7C-C081E79442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E697D65-915E-76BA-C777-2F0E460806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AF7054E-3A03-2C4E-EB03-A7373EAD254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65F5B6-8C2E-AE89-EA04-5DEB3DE9C30A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8F9AB3-AB12-8B46-3801-8ADCA13156D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4802E1-1265-B7B0-DA64-F9D11D121B5B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9EC4C7-EED3-B1A0-9A6B-7372E3ADEC6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2C48C3-C04E-E3E1-E5F8-931C673A882B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D8E7AB-F8B9-9836-885D-202824533827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6CB6D0-D739-DAB0-4E5D-E3D8B5867C85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F9FFB5-14DF-5D4F-A5A5-D9D96BE4AC46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F51451-05E9-C11E-A711-228C883274D1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5AF8931-40BD-013C-93AC-199AFD16CA8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79B474C-D1A6-DB8E-7BB7-9D19BA38559F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4A7872-1869-CBD7-4074-71DBE960D979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30574A-2326-476E-EFEB-62E20CAFB832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CDDB42A-BE54-BABB-B960-685DB874FDDD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3EC879C-1080-BC36-DDA2-199216ECEEF3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193CB97-8C60-79DD-EA5D-113469F7DA79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7166BA6-5097-6978-F4C0-C72660D64729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1CF33BE-066B-15AF-99AF-AF5D0C153B19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2D50578-3AE5-01CE-5C43-C23344B7D9BE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D8F7727-C3DA-7E32-38D8-9E1359EEF5F2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95CBE45-C0CC-3709-63A7-EF886048D4B1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86A5896-9A9A-D181-04FA-BE9D511606D3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DE0249F-6BC8-C962-F2FF-9EE59A9D2749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CA34466-51E8-33D2-BB4C-E2159D1010D4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10C85A7-175F-80D6-5203-53D8BABA362D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A69DB47-B17A-D9A6-43FA-6DD354936DE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6DC0560-1AE5-3558-4C83-F267E8BBBF47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D07BFAF-14CA-0F64-414B-CEA3607D813B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910A208-97A1-EF45-D208-FE63E48051CF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934C7D1-5324-5C4C-361D-A967A893AAC6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2A743E-B54D-4F00-7BD7-4F84FBB7A5B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AF2A2C-76A3-6E31-89B2-A734BFD9F17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A6803B1-3E36-299D-A242-956AC735016C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E798C50-C1CB-178D-E82D-338C4AF6469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6014C6C-5FA0-6579-6B34-455E694A117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D297E7-5341-AF9E-9E47-E0CD64359398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EBCF819-AD10-D823-C867-747A0F9057D2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124569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60469A9-E9FC-E096-268B-1598F3F8818B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2F54B13-3815-CF65-03C4-F745B7447140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893365E-644D-75FD-3CF6-E4148E0B1B6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8125183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ADE1E-215B-B429-FB08-51F58B829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920D605-B6F7-1DD5-85CF-A31B2F959F8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DFC2072-B796-0570-531D-AC43C5CCEC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BB7AD94-F713-0BB9-1812-F1CF087579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8CB5C5B-55A3-A7ED-634F-ED9136AD20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499B615-12DE-2328-09CA-655A76AD0E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B030890-6134-71D7-70B0-0D4C2EF457E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E51E03-3C3A-0858-16E4-4C602CC183FC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14D96B-83AE-3E2F-B2E3-941F3A5897E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DBC178-D027-4D45-0FC7-B132CB69167E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020646-3EA3-8B5F-5A31-39F997528D1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780802-D456-D613-7503-3D5EDAC1B6EB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699093-6935-4827-0053-502EABBFACF9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E289D98-1E1A-D3B2-6B76-F2F55D6C4944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69904D2-F24C-E88F-7662-A8B9ADD32169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1AD0EE-9C82-0FB7-BC21-12759169FB37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7C79455-19B3-7F5F-A20E-C59FADD9A059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754784E-FA91-0D0A-AFBB-C144F40D8988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C307CA-3D2D-3372-B6B3-DBF3F2C9C0DC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A89559-AEFE-A5A5-FD16-0B3B911C0379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7543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397680F-436B-1A4F-FD19-B719988B1957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F5338F1-E702-B4CD-0106-C2CDBA2AE45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C958E89-B83A-07A8-BC03-52CABC84A7D2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A0FB4F4-7BEA-C958-E13E-0BF50CC247C7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34050AB-435A-2955-CD26-9452FE8A5888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78146A1-DFD2-1A90-7B09-4C272667EFF0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A3E2C52-F41D-EE3D-2D8A-8BE516A62CEA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C20A980-5251-53E8-74B1-B4DA4FFAC077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02AF028-59B8-E808-DE02-C0BFFB469AD8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A38D5DA-80FA-BF66-2C81-3E206E2083C3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418C8EE-D467-406F-C86B-A1DFC870EC9C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31E3096-63D7-95BA-D549-34620C032870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4FAB776-00B3-BD6E-F669-36E1E4119F74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1832CA4-89A9-3E68-2A57-338035ACCB60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2AB9A28-FAD3-6E93-1968-20324BBB6AAD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28BD28-AF7E-3258-82CC-C783E866C87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6B7229-5B54-F0EE-B629-F787B67166A7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C91F005-E312-AF34-38A4-472E68D5E048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9754DD3-6753-E29F-69EB-9A0636C935D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C37DFE2-643A-1C24-9AFE-BA056DFCBC7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B1780B7-0388-4A45-F356-72A7807F6A17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2D55347-8B86-F2AE-03A8-552503628CD5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DA155FC-A8E3-363F-493A-69C94EC4E3D7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340AAE6-E126-747F-C907-A3237D402ADB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75C7225-88DB-6493-67D9-75B6881CD544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814AE1-9C9B-1C5C-73F3-C74BA0B30E9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C02D01-A760-DA84-FB45-27F3162E2B0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8602969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06F26-012E-48F0-2AB1-94DC2B8DA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D882D54-A669-797D-7026-8FE7589B454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Initialize reduced [9 in 2].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800EDD3-DD31-B825-7428-A1D27927D7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AB632AB-E6AA-7D2D-A600-EC7FBAD046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EDFA471-15AA-A16D-64EC-E50C08119E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2305AD6-BFE6-61C8-507E-9410015BC7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4BE14B0-9D19-56E8-2391-20CC14B60D4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12898E-6DA9-5EFC-B9EE-E76EDBC12136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FCC0C6-0544-1103-79A0-328E9D7F526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793894-1CE8-C951-D36D-C47BE5975A09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819158-7855-7426-1A24-9B7A703160E5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B6D4C70-253E-5497-8162-5462F16A4D20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060C2F-AC8E-7120-3DE6-6D8AC14CCFC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A5AAABD-0927-9A8A-E7D4-74529BD49EA8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A96FA8-2B63-7464-3E7A-412F3E0FF315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4ADBF1-A873-B232-C377-146DBBB9C8C9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4A2578B-7499-C1F5-DB1D-CFF98B0A991E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51497AA-D585-340E-4CFA-953744328AE8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C79DF6-58D8-6A9A-A791-919018BA2EDB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BDA6FF-05A4-747A-FB08-EAAB8F242949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7543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7F89B25-E9E0-4F48-5C8C-B1900BBC712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80E69D2-5B09-2A09-15AE-31C0A1CD8ECC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A8D0D1A-745D-3C63-A3C4-82BA87794DE2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5E0C42A-2D28-66F5-21F7-E512DFB4C373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0C74DDD-B206-6DB5-141D-BBB6480B4EE0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181AE9D-CD68-9916-9CD8-47FF90B4596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CCF7040-2139-B1CF-F08A-B86550945F39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897FDC5-3A1E-F50D-F112-7CEF5AA0951D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F446C8B-8917-DE99-93ED-65327B952A2D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25460E1-885E-5E15-8C70-49260B3893EE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3E3EFC4-E0FB-38F3-F071-8652452691E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88293C5-35D4-0115-7345-C52E58694B5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31FDCB7-5792-F8BC-74EA-8757EAC3D299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AFDCE58-5E9C-7264-A5A2-F3A9AE2C0304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7082F41-E6B5-556A-85C6-B6C21EBAE59A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868FD4-6241-EB22-C2EC-7FBAA52D7BBF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D35563-8C97-335A-5D9A-3A7EAB882362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5DF0FD7-E966-5EA3-3DC2-43FD75DADD3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EF07441-1F57-DC64-D23D-645BF127432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811DA9F-23B6-CE9E-B370-0245E4E2765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EF1C447-624B-AAAF-1F55-131466DF3521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C78A8FB-DE4A-48C5-1D3E-4FD58E9E116C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7ED5F63-A15D-2631-4B95-BC9F2B757187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8481D16-2783-62F9-92C8-2442A69CEA4F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4589D19-F0A1-A716-6612-EDA31782CAE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33ECFE-1237-D1FD-0F32-3549B92D2C5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418574-5A2A-F463-71CA-EB557F8D679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E5475E7-4137-2184-5838-93BBA12C992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EFC3DCF-A2B6-C09D-C225-72B8B03D6C14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87632</a:t>
            </a:r>
          </a:p>
        </p:txBody>
      </p:sp>
    </p:spTree>
    <p:extLst>
      <p:ext uri="{BB962C8B-B14F-4D97-AF65-F5344CB8AC3E}">
        <p14:creationId xmlns:p14="http://schemas.microsoft.com/office/powerpoint/2010/main" val="40489001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DAF59-F1E2-6C43-CD18-64DDFC4DC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016642-341F-3992-FAC1-ED73F3B2F91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Rows 3 and 7.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5D16B69-9A5D-89BE-1ECE-5FBC404256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DC08F4F-19CF-D6F3-D750-6E3C2CEB7C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BE6D43E-7A6F-7D70-F8F6-A52BA84186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CF40F66-E26C-0B1D-FE1D-3A4A717C05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040AE1A-8E71-0135-471A-2839F729812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98F0DF-F121-00C5-A64F-C8A087B73ED9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6BA6BA-4E0F-728A-51A1-97A00DA5430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C99A90-3943-EA8A-8997-274BA71E1401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42B6BC-D74E-3B82-075A-7785C529249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920C3D-C9F6-5217-0AE7-1E494A8AA699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50A8C4-D80F-1267-C34F-28937C4C8C6C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569C24-7605-AD20-83CA-442216E4C04D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6F16F9-AF20-8693-2885-063B0D8807AA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697268D-E45F-8B81-99AB-21653019E60B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CCC215A-926E-CE30-8434-B7DCF5997FE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55B3525-57FF-64CB-8850-548EA5D3B293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7851CA-800E-2867-5921-C973DD9B4E39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923232-C4B0-F6F8-CD7C-850EE95B4728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7543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1BEADB5-6DB1-1DA6-572E-EE0140225C07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616D100-91A2-0B5B-538D-A06A519A6A6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E1A44C1-5B1D-CDDA-CEE7-1252776B7DA9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DB7255E-47F0-541D-50DC-267F4E34E7CD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2563F0B-23C6-4929-209B-050E6C95A48B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7130FD3-38B3-5CB9-C308-8B0D7E612DE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DD8F50F-19B1-0D46-0DAE-24793B1BFF2B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461E8FF-F9F3-8E44-766F-B856B8DC2663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CA65D5A-9884-2D71-9049-40154DE593CC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F1D3144-99E4-CE75-A9B2-60DE8E26F387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A8FE990-962D-573E-E18A-CCFBCC1C114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51A9810-6D72-56F6-4E68-D4970F620C85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A1A11E3-2723-609B-091C-D448E8A72BFF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3ADA7CD-3A12-BC4C-71F6-2B51CB25ECFA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5F5E61D-2DBD-EE30-C0AB-B21FE55F04CF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5E9AB3-1324-9E5D-53A4-AFA4849E7469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D7A8B6-2C69-4F60-5F4E-D663E5D04F34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CFEDFC9-1FBD-38F5-3EA1-79873CEB49A2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8E85C5F-F04C-91FB-1E8E-E27AA28B668E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AB7B7ED-AC44-0FDE-CCA1-2CD035656FA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18470DC-00C8-7E7B-7764-80AD12B1C80D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384A3D7-8463-9DF7-36CF-E0129DCAF2BE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571FF9E-90EF-4870-A910-0751BE6D049C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E66E65B-F517-1481-FF2A-A678A8CF1B04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435BCDA-1359-83C4-C852-B1A19A3B045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EDCF90-EB2C-43AD-9159-5EE888A05163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22822F-A216-425F-0EA6-789ED399905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D468A6E-F0E4-A68E-DE98-A57D4E89FEE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A285473-F46F-FB36-1E3D-A2709ED199CE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87632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D829137-E5AB-94D5-9765-D6645FF1C004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01091DB-C85B-22DC-9144-9A927E41C7D3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316F23E-7572-3540-17A3-D601C6F31657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CA91868-38DB-958C-5E97-06E94CCE0C4C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066BEAB-1486-FCC2-0C58-BE2BF4E663D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0630CB0-933E-86CD-69D8-18ED62BCC83D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</p:spTree>
    <p:extLst>
      <p:ext uri="{BB962C8B-B14F-4D97-AF65-F5344CB8AC3E}">
        <p14:creationId xmlns:p14="http://schemas.microsoft.com/office/powerpoint/2010/main" val="12611477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AF342-2503-D789-7E66-C51B156BB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C11F81-05A2-30B1-1823-68A7C0391A8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AEB2DFC-369D-456A-2C83-9BBCCC3FB8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DFA1C82-9DFA-E1D3-9C54-E8FA71E8DC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990C939-8F1B-623D-9562-75861CA2F0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C6C0008-450B-81FF-02F5-C46332F4EE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117B40C-576A-0987-E339-6A84E7A49002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6B4A01-0CE8-BE84-E291-ABDDAB8480AB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60C587-95BD-435E-AECB-2C3F76C0122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933669-1240-4964-1049-342998D1769C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ACD7F36-37E3-07C9-86B4-6FBC520D3E32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0C61738-7EA9-1678-A246-43DEEFF2BD8F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0CCA1F-249C-E2B1-D849-CE10C6046707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3CA70D-FC6A-2F83-2A08-EFEF99161E2F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226E50-9302-8402-CE30-8ADA62566DC3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BDCBE5F-D380-0C3F-0DC6-6D6C7CDFA64A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A06B4D-FC37-E559-8890-36BBB3692FE2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3135CD-C289-B31D-2B49-186C3A18E81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DD74B3-97FC-EB2C-433F-A3E077BAFD4B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CE9C48-8637-AA12-10AE-748BA764E2AE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7543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DA0020C-766A-A036-A3BD-EB7A10AB2F1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28B9FBC-0832-53C6-41E1-3A1D6EF76EC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912CAA5-A0FB-7F0F-FE99-CA1D79136E8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3EADBEA-3331-56BA-3A29-72598504356B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8223D00-10C3-D9B9-3A13-9A48B945AFFF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6168C20-7B6F-FFA1-70B2-6108EEC14CF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3425278-5CE6-E30D-D94F-FA7C14334517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981972E-459E-3E7A-1A0D-A3C91C20DD0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38BCED6-FA4D-C7A0-71B7-FACF95D0A73A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4FF27F2-F135-DD27-B1A5-D404CA03EF4A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9F0DDBD-DD4F-67CB-033E-D3717D7A07A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1C3C2D0-B2F2-66BD-921E-27A1F73AC970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DC71744-316C-4277-BCC5-2DAFC6E3CCC0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098B6AE-3C0F-5C73-5E3D-64658E0DE83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56BC5B9-597B-2343-5723-248C7855C6B6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512CEA-64EE-30CF-AE73-B470BBB910FA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4086CC-E640-FD93-4424-3D6D36351203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3A10971-881E-27C2-03A7-19A10BB7AC96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4A142BD-5951-5ED1-813B-66FF6F04BA5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1C817B1-1311-6B97-F0CF-B8127039AFB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DAEF9F6-E59B-9BA4-9FE2-444A89271878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DBAF423-4733-2CA0-4F4B-4C4EF109CE46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35A6814-4C9E-06B8-087F-D83417A6C78B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B6A4518-9169-467F-C627-10F7BCF933F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BD5268-09ED-CB1E-2936-9E523B8DD02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CA7C03-FD3F-8DA1-B081-E056925F4E3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2A898F8-8847-D23C-C971-01D3D526F83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3390F5A-DAAF-220B-1100-AA91650D6D0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B37950D-9375-2590-24E1-D2A2213B55BA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CA89D1C-38CF-E011-E002-F7F40D2B433A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0945701-711D-4EB3-07DC-2B1973705499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45AAECA-8D2F-38E7-E0BB-DB082D77FF5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8641EFF-E7B3-81D1-8774-0EEF40A71F61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EF7BA04-88C6-C744-9F24-6387D122103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5AF49E8-3853-534B-FE1E-DC993979A7B3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5707164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16E87-D412-BCA6-C1A0-EB1885561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3F95FC5-81E0-E12E-AD42-C463BEC27A6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DFD4BB4-FFE0-B3FE-F658-F7ECCB218F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57498D3-DC42-6931-A66E-BE3E9A7965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D5DBF31-CB3E-4F58-CEEA-284B1FC820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9AEA360-8F03-255B-E595-92AA03737F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7A2D622-38BC-ED3E-9E2A-E2C40F0F848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4BCB3F-5339-DD2D-02A0-316916074CF2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A05F46-66E0-8E56-9BD6-F472FBAE55E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F072166-539A-EAEA-B6AA-D6059DA5A7B7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AC3298-DB67-D765-51AF-EA4A7F7E919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233E72-005A-1C0B-B509-AC4AB79A6EF7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D79453-6615-F847-DB95-B07C8B7DC461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D510464-50CC-58B9-9547-F1ABD7AE9377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D4FFC1E-D353-B669-E62E-0273C68102B5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0BD0D28-1CA7-92B4-26C2-DE71D179419F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730BF2D-3A3A-0F4A-56B3-537157E62245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847B2C6-0B51-2749-BE52-C3FBFFC5ADD7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626A12-36B9-09A0-6CCC-6B8F2C4552F2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422141-3745-3521-CAA4-C2B620E5194B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7543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89D836A-ED72-3750-7062-64FDB2453E27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8DC2BF7-C5C7-7813-745F-CDAF07717DA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444EF8E-3A55-0FAB-8BAC-55F4D7E8967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00B4BBB-F76B-F4A5-B3D7-E10E1678B2D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A9C7D74-5BF6-FF4D-FF8F-A422CD8D43D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EF0663B-3FB8-F7DA-70E0-B57B0038A5A2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5E42E05-8BE3-4A6A-3878-20980B96EC79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71D6A62-A6E7-65FE-BA5F-D35D74E8EA4C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C320C9D-8734-8D83-1838-9820594AFA87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FBD1073-AAE7-2DBA-EA72-49AB173907D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D17372-A090-B6E4-3974-38076FC59FA8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DB73755-6C35-7275-EE07-33B2E04EB0C2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C1493D1-EFDC-3513-069A-873D6CD6308A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7F3CD1-15BF-966B-5CFB-E37B40A8C23E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306612-499A-05D3-9D54-561EEDC4C354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92ED8A3-B5AB-12CD-102F-25E36B57FF5D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22D9F49-37BF-DF51-3D78-FEC203C0C80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AF01CC9-3C7B-3FB0-CB72-AD2070077EC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96190D-388C-66C3-5360-09133EEB8315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ADCD453-C223-B662-EC2A-8E84D1B2B183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0132D9F-A100-95BC-0D6B-DCE5EE67147B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3457338-4689-2FCA-4C0B-C0986265CA0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C5401A-DC51-B805-E2D7-5B522CD8CFBA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663F3F-F829-2852-2611-84C02A36812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E87FDE4-FD49-F230-B06D-6AB275731B52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B8D5716-DC98-6263-76C7-400D5C3D289E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7E9BCA5-98AF-15C5-6578-C7C0D8D9CC5B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985601A-92EB-65BC-636B-89343911128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92EB1E4-165F-7B12-075A-FC4F2A6BA05F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A8D96C2-9FEF-2308-AA8B-B82907FB9CF3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CA3E469-2786-D205-07A3-DF4D4E7AAFAC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A011B5F-361D-39E4-6B14-8C38DD77230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2D3B80C-8C53-BD10-AD23-95719400FC6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4AFB0FA-BE30-37E8-6271-50AEA343D30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531E13F-EFEC-E8C1-CB33-37F519AD2DC3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8967080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A89CC-3460-2C85-6561-43DF528A3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38041C0-8776-F7E9-E8DA-56853AF0C7F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E8A0973-BCC0-104D-5BF2-693C2D3261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C84E5B9-505A-73D6-926E-CC7B541997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98527BD-777C-4447-9760-DA4844BC42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B0DAC02-56AD-F8FC-56E7-AD4C84C880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8226B82-3511-51C5-46FF-062C4B8D1429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A327E3-8AF5-3122-05E0-8A34B728079E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64E323-7907-149E-14B2-3B83CBE3FC1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6BE7B1-5345-31F5-542E-E48CEE01597D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BF3ECE-86DC-0BFC-CCD4-26F3E237BAC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D92280-A224-21A0-8F1C-7BB9271E6C51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52FE81-CB0E-2BE7-8315-D916F1A738E6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C9D92D-7F1F-8562-887E-7F7F6442DD42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72876D9-4BFD-A52D-2E48-61EFAC072346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DC544E-4449-6881-712B-C3C89F419A55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639037-A056-7BA1-69A5-80736A1B910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F5638B-3695-1EA8-C4AE-6C055627C637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12D976-E3BA-3013-DA44-A2F4352447B4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DDBCDE-6110-34BB-96A5-4428217C460A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D48D9A-1E1E-4EFC-FA0B-33B0042C731E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C491F66-7698-19B1-7FA2-A3485D8B9D09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E48A776-D603-79FF-98AC-285CF63876C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5F9A22A-93E7-2075-92FB-1EF4DCF37E0C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43DD5A4-9200-E2E4-E885-5698D9419845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F505ED3-9FE9-3712-2C85-0367C201560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C12A13C-F79D-7C34-92D1-39C900F21C85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1976919-D2D5-6A76-2168-603064D4B1F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0A2F6D3-3E1D-5443-465A-A3EAC6DC6F98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C7806BF-5C3C-412B-21E3-E007D5374AB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C8C2211-9138-304A-CC46-2F229A3DDDDE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A0D18D-786C-BC08-7FA9-9EA3A73AAA5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322CD8-2252-09E6-A8EA-C38C2758E8B2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4981ACD-A007-6146-1652-D14DDDC42629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5AFB3B7-BD03-9140-ADDF-F5F49F99682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7AA22D0-699A-CBD2-A3A0-02517FCE8B1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AC4F03F-C42F-0725-C149-8D74D8839A7C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96E7954-F7D7-B5B9-744F-89CE6D2C9B9F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ED4AF84-32AE-CA76-10D4-0ED9DFEF4790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CA31842-4656-C031-33FC-84F9308AC7B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5068FA-019D-7AED-2924-E10BFA847E4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CEE33F-8C6B-1277-8091-A24361BA4A0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95CCD04-EADA-8FA5-2C96-4A853F210758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82CD33B-E7A7-9404-78D6-C57CD1F642D4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2A3B684-6ABC-8D21-A4E5-16EA50AD7179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E7C85F3-FBED-10FA-A2E1-2AA39BA6A11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52A2178-2509-1FB0-75C2-FB61F0B6926F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00525E9-9218-4844-2AE2-F366F54505C3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7B785E7-D18D-2FFC-872D-5FFBA5F549E1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D9CECA5-6A41-C042-AB6E-41EF074E492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7C0C288-E6AD-0AE5-47DB-ABC87CC6E6E8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ABDF149-23B4-0AA2-7F40-3A50EC15C9C5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C6E67EC-A1C0-448D-D3E7-C6CAA7E7C90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C677252-E314-275B-AC21-3F8898F4DFBB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A47B662-A3B6-C106-8871-C64D8BAA865E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0304771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93350-093F-2F23-CA04-78685BE6B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AD82AC7-AF60-77C5-D1E9-FFD6C71EE87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0B81F5E-E588-435F-30A4-692A73072A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403F29A-A7E5-6889-F80A-9DF6D21EA4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B1C22EE-3621-EF5D-A76A-BF5753F050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0B27A17-30E7-E223-041B-155D8ACF45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22ECCD9-5593-633C-BA69-E9E05CFE0E9B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469637-131D-84CD-58D0-7CFBB1327209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6D52C0-36E0-39AB-32A0-C15E9F77592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A01F0A-526B-3E44-C548-BD102ECB6BEC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D30AF3-E0B4-DBAC-8214-CB12A12066B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5D72F89-FD1E-2BDB-774E-D0B2D0E236D7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5DA0013-6DEB-4C4E-49D0-896C0F2E7E02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26A9C5-3FD2-A39F-7CF4-EB7B57FC12FA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6ADE80-741C-52A2-C642-9D47FE43B787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CED051-44DC-B77C-B7FE-8DB2AA5DBA66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028104-87EC-1333-AE81-6A7FC1BFA2FE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5185D01-62CE-C336-2F6E-46E3A1BC7C23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4F32C4-CAE3-6CE6-6E42-D372A4973F2A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6C7151-A422-C14C-D6E3-6BF7E447164E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5BE513E-7845-8D4D-3B83-0F5C1BF960B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AF286BC-D7AB-F232-8048-82D84D362E0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10FF0B2-D162-D3DF-8C90-33CE26351C6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DC6F1F6-9498-86B6-60AB-F5391858BC4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ACF218A-5222-A1FC-4505-C29A3A7FAE8D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2DBE961-AF52-B6A4-C47D-ED5327ADEFE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996386A-7557-CC32-5D38-FEEC2543B3A3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8F24A95-DFA5-6379-7AAC-512E87622C2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ECE14DE-92A7-2EEC-8AA6-330DB6637CA3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9966C57-AFDB-0DFA-F42B-E578BAEC4547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4E6FC70-D0D4-2F18-31F1-C029BFBD7DC4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711219-25F5-B709-45F9-0200A0492AD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1BFE7C-56B4-6C6D-B6E2-53D8C75258B9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747777B-3BDE-DB6A-5885-76D35F01F3FA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7E5D42C-B250-4DBF-481D-B7BC376C6AB2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8283BED-7762-17B7-5F97-7E3134106F5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FBF8362-1E02-AD01-EB57-CCA341C2D0DE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89E989D-427F-5584-70A5-404C5F4C406A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74BED71-95D7-D509-7244-6735D8A54508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D26E5A7-7653-BD3B-FCFF-868063C03A9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DA6EAA-C934-7AA5-03F8-99D1AF4D30C3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FB03DF-22B4-F86E-94E9-3F3725E2202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ECCAE5D-0EDA-49A6-D421-D5A6DC928CE6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F907D29-B517-5559-DF1D-3DFD874FBF2F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DEB24FB-F645-1648-0F69-F7D809E426C7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D21B1E7-F5B8-FAC4-F417-F6AAED2DD12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DD7B09B-389C-5AC3-A7BC-F1960649D39F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EBD3520-1413-594C-FCFF-219998D62597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6C122FD-F321-BF60-CC3C-B5FF331DDED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6024922-278B-862E-CC3B-90F665F8266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30BA7B9-8B75-839B-A244-AE2AB5ECB99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A03E757-5EBE-828D-6FC7-AE654FA57D5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AFCE693-1F6C-3E5C-F0CD-E3237BB061F1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918B066-0134-D04F-42E4-66C43B753477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4389119-B4A9-2141-A135-DF5D15711AF3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195016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D7364-D0C5-ADB9-BF64-FB3C7363D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7619A49-2B96-8608-9D60-B33181E875E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623B610-4149-D691-276B-2D956BABED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F95761F-D428-8ABA-1062-9D400FFF5B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C53BD3E-863C-5D33-6C21-EA468AB0A5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21C8FCD-652C-F41D-5A1C-9462D92C7D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09BFAC-0C01-A6BE-DDEF-A1C03135E13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49497A-AF1C-105C-8C8A-7350DD035E24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5058FD-55D2-BA01-0FD7-DD2D5ABE142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B47233-85E2-E520-D4CD-D87871FC9EF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032B62-02A4-6F91-60F4-21907B408529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4DB862-79D5-E15E-CE2F-DC023CA4A755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5EE6C4-30D7-342D-4381-426B81B81EF1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DB6D42B-DD4F-705C-01F8-CB05413B38FF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8EF4B7-7A40-30D7-1132-E458E5B4199B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5C42660-2976-91F9-290A-7F7A028BD745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D22BC1-4CAE-1677-9E52-E861F3995759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26B4B26-DF40-329E-F2B3-F95C38B3B386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8A26B3-427E-2579-7D46-7AC04E0B19EF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E325D8-FE02-6E53-F3FA-8E585924EA7C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D228BA-6140-029B-94BE-E03DD08A42B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CF3B4B-1949-831E-4BD1-6E34CE55CC1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D47ADBE-412B-4A21-4984-9AD565CDC8E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9C1D06B-19B0-83EF-8F9C-FD5255B9675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A42E3BF-444C-8E25-3D2D-081D4E783FFC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C8804E8-89A5-CC0B-5A96-4C7BF3F057AF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40AE840-6F4B-E943-DE35-8DD5A11DC7BD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976019F-B8E8-000C-0E2F-31E096C4932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CFF695E-54FE-8B50-82AB-C7220F6EC80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737531C-9B2F-B99B-6B84-5C229B6C2C5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29153BA-736C-A81D-B38E-5990B68C31B5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83ADBE-73B1-15C3-A183-A3D62894C78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945793-C9C9-829C-5913-20C9602C6BA7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F8E3C10-2435-F59B-E304-B6C39CFAA6D2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736A990-FCD0-91ED-C3FE-C75F673FFF1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ABF7EAD-B540-C4A8-2EB9-35AC2F89E6B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627C00E-4999-639B-D812-5AD070B11C8C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9BF301B-2332-AC58-D675-11D405F71881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A4D3FD6-8AA1-F3B9-595B-41AC933EAFA2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F075F14-79B1-D822-700C-23E3960FBD9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02A4AE-4C50-4D27-08C5-DDD0D590D714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88BDFF-24EC-9CE4-A224-00C5C284B2B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8D3ED8D-F7F7-D73A-3D14-3B22A1510222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4CAE1DA-9E0B-0F19-FAC1-9AD26060292B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194DF3B-AEA2-A92F-FD96-E85303105DB0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66C7455-BCB1-ADEB-33CB-EFE50CB6488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5A8001C-A9DC-C611-F705-4B92D3419C34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C62F485-7113-B62A-4D4C-311FD525EEFA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C99253-FCA4-A3F1-899C-0AEEA754A41A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0612D55-DB4B-A92F-AF76-A87519966BA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4F9EDBF-1B23-D620-C841-832F5F31231B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7D6EDA3-6F04-2591-42B7-CCF0B8AEB0D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2D0431F-1988-4AFE-EC1C-D1C22F07744A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978824D-CD23-3B30-DE14-FB0EA5AD48DD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538C6A4-AA23-AD90-9FEB-C57912D0FE2B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2597103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9CC73-785B-2563-05B2-3077B44EE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C6211D7-A40F-A3B9-13AA-A4F24009AC3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upper center block.</a:t>
            </a:r>
          </a:p>
          <a:p>
            <a:r>
              <a:rPr lang="en-US" dirty="0"/>
              <a:t>Then, complete Rows 1 and 2.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27CBD15-5D2B-5C30-6319-3B77FAB3F5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DF06276-7981-71AA-C638-4E4FEBFA16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82155FC-92A7-0C82-F2B3-4A3B62EAB0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200B6D9-762C-3CE4-6489-D9FC43FC63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A0EB3AE-FE01-954F-C5AA-7F050397A1A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736C38-1BCA-A8A4-09C0-A810DC4966F7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0564DF-72E8-3603-20C6-39077822BBD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E3B38A-9F0B-2751-0033-E709874A64BF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868ACE-94B7-250C-FB75-EB777F45E9FE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7FE2FC-772C-9255-8AD0-D44247B65855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F4D8DC-AF37-A7E1-4563-DABA3F7C5DA3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7BE043-BDD8-288C-0648-BB21F9D7F103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607D06-6BD5-99D1-7A30-70EB8D8F5D34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0FDED70-067A-A5D9-A4D4-72473F88F717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3165088-6D49-253F-18B5-C79ED204E4A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4D1EBD4-5B61-BD90-12E6-6D65E1C6C61F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1E6CC0-A340-6889-3966-7CEC48D163E8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DDD12F-408A-6B67-C671-899F7B75CED1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55E577B-8BDA-BA66-46AE-C967436415C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9E5DDB3-EB25-7658-64A1-E71E55DE510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ED76F75-20AB-9FAC-3857-5B8F3D8822CB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0FAB45C-1EFC-B232-EB77-98E548DE0773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7954111-60DD-C451-C3DD-7B8F68010DC6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D06CD04-A510-8546-5F14-E8EFF3D8875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AC3D119-2067-0412-24CB-C3A9C96537A3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630AB86-BEEA-368E-54C0-ED5090007DC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7350292-A8EF-5B8B-10A5-B7AB04F6939F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A7F9269-752F-372E-8080-DA0CAEE5966A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3999101-6430-57A5-5552-C5393E702B9A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6EB005-8F5F-97FE-AA3B-BF23E554E32D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D55ED8-6766-5080-831E-8BBB58260161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449C7C6-E274-DDA1-1E25-B0AF4C4C2777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8F35945-5AFD-082B-0960-F2138904C425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86F3576-16DF-83FE-F285-B3E19E4515D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40E0E2-0BEE-3064-B6EF-1C39B6BDED28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60DD351-217E-DCB5-1120-3CE2B64AEF8A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F4E2316-057D-41C2-1495-CEB584A82152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2F2FB55-7D68-2B67-344A-1A5DACF462C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55988B-FF69-8911-0556-D930EDB0A2D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F60A28-925C-A619-21FC-50A62DE2AB9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8BFE2F3-F399-AFC2-D852-0AEB3495EBF9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F70C76E-0591-7B72-DB37-4E27411A83DC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AB63D78-3A81-2994-CBC1-A99B687A2833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DF33D3C-2EF8-CA05-4033-07686FB1744E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8BDB71A-6DD1-ED65-E142-F2E87EF9171F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9C25CE9-CF23-27CE-F33F-E48DCC776982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230ECC4-2BE1-9508-9475-E0837820419A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9971198-9357-C75D-B8DC-369DF9BE5F4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2A9E8F0-E0BF-C651-7916-318B22187F6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79BB8E3-E55E-7373-537B-D4F90EF8C7A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0D52FE6-1DC5-CF08-09AB-E6A6FA5CC84F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D45E367-4ABF-85B9-6D31-8D25AFB00809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E954F68-F4F3-FFBB-30AD-3DD2AB7D9E9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A9C842A-BEFF-2079-A29D-30BF19E09AE8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B793890-22CF-4131-EED3-6EB11707A48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A7BBFED-8117-E5BE-141B-E5CDE989FA3F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A63DC6A-6C43-6E30-450D-4668FAE6145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6597B6F-BD25-CB89-B52B-D45463C729F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</p:spTree>
    <p:extLst>
      <p:ext uri="{BB962C8B-B14F-4D97-AF65-F5344CB8AC3E}">
        <p14:creationId xmlns:p14="http://schemas.microsoft.com/office/powerpoint/2010/main" val="24351899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BCB21-6D7D-CEC7-FACD-50B0514A9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81811A7-E56F-FEA9-4C4E-FFCD1BD015D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AD21191-E406-68B3-2A68-15E337C616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6FA5855-26C8-4451-375A-26AFF61DE7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5D9CF21-2BE0-5FA1-6D93-68D6A5C914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B0257AF-00BB-05B5-ADF0-CC556992FA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4C64AC6-E21D-B65C-12E8-5EE2F0C81EED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275DC8-DA44-C404-51F5-404E7596716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7FBF9C6-4A6D-420E-CE8F-69C2729E6F8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1E24B6-A2D4-71F2-3E1E-BF5302CA3FE9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F5B62E-AD5C-E590-F139-FABA89804AFA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1F99BA-066C-809E-BEC2-C8B19A6C7263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7C3545E-F386-7433-21F9-19516831A0EE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642E937-058F-9746-E9F5-411563F490A8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14C42E8-4259-8BC6-DCDF-64FBD541E7B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1BD3F42-C8CD-ED13-A0F7-47CABB693D4A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7133F7-D3C7-3DD9-49A8-AA65FB20F632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3BE311-BEAE-6D29-DB40-F52D9A1F6004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FAE56A1-71E9-46C0-89CC-8828ACBC343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5A0ED3A-8D7C-0123-9B87-837A4FF5F712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4DC4114-0088-3716-4140-73F52A78963B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6019237-A500-3087-B641-594208C0E427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8AE520B-81E7-5CE5-D941-76539FC5E46D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C28AD5E-7286-0B63-E317-E15FDF561B55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F85C1D2-67F3-AD9A-A5FF-F5C221CC110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A16647A-B243-9405-B0DC-458B4E6F297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F061864-EA89-A824-C760-8A07739FD189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3883AE3-96AA-263E-8481-F333E3C0BD3A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607C963-B9D7-A83F-C6E1-E9DCDD352DD1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56967E-7A55-B536-169E-6D63000BFAE7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1E9617-F78B-E537-78B7-EB34202B0642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4649173-F26D-F09C-C7DD-3B63FBB3DCF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4F1B428-44C0-41A2-E705-553554EE245E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53DE010-36B6-4D08-8DF6-8D391D2902ED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2A9228A-4527-8C72-0812-39EB87DB90E4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5FB919-AE7B-CD0D-9A19-F7462271FC76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769D7F1-6623-89D8-73E1-4A7FF384FE5C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FBC249B-CAD7-E977-2985-ED7EF73A3FC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F0FF25-EBA4-0FE3-8162-6E9F5CDBB8EB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F81D63-DA3A-24D2-E01D-D5BF2709A9E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82FB3CC-A4D6-AB92-1597-C25FDE54625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2D28145-5832-F512-E7F3-9BB146C86B16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EDD05E6-4983-1DA1-EB73-984C7B7A7090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BCD0532-5025-9E12-0D73-F34D9CF6F392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D290906-2442-3E29-432E-CE9D4100A4D3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E860F0F-55E6-F209-C3EB-F2E93F5011FF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74C23CF-455F-BF85-D5EF-C154B4042C9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C5D8974-8893-B6E3-0B4F-428B9D6D992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E2E73D4-E54F-947E-984A-D1EABF1B30CF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7581CBB-3C9D-3A84-B779-429723E8089B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7E376FC-BE78-E3DB-D388-FB10B69E88A0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E1D9D3B-29B5-5739-BB7B-891BD08521A7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06F973B-89E0-E607-0B6A-45C93D09C89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64A389F-73B7-3555-0201-84EF5C18CC26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6324019-3F84-9677-82F0-5085B3DD0B3F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D505C83-9E76-482A-4E6F-3A68D1EA9277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E5827CC-2B08-1DFA-E31F-BE7AFB2467B7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DBCEA80-43D5-14FC-FACA-E46E185F787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0DE85E7-69B3-8E53-2898-856287997BB4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594C2AB-7B50-0736-DBC0-4E5982A3155F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1985557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B8C66-D01A-1924-DCE0-E87F336FD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2F31737-EBAB-245C-A82C-BC54E4E2D6F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8EB7652-0C99-20A0-B63C-7B725DD06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2B251F1-7EE5-63B7-FFBF-2B989C19DC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836FDD4-6B68-2F86-D705-4FEE9967A0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CE68254-778D-F9E5-8528-CA123B2CC8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068F398-1E8E-E816-D8FB-9D7073AAD9E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BDFBF5-C4DB-44AD-CF31-317F93B02FD0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CF804F-3810-7754-CFA0-051C03A6E80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F8836A-49F1-8A41-7E73-07E3B172F44D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7F784F-C928-0553-9A65-34D90A54C7BE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147BBF-FE92-008F-3033-06BC2CF92E38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62B3AF2-E3B8-1F49-5A95-18C0DFF0027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9E50858-D515-92D8-4FCA-0056B989F16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02E359-F0F7-31AA-97FB-E898C71E0114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D08B6B-FB0B-BBED-4452-239AE201C8AB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824624F-9888-FFA4-3037-9B79F14F65C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47EC827-B670-1208-DC19-01B45E1876A8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C66D0BB-801D-F3C3-5F84-44A4BB9EE2D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611A71F-A4D8-2F59-97B3-307EEB35ECBD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EE920AD-1FA2-0591-F028-201200C88288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832C182-AF4B-D71A-1023-9844D229CDE5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7A74196-07BC-6A35-4DBE-DDD3B6F6373F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AB8BEA8-63DD-F8BD-D618-5ABA68A58A81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281CB52-485A-7549-F361-F0357F6ADFB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1481879-F9DE-D9CF-CE20-B475D0253B57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7891EF3-7A97-EACD-5F5A-49C4A09DA0C5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48CA79-1D7C-15EE-E58C-28CBCE3EC9D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D63413-BC8C-BAFF-91E1-7C1540C70DC7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61DCA8D-BE42-CDFA-87EE-C84FFDE3C9A2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DDEC3A5-1CD3-7B08-0921-828844C9441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50EC1A5-B3C5-D03A-89D9-CED388E7552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8D0558D-5D32-7529-18B6-0CAB85E70B37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2464C10-2A6B-8B3D-6C7C-73EA6F96E332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7A25696-9129-A3A1-C640-32A79F410946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1674468-04F4-E01A-9DF6-A3178FF9FA4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EE3D2C-4813-DEF8-2EE0-3B160E497F9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C3EBB0-64AB-BBF6-F0CF-7AE89B6BDB5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5539E00-A5FC-CEB7-E4DC-580BE1CF4246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CADBFAD-381A-B0DA-8417-F36B4B8D507C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ECA490F-B079-B780-69BF-729AE8140402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50C6D27-7985-85A5-3ECF-2163074369E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4F0DBB9-2DEC-0813-62D3-84ED838A794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777C396-F883-DE4D-E774-14695E04FE28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62225F6-67BF-CB3D-6E97-35621923A893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CA0DAF5-0693-8D6A-16DB-37EA9071EAE1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A963A39-DD16-63F2-FF5F-061241EF7EE8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AB72355-B166-A3C1-9789-125B2328176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FE59BD8-DB8E-79D2-1A3F-F04D6E2FA223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8A91707-A5D2-9D38-23A1-2DAAA36935D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4D5668E-3CD0-56F6-D20B-99873AFC3E7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C9E41CD-0445-604E-88E4-AFD149ADF547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1DE634C-9F12-6B64-2D69-C7B26423FEE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B3FB2AD-45F6-E39A-6224-BDBEA53A0C93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34C9A63-49FF-E2B7-F0F2-F5B8DC0D574A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F308705-F8E7-FDD6-CF59-A31E6961776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7CAE657-0765-63C9-BC97-FFE3AB0FE3B4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40F33FC-B410-CDB4-F653-A0A0E71F8C80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CC6863-9E45-0BD9-0CC8-D4EAD60552A3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FAE1C1-5FA2-35DD-59D5-C6E453E3B78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3247930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600A2-0B65-936C-01A8-033CA3C69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4DEED48-FDD2-CAFA-0845-0A2A9BD075E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F57C2ED-E606-DC0D-5141-C039DB1DB0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8AFB18C-DE0E-DE6F-8FBD-5E75E1D3F9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4AA27C1-CE84-E1BD-F883-6A7ABDB1F9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3357F30-AACF-D184-F59A-685159E5C2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9DF9681-6E27-321A-F65B-22BB3C86319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51124D3-D543-C403-9537-C6F5B19C1280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035881-587C-9722-62EA-2A172A382BB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0CD4A2-09F2-0753-B363-38EE6BE21314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8FD368-3558-DD23-A70D-0614C925456A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91587B-2093-5070-D6E6-6F008418C951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F71D61B-40AE-B710-1B3D-C32B04B93DD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5D14E1A-3A2E-3349-E5C8-BAD5EC27EF50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9120804-4A56-E52D-C138-EFA98AB8B8A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83205F1-6696-093B-D633-429BEB15965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41C050D-5BE4-ECF3-2289-96387F799CC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6889360-4FAB-6055-B6CE-C5F5143E9A56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8AB635A-6250-E7FD-8EA4-9D6B98021D30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8D2919-4E94-E7F3-8FA6-A2103DC63653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D6CE765-0B80-381D-C0EE-3D3E2BF76B31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4B60B6E-E619-F834-0F17-5B29C36226D7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90F1EFE-74A8-283E-642F-D3310ECBFBB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C296A84-0647-54CA-479E-797AC97EE1BB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9A2CA02-9140-2AE1-7993-17C4E0ED4643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0C04BC-2A11-22DA-769C-63B57EE2D16E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C9C968-1F20-E02A-A393-06EF3914CD8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0BF81C3-F2A0-CFE9-1FBE-F5C7D4F41DD8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BC7DA8C-55B3-974B-63EC-21FD3D9B5D1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99B635C-B096-82EC-4C6A-F0AF6BCAD1E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4EAA120-0B1E-9DCB-384E-C2060ACB3A09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7421531-9E7D-82A9-C90E-8883994A9DFD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0F067E2-9899-C608-066D-E8FD9FD616A4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B20633B-A288-31A2-9308-BDF15F042C73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D77022-76BD-2F91-25D2-D5E223F9C33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501810-66C9-2BEB-BEEB-C6205FA6C43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3FBE0B0-0E51-C6C1-FDA8-0EE88AEE0CE5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6676B3A-2EF8-3F31-51F0-CC15B0D740C0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4E87807-5428-443F-05AE-E5786A29B750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8F8EEDA-F798-E058-491A-D2BBF5BCB182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A812910-E7CB-A91D-1558-F8AE9CE8BF56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B7B54F0-609B-7FB9-9BEE-EAE21B9FE0CA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34C96BD-4DAD-12DB-0AC2-E7C1FA2FE4F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2CD971A-B046-CA35-3279-99450912A8A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F9D9806-AABA-2951-8C4D-250604A9616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5417C52-9E6F-4790-ABCD-75DEAD3A989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6BD22CA-AF41-5236-7D76-E9F37A1AD43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FE1FDE0-FD5C-4307-3242-2B7ECB7E0D7B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4061D69-2188-844B-02B2-908D7C612279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93F48D2-167F-7C30-0F7B-D327CD7FFCE4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874DD0F-BEF0-A0C8-486E-56662E7BF70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97E298A-1EF3-8D41-1165-E64CA8253C26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103A048-3E81-6C9E-6F20-BFEE21808B1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FF168D2-F6CB-F609-B879-48BC4E2C617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7431A1F-D9FD-D2A5-124D-A627FCA73D7A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FB83CA2-C908-83FE-E40A-29C892BA774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58D901-CA65-D1C0-D672-02D0F5CCACD3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A11A0A-2CB0-CAAA-06EA-402AE184D5B5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4DE04A9-BFE7-2204-B1C4-ED6C134AF3EF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C93A84-F6AB-B5F7-B3CC-23CB2EF45F20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2862199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DE09F-11A0-9C27-F36B-29CDB1182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C7EF9A5-99B2-E848-6600-A9F5AD871AA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12A069A-FE5A-CB56-612C-EEE85D06B8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51D3FFF-672D-136F-5980-ED09E600A3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D1AFEF8-5B6A-9742-FF2B-B10EF73895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400B2C9-9E17-EED5-E06D-527CD3641E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A552B81-0FD4-D582-61DB-C75620C32AD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DE47B4-2652-3F31-0386-A6F71A152959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9FE428-82A4-84CB-F0BC-806AE5DFD510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0FEA07-F1D4-DB97-2EDC-5AFC4875A1A5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EA5E45-7F2C-5DCB-E322-0399DA58BBFC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62CA75E-72A1-31FE-B232-209AF4B854E1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19AE198-B17C-B0FD-E202-AA1C591CB39E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B84604F-A1BD-6D6E-866A-10AA6E077B10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D753639-83C7-0FCC-AF41-813BB425F23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6674AF-4D35-4541-DBEA-DCDC75CF8752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B62D820-7C16-62F2-7511-3620A05EA2C9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C59C416-60F7-05F7-3651-F3FD9B492C5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2ECEC91-C985-B0C7-5E22-615DF0375075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0483C8A-F1BE-15D9-8627-A851E4EB2ECD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BC4A21B-98D6-B99A-88C2-6830F5DE961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4D51B85-CE41-8A7D-59F9-212634EAA648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529828E-B053-5AC5-63DB-4FF9B84ABA14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65A521-5613-66E1-5720-64E7FC329F7A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9AAC95-3575-3D3C-E2DA-B8F55BB6A117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9406BC0-DCE1-7142-F185-6D29E001C923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264DB7E-BD13-59B0-BFAC-2665FCEC1AD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DDDCA8A-480B-DB02-501E-A8D4B552389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84F21A-95DD-FE9A-B68E-833615518038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FD823C7-D676-2A72-2BBF-80E8DF3ED931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0A9E8E9-7505-E5DA-DC75-E3E8BE713293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F94110D-2CF8-7E59-243A-37B4843D39F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F7E4E5-B528-A2B7-F330-1B047AF0F21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F346D8-A637-B53F-CC60-762A49DEB49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413E2D9-13DC-A654-1962-2486352C6846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9A4C25C-903F-DC0B-6135-5E35D2D585BC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35124B6-A425-8E85-FB97-7838781F9B13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24068E0-B7D8-B8DE-BA2E-2A78F67123C9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ECF54B7-0D97-14E3-3F76-79763A4DA5FB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3718F14-C685-7464-FBCA-72CBC167745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4ED770A-5306-C577-D40B-CB69FD41097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4B2F065-98F8-0A7B-6E2E-1AE9F66B3044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417EF88-5BF3-7C49-4BBB-5E4EDE6EC3A6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2F0EE71-FE80-AA2E-1245-E7811AA0A04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193FAFB-89CB-4C09-4F61-BF9DCD94275A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E751C8C-447F-D912-7EFB-2F7537508961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E849F67-8102-327C-DCAA-EE6E59D20778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21AEE9E-85BE-483D-DB98-8C48968B67C8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4B2B7E8-04C1-7DB3-D23B-07D8F6072F53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9454935-8784-61B8-DA1F-6B33BBB155A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6ACC683-5F6F-6F66-4096-82DEF31E3F9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8DC6394-5F12-14FE-882F-B6F5A97E8D81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5C80226-10FF-F0BF-35BA-7E444DF7C389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2BE178-CE63-B0E8-AAA1-99F82C4D21BB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DFD553-4F34-8074-D134-E9F04773C788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0C1AA0-6701-23B1-1D82-735C1D240F2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9C0D4DE-C797-0A16-80E3-BF0374B816FA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C83B4A-94DD-885A-CAE8-408DCDBA1EF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8EB52C-BA99-F771-CD2B-93C8288C183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7CCFA9F-3A67-1D59-DA78-CE899894341C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32787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9D998-47D2-7307-13AA-73F849D4C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29D385A-67D7-4DB0-1E13-3077331CA1C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E680590-DF7A-D033-2379-DB48885BB2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FB3FDBE-850F-2882-3FB0-16F2C3EECD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8F4BCE8-2750-7FDE-0BB7-94F609393B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254F949-6360-424D-148A-E73B22ED27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B6033B3-222E-89A9-06EE-9FC30C566A7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F1F9A1-F7B6-BD8E-B0BC-BE75D54771D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C4F53F-34FB-7E8F-D31D-B50012E2C311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5ACD5BD-5FFC-A2A4-2BFA-EBBE31E4063F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6800B68-E35D-766F-A929-4188EEB4C862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B51091A-BC1B-A566-0315-694A1F84F4A5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9D109AE-7249-A3A5-A985-58B6633C7E35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90CE3C-353F-0951-27ED-FB848902D4EC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6F88FA8-B792-52FA-8945-A62F8D9390C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CBC4637-D963-DB38-4CD2-41AB865F475D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6B80C1F-C0E2-6D41-A403-A0E02F4857B1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9361329-1FFC-DE9B-A8BC-A7EF073EDE9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723ECEB-F17E-98C0-A3B1-7E7CF7E20287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5C3C173-F31E-716F-19E8-E18B657740F3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9625FE-61C3-88CF-DD12-E5C3EC85FA3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5266D4-4941-12AE-40A8-A41D6E72C30C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17FDF90-4BBF-9963-AE68-BF077184FAA9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936F441-7ED0-9048-9EA0-3E36329C831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D52BE59-C2CA-9895-C344-964B92DB89B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E7860F8-7EDE-E17F-BAFF-6641EB47690B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D7D2DEF-2CD1-9D1E-C378-F17989C908F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7F751A-99B2-8724-2D6A-3BF6B359C2E2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982110-7A88-A289-03DC-6FD7B94E663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E77386E-5B49-7707-FD12-BB867DDCBA95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51031E5-282E-274E-2C25-405C1F59CE79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598AB9E-FC0F-86B4-A936-43C7E4E6D47C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9DF2D73-F70B-A2CD-E28D-69BF2A567E6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02B4B52-B7E7-A7F1-776A-655DAE8197BB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5724532-469E-AF9B-145F-50155B9BA66E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107751F-16F1-C1E0-B63A-394DC9BBB813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BC26B69-D41D-5FD1-02C1-2F3BEF708AF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CA661BC-A305-80C4-D1AF-3E0BDFA6C4E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2CD6D29-E4EB-08E1-7C96-D057DB691DF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30D33C0-7BC9-9B7B-88A3-44C69F69FB5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1BCE85C-76F7-0A6C-571F-D623FD485A4E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7B75301-0400-400B-EBBC-1B70DBF6472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2B5AEE1-C0A0-40CB-A652-D3EBBE5FF745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F4344A9-5C9B-22B3-C9EE-E7A3F2C989AD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B152072-CB36-9CA3-A896-F820F9A1E2E1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5F1DF32-4AC6-4482-E0D3-332EA4076C3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7DD8C9F-B290-CAD9-D2DF-9E502FE58A2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3D102B8-CBF9-48FC-0C24-D9954374453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AA6E6E-383F-6810-7F7E-8186970020A0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A997D6-3A34-8E55-A449-5E5E2F1896B0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798BBB-9D1E-CBBB-2F75-F4A546E99FBE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BF99D30-A32F-E744-6DF5-65E2E8227BCE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DB2D87-11EE-6E5E-9480-78A7AC34E356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7A6E5E-5F3F-A467-D903-1715F0A2B7B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973CEA8-1702-21DE-1467-6584ED02BE72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A472B8B-09A9-4551-CD04-6ADFAE3324D5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CFCD424-4333-816C-B66B-F13F1B443D9F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F4A2FCD-15AA-DFD8-BD73-52EE5A01748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B57DA0E-E09E-4C09-2C89-BF5220034C8F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48C3C10-CA90-F068-764A-3CB8E97BB25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734641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F9696-8979-3DEE-28D2-9C3661481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C4D196E-36E8-DDE3-C0AC-3B5899127F7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E52BCC8-ADE3-A0B0-DB66-B3CDAEA746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D4724CC-1CE1-CC8E-9863-C25EC1DF31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326B83B-C6DA-4FE9-5AB4-20EB2E34B2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AC59A22-CB11-F53E-09A9-4A1DBAD090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8FE137C-C440-76F7-B881-A2C67E66A1B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4EA124-BDAC-E572-04AE-2457CA4ED064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3C2BF3-FC26-B994-3583-695BE1DBF4F1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ED5796-B66E-222A-5FC1-F0C00A124AAC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B1B97AB-D445-61D3-9C58-E248A357547A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5B9A82C-3EF5-C803-478A-AE2AEF8AB2DA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97B2C79-1CA6-E810-4D29-589598BED054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EB8DB9-E3C0-FDF0-799D-61FD520A718A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F10910D-62B7-5288-D484-FE39AAA879A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9F281F5-8598-2875-C653-44B602950BF8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B0F254A-98F7-DF0D-8761-DB7CE93FE07E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5D25AF0-99C4-31F4-5128-B00DCBEDCCA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C704F1C-0213-42CD-1DFC-296CC22FFBD1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4526D7B-CD20-0D65-D1F8-60096404DBB0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93A638-8507-3FEF-E465-C52D0DBC766C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6516BC-F8FB-242B-403F-2432C86E5E6C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C3CCB9D-74CD-6095-7991-EE02218ABD88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5CB99FC-E579-E497-AEE8-C207F15A97C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28E05B2-C040-01D4-7423-54B82C85830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F43303C-7611-35F1-C7F1-DDC2E6AD37CF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395265C-4A4D-B7A9-5BBB-646E7395EF5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802632-7AD9-4DB9-A38C-92A6A46A31C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BF7377-CD9B-7796-A53D-9C2267A16D98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FABC324-453D-3510-0AF1-A1A16A436574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FD0AFD3-0E25-E533-9F36-6BD9DC0651BF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0D75155-F828-DA8E-FCB3-2419FD1120EA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267FF2D-667F-E7F7-FC2B-84A0EBD7B698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A1B63B6-3CD3-9130-6908-54C72689A8B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EFC651D-A205-A89B-2CEB-3B36921971D1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3AF5AE4-7166-5207-C91D-80262EE02A1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1B6F617-C6D3-5440-F354-659F4B92524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89DEF5F-4678-2427-F3A1-25BA1360799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2D4D94A-1080-8E4C-C12E-8A3C191F7394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C43E807-C18C-4FEF-B1E4-E33C1389F15B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62DA52A-3EE7-D4BB-C83F-941D70CDCF32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92F9F4F-6338-53C5-1940-8DC3E894C083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BFA22A3-C840-F61A-4E8A-F11D64C03C3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4980688-61BA-131D-A8FB-978ED6E1814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4597434-9F6F-7EBF-F766-714A6B578809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6BD92FF-7601-666C-5BA2-65556A3EBEE5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ADE866-EEDA-C66B-16D9-CBB2C7968671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6C04AB-EDA0-E58D-AD14-481909DB8902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5683469-96BC-7086-8C90-91662317178D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CFC163-2C74-1AED-3274-475AC7032090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CBE04F-0235-1167-7D84-0B4116A3E08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169A38-30DA-B8F9-F884-39C5C5ED2D1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9851DC2-7E03-84AB-2847-62D7C4E4FAE4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09EF7E0-C6C3-DDF3-01F3-4F36348DBA2D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2B4448B-47FB-6B7D-2E8D-DE60171E6965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C698D80-7013-3C3C-59F9-EC5B10E9FE4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328C76A-1838-1423-79E5-3EAFDB1F8B3E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CC2789-BA19-0E42-D686-E1722E2614B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BC79A0-BF74-0FCE-838A-D3CBE68B522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EC6278-748C-0984-F41B-D6906DCE7E8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255944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E1CF4-61B9-1EE7-10FF-9991076FE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21B6444-368C-ED51-6889-EAC4A6FFE10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99052F7-3D76-04D8-E5A0-3814A8B564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21BC4C5-6EB1-42FB-DD53-92393CC304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14459AB-EB74-3046-EFC6-7F171FC136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23E86BB-2A65-C7DA-C071-4D9B92865E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2B581A9-84F6-01A5-88E0-3EB4F3606BC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9040A7-AB58-B174-F908-88DEA9705377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C565B3-6639-CFEC-2E51-DC9D2F0223E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9E32338-9A16-87F6-F6A9-64EDE7124587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BE921A1-10D2-4E10-A476-A09FA6E01F9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564E6A1-C164-2F75-A476-32D3C95ED026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B14AD0D-E0A1-7861-A488-2B6144D2EF0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7B60F3A-A251-93B8-4002-8AB6B30498C8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C133CEF-91C1-77F5-001A-7368599AF0E4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4B00A45-B2A7-C7FA-F3BB-46F9945DED13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E69F439-9257-AE5F-BDA7-E3D2A60D3251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1C99FB9-1A03-F233-9BE0-1B49653D429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3146EE6-1B82-4596-D399-5F4FB56B6D67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1C65E39-783E-17AD-61F5-DB1672808D84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F5916A-09B0-1F8C-11E9-6D6E5383E238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DAB52E-1360-B633-37D9-35DC079EDED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A64153B-CF05-D305-0D05-733CCE4B84B1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BF6CCD4-E4C9-F89D-C95E-1B47A19AA98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C472A62-A0C6-56F4-1F38-F792D9D7C29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06F38E5-0B62-CFD2-76CC-99EF36F0EED7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89B30C4-75BB-1AFE-8328-774FA392781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59A423-977D-3FF9-2929-29DB91887A8B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9BB8F8-384D-4062-DC1B-45CFF1ABBE6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7AAF400-700D-8FD0-782B-3C668CDB4EAE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5547529-2935-80AE-5717-C413F04E501E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6237EA1-A68A-4FDD-496F-4512FBC1CA1C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84EBE6E-24C2-7EB0-4F19-2074B2B40FD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3FBA4A1-0B3B-CC12-684F-D8BA9B6C4C41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8DEED78-E5B4-7E92-0C62-FC226340F62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D107C2C-06B8-1B2B-7CD5-9F3D8A31773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66C75BF-0628-0CFB-112B-F5B98332245A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60FB61F-129E-B316-7B73-374101EDD9FF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642CEA0-73AC-2234-6181-C7513EA64CC1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224DD14-8847-437D-A7A0-FAF6CFCB65F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CE1F16F-6DFE-9FBA-F0DE-E638E00C88F1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AF6EA0C-72F0-9412-E3F8-C369962569DF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0FBCB37-67FA-4CBF-11EC-00BCA78573D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CC73171-A195-D537-3195-19DC957A6F03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C7831CB-B1A0-6B39-3C39-26F0299CAFC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A3AACD-93B6-7E87-39CF-4970E4C5B5DA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C37DD8-FF96-1406-D538-FDD474506C53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230DFA-F5E8-ADC6-E5AD-7DF8B798CE1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7ED9161-9F00-725C-0EBE-435DB3B7B1E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D3533D-2EB5-4237-9400-6F7E2F19159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02CCDB-D8A0-C09F-F110-9879311F3A7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A9CF5FA-C5DD-0B18-8D75-A62EDC742DD5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54B3D8D-12B2-B3E9-F62D-F93EB63E00A7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32FDA13-9E00-CC61-B817-2D17AD181F04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DA62197-44B1-1B32-1EC2-4C2089DB3A8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A926557-E577-7B50-BD17-5EB43C172D60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5C30E6-6D46-BB3A-E9E9-4015AA2BAE7A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C82A149-E454-9BB6-7492-235C82A4941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DEF4BEF-3C3B-F2BA-3B34-EA281473781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289F24A-C33B-3B80-5F16-AC115C6A950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5586565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87520-1012-F34D-3FFD-B0D0481BC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5EF5A0C-E0BD-83BF-AAEE-9039A080E20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Rows 8 and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D2192BF-D20F-D92C-A6E9-D8FCA59C8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F0D599F-1252-25D2-96FF-9D228909D9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6CED10F-E7BE-0CD4-B0BD-875318A5E8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533044E-53AE-E876-1379-71EC1729F3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B4A4F8A-96C8-32E8-516D-A963A1D23C9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5650E4-8569-A895-E808-373B4412F84B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4E84C8-863A-0158-E8DC-14FD927451C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51F758F-079E-B885-0CAC-027C7F6FA50C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E9EF574-FEE7-E4E0-20B5-66E0450DB80E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9390449-B056-8D85-003C-9968340907FA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580F10B-5120-343B-061B-A7B7F0FA70F7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3935D6E-4B93-55D2-FA2D-594B441E42A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4C37EC2-EE1C-D9C2-DB14-281829D1BA4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DA443BF-81D0-5EFC-4FF7-AD7B53912E5C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9F039EC-A64F-6415-CF29-BF3CD9D9139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02401E9-D2F2-9191-8410-547677DA902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BDC1050-6939-168D-8D1C-49831EC805E6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3B85548-FDEF-18CA-7AB4-CDDBC7BCC72C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579602-3E52-4D3E-67F7-71EE1239061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F4292C-E4BA-0623-BA1A-6EF7E48D4E73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1BC674A-E4FF-74D0-E057-AC67FD49B553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89D365E-4B6C-0FF0-3B4E-820BDE71669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F5F8A2F-0C6E-C576-A154-355F4E6C3F9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95086D4-2AEE-3506-64E0-B36C79F75305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20BA876-2489-711E-CF06-C8387DA48CC4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B00BA7-BD42-5DC6-E2CE-DA6369E0C2F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979448-DE38-B8C3-2A68-FB2E855FEB1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CD87B94-E956-8AB1-8FC3-D5F31AB30C5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253C97E-AEC8-D5EF-682D-E7283F0A065A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1CF6111-EA92-0BE8-AA08-1703CF8C5F6C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EB16F41-BB66-9F4B-DA95-AF8A861390C8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D86E4B3-1F34-6F8C-8FC2-420F1FBC0C16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E9FAF04-B7F2-729E-09F2-E8235C9F353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536BCDB-0B0E-6982-06D9-F917CAAD1C7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E0F3A64-CB9B-2DC6-08D4-1FA26558251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ACEF6DF-0259-3841-8532-DE11157977A2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F63A0FA-86DE-54EE-CE81-FA61A2781AD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CAA29E8-3ECA-A801-FEFA-4FE42BCC6DD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3A36573-0434-BB3D-0691-68E74420DCF3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BA41375-082D-A5E7-1F8F-9D109494E8E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DCB6922-C351-F386-03D9-0703B9BBE9C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1D0029A-D77F-314A-46D6-ABC151A5EA45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5849B57-A03F-EE45-98B2-5F8BEC0E5C8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397830-F06B-9CF8-24E0-7FC5ADEA58C9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266184-FB3C-2CB5-0F0E-BFAAAC0CAD6C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5B767A-FCA3-DCB1-E44F-946DE212308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866AB92-8A22-FBE5-8123-2E50619EE90A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88F45B-A019-D695-F710-653E93F7DA6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5199DE-DB24-30F9-C429-8B55FCE76094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315DBF0-C094-4636-55C7-519975326E2C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73AC2FA-4BC0-ACE7-FFEE-D4C28B228540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B228668-4944-E1FF-ED8F-3A1BFE909F8E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8510DC1-C2A2-074A-B65B-E023AB470509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3FE4A89-8A94-4BE9-3697-1E597CDDCFD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51AFF4-573E-85DD-03C4-E562B3CD706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261F5F-8692-D75B-4C10-72A47907063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C401EE-3D7E-4B28-67C8-3450C7FE4325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602BC7E-7767-FDE3-25C6-626833D5A354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AE44045-07DF-617B-A22E-57738CA2BFF8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A5FA6C1-1626-1456-E454-36534774DB10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9F1A35B-5C23-C2BA-16E3-8834C3ABFD42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156789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2761371-1780-E105-596D-B58F86052738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B37E229-5E1E-242E-2334-BB2DD2C96C02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3477C3D-524D-D200-BF6A-3CB11BDC219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A239966-C1C9-3C84-CAA9-658B8AAFE5F2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FA01146-C4EE-CD2F-E40A-A40CF81D74A8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AA984C6-EF24-79A7-B915-830BDD605F38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156789</a:t>
            </a:r>
          </a:p>
        </p:txBody>
      </p:sp>
    </p:spTree>
    <p:extLst>
      <p:ext uri="{BB962C8B-B14F-4D97-AF65-F5344CB8AC3E}">
        <p14:creationId xmlns:p14="http://schemas.microsoft.com/office/powerpoint/2010/main" val="41207922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58227-79D0-91D1-24FF-6E6DFFCDD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C4912CC-81EB-895D-9FA1-EC36380FF75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91A379B-B9F6-A275-FFAC-496FA15DB4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27C0A31-B5E5-0DC9-7ACC-1426B7F543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DA57F6A-4B44-7724-9853-4BEF70F7D9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3C575D5-1EFE-9DAE-59BF-E206DB3632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E2DB8A2-7C99-A219-E461-484489F104E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F83A57-565E-15F8-E22A-752A6F4D338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AFB57F-D243-48A8-AABA-91191D680E0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4A566DC-CE6A-1725-3CD7-335A060918C9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4B2B98F-568B-9C56-1BA1-571C9B7406D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6AE9162-77B3-A21C-9FFF-BE794FEB7A09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08C0413-CC30-7B11-E356-247AE3F8029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A5C0C4F-11DB-13BD-BF1E-15472E54445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1E59936-FFF1-A15C-629B-313CBF6388BB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8C476C6-5626-F5E8-64DE-CBD4DF0152C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897BB28-DB3E-7D43-8643-29EFDA26233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679581F-DAF5-790C-4927-59C56F0354D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41D0C05-E7BE-79C1-FACD-D02A298B7FA3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7DDFBD3-B6F3-DE8D-357E-17665CD0043A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4EF6A0-785E-B54B-7C48-0949BF9E585C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5FE1C7-C8A2-D356-FC0A-9DB16D9B7B1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709F2F5-2DF3-1CBA-0BE9-3BF14EDF8AE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B521412-333E-66FC-D2A4-BF02F0E594EE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7E81B79-8FCD-064E-8DA9-F2C4F705B5F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C900093-43F3-FC8D-DF93-5E843F83506F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A44018A-48AC-9923-FDE4-672E741724E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33BA73-0145-8036-5AE9-F8B2762854A2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E07E9A-2035-7284-8ADE-214E63BA981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9E8909A-6ABE-4689-B663-DDF4197CA71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58D1A91-DE10-B687-22F2-2EB2760CC84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D16D0B0-4C63-08E4-E627-FA535CB8EF21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4DA8577-9697-B66E-A4F5-CC8CFFB478D0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52DFB06-191F-9FCD-E732-80614A9308D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7975D83-E40E-ABC5-9C8A-B64E8D4F813B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80FCE46-90BC-CA02-4E86-297A8B1B44F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A946135-F17D-24E1-BD5A-EFE39B69496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B7BE13C-783E-8621-5F88-62C5A33CCEF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AB93E5D-49E0-45C4-DFBD-593BDA4914CE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C9E239-8F71-1E77-D56E-DF3225E09E8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273FF5A-E98D-7A89-F056-9F84003B0EDE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8FD8BE0-026C-B69E-78B0-71C5B8DC2E8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247D2EB-9A1C-DC42-6EA9-471A506DD71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B50B85A-BCCC-5ACE-6A86-FE9932A2B06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0D99B8F-ED52-C3CD-B583-780EC3CE472F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F8A728-3890-3B2F-F71D-545C0834D1E3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E63FDF-43E0-61E9-26C2-1CC1130477EB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0CFB227-8EE0-20BE-B436-C758B87DCF53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B161F23-8924-8542-1691-4B03F53DB75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5E7C5D-DDDE-9B31-DC12-657C563BE08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358EED-D115-28AB-C851-C17F3344826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B8D4BC0-7B8B-7242-48AB-A1E5F202B143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F79662D-6E8B-CDDA-F8CD-82745ED846F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CCCA31B-8846-37F1-D49E-3A219D3706FF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4C1B47A-5DC1-4526-2107-5DFB938B4EA1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E0AC061-3531-4882-D8AC-267F855951BF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EAFF2B-E0CB-6763-AF3D-D10147B2A2A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1BD1AF-7480-F786-4C47-ABF997E4F12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C176BA-A243-B374-917A-E7F2B5AE57A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9096DA-6EE6-0D45-68E4-60613AD8ED2D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4A1861F-87F5-6C6F-FD60-D3804D706680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5B89158-EFF7-945D-2EF5-13F42EC972A1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CF868FF-DA60-4EC8-E907-9955182D18B0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3D9B1C4-9BE3-8CDD-530B-069016B35382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C1DCA9F-98A3-7B37-ECC8-DEB28B07DBC6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D54C6D3-1A6D-5F5E-2652-F88278D2C110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084E97D-84CA-989F-C177-34A39EB9154A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FDEE855-6298-EA46-3374-8B0CD95DA983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42A9D8A-A761-396E-F690-05417533A854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8108367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2EF7D-EB31-8DD4-5E58-EE8F0BE48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FC5BA2-68D1-EF04-A6BA-D40CBE7B3B0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6469F89-FCF3-D49B-9FE0-22F0228AB1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19904C2-4854-F08F-2E4A-70D35C83DE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100385A-08BB-03A5-53A0-513E343766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23B57DE-2872-F22F-D3B2-45C1B0865C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510185F-A7FF-F976-4446-A2C7E1E5F02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DCD7C1-69BE-045D-625B-369769A1232D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B061F6-4A8B-1A6E-CC55-E9EE0D8641E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D15D45D-FD49-13E5-63A4-B913FD360E87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3A99A48-A732-A7C2-0B2A-756D835C4F20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557C26E-A858-7893-51C1-2C228176539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198D5FF-6A54-C114-0C38-40385DEFA1B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2D08A14-D913-8C95-D0AD-705E8A7B5D29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8CA7DBD-414F-F23C-D4ED-7F9328E9E13A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FAA543E-39E9-FDC8-F6A4-F77F278F2AD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3547655-8D25-3D7D-B901-2CE3F98B4A0C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AD9DBC8-C076-162B-616A-619E26664136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5CF993-90DD-F17F-E476-905C406F28D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4008D8-9528-B605-97B4-5D0AF35A4801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04C24CA-BA92-27BA-0DA4-EF6247D8A51A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C47A0C2-B5B1-4CED-2150-1E8C429CC7B5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213AB02-1E64-5E88-8B85-4E2B100A6FC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0BC343B-3313-E9AB-78D3-A5084E32CFC3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B9A20B4-0C82-6B8A-4B65-96735E8CBB0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B2FF1A-B7F1-4137-557E-1AB9C59A7A6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747D0A-0F98-1B07-8CA9-48C35C26776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79EB96A-46C8-E74C-FA1D-69C41594719F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75C6BF2-D6DF-2672-566A-0C8F0F04C628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D41D6F3-BB9A-4AA0-81DC-53A7E9C386D1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B9D7DCC-1AE6-3D29-1CBD-194F88D40C4C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D8B0DBE-347F-5133-C991-4E3DD0ECE14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AF0068E-48D3-8C0D-CED9-2385D2D8D66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26F7FE9-50CA-A7C0-1A81-4CEBC42461C7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7421DF4-4A22-5570-8425-340C5DAB7F3B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5F57AA1-6671-9384-AC03-6A5A75AF28B0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520C7A5-64C3-9E73-FA62-34C85827B11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CE24485-8A69-AB80-EDB6-08E9206DF5E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F6B2E38-B524-7424-913B-3E728C525AD6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72747E5-A2E6-B286-1788-B76748EEA494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99188B3-CD4B-6887-96C2-2084951F04F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C15B55B-4CF1-2ED7-B102-5A715FE5C61A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20C7792-20A8-EA52-645E-03E578A3EA85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9056CC-E8A2-3463-220E-4DBA120B3C2E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B8C108-2ABF-57DC-39BD-7E89F12EE491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1151A8-E593-0879-269A-A1B4A962C2E6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C6AE964-04C8-4BE6-43E8-443A17553B82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D4FCFD-8ADA-6E28-FF96-9FCEE7E18EA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D837AA-AF08-75CA-144E-CDE57387F51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A9EEF9A-489F-878D-CD18-AA96EF49F1D0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CB4E76D-5F43-E752-B841-CD90164EE2B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6725528-8648-66C0-AF31-F5C939D0DB11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1F02784-1F16-0B70-B055-1D03F3A0202E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DFD5F31-EF75-4887-2EA8-7A60F50461BB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E33D8D-3106-17F4-CBDB-26A5D120540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517FB7-7150-0853-2A4A-F7B995A26D5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6462A9-1FDB-8C8E-BED1-B05CAF3CE3A5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CDEFB4-B93F-A286-2E1C-096ABA86C2F3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09B74E8-5A23-93E2-0E93-A8F9428F9C57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F9ECBC9-8039-38B1-D0DD-B734C83AD7AD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B360FF6-DA60-1186-423A-99395987258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D6523E8-083C-C2B1-2A35-436302FABDC5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199B5E6-0F78-5C2D-9702-AF18A43CCF02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9869AFA-1253-16E8-C5E5-DE7D2D5D01E7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CDCE5A4-6DE5-DC40-902D-A4EE623DB070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F4FBCC6-7F2C-4E9D-B9C6-46F3A61A424A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085D437-A8AB-FFB0-0FCC-D3C488B5D35A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1F22CD5-EE20-9C69-6BF0-75A49C78B422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EF79B6A-7F64-03E4-F7A6-275926400B11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9032337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E2A24-C324-9E32-82DF-8AAA17BAC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CF176BD-FD91-06B1-B3C3-0840FDA17A1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8E1FA12-7977-C4C3-B891-B8E479EB2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F4E401E-B3D3-516B-E2B8-CD52C154BF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F610D86-C395-055D-2358-B3E448C4A1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74ECB1B-4014-FB5D-96E5-679E71BDD7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ABFB9DE-B4AD-95B2-24A5-D605E24108B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D6DC3A-8AD6-34AB-E05D-E3ACEAB5DC37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7F4D58-850E-BA39-9943-5F2042E95FA5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22E623E-E684-D577-9CB9-8A3580FFF434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3453847-6E55-42C6-3203-93F0773595CE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DE61B13-0DC4-B3F5-86B6-D08F8710CBD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8CFBFF-A16D-40A6-D940-C631D8BB53E2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3E685F5-4429-45E4-D245-6AB86864AACB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C410AC2-0BFE-8F0A-C886-C65064030006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F9C88CF-D614-AA29-12A9-79CF37E033C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B3B2B5A-A73A-AE76-F4C1-36429D7B0A63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C01119D-161B-0E4B-AC7A-EF2CB7CB7A63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0A7FB9-4D7B-20D0-02B6-231265358592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8EFC08-F631-8F95-7E67-5922C7651033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E1D5EC9-B988-6B44-96B3-C3715500E643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4C3FF09-21C1-FDDF-8559-B8304B48552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6430ED0-5796-A8CB-F904-D6FB9884344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284AFC-927E-DA01-A46F-7BECC6E73C6C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6E39C5C-0513-A9F6-9E41-361D00B5E1F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EEAB8E-5359-9C86-F392-AE7EE2A66C6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F68EC5-475E-D6D0-42D4-892A06C3F27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113817E-9DBC-86E2-FFD7-4E32CE1F7F49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2E1CB1C-D8CF-F338-0550-7B41A301F018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212FC7D-7C13-BECC-4090-731683FEBE7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55659CA-07A0-D3FD-BE37-C2C6F6D8FB9C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081D9A2-323B-05B3-A5BF-6A2D25940511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9EAC296-BE0E-B9B0-EFC7-1F2100C144FB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5A40793-52D7-61CE-0BA2-FAD0EF82EE87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1828BA8-4CEC-7BEE-61E7-240B8C2719F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225A8D3-BC77-D5B1-1021-8FAA0BED82EB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61A592A-97A0-1B70-F64F-8ED90B94A72C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DFF2B11-244B-58F2-9DED-A5D4175B7427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4A7BFEB-AC9E-47CF-0B5B-E5CC14540A6E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208884B-4098-4B4E-38E8-7E76F6BE7AD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C0AD37E-F685-6F6D-DF3F-6C34E2A7311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3EE831E-3B82-2ADB-36E1-E3BFEF4FA7FC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0C7B9ED-88CA-515E-E403-889CE56C2D29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B8A968-512D-7361-A6A7-B8A365E3E4F9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A467B3-E8C8-3890-94B1-3A36A239DB32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215B5AF-7241-96C7-2C3D-5BAC2179EB6E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EFFC4F7-C826-13F3-C54F-040FB5225190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EB2EC1-3C3E-A31B-59F3-772A8D6632D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D2BF17-7CAE-0509-BBA0-D48450E26D1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AFC3A7F-5B27-B7A2-0DF2-FC3C4EB6CD53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A46476B-19ED-C033-CE98-3D9AAA1147F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CECF2E5-90FD-370A-9FBB-943878AE0245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4AFD570-7630-386E-C17C-DC4368A822D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E01B8AF-D7CB-C3A8-2441-1F31A5B2981C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BF3511-BB97-9F3B-0A28-62237D821FC0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30058A-6674-1468-FF5F-6DB5F797603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CF5F98E-F8AD-2DF3-0314-7E111F2F8BA4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66B483A-E0CE-B875-FCA6-F11E497239D1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51BFB79-C263-4BB8-288B-00CDB3E493DD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C27B4AB-71F0-16E9-8D96-D140C555ED94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30D9ACF-78C2-4EEB-F165-E5E453CAA333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1BCAA7D-7E6A-E7E9-DA0E-C8431405C7B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D62579F-AA6E-5939-BE10-2AEF135DD003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67234AA-65D6-EE70-D295-39AC55F4052E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98F8B66-9D00-53AB-0F5C-90CD17B3E65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358D381-FFDE-DE03-F901-FE8E311B4CF1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BC703D6-04C8-EB55-61BC-C1DC27F870C8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D4CCD31-A132-9005-EB98-244B0178215F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0DAB7D5-E479-CDEA-02D8-A3DB1A3BCB48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1517881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49FC3-0837-FC82-CA37-ACA1870CA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E4466F2-9D7E-F4B0-0624-AB950E7D705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Column 6, [16 in 3] is three of 2368, which sums to 19. 3 is the odd one out.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B89B227-77A7-0C99-0223-93CF7F28BD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388386C-8AEE-4A96-78B8-E2918F91DC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7FC3A5B-0377-9FC5-94D9-8100B95341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D016BDB-A88D-C4FC-751F-DB42DB3EB0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EB7DAC5-2C54-5212-FFBF-CF51B97941F2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1EBC9E-B199-2F3D-5D5B-028C545EFC6B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4419D1-F295-D276-7B10-621A29A1DB9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6DBCB3-72EE-E966-A536-6F113180F1CC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ECAE6FD-9CEA-7042-6824-1CBBE87045E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C07A79C-C7F4-38C9-1B74-57181608DD9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1F658C0-780C-C19C-3222-F2DC029154D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2D06655-A78D-2B3D-F614-DB18278E01E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25F14AF-9367-26F6-0835-7241BAD0A7AB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5094ECB-0366-4675-44B8-FEDB767D2F6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92DD2BF-68D3-E44B-A5D5-94A8E171BCA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F8969D3-DAF2-6041-E701-A468510DB1EE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14C6B4-5210-1E7B-8B3E-6879D0E45BEE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5840E1-35B9-EE99-B01E-09796FFED8F8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88F7461-9813-07BC-0920-A71B90B58A6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EA1DDD0-515A-B540-9227-54377435E27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2B0A052-10DE-75B3-9C30-8327A41C673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1EBCE02-71CE-2358-6002-4A1BC57AFE19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5D0FB49-859C-3946-0EB4-9F8FFA6EEC7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809B2E-C4D3-950E-6F8B-84ED5CDF259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472166-ED29-FE4C-595D-3E04ACAEE13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0BEDAB1-05D6-4A6A-0A8B-618690A0FA0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0F334B5-6840-DB61-F108-1CADB83EEDAD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06E6915-9F60-F006-C1B7-853E62F9B08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8AAFC2C-0AEF-7153-D59E-996A4D28D7C8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24B1D87-9227-A28C-35B7-55F4D945167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0EE59BD-65AF-7350-7F24-4601FBDF4CBF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4B1CF91-A451-2CFA-49E8-029D7BD986E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AAD461A-B206-601A-6C88-72DD8AE1115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DFB6B5C-8E9F-D632-09CF-C2C95D841229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EB72B4E-0709-0B69-EB97-8CDCE733B77B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A4AF4C1-D973-F834-9CA9-D24947381B62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E0E2832-F99C-FB9B-981B-843E8F421BF8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F6A7A1E-5379-459F-BE43-B566112A2397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E2DE376-7D80-4B0E-4310-423BF7AEA6A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898594D-826D-970F-C76C-8513E49FD0D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40C29FA-7D55-6AC5-9530-74376EEE1AF0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63ADB9-B816-8D83-5B6C-BFD24285443E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0F2B8D-0EC1-F52A-7D3C-0F28CF044F4B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40C83D8-670D-45EB-0D09-C1A3BB483EBD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9456C2-03E7-4D6E-0D69-6FEB6F38D249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3BA1DE-15AF-1DF4-ED84-34CB69E829B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AC092D-4529-137E-ECE0-A020ECB59E7A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B8111B8-A297-82DC-30EA-2E8D223775AF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708CAA9-3368-0C2B-F2F8-46447FBCC920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CF7221C-D0EA-EE6D-0EFD-375616756E28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19A9160-A44C-0F38-1A79-A19FFAFCC93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7759757-A4EC-10B4-A1D8-5D45AB77A249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85A19E-2ECF-552E-91EB-02E3163AE2D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8DA4B20-90AA-0EC4-2375-DBA890A55B7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FF58699-50FB-8643-58E1-EB31B8F910EC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C339F6-6A0F-30C8-E5B3-BC37A459E1DE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C8177D3-6746-781D-688B-8ACF7C9BE2AD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1CD62B1-BE58-2D0C-E155-85E0F7614D38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22EC526-8DB6-110A-1B9B-9C7C32133048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D72C59B-534C-AB15-573E-6B9746B01942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1041E43-77D8-7FE5-F7C0-468EF43AF008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D119608-9F3A-5D96-EC93-42CB6B5C8585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6478A3F-079E-ECAA-A1F0-7056C00834E7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716B0EB-DAFE-EC4C-A32A-BE7DF600C439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E6375B0-9F76-F6DA-6F5F-1038C72519EC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AA809A5-F98E-ECB1-62E0-F2AACBBCD0D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C459C1D-86C9-87A9-535B-7B245230F49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A72C62C-18E2-2CEE-A3A4-DA7CD428A7D0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288D110-885B-57C7-F7DA-0E864022D5CA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0C13148-FB8E-DDEA-293A-734771B883AE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</p:spTree>
    <p:extLst>
      <p:ext uri="{BB962C8B-B14F-4D97-AF65-F5344CB8AC3E}">
        <p14:creationId xmlns:p14="http://schemas.microsoft.com/office/powerpoint/2010/main" val="428821882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BD1F5-44FB-9675-CABD-7C55088D7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60428F2-1738-3282-3DC6-492103ECDCB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18517E3-DD95-A315-54DE-0069BDA357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B5AF132-4874-3F57-5918-E53D926624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4A899CC-B374-7D58-4B90-EA2C71F429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FC874C4-720B-0F19-7160-8B6CAD2B70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B2FAD3D-4573-EDFD-1785-08787E1B4E8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A1D40E-9943-E4FF-90EA-8E3B23318107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0D7B04-A344-554A-14D9-0234C0288800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635CEF-F6EF-4365-F1F2-F103407B5BF7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AB12D4-5683-1A2B-6876-65E227B3D4B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1700A2B-1449-DCE8-49B7-5615BA56776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63B35A2-1108-50CE-AB37-0CAAF8AB154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8F5AD87-1646-6892-89D4-7E82263EC33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2C606CD-3528-9F50-FC1D-30EF4FEB939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A72B917-D03A-87F1-CB16-5C0A9CDB622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312DDA2-7A1F-9804-F72A-9D8F88DB72DF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67F49DA-5043-684E-1ABB-8FABC3B61B70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9DCF05-E334-7732-1515-24DCEEE3E21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EC6213-87D8-DC21-DA8F-FBA556511F4B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097CF29-FE39-9AE5-3B63-07E880ECE0A9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F7BA34E-BE0F-F5AC-D95B-7715322F203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951EBC2-F2A9-254A-E939-A0EEB3A4A13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CD114F7-E66D-2987-2E39-7615F01F3456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E2B832D-5E2D-47D1-0906-22EBEB7490A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5F8AC7-E7D2-9ADB-B544-C9A6C2251BC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8EE91C-9567-5BEB-D9AB-2C24020B27E8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B5F9A5D-0DAD-09AF-BF56-B45995F683B8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19E751B-B794-1D03-AA19-5BA52872D37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7EB8FD0-EFAA-EBC8-D165-5E582657F3E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7E914C5-9155-C440-F806-8D5BC8BAFD0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AC00455-33AC-276D-E5ED-213CD7832DE7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AD980F3-DBF8-02BD-9086-4D3AC1F1A49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0E65F39-68D0-9B55-0E8D-F6267B0465DF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3C23F85-EB88-D1D3-F509-A6BC3E7132A1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E36E11D-05FC-0DDC-64B5-338415E8C575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EE50AE6-CDDD-5485-4ED7-1D7B328C284B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C28B4CE-88ED-769F-37D4-4F920850EB6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76CAB48-37EB-D025-3189-5FAF0ADDE15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47559F0-9086-E169-A4F9-F5D965D3F32D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DBE4F96-9A1A-94A4-74DC-E120A38049FA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966FBF-77DE-6C57-30DD-DE6A4B44E220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88C8AD-87DB-C0EC-3E45-A0BD577A9ACB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AA48EE-315B-7F2F-C884-62D6337ABE0C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F5B7C5B-2999-9B72-0ADB-B45BF6333C8F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A5E880-27AC-126B-981A-4242D882226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070E75-961B-D7CC-B390-566A70D68983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47725B1-94AB-7F54-7B68-052B109CD3D8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89E2044-B140-C408-C8CE-DBC886AFD0FD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F56050F-9273-A44A-9142-AD7CB4B1C98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89D4011-8E82-3C17-4442-1FC7653F2FD9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A1DD739-DC27-130C-7506-BEAAFEFEF822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F6466E-A38F-185E-6F58-875B9BC55C9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99B56D7-BB0F-2192-F7BE-401B7628C31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4984AFE-506A-3E34-1218-776D49DB433C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7B0E35F-4D6B-24AB-8CA1-9258A1DB6B6D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ABDFA81-77E1-4267-D939-DCE3CAA2BCA3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D9E036C-EFAF-3942-D98C-6FC2136D77DF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A16525C-DA65-0AE2-99B6-AF55C6BE952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B3BE7D3-74CD-60DE-60CE-D345AABFBC92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1E6F298-39EC-E794-9857-653562A9D29C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DECE793-C426-C7A3-6C0C-3DC5327768CA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9C9EEBC-7238-FFE8-1BAE-9E38E5397DF1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C89C898-FE11-B9F1-B13C-F9B9D3E266C9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10EC009-1972-7A10-DD0C-1C33F70C2779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5D960D9-C389-5F00-9F69-D100CEB7F6F5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D8EE04C-3D5E-18E1-4F9A-F384D2CA2109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DD7D5C5-C240-8DB1-54D5-429FF5EFBFE2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6DCCF48-78C8-C46A-8EFB-5C2125627EEB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EF58A15-C5D5-AF7D-7211-64D45C45387F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47B29F0-491F-5DC4-27FD-231AF537D5A8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180C357-DA6A-C051-BEDC-C0B3225C8F4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5827205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92B80-1F2D-43C6-EAD2-48B5AAAA1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2925DB-061D-AE2D-24C9-5799939F96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Columns 3–5.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43588C3-575E-FECA-987E-2AB1D68174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FD2BDD0-DB78-BE71-1E97-BF5486C10E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C5409D6-275A-0A33-DB8C-7EF4AA470D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6D76597-950D-6A10-97FB-112FA5FAEE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D6EC404-629F-5135-4C22-7263DDE22D1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C78325-0224-C64C-4816-432363FE3CAE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E3A2E8-500A-6D41-36E8-7AE8DDF215D0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E51CA3F-8C5D-F22E-DE1A-8744CED2BFF1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450FCCB-AC5F-A8F9-14CD-76B848C32D3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82C3055-01E2-5057-7589-5FE87DB51AC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5B78712-DC30-6DD2-3D55-E793A81860F6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277D2D3-A5B4-792D-3B31-5A41D84C1EE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3B438DD-4739-06BE-D428-F3F3B811A493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99EB6F8-E6A1-5C4F-14F3-586BD8D12CB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3EA6883-872F-3C53-9500-7A6878E1DD2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FC705FB-9434-5B7A-9354-346E79EFFD24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654033-5FCB-7B27-DA7F-15C81DDBF92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9567AE-8DCF-B507-8AFA-BEDFA2F02C1B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82F63B5-F499-5371-EC75-38AF3C79F68D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444B1B0-3627-7D87-3B85-DF2220427EC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222C98E-6CF5-B465-4931-336DB718C05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7C2EA32-08AA-28AB-805D-4914EFCF936E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F8F481E-F5D3-45DF-2073-FF302029C19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D84069-B033-4F18-C2C1-6C53DA408FB3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25A10A-5C26-C38A-FF1A-B059371480C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0B25A07-D467-16CC-32ED-BC6236D51C98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98B7233-F530-4D37-A182-FED7323660B2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4D1C9CA-86F5-5558-3395-190D1953754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2E90F45-1DF8-37E3-222C-E4F4603492B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BEA7C8A-5651-CFA1-6B6E-6C34695034F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249C607-D30F-527C-5418-09CFEF5B259C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A1CEEC2-FFBD-E582-6C11-FDC1BA82697E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494BD89-0629-8441-C3C7-61CBAC10E204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5D2C210-521D-63E9-24E8-E274A7C90B6A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4321026-D60E-5B91-2650-8E7D803AEB07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A1DE9C7-8C72-7AC2-D342-EA6A2D453F8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AD63015-58D2-A502-ADE1-804784F547A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CDF1C84-BE38-CCEB-F247-EB2892C46E80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0A15365-152C-054B-AB60-3F9843CC38BA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A9EACE-4284-4F5D-82BD-AD999C35E7A9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CA249C-28F8-338D-D6DA-B917B404C282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A7BD158-B9E5-DDF8-B7CD-00E027A492BC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9B1A902-D0AD-C5FA-85C5-7972B670BF6D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4DCA0E-554F-0C27-626C-3EA3CDB6E75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AB792A-11B2-111C-CB0B-5113FFFFA42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EAECEEB-0D16-0629-A224-A962820914D9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7775B24-30BF-232B-96E3-2614F98B0446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EC1FA1F-2EE4-FACE-C20E-F77A434753BB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D4587DB-EB75-ED00-8493-8A254F277CF0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0486426-DA86-290A-B4AB-9A57A6BF3920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1A730F-3853-3B02-D1DB-9F1A70FB798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978082-ED69-8381-5D34-4CB4FA706CA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841A005-CB16-E895-635E-9136DFE55E1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85A93F2-0A7E-4A98-6241-705F007AA8A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A14A468-F561-A6B0-802F-6AB8EE36140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8119A47-C5DF-A3CA-D9D4-86E99B8F0E0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E16CC16-3B3E-834C-3877-BAB8319AD67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6E2B5E6-FD91-89AC-ECA4-504AB59411A9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9E22429-7D87-8B5F-C7C1-414FCBBD026C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024EABD-8303-4940-EAFF-A16D997974D2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5907096-435D-F759-AAFD-B95673EBFEAC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FDCD50E-B60F-FF2E-9179-575B1DDA5855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5350491-E4C7-8393-C279-619507902243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0008547-54A5-A7D9-6763-B9B101A0D6D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F7AE171-6F36-900B-37F1-1838035D415C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9F43434-6050-52AC-73D5-23DE913E44E8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9EF0187-C61B-A6C6-0FAB-5FE95FF08AF0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5E5FA75-2A08-53E7-66CB-F28E94CF2C48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8D2896D-5D36-DCA3-0F45-9DD04358D6AE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49A4D75-6615-5FEB-CB8A-AD46C9152B8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DAB8789-814B-B9A3-3B5E-9D8311308745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AD05D89-1090-F1A1-C8D6-12EF502337F5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AA09B26-0A91-4323-5433-8073DBE4792F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36B91D3-C190-1ED6-AA7F-A96E2168BB51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B8A2747-9B2E-7616-B7EF-11D699F40F38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1207DB3-6574-A6E0-94CC-46D49940F33E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45DC03F-A832-BE70-30FC-380FEA98FA6A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87810C6-F27D-FF97-750B-33941F37F7D6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C668F36-C86D-32AA-F8B2-17E3FE18A0B2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</p:spTree>
    <p:extLst>
      <p:ext uri="{BB962C8B-B14F-4D97-AF65-F5344CB8AC3E}">
        <p14:creationId xmlns:p14="http://schemas.microsoft.com/office/powerpoint/2010/main" val="393068934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24DA8-9BF6-1A03-950D-C0868D779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B50A52E-38AF-B9DE-4C51-288CB7C5CFB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There is only one way to complete the [12 in 3].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F1A83EB-1F83-ED43-5934-B3D2A3125A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D9C693E-FC8C-5802-366C-4999F205EF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078D3EC-B352-0F1B-F917-2C7076B84F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6E7A4ED-D3FB-C612-4D33-2759A9BCF2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F4C2AFF-9020-F519-0D60-1D6E3391613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B7A7B5-3745-700E-E30E-68EDBC39A06B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D74C45-C52E-2859-4F5F-628A89DAFE7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1C8651-E04E-409E-5556-41DEA8D93836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DD5442B-8687-EA1A-2538-383034F5BE75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AD510D9-EA43-ECAB-E8EB-EEC40BCD361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71065F5-3A66-68A6-B171-87A5E5AD8EC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0A7294D-4794-A32E-4CF9-B6B5D0BE778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560C023-3E66-6D53-E1A7-0A05DDA4FA2B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BCA4DCD-A29C-BCA0-A172-FF3E6036986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3135B46-4216-45CB-F1A5-90BDE573E0AE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5396F98-64E6-C7A4-7877-E24D6995F528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9BF584-151B-A7A5-2FEC-8D736A44E9F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42F1B2-DC42-76AE-F4A1-BE98DF2B9540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BB42A2F-553C-EA5A-7FCD-8C235A6F8717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768CCD8-7178-92CB-A88F-C3E1F2B25C6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7CB64FF-2011-FD73-0F2C-6FA192AF125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C1E2B3E-FF05-FDAF-B8A2-D45C5AB2E90E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3CB2C5A-6124-372A-09A0-92C8EF43DF7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F74DDD-B55C-45A3-439F-F045D60F008E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DA7794-8823-C134-B516-5308A4778E0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A6749AC-1693-B113-6942-5FC351CA89A8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909719B-1374-B092-43F0-E42726A5B2C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DF6E5E9-410D-1C42-E1BD-9647145446C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4C96896-E9F5-0C74-33DF-03A6D36008FB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7254AAF-B554-D947-B9C8-0DE0AF9C518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E381E14-A84D-E7E7-4DBC-D64EE63FD115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93F1575-6776-4C3D-2B3E-722132B9D8FA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76E413C-F4D8-D551-6457-CA12C00B6DB4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49AD556-BACD-19DE-C310-5C619E2B51A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D47A801-9450-BAEB-2B8C-280A9BDEA07F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8DA1487-67FD-FECC-B70E-7115E488456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DF13B65-727C-60FE-51D5-BF5288B6258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C145A91-E167-128B-41E8-87CAAC1EE57C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2DE7740-5B39-6B48-95E3-A16D6B0D8C7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F8DB97-AE7A-552E-AF46-710B34193B1A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4D132B-F086-74EB-33ED-B599A7591D99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471C253-06E9-6394-9573-507F89AD93DE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7715D42-CCE5-83ED-3068-CD1110F27294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765833-7BAA-A812-C84B-C427EAB0794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D76D97-2A48-2D06-978A-D5C9D411258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686B301-8134-B00E-5F4C-D39A244D17F8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D43E107-36DF-CF24-4337-55664AA2B62A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5B94FCC-90DF-D27E-F601-2AC4DE0415B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17C0B7F-72E4-C530-304E-A207DEFC37C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450EEF2-0E7D-CEEB-44C0-009C85F21232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D96939-D958-4E25-5EA1-427B61B8E4CA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DBA326-2E31-C260-5E72-ADFC2F0AA47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25E079-64AD-E744-B068-4D660E1E057C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57CACCC-97D0-9F63-BC26-0BDA1309863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67620E9-E47D-F23D-5D42-20A20D924FAA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34CD0DC-98BF-D003-61AD-E57A592CFEF8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0B8784B-5C5F-44E9-570B-1739B9CE40F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73B57C4-B441-E9C1-1588-41639D6210AD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730981A-FEC9-EBAE-5091-F94A6EFEE2C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2C344A4-D5BE-A9C1-1C6B-2B9C03C7699E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2F8FC3C-ACC8-A97F-5B4A-B4985BDD6283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07ABDE5-DF3B-5E9E-A291-44DB219A2785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1A9EE9-B66D-176D-C27F-C1AD27D6DEF1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B73C3A0-B100-4C00-C039-AFC5A0A1588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F6A87F7-4ED8-B718-4F41-858E2F00159D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685439E-FE64-2AAA-9103-FCC6080E0C8B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C928B9C-2992-5AC7-38C0-881D8337BFE7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A4EFA2E-1633-F1D8-29D5-C2EFAFA06C6F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8610498-9B93-9807-A9EE-9D53B385F5EF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83A70C9-D528-782F-A447-D91C96B4BD9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76E798D-91E1-5545-6251-FBCA5F4CEF75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20B28E9-38D4-7AA6-9322-E7284BD7EA4D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C1F400E-5F0A-EEE2-4242-DE0018F6155C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12DB5AA-C8F5-E15F-D37E-FF1888C184A4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11BEA0E-A768-3D59-8052-1DD0FCD5876C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7B4F463-AC8B-D618-1EDF-3A62A07C3E63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186AB4C-8712-6AF3-79E7-D0F432259DF0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071F792-AD99-05CA-B735-CB415084D718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F7D2B9C-5BF5-E1B4-16E8-3C683217E87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7B478B1-5CE5-3CDC-45A1-A991E045EABF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05031711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40E7D-B792-172C-620D-27BB58027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434E01C-6A72-BD94-D271-A3C25D11CC8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4A0AE9B-7EAD-A597-36D6-CBBB0AB876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6A1DE24-F979-B37D-416F-283626D6E0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A14765F-B37B-37A1-8C26-17673884D3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2632884-BF08-E0AF-2C38-D3D364276C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AA2F8E4-7708-25E7-2A1E-4C0FC7418F5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C4979D-EA4B-0DC4-004C-1A0E84ABA6D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59FEA8-C19E-42FB-6496-405DB64B3A1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2C7505-85DD-4F43-64EE-B053BE200FD8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D208040-0F72-9FE0-0B62-0641AC2FD23D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043B04B-163D-7849-7FE9-14C830EA868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F0BA50F-E3FE-A854-3D33-599F2C794E73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CDD4115-DC7A-9DEF-87A7-844DE26E98C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7932CE2-E07F-6BB9-57EE-E5E577AA87C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7E77000-C1FD-7489-D992-DAFC63CE5D63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BBED23B-25DF-DFD5-D859-B3F21F3AF83F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E02B10-FD1F-9452-298D-B1AB6CA5981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C48FAA-5C66-679D-BAEB-2D43D3D74004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8C56263-C115-E025-186B-5CFBBC9F2967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B57A35F-548D-134E-22C8-871915B08D6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2F490A9-03CD-D97A-7759-6224526A6D1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0166990-87F1-875C-7013-107E92830280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5CF3AF0-5BDA-407B-EAB8-D2CE1B53C9E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83DDE4-216B-11F9-3010-77E9C9DD1A8A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8EAE46-60D9-A172-D584-BD57326F913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8E2BA5C-BD9B-80EE-6DB4-2E46284ADF24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F61323F-6B6D-A605-F0E5-0833CC28CD0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50E5F10-BDB4-7C6C-97A2-01F56CC7D60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EE00096-0BAE-7CC8-C4DB-546AC66903A5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83F4744-4CF6-7C42-3E13-929EE1FDF015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1EB0455-9A90-A255-1B2E-E06DA256C06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2C48571-6453-C2F5-CF25-3B51D15DEBD2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3430A2F-74EE-72F2-EE40-6D5948EDC3FB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E2C8FDF-FB0C-CDD3-9504-CA52FCEC1AB2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D9AC47E-6D79-028F-1649-0BF199A90B3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F696F0B-293D-847E-0828-D2C39A6839A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D7ECB06-3BB1-E6CE-31D9-13F721CE982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F1BAB99-F412-7DB0-BC14-09BB8BD984C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43498B5-DE1D-96AD-4052-73A5D90FEFF0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9273C3-EE63-E7C3-2DA4-673A54741D4B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2919BD-E61A-26F0-CD10-2F14A3EC29B3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E9CD663-3E11-17BE-3E33-256C642F18D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2BD5D28-54AE-1A3F-BBCE-920AF3F524E3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4606A4-7F9A-ED54-F2B1-79C5F43EC08D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A76830-2D19-B6D5-4970-74FA7FBC1199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EE86CD1-DF19-CCE5-15A0-27E1B4953EE2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F603520-7DA6-658C-BF0C-A3E53923E58A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5A9E73B-A6A7-6DE7-F163-3935DAC98463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433BF68-72C8-9279-7F92-1E0950B40BC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B07DEE7-18B4-56A3-4825-3B677650BE3E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D9DEE7-8B78-386F-B7ED-DE9926686FA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994A31-5DFE-9313-3B6A-C6049AC95B19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51181A-1FB4-2A6D-D7F6-9A6489587A77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6B98528-A594-9ABC-67DD-6B78F08BC1F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C656133-3DF3-45CD-3AE2-02BB0C87DA4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604AC73-0C3A-EE2E-3380-50F32FC78BF2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D4C38CB-99BD-5CE6-EA16-78E952C3A66A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63E4965-C617-D690-2F2E-B9A5C485658B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071F31C-452C-5260-0BCF-C5B207D7C3B2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6181981-2FD8-2215-51A2-F938173438BA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5104F88-273B-9A38-5EA0-D680738D35F7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3F03E97-BD7A-101A-9329-A709C01E2B7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843D2D6-3AFF-08DD-5B21-71FAF1198E40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DC5AF63-2B9C-4F37-534B-BAA8686030AA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19E04BB-A98C-BB5F-7BF9-F95616FFE16B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DE01327-92CB-5840-7355-B1D8F9AF39A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EC3C797-C830-2C13-A829-C7577F112A90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F46FD00-84AF-C9C0-AA31-85974ED3BA5A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41C0FD2-B37D-1932-2B73-5434F4F5AA03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D72D26F-D8FF-8875-5432-A01D248C4671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2DDCC78-2C27-B252-3B80-DF7A40AE7FED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4AE4E67-C449-B8A2-C63F-EEC573F42C63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1A93210-4CBC-ABA2-97C9-817A37D2395F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A9EE934-117F-31C2-46CF-6DF281A80CB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6568016-2E16-BE3C-281C-BF7EF63A7EE2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8305F44-B900-1540-17CE-60A835CB5DF5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3AA129C-BC20-362D-9E1A-3D7308505E0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8C2D63F-5286-C8EF-2917-68A4B431BBCE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51E11CA-D896-F6CB-1088-D5CE438569C5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8FD1AFF-8CE6-4CAE-0622-20B2A1E443F7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5494EA9-4106-CB67-39E2-9BEF16A98F6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83224686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8CE1E-499C-40B1-5BC7-DC13587F7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4EAFD20-D902-3594-16B1-3102ECD24B3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D13023B-92FB-D775-D070-7FE979D84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B6C1618-D066-00EF-2D4D-94AA846249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F173DB4-D939-7596-8AD4-8E829D4D94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F17E00C-5483-9976-99DC-A0E6329693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D2B1666-E4BA-29A0-39CD-B1886057A27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359C68-2817-63D4-5C8B-2E898272C7D9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D83CBC-9638-5468-90E4-728055CB584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519F86D-9A7B-E1D0-E6FB-6C6F682B18D2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4DADFCB-9E18-F203-29CE-01FFE59D698E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34378E8-52EC-4251-3DCB-60DDC1965239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864A181-2A09-BE8D-F22D-5FA91409215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12FBF1F-D2B3-BD58-3CA1-DC24E4DA45C5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36CA293-6FD7-BC0E-0F84-F8613354EFD1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A1E554-8BB3-9257-327A-E419425BCC3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FF6BE2-AF09-C31B-C931-588381E75824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5724DA0-4C73-F04C-A3FC-78A8DF6497EA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97E3267-F482-C4F4-5A8B-C3D4B859617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8F842B1-8569-E081-E361-130F2940D81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2356D51-9E0C-4339-D2E3-029721B05FAA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AAB903E-54D0-0BD0-0365-BF2DDA9DA5B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83EB99-4128-281F-9E53-3B066C1B1EC0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5102C2-9AF0-5E2F-DC0A-117C2AF3A5C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3F9B984-7E18-C6FD-4820-A7551C4ED39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24BAA88-1617-7108-49A8-C2267934024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3BCF285-2D98-3BA2-8BBF-EA26E6E6E55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BBA66BC-B5CA-42DE-844C-04C637AB2AC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13FD73F-AA6D-4C73-87C8-510AFB8D095B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28B1158-BC74-C4BA-0E39-017C604F490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42063A0-19F8-6B9F-921A-BB5E164BC22D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E6032CF-991E-B64F-C9B6-81D433CCD0CF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E76D094-9932-F87A-CCC2-FDEF9C3E88E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34190DD-0D37-0367-EF62-3D6BE6895F3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DBB32CB-CCB5-6F09-017D-4B9E6861D43A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C09F3F5-68ED-43D4-F0C9-A2B679DB72FB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9A16E6-A4A4-4543-175B-5EB726580FF3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2CD8D9-0568-2FE9-4EF5-5F33B938F13E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6A62C38-A0DF-BEF9-9F07-46A16F07287C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FC1ADA9-796C-E597-A54A-4374AA8296E7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58C5D5-7714-A95F-9721-551A2CF128A8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70872A-DF78-E707-D071-DD10E35F37F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F3CC4E4-6DBE-42E2-12AC-6C61BE11B685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C6EDE0F-1375-2159-28EE-EA9E40A5364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8B977AC-461E-6A0F-77E9-7C8B5A9DFB2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FEAB0B7-8315-BCC0-E21B-D66CE23EFEC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4190206-3B66-828B-63B8-E03DB02A20AB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427E8B-E3C7-111C-E800-02A39FE29D8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075362-BEC1-D44E-B1D6-13F8E2F6D33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F7B4614-839B-4C26-7223-6942EF6631D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F1B5888-D298-C1D9-5D2B-040B1DC5365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ABCB86A-FA64-8C0D-1640-30F95088707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58C966B-8193-53B2-8A84-6BFA2EFDF03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E64D299-B567-D306-103F-BFFC80050A6A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379E715-C2C0-E1B1-A8EF-AF4D227E9E15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E457F08-D47B-0F5A-05BB-0B9767BFB65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0B4F21D-01BF-01B4-006C-FE2525766459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E9BFE38-7EB4-AF75-6BE6-269F629FB0A6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520FEE1-EEB6-B742-EA8C-7D6B9690FB1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2DE9560-11CF-3629-25BF-E16B47168464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004BF2D-FA7E-41B4-399F-3449C24BDD13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2F4D1D9-2ADC-9950-0E44-0FEA2B5EB79A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5314CE1-D110-50D4-BD34-80F3CA3B9B5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292CAB9-6BCA-929D-3363-3B7C8BE9C715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8EF2774-0E57-B8F6-CAFE-463DB21392F2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6EA4AEA-7DAF-8666-9D8F-5AB7047E21A6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76758F7-4D47-F16E-7A76-CCD7CE72550F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095097E-7F7E-F74E-1964-1D8DED77FC9F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8393C27-B4BA-FBBB-0DA7-A2E6E591C53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CD65ADB-8AB0-8527-33A1-43A198EFA17C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506C6BA-FA1D-BA42-8162-33AD512376A2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E816C3D-4D3A-452C-8E9D-11FACD22035D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D9A984F-D5F7-1ADC-07CA-ECEC46CF8319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9E66CE2-3C65-090D-F800-13260BBA461B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D0303A6-6C99-5631-8F2B-F90A6AB565D2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A936DBB-217F-8DFF-3D45-EA8126CDF96A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125BA72-EA21-A747-9F7C-F25C410178A1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58A7999-3EF6-5646-9B19-A15D98A2075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5710769-AE1D-05B7-660E-15979EAFDD09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3B83410-6A44-06D6-DD25-F576F5902B9B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359AD49-BFE8-1BC8-480F-A6198FB709D1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4D3E8C0-3F76-17C4-970B-760C44E8A452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11816294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45E18-48F5-667C-01CD-C4AE5155F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1883D49-2997-59E2-44B0-AF5FDCAD938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BBDC0BF-4871-D72B-3C9D-5A8636551F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56815C8-3FBF-3689-B3D6-08061B6CFE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B58CAE7-3F06-6610-EA88-8CB6AF48AB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CA917F6-483A-D6F8-B9C2-99E0F28B64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A5F78C4-49D4-6E28-911A-7DE400E27B9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7DFEA6-04EB-4974-1337-9304F7431440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1C3985D-C845-4E2B-8D0C-6A80A1030C21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B2901D-762C-158A-F3C8-84AA8A1D219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758880-F392-7581-9CB8-7E8BA7EB1A37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9BA7E87-A36D-5CE1-3B6D-8EC6E9C9C063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F4052F8-4BCA-3E21-48A9-3551A54A303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0053262-9550-EA54-7A23-EF76196AF21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E8ADD22-3A45-F194-312E-B94D92745985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F7AAC3C-FAEE-AA65-F521-123DCEC4A21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E4C598-0E82-B0CD-D80F-2DE3D8FA4A1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8F3591-B375-FE02-3F12-5CB61B77636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ABF1697-0F5E-2053-5BEC-C3CECC6C7EC0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008F1AF-3DD5-29B6-6FD7-AC1A8ED46D95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CDB3F70-6A66-B5B9-406F-6153ED4F889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AD6DD7D-2CBD-B215-B84C-713AEC2C5DA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C66EF47-4DBA-8DC4-B6B3-03819A58255B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0E320C6-C194-B948-C6F6-C23DB5E7672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397FCA6-BFD4-02BB-133D-128489BF55B5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082DB6A-D460-CE46-64C7-1543410F508C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9B6A69F-DD47-D566-664F-22DF7CD30C83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1248F22-CB91-E8CB-F823-5060799112D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EA90738-BA6C-2AF0-4480-E83CBBB6E6E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98E7FD6-2285-FA3F-26A0-C971F17798A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5B2C34-2C38-9084-3F1B-82C0E1FA6707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1C0075-97B1-F45F-9A2F-8918EA873190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A4411A-924F-8395-A81E-FD340254CF7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FF5341B-B759-61CD-800A-23408955126E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DF0895-18BF-2D24-1CE4-A0399A0A47D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739D71-AAAF-D14C-A71C-A8A06B534B5C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FB87700-1658-AFB7-B184-9C78785949FC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0414008-4FA2-C47C-7305-878886768F47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54D798A-2198-48DB-B7E2-1436381141B4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5FA02F0-2B27-3B66-91D3-0553E04874F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2CAC405-5314-9D34-EE7D-D06609CD4718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B4DC58-7500-A7C2-64AD-EDEBE599494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0CAEF2C-36FA-AF88-A4B9-734E695D865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6E08E5-9B28-7EFE-D0F8-8605990BD831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708ADC5-35D3-CB90-0525-79F1838B9BA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5C40CA6-20FF-0FCA-E5C4-E0834D6A0D2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E929220-03E8-C30D-D635-48B0B0FD2FDD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9D4C67C-B340-FA03-51B3-924809346807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779DA00-B964-C814-70F4-4A12F0E7020D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959887C-BAAC-FE62-B76A-335FF480AC8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0ED7F6F-1967-3BDB-0414-35C5108074B8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7E9788A-2BD3-503B-40D7-44C4DF758CB4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FF0659B-5994-9774-9EE3-9C6BE1BD2FD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808A5F4-AE62-1F3B-0CA6-76C1A2B6DD98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197CD17-63E7-80EA-1373-207345511FD5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12501C9-F4CB-5D79-A09E-6650FBAE075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7347AEF-C011-746F-FF9E-971C0A258700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CD0F457-830A-33CE-0E2C-122D5E749E96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9CAEC00-BB8C-47A8-CD0C-BD7937A0625E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612547A-FD10-145B-C189-5E14BF0DC39E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3DEB16C-B39C-B65F-BE7C-D66B225B2570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7EDEDAE-CA60-7608-CDB6-46D21C71B0F6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2983015-8576-4E24-1753-0B6123AA22A9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C5E6FD4-9016-1A95-4233-67E943A9901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E2F88DC-EC31-046E-5725-BFCA183E0C82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87BE6B8-4A68-2DC1-1BC6-A22571C5A328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A48CB62-AD99-E823-FEDD-E70DAD3C1DB0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AFDE04B-2006-FDE8-E902-D5E9058C97B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03DF89A-3372-21F7-E7B2-6968174EF359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F31BB00-8530-82A0-69F1-EA3BFC158AAE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A3FCA1A-1446-2A5D-13E8-2FA9088250C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D90B658-901A-E037-91C2-B1614AFA55ED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1184682-9B18-7263-7C04-5AD82F65751F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8C3EFCF-D225-0EFE-CF05-A2236E6A4EA7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B3E8E6F-76AD-1441-8E25-70A39E3A89C5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1A40373-B184-BE7C-9A9A-AE76803C4AB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70B877C-93C2-B608-B64F-6D1BDBF276F3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67A16BD-7E65-A4A2-F614-AD3AEF81505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48E89F7-F935-9533-D246-98ECBB96D533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EBC8E54-C39D-EC4C-0BA1-823E7F0B793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FE5E962-99F4-BF4B-0015-944DF91F8B15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1BD1149-4E3C-85C4-A975-8944C14803B4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07207085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AC55B-C2B1-21A0-D983-A890FFD86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D7DD5BE-6A5C-D1A7-5359-B21C42573A2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8BB4DA7-B456-98D8-3B38-BDF33D6F9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089BAFD-138F-24AF-1988-5A76A42627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C72DBED-1130-857C-E6E2-19E7314B42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BEBBAF2-1279-3D78-02FC-E68F68BCC5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7086758-27F5-1F2D-5D87-F87C90E7CD0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47F669-2EF6-05C0-99F0-A363A0BC07FF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5C4550D-5948-D689-CA0C-C2AAC38F028E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DA6859-C74F-459F-7F9B-21DCD2F1A50C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37D104-80B5-3CEF-68B9-B9586DBB17F9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4178650-61E1-B15F-DDC8-9DE0DD724EFD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9153E99-9361-BB3C-F45D-A5C4AC77445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F071FD3-2742-C498-6A34-1627C409DCE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9CE6ACE-6868-F5F6-1AC8-97A94DC9BA6C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A1E4D70-16B8-11C1-91E8-BFFE636A213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764AC9-28D7-E625-FD05-8BDDADC77C9E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F057D3-D972-ACB7-819B-BD90DCA99CC8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AAAB688-0106-CCDF-B1CE-820C5D001D1C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3CA9008-635A-4E05-4C35-19399633F2D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75FE848-38FD-BC45-FF36-AB1F518EA48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2B0D580-2760-EB59-0D80-3A87E14273C4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C18C421-0C2C-14F4-014A-851F07BC2245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75EF117-A796-A168-375B-2E1956F9D70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E39569C-C4F6-B4DE-E947-82636B24667A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13758DD-870E-CC6C-773E-6291D7CCBFC3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C3D5D4A-D093-EEC3-C39E-A2512F1BD434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5C57682-198D-7183-8BCB-33F283216B8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A73454-340F-2DF8-7CF3-5D132C9A5683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CFDEC3-A056-E58F-FD56-46CD59B1AB6F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D81FC32-FC5E-409F-22D8-A7E07E07DB36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FA940FC-8D70-44DE-D9A9-D86FD6C1DF6C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D0ED08-FBA1-841E-2069-D0AA4DC78D05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5FF1A5-DC5B-7B5D-CD6F-93C67CB42BBD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203152C-909F-9702-E3B9-4E708C898C8C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E491CE6-2C1D-3170-E761-EF7B4DE78221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B9B5EA9-B492-4430-CC5E-6993F519EB36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030EA1F-2F8E-1434-DEE3-55C93D61D69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88BDAEB-4DA3-94E9-4E70-2FE188FB24FF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7E4833-E1B2-2C97-1F46-85CE5BC5D856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778A23-B4C9-F6C5-6A5B-5F0B5650C34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C09C54-E763-B7BF-59FC-854BD188460C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8E9CF5D-B7AC-BF33-367A-124A58AFDD1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51E04C8-26A1-372B-0CBC-F02ACC3859F2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6F3ED65-F44A-8891-70FB-DCFDB72143A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D08140D-3EB3-3C83-057A-ED9E4EDBB492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E2422B5-B3C5-ACBD-5814-175F54288EA3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E85C5CD-5E00-92FB-31BF-5E5DCF11D119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3583B02-2590-8A0B-4A28-CBE01C18EB00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1747816-843C-27DB-3F38-F0D00835F7C6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38E6E17-21F2-E1D6-6189-2F0458F28E91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B2E5EED-1360-E106-9DEC-CD86B60F69B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A1AE645-BF4B-A4B1-2008-811E08BEEF93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51B46BF-C51D-AF75-6299-24864A8817C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8DEEEF5-8C65-9B66-90C8-1B627CE4B775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CEFB254-2DDC-E7D9-36A9-AD8EA4EE85CB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B580D56-99A6-BC95-B3CA-6B38713807A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99B12AB-FFB1-19F9-DED4-01EB4664C0B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8B1E9A0-E05E-748F-FCEF-B09BEDD9DE9D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3D6F0D9-F49D-A079-BC2B-7481CC19C09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84D9B86-6C07-46B4-58FB-BE9A625808FB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25D829D-D8E9-0509-3374-9CF5921F7934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4EB4D30-5C5E-1D06-1787-C614FC7E3B79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6E4F205-6FAB-8BAA-E32A-71563A6140E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FB91C48-F21A-93E7-E5A5-B84C0906C64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4E1EA18-BEAF-4661-C21E-64F7A3D95116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0C84977-4B2B-AC5C-118A-324A3743E0A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D910AB3-99B7-9F01-46C4-26276A3B47E6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BF01778-7EB2-4797-FF5C-2D19962EE77E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94796C2-4695-1260-1C9D-CF73CCC572F8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1A65549-E929-DB7C-91A0-134656F52A4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DDB85AE-5887-C031-D145-864510672D34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212E7FE-4DC4-4A46-0AB2-92D3A6540D26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E1013E1-44FA-E293-0A39-A157847C2A0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49C8A0F-911E-D8F0-741C-3D1FAE1BC936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7E47DC8-AADB-4D57-E715-E509A24C64FD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D67ADE3-11E2-500F-F0BB-4E76CF07B9C9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B8C5999-2A94-7FBB-A7B5-4C6D70202A69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B44AF95-EDA4-5448-DE96-E1FFF0685F23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6711CA9-2ECB-B3FA-4F81-0733112B6630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A9D20AC-CC46-98C7-AFBC-87A97DF2E984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406965E-48C1-6897-3102-23C71FC139F5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0315619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88711-5F14-AB8B-7D55-6D1B6B1C3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CA19D26-AE81-7659-EC60-3721F442410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Row 6.</a:t>
            </a:r>
          </a:p>
          <a:p>
            <a:r>
              <a:rPr lang="en-US" dirty="0"/>
              <a:t>Then, complete [17 in 3].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8A6265C-30A0-2FE3-604B-7D253E7A7A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2BABFBB-0AB4-CDC0-D4E2-E3DEBF7BB1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48F545A-1AFA-B955-0F40-6074C8B4D8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C1C1496-534F-13B5-2511-5289A590DA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4829CED-587F-DC46-60C3-6ABBC3FA360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2B2AD1-7FBE-38B2-4D7E-ADC6C0AC74E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D7F5B6B-CEA2-A62A-57F9-8E13F62EEB14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69FB96-E7E5-B32E-D618-6DE27779F7C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613F09-04BF-ED81-2871-5BA303447434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F66DC33-7012-1E9E-28F9-6ACA67CC5519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4046FCC-2A5B-0FB6-4D65-2A635AF1C10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748385B-9E8A-2DFA-ADC2-ABC36D83650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18E24C8-D3EE-E875-BF22-D1C176443EE0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DDDF5E4-45BA-9A73-5F38-0E2FA669CA9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9437E7-D184-2824-A11E-FFBB1661FB2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C52C4A-18E1-EA1B-4417-43CF25BDAC9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76AA264-30F1-1246-9763-D5472D07B087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5D9A8C1-2B11-982D-0774-97984DB89AE5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E562039-E668-E9B1-F74F-8775065F595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E0E2B7E-658A-51CC-35F9-55FB0CAB79C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62E8B49-F469-49FE-BD6D-E70A474C139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5E0BCFA-D7C6-D753-15EE-BBBBFC7B063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7D60E1D-C928-45C2-0614-9DFE6F0B8D4A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FF11892-3BB3-7E83-2CAA-A6EE243AFF1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6472921-81B5-4943-8842-6BA90F569C79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F6857A9-2AE3-D31E-C7F6-74B18F4D749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6E39D1-BFF0-A117-F9DC-E2FEBBAE6B54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7BD061-300A-6778-5935-1F522F8E467B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C5062D-7269-1052-9D9A-06BE9E437303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E0C94C-C411-1E02-58F9-B367118CCE2F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17568F-B8BC-3AA9-8742-6142E673AEAF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42D2C3-199F-B704-582E-9C714C5F10B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9453D5-05CC-F85A-26B6-0618AEC50B2D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2E66A1D-3D52-9CFE-EBF9-98C12BCE81ED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BC76C6B-4A23-8B5C-61E3-6255C9B6306E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7D76513-A46F-B60F-A918-D3074A324D8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8170C33-5C84-E5B9-89E0-3BE90F1AF06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7006F06-7B2D-7B96-AAC1-D28F65A8140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2C2366-7F95-0B65-9339-3491DC71D0C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0A243D6-27EA-9DE8-A224-7E8117A8B50B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571A462-D886-484C-AACE-ED63CD62C8F1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34C1151-9316-4C36-6EE4-374C9D887DB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4CE7278-1F45-FB81-86AF-28BBB6CFC451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93F5280-CF56-F461-8C3D-0D9B67A8C4B3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731AB12-09DA-8755-F9A4-E2BDAD0A8478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0A3DABF-9A51-1C98-2F58-0CA5AFEB2BAA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B39194A-0969-E294-52E9-7DFE15AE9C01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D426237-D1B0-F9B8-7661-7C1D46DAC58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027C712-9642-1B33-A013-D67C306DA87E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AD6936F-C814-7075-FC42-7FCF55ABEB8B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2031BDA-A2BD-CBBC-4D67-B7D49AE7B4EE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880D116-E7F4-40BD-24A6-F46307E8162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B475183-2C7D-93DB-89F8-A8C96D32BA0F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A47CD7D-0409-80AD-B68F-53226C6B8DCD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3A6CEE2-B648-C766-895D-8AD2473FC41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823446D-BF81-FAE3-3B52-871D73D0BDCB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8BCFD63-ED4B-FAA1-958A-789C5561628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EB63FA3-EE6B-317A-D57B-81D0B795EC5B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DB0E9E4-EF64-F55B-5AD1-6D0EAEE37506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D973851-3656-F1AC-0719-C609BC73C614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A7DE7DA-3B61-A3C9-76CD-0D2DD4549F0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9DDE588-F8E4-7642-795D-806D327ED8AF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71DC3E5-AB9C-BBC6-C92B-C8555F4D7BC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856E220-457D-9616-211E-5F8AB5E3A0ED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C6D87B7-9501-59AE-1BB2-2E1F11B5374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984CDC5-09FE-B2F3-F175-1BAC884B487D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DED0B0D-D335-DC67-4A98-0CA36BA69DFB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19E1A3B-C8B2-3AB2-180C-83B2C9AE06A3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F24AD8D-5C30-4E6F-564F-19CB22328099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2D7524B-637F-52F9-03E1-2530C2043719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E7FD98F-9F4D-CAE7-30CA-56AEAA76489B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A8C359C-1BCE-2495-8948-3364F89B245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8B32363-C177-3967-F4B5-BA55585E99A3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0C50EA3-3E90-18BB-3239-F6B3A4179E4D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25F1F78-261F-6763-63DE-B2C8E2F4C6EB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9132E90-1C9B-7DB2-CDEE-23C81685B430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8EC9453-399B-0431-5308-BECD5E8BD2DF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B00CEE36-AAB2-6763-131A-C7558CD94AA6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1097BD8-A87D-A8A5-0A5B-B3DF23E636C1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4F7E258-35BD-9F36-3B01-A83132B595F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FC0187-2904-FE56-CFB3-1AACD051F50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5791B2-0884-D548-9943-62D1BC2D08BE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99396A6-B74E-144D-9AA5-7E5A689E1582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50365714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AA389-A660-AAE1-7347-5DFD3D3AD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80362B4-8CFC-FFEF-6D4F-8C855FB8062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449D057-8C29-B56B-A56F-1F34872D0D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BF58BCE-D878-BD2E-93BB-76D31F297B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9AE9523-4DCF-E267-5ABA-7F53A20EBE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B91624B-7FC7-8AE1-A97A-4FB9A306AD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CFD00D6-6939-7CC3-4B76-FB2381DA504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7C21D2-B740-D577-951D-C4DE1F734754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FC10E5-DA11-1156-4E95-2221477E5AF0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325EDD-9348-6E53-C0E3-B05C63E7C9D7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2FFE24-1F51-BAE2-DF20-2D793BACBBE0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65A90B7-C331-313E-F053-03AA2AC499CA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BCB498C-3499-9899-D812-21BFA55C20CE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8EB3127-EB82-F105-AEB9-8AA442C63CF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17DCC6B-91EE-C5A1-80FF-6732A3809F0B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A01BC95-1EF1-417B-E354-F5FF73303B2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94FE9D-7C5F-0A82-0614-B886F81ECDF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35B4F8-7FDD-3B94-957C-39733C86B75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FF9316A-A95E-C4DB-06B3-E8D9A88AC72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A6F83FC-3890-C8CF-349F-5B8B31E1E756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628D027-C516-3C4D-48E4-BEF1EDB19344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3716512-8D28-9CA3-DAB5-15F9AA0C4596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DF52D6D-E7D8-337C-38CB-19D1CF3CED1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0ACBD77-BDDA-E3A3-1871-43DAD7C515CB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0F206A3-5E3E-11D5-F771-33B45D08FCD7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98AF12D-398F-3707-E9FA-789B78C67111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549F404-D67C-257A-D2F1-5FA5DCB9EA4A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275A2DA-DEAF-1C0F-0BBD-8A43899893B9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8CD751-F146-F88F-8C39-0CFF2039EB60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C8FF1C-149E-E7FE-E3D4-588D14263FD4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6914A9A-BA66-8141-16D2-AD47D7FE7612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B9B9114-7244-32FC-A1CB-2F2E8EE1F306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5AAB65-6AA9-C463-5164-7684EFF8548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D3B9C1-9101-6F7F-2E00-D49405B8BE1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D5C9DDF-C43B-6874-24AD-54B82FA55084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32F192C-FB11-9803-E31D-F7639702DDCD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FA05CD7-08E2-35D4-A0C6-9A1BD28E5D1D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49914CC-8E6C-60C9-B60F-9A42A7FDD9EC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36F4CC6-4BC8-34DE-342C-14F222E449F7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DBF8A7-F894-436C-7C77-2DBE38963133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D6724C1-1DC0-1964-0B2D-80C347E5EB9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B6FD43-4E26-4CAB-E924-5AD123E48B3A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BDFA03B-C68C-17F2-1488-144C11983FF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219C5C0-998E-8FC5-4364-73CCFF586A6E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30A8ACE-FFAF-E67C-36B9-5526AE20BEEB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FFC935C-B5AD-E3AF-1FE9-EAFD44C67BA9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36088EA-FD86-4AC9-913A-B84564D34370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EAB0F75-CEBC-ED2E-CAB4-624BF1358035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7E4192D-6DA4-5A33-CA79-6B99556AC46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A45B591-98C1-D12D-53E3-1777CFE6B4C4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D03075D-62C4-4672-30A2-A629BD2BA370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F7B8671-08AA-025D-12C2-8365A85A1BD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34E536C-E556-93AC-550E-0590B18A440F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8980F61-9A54-F5F1-C536-2DCEBDED5B72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A42DC33-C6E2-31E5-9D6F-5A862C14E2D3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05493E4-4510-4DF7-39DE-C1FBB9DD6170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370A9D9-F9B8-35AE-7089-CBD17628FF31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08FB656-CD8C-48F2-99FF-06DD6EEF9E5D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1988585-9474-85D8-E477-46B7E66C1D71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54D65FD-6093-BD38-8C65-077D7B0FE82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AEFC7AD-7720-113D-6BCE-88A90C259521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93A647B-4123-AA07-2E2B-DB7F53E81885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3A96C8A-9738-37C7-92E3-394D8AB0388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9D2F228-22B4-1BE1-7AC0-B4AA39EAF22C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12C60CA-8761-378A-51C1-E2DB72C9C4FD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6463F51-1327-0311-F153-B1C4748831BB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64EE06B-E7CF-98D2-C612-939F980FBA65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43F9BCE-F6A7-5AFF-AE4B-18823780EBBB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A85B40F-29FC-0139-3E63-EA06A90DCCA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7C3018F-D4F3-D022-01B2-8B7183C18568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A540091-9727-3820-166B-12177322C571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DBFB4B4-2C9A-62CE-9CA1-FCADE5D9EEC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79E8C9F-EDA5-FFE9-D92A-0CCC6E279014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0A52247-DC81-6636-0D93-2E08D595D02F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94EA36F-D969-7AB2-E534-C9FE642F401F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9FF5926-C540-963E-E180-5CFBE80D1301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7AD3EC3-C512-5850-7E23-5C301176650E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B69624A-EE9E-9357-60A2-0C517246390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5F4A39-C714-8FF4-4609-EFC660D4357D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4D35DE-CE21-80AF-A531-2A79A9D53FB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6BDEFF2-3618-A904-883B-846EFBA8E8A4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1C97CB1-0B1A-8EB6-E88E-E851DF105E5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63D84C1-92BE-6846-E22F-C87F0F75833B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0FA67F9-08EF-07E6-B78F-0AA229BF5EBC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33EEA1D-5B28-2ADC-E52D-B689432DC16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66408896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6FBB3-75A7-4459-8CB7-A690DFB1D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4F077F7-AABD-FBFA-3D3A-A8348737AC0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CD2DC0F-8606-5A62-517D-15FC8703D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E3B87D4-C514-7EAF-FB06-F56A890BA9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695164B-3527-E810-B39C-8B1EEB0381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01AD590-BD8C-8710-F875-632AE4C386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4BFEF29-415B-28C6-9002-05B1A3626DF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BB1EE3-A619-CAC6-449F-F6CFE1DFD1D2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4380791-30BB-6784-907B-68F25FD1D63C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0CED28-B9C4-8FD1-FB43-4F20A8B2561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2BBA89-7E89-0F0D-0332-B011BA79668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916A642-B0BE-8F0E-4464-88AEEAB2071D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AE0D208-0264-4FE0-4D0B-F3265E2CE70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1ED38C5-CB13-2229-1689-7DD2563851A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6910AB2-B37D-03DB-14D1-D21B3E7593D2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1CBDCEB-874F-2A22-2909-8224BFA4A5A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3A9036-4364-2978-BB45-F53D617FD49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F3D3A4-D03A-6612-31AF-FDD1BAB7FEC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43FB976-B87A-64D0-C4BE-EF1196BBBD0C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00C63EE-CCF3-6F06-F208-658DBEDF446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C39DDDE-D434-5DDB-2EDC-6D0CAA29E354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8641221-DE25-E6C9-C636-F0AE55C62865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5655993-82BB-7271-A9F2-62385CF828B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7DC9CB5-BA5D-CB8C-6EF8-B1D8E08832C0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25D06DF-05F9-718F-81BA-8FAEA31D0A30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7B8C64C-D474-B2B5-7FE2-BCCF44A9D2A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C1CAE3F-3303-F974-FC95-4C3E4FFDFF0C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2783227-90F1-105D-877C-569B389D39FB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EADFC8-1236-2262-6566-60BCA3FF20C5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57E6A9-B7B7-F072-1BAF-88B51B07F88E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1E5426-ED55-9722-7A13-CC797292C264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87A991D-EECB-97DD-B9C0-6F72D5D8DE9A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690268-7A36-E183-9FD1-A5F1A63BD586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8BF52F-BC64-1FB4-01F9-201BEA0239D4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794901B-1BED-5625-9D1A-A31FD39A9EAE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08928C4-1722-EFFF-448F-95659882DCF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B3B2984-76F4-A7EB-0E53-7C3A7D4D0749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A62CA9E-A003-A853-1662-38BF9DAEA72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75D1277-3E95-50B8-CE44-E2E8F57654CE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A66014-4360-FEF8-6F59-204387913D0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CED737-BE2A-616B-7EBA-F243D1996D8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68FF2D-1456-9CFE-31F3-A64DEA344E8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75BBE7-DC6C-623F-A4C9-CA959CBC501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1545F34-74D0-7BB7-81A9-B73B1B898E46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EDA51A7-C2AF-4447-BDCC-5366B8AAD0EB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5892DD8-B154-C254-6282-6F1BDD8FC5F9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E5D421-6F84-CC18-8856-03EF16C0283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70AB436-1756-66E7-6811-EB4231B12C1A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D248A9B-2976-C619-82EA-BC2455BDA90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9E7EE44-0713-DD77-F584-E96945976E3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5F2B054-28E5-39F4-CD25-ADF19E309AB0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A6BF7C3-5B59-10C4-F413-FC7CF453D66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A6D7460-A7F7-42CA-70EF-0C19E23EC81E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E5E7579-10C1-314F-E2FD-39E50256BE00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A5E0E73-57DD-A8F4-1B25-B537428258D5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A92F1BE-2928-EAB1-298A-ACF4F5081EA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61761B1-AB19-3807-8E9F-66DBEB03E03B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E913716-4301-C4C2-87FF-6840AD0FECDB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04CE293-82F8-AC1D-1C06-E361FB189B4B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36A1DE8-A4FB-82C2-DD72-62B5BA17FE3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CB1E23F-CB47-3295-25FB-67AC721D52A1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52B0939-AA70-65A3-B6A4-8D054668D263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4B9DB25-4778-0394-7024-49326E8657C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49DC863-2785-7A47-6D32-AF89E758D633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239027B-1741-4C14-3E88-1351F866D508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D7A4CAD-6193-4742-F842-55E8349FBC5D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B2C7F7A-9183-6959-C0AB-2E67BFE05B4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3DBEBB0-8B39-4D75-894B-65977F0F03A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18573F6-2DD6-5CCE-AA09-FBFA1CA61856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6A514A9-61CF-358F-6DA4-9EB44E5668F6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1B66289-F1A4-85B2-CD78-F4E6C526D03C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CAD2C52-B80E-8BD5-2F28-0FCFE72EAD34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983C78E-F703-478F-102F-3DC24A01F23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5B5A0F5-87E1-F5CF-481D-FF51EB123BFB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0D39EB0-A6F0-6403-FA60-5D236A204FB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B41D0A55-1CB8-8D69-6466-61C02A6503A1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A14CBBB9-42BC-E4A5-C114-9374408B9E46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579DBB4-A38A-A87C-2893-7B59F646E2D9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48303BB-CC60-F0AB-B929-13D2E87495A5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C6CD0B7-7EC7-449A-22DC-001CC880242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44CBBF3-7856-70DF-FEDB-8B08D5C0AAB4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9DD8372-9359-2A2E-6CA8-08E66BFBDF2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7C9A2DD-E450-72F1-7D3A-5137433BCCE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5CAFCC3-1204-964B-8B2B-B07FA563995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0E929E0-63DB-6F3F-2409-80A9DD664970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48756864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4AB46-FD79-C115-7E82-D5BF0EB17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C34F29B-CCE0-E8D6-53F2-90792CB670D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26847A9-CE3C-CBD6-63D8-25CC0FC3D3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3E08159-1485-E8B5-56D8-AC4A416D34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982CE38-965D-D813-41EE-6E38E58949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A3B1DDE-4F4B-5A41-AABC-31266E0D0A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AB5F1334-5EE2-2A4F-C5D5-96AE0F828479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50D471-A2F9-07EA-3209-73B6583D7E4E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064190-0D73-DF4D-220C-58BDCC695B42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60F7071-8180-5BB4-B0D5-8DA08DA7E209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9091282-E7F0-7614-97DA-5DF8F83ECAA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4719589-B9D2-9490-2F6C-788F635A43A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125EB38-2AEC-A8E8-FF87-C19AA475F01A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5177DC7-659C-9BCA-E787-F6659427831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E21576-83A9-D94D-8D08-737FB37558A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E71C1F-E669-6BE1-3CC6-2E42D7EF775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2B43DAE-4A83-B65A-31F3-86EE7C113A7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34BA2BF-4583-1F12-6AAC-C203E3BA2015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2188F6C-8EBC-3FB9-AEC8-0E7A7718454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6C0A790-AA9F-AEEC-A563-3651D0B4A96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C30CE6E-F116-D08C-23C7-BED8A16E14F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71EC497-570C-7812-2379-3C757702D91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DA56523-8F10-FF1F-1A7D-DD6837CA8484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675AFAE-DF6B-A74A-37F2-C6CEC6DFA09F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17EE2FD-FA9B-85E2-1D8F-B62C949D8B17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64CB536-6292-7854-29F5-0970AD213805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81D1A7-A1E6-9C3A-9E61-FD83AD87C4DA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F934F7-8BF3-5D4D-CB49-1495D42C5898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F516A7-D3CF-AE4B-20ED-843DF6FD6DC0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EFC67AE-AF59-10E2-0FCD-980FE1F75CDA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7B9739-3B83-A73A-48C7-36129B24C9E5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EFF318-BD7F-AA39-A653-FBBC22657623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B4B305A-CFF3-0616-DF1F-91957AB4BC0E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22B94FE-9925-80E6-3025-DBB6CE3630F2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E4A601E-E4E1-7000-A58A-B4179205C8BF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DC8E996-BD04-56A4-F87F-6906AD9BFC7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CF03807-C757-43C1-604B-3BD83434E04F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3B674A-E6D2-426C-09B3-BA199B3DED3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6C945B-6C0F-6EE7-57DA-9EF965A44EB5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8523E9D-2D42-E7C5-E75C-A56D6EA3430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014B428-7617-A34D-DB68-1413A9A326A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A4CE302-6B9D-ECED-2593-3A1FE3435E7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FC00350-8BAD-EEF7-D5B8-A7B0E8301DB4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2BF73B0-7DCB-A167-A109-28D474D71AAB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C367924-2F2B-99CC-E59C-F8F0665DDFA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6FDC8E7-3712-25A5-B342-8C1A24EC4371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AE8EA96-846B-B2E5-F12A-B572B28E2E8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60B6022-01FC-0B45-4F7F-EDF909F8211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32333FC-6EAC-F818-4378-70BC3C2AEAEB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7DC284D-1317-E9FF-B691-16CCF2FE4F6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33E62FB-ED19-A1A0-F878-23C2BADBE1DB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40DD65C-307D-9957-2D5B-82F59391ED8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F546943-A0F1-7EDF-4A81-3DB6BB6D093E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C91E31C-20AD-0D9C-D654-A6CD81A7FD7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65EFF5C-79DD-683E-658A-85B7CC8DAD47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A0F8E8F-5384-9159-B0AA-AED91C198109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997432F-48E0-92B3-400F-34C9DA94E9C9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61B003F-F8C2-C36E-3C7B-0DBD375118C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D1F3D20-8715-8D0C-C51D-8EAE974E9696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9EE943F-6579-7F5B-5287-929F3A2104B2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38D7FB6-214C-3C74-DC1D-55F5AC1DD23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B672905-1ECA-75E0-9E6F-F261465719F5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B4005A0-AD7D-9229-F7A8-FDDB7D09148B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B8CEC56-F9EF-7702-D42B-A0CA2814AB6A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711F7F1-A8C6-D7B2-91B1-FC0BA72579A5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E5E34B-AD11-010F-2672-737018FBDFAE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A77C4F3-8D3A-AEFA-B70A-103272C588D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0A66B74-7142-AAC2-86D2-444B05B10150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0C889F6-984F-1CE4-F4D1-C28BBE8A7EF3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C29BBB9-14B9-02D7-7572-EFE062F1F0FD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2440A03-342E-50E6-E69F-6F761271447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DC3DE5B-5551-84CE-73AF-6597BB1B86CF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7FCCA89-C323-E36D-D4A0-503EF49B1BF4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DE2480C-C926-495F-BBD9-5F2B91F1C2B6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FCBD1AE-0BB5-FD30-8E46-13328C6CCC30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57CFF640-4368-D667-D928-85BCFCEA415E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71DCF20-57D9-D071-194B-79932A5F388C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C4250DF-ACF1-FB9D-2BBE-3EE6160E2A9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AB8F309-004A-81C5-FDF9-C134ACD23CDA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1460A4A-AEA4-7E12-7A4B-71F3267B3C5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EDCA7E5-2F7B-9DCC-81B5-31563336A90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E21441F-9017-3867-23FC-5A6E893F4FDE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09046E8-447C-973A-36C3-18A77A4A41A9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A09BC6-318C-EC84-1F87-C1324F3BBCC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859157-8053-1BA4-1E9A-D9D66531040F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92938946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E3E5A-C3AD-F57E-9DA2-A59D08A94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E3088C4-4799-A5FA-2A09-97742663261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remaining cells.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BB62C56-D426-093D-8892-842DC5828D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A039C14-4025-7C74-8FF2-81592063FC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F5F48B9-D316-BCB6-3436-9EF3753089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EF3E380-BA8C-F81E-14A2-13754F6BF4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A0F5B8BE-C36F-7E44-FB15-44303A6E01D1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27F199-6AE2-6A28-8DC5-E226B9FF99E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64101B-FA53-7D13-24A1-8A87769B1DD1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26CD1F7-5B9D-F42C-BCFF-82146954093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F9E3D96-37F5-3C1A-2C9D-9959EEB329E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B5BB24B-0918-34D3-77AB-62D39C9BD42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0D8CCD5-8869-8463-6177-F92373803CC0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C1F95CD-1736-94B2-1C1F-9EC4FF28902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B10228-683B-6D46-0AEF-2CDD0A32CD0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0C3F5F-7657-A3CA-B68C-5FAF9847FDB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8332D02-A426-F03F-AD0B-357391BDEB0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F5A2FD7-FA87-77FA-0C86-01BBA72767A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88F0E98-7523-BEFD-EB27-8DA3B98EB1A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2FD91D8-D7C5-1D50-E85D-BE8B2313260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093444F-2081-0F0E-8763-7D13C3C9940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C2F1AC2-87E3-874B-1672-02299353446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0628B1B-717F-DBAB-1C43-EC01B26B0CA2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6311BCA-28F8-FDD8-B160-6A2FC22ECD73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083EFCA-FB8C-1A8F-9C6E-0868A2A3B08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6FF51BE-92D0-7A81-8A62-78509B7ABE2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F1F8DB-9AC2-EAA8-F988-6376C2518FC3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2E379B-5437-F468-FC56-142DCC022B4D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8015198-E900-AD70-E269-72767F4D9C4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6E3E39-DD8B-9872-C86C-57D8D1BB6F4C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F02BE5-B142-80EA-B3F2-FF4A395310E6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B4DDD1-ACCD-6982-A5DD-83948461552D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16E55BF-B46C-89AE-F173-014B9085F0E3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514E839-12DD-840F-62BA-DB07AAA8E2B9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9CCC042-CD8B-A757-D073-13DB1F4AF089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E47E0F4-5106-E30C-C94F-5B317D5A27F8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C85CF49-6FD8-E958-F544-11FC22D2E45D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852352-CCD5-ED64-08FF-94329DF6D20A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78FBF9-52F7-BE95-99DA-8F5CB662DA0E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3D1A8F-ADCD-4FAA-D7F3-2D908BA24AB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47478F5-F1A1-819B-6262-730E14F0821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6B85B6B-15B4-5929-6E09-1D67C2B3F134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E62C743-A81B-55F1-0AC6-214412D20900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9D259A1-970F-E523-00D7-AA027C2C4461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8E6F84B-3152-62C3-081B-EE2C57B1E027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BFEB7AB-1ED6-23A9-9E63-01852F0A6531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F75FDCA-FC30-55D0-848A-B6571F4B47AF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FDD9254-AD73-0893-C7EF-C9B719509E6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0043F8B-EB37-5AFB-E3CB-3367345C6D01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64AFBAE-B310-8F35-B6F3-A41BE8FFD3B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F88B866-7169-0607-65FF-3A41FB4C652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4C706D9-D243-6CCE-04BC-991CF4E6F9C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509C1F9-20D2-4E41-33F0-0EA6D7D49E0D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7A8E992-0D41-617A-F77E-09D4CDAA3CA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603CF1E-10BC-8F0A-0879-A88212F23E4B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6075F4F-EF4D-568F-89D0-34DB9C4BE0F1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78EE4C3-2EE5-E01C-D69E-13D6172B863E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1D94AC8-90B5-5DC5-BC6C-351DD92C5E4E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B1B0755-4848-5568-80EF-3A612E1E95A9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423A935-F32E-220F-27D1-47A68141E784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3E4A478-5D97-B4FD-74EF-5D454D233C7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4AB2ECE-8B45-2E78-58CA-8A2809158C19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13668AC-A1A6-04C1-A06E-665A6B3830F1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BA532A3-DEB5-2D73-7EFB-06064EE0C9C4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B30908D-5A5D-D3DD-7B01-BA75DD92D0DA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BAA0C8A-3955-45BC-F684-5571259A477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DB81107-75B8-9DD0-2BE9-6551D2E82357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FCA8BDA-D658-465B-950D-6DE01B2768E8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766A90A-6DE6-D6E7-720F-DBE752F0080C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2748665-F013-3C0C-A3D7-62EB1E7D06AE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31D58B0-3F90-0747-2A8C-68E9B49408C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E68AAFB-891D-F166-A66B-FB3B83385E23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B11876F-DD3F-F35E-E7CB-CA50CB44346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114D9C9-DA8D-B320-65BF-0452767BAB17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EE902D5-9C50-EF66-EB5A-79283695B382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704DAC8-8167-189F-5DAB-361BD5D85225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820592A-7353-A273-60A1-48C5F441C10D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A46E3F3-3B16-1289-4044-BD05E60B22A9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3746DE7-014A-CF50-2C1C-D1BEAD5A47DC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2EBA2CF-2A20-3F9F-FA29-CCC78D96755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C8BDB2D-2D01-20F3-B4BA-4F66BD3BC1C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34CE8CF-4C6D-0BC8-288C-F173DBF3DE7B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42F43DB-EA57-CEE8-BFD3-18FCC4D43B59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0AE0A8-DF7C-E7F3-F9C0-967D0742C946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1AED6D-737B-3BB1-9516-376E61BB3C28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6165C6-339E-2E78-F290-AFFFD97DFC60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61529E-B918-249F-3E22-75F0328CF752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065651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9879</TotalTime>
  <Words>3042</Words>
  <Application>Microsoft Macintosh PowerPoint</Application>
  <PresentationFormat>Widescreen</PresentationFormat>
  <Paragraphs>2852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Hardis</dc:creator>
  <cp:lastModifiedBy>Jonathan Hardis</cp:lastModifiedBy>
  <cp:revision>393</cp:revision>
  <cp:lastPrinted>2025-12-02T00:08:17Z</cp:lastPrinted>
  <dcterms:created xsi:type="dcterms:W3CDTF">2024-03-19T02:13:08Z</dcterms:created>
  <dcterms:modified xsi:type="dcterms:W3CDTF">2026-06-26T00:00:12Z</dcterms:modified>
</cp:coreProperties>
</file>