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42" r:id="rId11"/>
    <p:sldId id="543" r:id="rId12"/>
    <p:sldId id="544" r:id="rId13"/>
    <p:sldId id="545" r:id="rId14"/>
    <p:sldId id="546" r:id="rId15"/>
    <p:sldId id="547" r:id="rId16"/>
    <p:sldId id="548" r:id="rId17"/>
    <p:sldId id="549" r:id="rId18"/>
    <p:sldId id="550" r:id="rId19"/>
    <p:sldId id="551" r:id="rId20"/>
    <p:sldId id="553" r:id="rId21"/>
    <p:sldId id="554" r:id="rId22"/>
    <p:sldId id="555" r:id="rId23"/>
    <p:sldId id="556" r:id="rId24"/>
    <p:sldId id="557" r:id="rId25"/>
    <p:sldId id="558" r:id="rId26"/>
    <p:sldId id="55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70"/>
  </p:normalViewPr>
  <p:slideViewPr>
    <p:cSldViewPr snapToGrid="0">
      <p:cViewPr varScale="1">
        <p:scale>
          <a:sx n="113" d="100"/>
          <a:sy n="113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43A8F-D2A2-0679-7E70-6F62F2D08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25A8D5-C22B-E914-E413-6FD6DB6EA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68CDF-914B-1E56-2104-D72D04053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8E119-C3FA-C845-6AB3-853F3D637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03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01A08-4A9B-A30B-1406-0559921D4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51608-2FF9-9D4D-D2F6-0F4F962B0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0420F-2281-D753-B0ED-337C7B98B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6B152-A82A-80F8-FD95-193922C83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64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0748D-A266-7CF0-FEDF-94B10223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86774-8693-D9CA-67E5-4665550F7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02092-CB1C-26EB-1219-0220ED75A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53E8D-9F95-6954-5657-5D41952DA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35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80FE2-A616-923C-B64B-8FBCFB4BA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B60DFC-B66D-80D3-D13B-BA082F155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2E950-DBAF-103F-A402-812418B09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A0539-64B4-89EF-A030-4AE265729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54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5C50-AA9D-98E5-4F06-014381F6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6A1FD1-883D-838C-0919-7C77824CF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95F89-F63C-1BEC-64FE-76C7854FC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4A137-C450-30B8-484A-3B0A1F3AD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54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CCD3-D073-04C3-5AEA-EC86E9ADD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E1B87-C189-E370-5A8D-3A0FCA9DC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A2429-EC70-5190-2E3F-ED38530A8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D3AB9-4094-2B99-D18F-AE75079E5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63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89F1C-F210-D101-7692-C660AC92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309DEC-21F1-F024-AB19-11C779A2A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0F574-A080-FB3E-8880-574A66D75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BC172-0F89-63B5-0384-453478837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53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BF53A-612F-BFE5-DF17-F6571D90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61188-D061-AB4B-540E-76C3DE545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D0B13-0A8B-E742-CCBB-C0B3E7BC7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33C40-1FA9-77CA-2312-DBDE91C78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68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C8775-380C-0E65-E30E-DE872A15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B5D44-51EE-F599-96B0-50EF28CCD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33F41-4461-8CEB-135D-DA2486FFA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9C6B0-4402-EC4A-CE9E-4F6E9E883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41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1EEFC-4150-90CF-1D62-695613BDE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792A4-5B6F-09A1-F82A-3D141090C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4BFC4-34D4-A799-3FF5-80CD95CDF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983AA-B599-0605-313F-339DF99FF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243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8F391-FE14-71AE-00AA-583788B4F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407F6-0D3D-9163-56DE-B597613F5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87E03-014F-E321-AF78-B2BD3B2F8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34786-0E7D-5B72-04BD-01B5910E2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66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E3B6D-65C6-2383-AB78-3B41A4B2B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093C0-64DC-4A52-DEFF-FB024C5DE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35FA7-80B3-5CC4-D328-EB6772220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EDF7D-96EA-7782-AC3F-084284E13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64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5BE03-E17C-7401-CF0C-1829D3E99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6127AC-83F5-5C2F-9002-7BA6CA8AB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FAA35-12E6-7DBB-8048-01EBF9AC5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239AB-9C38-55C8-3C89-63848AD4E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48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5C0F8-0759-E067-6FBA-74442948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D5AF7-26EC-2367-DC65-FA4146C04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0DD15-47D4-0E47-6F26-A6DA1EF86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BAE12-D9CF-7DDF-BAD9-A877587B9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16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502AB-66B1-98D1-3688-1D625C311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6BA863-EF3C-1610-9CCC-DB7432A80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EA830-206C-CDA9-D585-98126FE7A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DF517-E8B1-EE7C-A755-7C2085EC1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94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267CF-A665-6A80-D720-8B83CBAE5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3DBC3D-409B-DFBD-EC8B-C1F6AC955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DA5B3-E2FD-E1A2-7792-83F0C5410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54B4D-79EE-039E-4DC8-A0AEB4B07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178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1B3C6-6EB1-9AC9-5E7E-FF6D63E23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EC6F4-4350-1C6E-5F20-EE4F2A3BF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DA921-F0FC-743A-394D-278F4DDA5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84417-0114-4523-891B-66363DBC9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49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54972-0D52-1DAD-1C1E-799D420F6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C981F-C3CA-96BB-03A7-1B08AA8A1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76C78-F06E-792E-820B-FC4DFD852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05DBE-2161-B0D9-F075-EC7EBFB2F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446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45F4C-4C68-4AA9-1E56-914AA4F33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80516-D224-6BFB-82A1-B1F666D08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12923-B91C-18C3-97C9-BE2BF5130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9E43B-30D8-4CD2-FBD6-3ECDBE301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66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DDB5D-94C4-334C-70A6-3281B01F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CFB9A-7E31-FE09-4F55-BD0815731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A0552-CC1A-7851-ADC9-0C1298435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A7268-8DB8-7B2A-463B-0936F61F1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549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77AE-30F9-DEC0-9528-8CF8CF61A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7DB60-16CB-3F45-0EAD-74ABED4B6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C1ACF-7A19-9867-9996-0F61B0C70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5701F-85C9-0278-EB4E-29D3DCDDA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488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EACD9-CB83-42B2-5AC7-E365698B0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F74646-C9CF-F0F4-9B90-4DEB6EE6B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120F7-957A-9A9D-40DA-B20C6A386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8BA0C-738F-F857-8D45-795BE7FF65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373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A4F4E-8A0B-7257-8AF4-79533AD88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AF1D0-D888-B7CB-8352-FC09DC3CD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80394-DF5E-32E9-B32F-B9586EDDB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E64A2-15A2-F8DA-8626-FB2F409DA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330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B96BA-E757-EAD4-16C4-59041EB13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3AF60-2E0C-3856-A0B6-93BF93C27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FDE4C-8C3B-9B60-B9AC-DE19D7F59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D0303-DF0F-C0B5-9754-88C7357D8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159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38758-9AD6-EB8D-1164-A3BF1FC34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C19CC-52E4-C0D9-9916-9E8E6B4D5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A2555-1B54-EAEB-6E2E-7B3BB9EEF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217F7-03EC-C54F-2F59-517B28010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54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45D95F-13E3-6E65-A038-0DB6A9A8A5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75537"/>
            <a:ext cx="4543224" cy="502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816B-6EE3-861D-5DCC-AD4F349E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DF0766-3BA7-6B74-6836-1871ECD857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long blue lines traverse two cells in a block, so they are at least 3 per block.</a:t>
            </a:r>
          </a:p>
          <a:p>
            <a:r>
              <a:rPr lang="en-US" dirty="0"/>
              <a:t>The short blue lines traverse three cells in a block, so they are at least 6 per block.</a:t>
            </a:r>
          </a:p>
          <a:p>
            <a:r>
              <a:rPr lang="en-US" dirty="0" err="1"/>
              <a:t>Vetos</a:t>
            </a:r>
            <a:r>
              <a:rPr lang="en-US" dirty="0"/>
              <a:t> by Sudoku rules in one block apply in all blocks along the line.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958668-D928-D9B4-1D25-09F021FB5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1236F13-AEBE-EEC4-AC61-0EB29997A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24DF184-AAA9-0016-4D7D-940D838C7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C8D87B6-0B6C-D777-DD0F-A45AA9577F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E626BF-06EE-1843-FD7B-6E86BED7A9EF}"/>
              </a:ext>
            </a:extLst>
          </p:cNvPr>
          <p:cNvSpPr txBox="1"/>
          <p:nvPr/>
        </p:nvSpPr>
        <p:spPr>
          <a:xfrm>
            <a:off x="4143022" y="79061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836AC-DC63-2A48-F7D7-C52BA2E8DC41}"/>
              </a:ext>
            </a:extLst>
          </p:cNvPr>
          <p:cNvSpPr txBox="1"/>
          <p:nvPr/>
        </p:nvSpPr>
        <p:spPr>
          <a:xfrm>
            <a:off x="3138310" y="17925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BD2772-FDBF-747E-1590-496E7149F47F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8E06C-B96A-9B74-01D1-DF189C21C2A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154627-A7F7-5BE0-DE12-43F345565D3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EC0914-A9BD-97A0-4C5E-AC4D583CD452}"/>
              </a:ext>
            </a:extLst>
          </p:cNvPr>
          <p:cNvSpPr txBox="1"/>
          <p:nvPr/>
        </p:nvSpPr>
        <p:spPr>
          <a:xfrm>
            <a:off x="5650090" y="32953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3009A-6D4B-B12D-921C-37723D8FF53C}"/>
              </a:ext>
            </a:extLst>
          </p:cNvPr>
          <p:cNvSpPr txBox="1"/>
          <p:nvPr/>
        </p:nvSpPr>
        <p:spPr>
          <a:xfrm>
            <a:off x="7157158" y="40507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752172-27A7-9CE5-8077-415390631AFA}"/>
              </a:ext>
            </a:extLst>
          </p:cNvPr>
          <p:cNvSpPr txBox="1"/>
          <p:nvPr/>
        </p:nvSpPr>
        <p:spPr>
          <a:xfrm>
            <a:off x="6152446" y="505260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79136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0BF6C-98B2-6911-ED54-5D978B23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A7D6D8-547D-DFC0-DCCB-2F7FF32BAE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4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69B7EB2-77D8-B5C2-428D-DE72A1E64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1A0952-9B7A-2EA6-0B2B-7FCBD52B8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9C482C-5E71-B987-50B7-77A93348B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962570E-7DE9-2C97-73BC-1ECDAE0EA2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66D2E5-FA8F-D115-604E-735A5DC818EF}"/>
              </a:ext>
            </a:extLst>
          </p:cNvPr>
          <p:cNvSpPr txBox="1"/>
          <p:nvPr/>
        </p:nvSpPr>
        <p:spPr>
          <a:xfrm>
            <a:off x="3138310" y="17925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CBD2B3-9778-5BF4-AAE4-9D3C363DFF44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4E6230-9FBE-EC0A-165A-53F5797BC19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21FDE3-86D0-81C7-0B7F-7412825C491D}"/>
              </a:ext>
            </a:extLst>
          </p:cNvPr>
          <p:cNvSpPr txBox="1"/>
          <p:nvPr/>
        </p:nvSpPr>
        <p:spPr>
          <a:xfrm>
            <a:off x="5650090" y="32953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02A4B0-F0C8-EFD4-82C8-4C346EA5574D}"/>
              </a:ext>
            </a:extLst>
          </p:cNvPr>
          <p:cNvSpPr txBox="1"/>
          <p:nvPr/>
        </p:nvSpPr>
        <p:spPr>
          <a:xfrm>
            <a:off x="6152446" y="505260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BCEBA9-C79F-ABDA-553E-E5B97A77082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369858-CCBC-8F66-A46F-1326423A093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29C5AE-89B2-E9D4-DD4F-7AE75C44105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15716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CD3E-84EC-C5E3-05C7-8236A893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5C28E0-9651-12E4-93DF-5C67A2B7CD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way to sum to [4 in 2] is 31,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7F3B35-F500-5183-A907-CA1AB0C91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01057E4-CE6A-AC89-DFCE-400494462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B5604F-3AE3-A379-4F1B-ACCF1050C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B99D72E-0516-97D9-31AB-78D4AC7159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F1F12D-5BCD-A266-D9E7-10F5B64D7713}"/>
              </a:ext>
            </a:extLst>
          </p:cNvPr>
          <p:cNvSpPr txBox="1"/>
          <p:nvPr/>
        </p:nvSpPr>
        <p:spPr>
          <a:xfrm>
            <a:off x="3138310" y="17925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194B5E-8839-4338-DDB8-45A18BFC2C02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D2522-CDEF-4C5F-B8A0-A85BC032E06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6421DB-CC8A-C5FB-E097-3CE249DC34C0}"/>
              </a:ext>
            </a:extLst>
          </p:cNvPr>
          <p:cNvSpPr txBox="1"/>
          <p:nvPr/>
        </p:nvSpPr>
        <p:spPr>
          <a:xfrm>
            <a:off x="5650090" y="32953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20C38-B188-C9D4-7D80-4B32CF2FBD3A}"/>
              </a:ext>
            </a:extLst>
          </p:cNvPr>
          <p:cNvSpPr txBox="1"/>
          <p:nvPr/>
        </p:nvSpPr>
        <p:spPr>
          <a:xfrm>
            <a:off x="6152446" y="505260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B68DAB-4678-3E19-299D-CEEC27FF3E6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C7A000-5A49-7EB3-42AC-6F38E9EBBFE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E07066-A992-B78C-A96A-E83A11355A9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43F3FC-B873-EA17-445B-3A616C1DD33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96F2BD-D274-2E8C-1493-47EABBF8F0D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F24B74-180C-A2E1-F9F5-2E315B4E739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9FF842-4852-1FC6-36B6-08C43A54C16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18488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1FFF-B5BE-2E7B-4673-9988D99BD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6D76FB-8486-A19B-E0DF-A18185DE3A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4 in center right block.</a:t>
            </a:r>
          </a:p>
          <a:p>
            <a:r>
              <a:rPr lang="en-US" dirty="0"/>
              <a:t>Last possible 4 in upper center block.</a:t>
            </a:r>
          </a:p>
          <a:p>
            <a:r>
              <a:rPr lang="en-US" dirty="0"/>
              <a:t>Then, last possible 4 in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CF9335E-807A-1DFD-D008-51B8A453D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777725F-C607-9CCF-F1D0-313A6815C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2369B6D-E143-3177-DBB3-9B381B3A5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F52766-BE95-656C-61F7-EA7B7EFF21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8E5250-4DF8-64A7-3DE2-DD930FAC0382}"/>
              </a:ext>
            </a:extLst>
          </p:cNvPr>
          <p:cNvSpPr txBox="1"/>
          <p:nvPr/>
        </p:nvSpPr>
        <p:spPr>
          <a:xfrm>
            <a:off x="3138310" y="17925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CE27A9-1CDB-AC9B-9B8B-7D1C22D1A053}"/>
              </a:ext>
            </a:extLst>
          </p:cNvPr>
          <p:cNvSpPr txBox="1"/>
          <p:nvPr/>
        </p:nvSpPr>
        <p:spPr>
          <a:xfrm>
            <a:off x="4645378" y="254788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8A1F8-44B6-983B-A9EB-C2524E1B557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E650CF-A487-8054-C0A2-420365CA5B84}"/>
              </a:ext>
            </a:extLst>
          </p:cNvPr>
          <p:cNvSpPr txBox="1"/>
          <p:nvPr/>
        </p:nvSpPr>
        <p:spPr>
          <a:xfrm>
            <a:off x="5650090" y="32953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A4860B-5189-71DF-014B-B369643D6B85}"/>
              </a:ext>
            </a:extLst>
          </p:cNvPr>
          <p:cNvSpPr txBox="1"/>
          <p:nvPr/>
        </p:nvSpPr>
        <p:spPr>
          <a:xfrm>
            <a:off x="6152446" y="505260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824A4C-E323-A18B-9653-A0CA193E34E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3A34A8-8D99-A989-59B8-DE52709B80C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BAC069-11C4-30DA-8CB0-43F9A2E5DDE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3AC743-E2C9-C56D-B6D0-E1977D99E4D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F1EBA1-F392-5F1E-9CB1-126091F4D98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CC0CC8-CC4E-0641-3662-158B8352AD8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3F4464-D3BC-2B54-2FB1-0D9236D3624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5C62F4-2517-6604-185D-63F36D5F1ED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7638C9-9AE1-7302-B724-C526517A67C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D7CE65-CB3E-7D6C-8B29-3E082432A45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53008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3FC9D-0381-93C0-EAFB-C42CBA13C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534E76-EE29-A5A0-04CC-52DEDBD2E2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upper left, three that sum to 7 must be 124, which is precluded. Three that sum to 8 could be 125 or 134. 134 is precluded, too.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65FC909-5C5C-B2CA-4438-7159B15F3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6A6D463-DD00-977E-4901-F3E134F23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71193C7-B4BF-DDB2-0BCE-11B3839C6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165116-C301-6D9F-47A2-79AF801B48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937C65-1838-A1D1-B1F8-05E21AB7B367}"/>
              </a:ext>
            </a:extLst>
          </p:cNvPr>
          <p:cNvSpPr txBox="1"/>
          <p:nvPr/>
        </p:nvSpPr>
        <p:spPr>
          <a:xfrm>
            <a:off x="3138310" y="17925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A561DB-5931-B920-718E-0EC7CA5A9E8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C7266A-C952-6C5B-37ED-82B05C54A3DF}"/>
              </a:ext>
            </a:extLst>
          </p:cNvPr>
          <p:cNvSpPr txBox="1"/>
          <p:nvPr/>
        </p:nvSpPr>
        <p:spPr>
          <a:xfrm>
            <a:off x="5650090" y="32953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9D898E-EEBD-522B-2639-0F8805D31E25}"/>
              </a:ext>
            </a:extLst>
          </p:cNvPr>
          <p:cNvSpPr txBox="1"/>
          <p:nvPr/>
        </p:nvSpPr>
        <p:spPr>
          <a:xfrm>
            <a:off x="6152446" y="505260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795C59-38ED-7AD4-C10B-4BAF49D194C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536590-0392-972A-DA90-BEECF19034F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E7073E-3C3A-C6FF-13B2-D0514D6FBA4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77BADE-6A41-413A-8BD6-CDAD817D2F4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0FA007-501C-CB93-6015-AF2E1451E55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707090-940C-4636-7ADF-C2FED9651FE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B0A8CF-EB74-81AC-CBAD-CF2C3D3CA4F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92E9E9-36B7-D307-6874-5BDE2768352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D37A70-7783-6E1D-9F36-FB352678E96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EB2875-0BFC-775F-D0DA-1A302777154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77CB9E-028D-B341-AE9D-337634262AA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B80A49-0BD4-8BC5-F4ED-6F217864BC4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8C7010-2160-F94D-2DF3-06166CA204F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D3B361-C6B5-A3DA-DAE3-3B4F8B30FD1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15951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2B11E-1EBB-8800-4E55-DF16FF00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980991-C7CE-45AD-299A-B84049B042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B979338-E7C6-480E-CA3D-C3B73D17C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5932E5A-8A78-C237-77EE-4335FEC01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090DBF-B3FE-5AF6-B0EE-6C1B8CA43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D454C0A-7FD9-F330-2D56-4D19959A5B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3CF0DC-5A78-AB49-EF9E-62F60BFD9F3D}"/>
              </a:ext>
            </a:extLst>
          </p:cNvPr>
          <p:cNvSpPr txBox="1"/>
          <p:nvPr/>
        </p:nvSpPr>
        <p:spPr>
          <a:xfrm>
            <a:off x="5650090" y="329533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BD6AB8-4D6A-4679-00A7-C5618EA8D61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6A0F69-264E-DA33-E342-744F7F0D475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43F683-1459-3D56-A62D-20CBEB194BD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B6DBB3-8FCA-2858-2E74-B8A0C35597E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F6F766-063F-A6F4-0FD3-E60696FD93D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0CBCAF-EAE3-56CE-0FFB-27106C68667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FB6D73-212F-4B97-5EF7-1D3F0A408F5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5EB20A-AF88-4BD1-9833-4D621632335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28894E-C9A1-2129-D99A-02E304D3A33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4FD9BF-3D7A-72A3-8099-3F32B5FD66D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27EE64-3739-5926-4DDE-414AD2E4346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379552-B439-469E-3093-5CC20825FF7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9DB95A-3B90-93A8-2F27-0719726CFE8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6E0ACA-2002-5EF4-076A-5F6BBA4ECA0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46A2C3-A753-B8B0-104E-6A87403131D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627DE2-3C66-6EC3-43CC-FEADE2AED00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68BBC1-1DFA-5354-3B8A-820EEECEC2B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7927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7ECEA-ECB0-027C-0844-54403E56B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54D566-36B0-F746-1098-BC11C7761A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9934552-EB59-F164-D4A1-A6954BFEF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BF0A34-0284-75A7-4EF9-9AAB45030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B5B4DB4-6BC6-3942-4A55-C8E024F543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8CC596B-5506-E37D-72A0-F1A877EB66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FC4609-C838-F16E-7BB1-4AC6A878357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DE9073-5275-E798-E697-425D83F7FFA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BB5310-05D8-8BBC-BD6D-2A9D951326D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259CA6-BDBE-C728-2828-EBFE1BD4871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C503A8-3E57-CEB2-9F67-A9F3507B1B5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756A43-8B27-6DBB-92F7-7A81DADE791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C76CF1-6565-BF00-A555-6E8B800BF35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723B71-9883-4CA2-C2A0-538A5BF28C4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B0444C-B042-DCE5-3570-6EDFDC77593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827F9A-06EB-7488-4AD2-360DC980E44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4D8B9F-BDE3-2896-2D9C-1C9918F06D0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81C5B0-FF4D-D947-527D-EAE287EECDB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761BAD-51EA-A57D-3814-8C6FCFDFC53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62B6F5-4D45-FB35-69C3-2E39BC1B898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3C6941-04F3-0B84-8B7A-AC03E01CC9A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A1F54-9E16-355F-AE88-BA5615E36A7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545DAA-43CF-4565-E2E8-4B54E9C9D17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89051F-5373-4770-EA75-DDE8039148A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01961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D528C-8093-2D86-B2F4-F82F6E033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D7D69B-FE42-1CC1-40C7-7860940B53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way to sum to 6 in three.</a:t>
            </a:r>
          </a:p>
          <a:p>
            <a:r>
              <a:rPr lang="en-US" dirty="0"/>
              <a:t>[7 in 2, no 4] could be 16 or 25. (Note implied 5 in center block, Row 5.)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D261978-2BA4-29AB-A8BD-3E6B05000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5B8FEDA-6DE9-EAF8-0878-645D499E6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271DEEB-E682-A60C-B543-7611ED705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7C225A6-5893-A0E0-50BB-D5A9EDC850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B26502-AF86-2ACD-7372-F3E48BCDB67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E16D39-DFBD-3BC9-22FC-957DA37F4A0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A2C1E8-CE48-ABFB-7352-ED52A5D21CD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88CDEF-1980-12D2-1C64-BA58151C0AF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35B04C-B6FE-2EBF-B67C-25EE5EB8DFF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9C3FB7-0AF3-BF3D-6348-2DD307DC4AF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A985AF-C903-15D1-E888-0CC41076D15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C77E57-A27D-87BD-6D93-78C6C1A3040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AA6401-EDE0-4227-4BD3-1D05890867E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6A84BD-E928-91DF-BAD6-FAD8A986A88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C02E6-E3CA-0496-7C44-4167AC00481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5D50BC-C588-BD24-26CE-0FB01A8F440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E2A1E4-B41E-7711-4FA0-203004000C5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7CECC0-60B1-116E-5B36-1A25327BD48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54291C-0042-BEC1-B049-E827F67636D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A3C4D0-E7F4-622C-2A0A-E9D0FCA0963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13746F-8244-8AE0-24F4-A7414E50488B}"/>
              </a:ext>
            </a:extLst>
          </p:cNvPr>
          <p:cNvSpPr txBox="1"/>
          <p:nvPr/>
        </p:nvSpPr>
        <p:spPr>
          <a:xfrm>
            <a:off x="715715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EC1F56-0108-EA8F-8306-82045F0FB95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486FC9-16E3-1DB9-C088-200C192C795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47C250-1379-2D63-CD2A-2B81A8C34D4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8A1A5E-2AFB-1EE0-19EF-1C245857AD1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608081-6DF8-F31E-AC4F-9A1EEC87403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7FC8A9-C43F-BA20-D829-DC88893884B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DF9148-56D3-AC54-B0CB-CA77665D74E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741C95-FA81-88EF-8479-04D87D3F9A8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75400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5B980-F88E-91D5-6B30-A48EBC6B3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8E4FB6-1665-DBF3-1CD8-556BE4D903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744C0C5-A4BB-5EF7-8504-DF4C280A6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5061A0-B875-2AF0-ECBA-D7554408C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2EA284-DA29-9618-9F92-92D02A661B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7A7F18-99E2-299C-424A-D49FDEF8FD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3F01FC3-B2ED-C39B-BCF1-ACA6751AD29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A02B3B-3430-4C86-B746-1DAD3C332C5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73F84D-D121-0C37-6D8C-BC515F1AFD8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656A96-1AA4-96C9-B4F1-AE94413D4DE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DD84D3-8AA5-8DC3-B6E2-D08E0572CA5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D304C1-E2A3-B469-5545-E2C179218FD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2D3149-E9B3-00AA-4051-CDD86BBDBF0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5033CE-8515-5EA6-315F-828AD84FEE8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6DD295-1A33-B74B-0A62-A95B6787D42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584608-DF25-4189-53A6-35A252956F2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6F620F-3E9D-9537-B4B0-39C8A23356D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4D508D-427B-F42A-931D-7246547A466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A1410-231A-0D04-7B5C-5C4AC60B74C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36C7B-DCA5-4446-C722-BB42887791D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598A59-9C0C-BC4D-4DC6-FC1A2A22613A}"/>
              </a:ext>
            </a:extLst>
          </p:cNvPr>
          <p:cNvSpPr txBox="1"/>
          <p:nvPr/>
        </p:nvSpPr>
        <p:spPr>
          <a:xfrm>
            <a:off x="715715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3E5EA0-FA3E-D622-6949-B5B6B4E5BFD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489111-DE11-0EAF-ED3D-E1D5DDA3BF1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2EA321-ADC3-2921-040F-8706F1732B8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3BAEBD-56AE-28B0-B9F8-954416A7117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684A96-992F-A797-8A79-EA685206ADD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3B7C15-0BD0-FC5A-625B-B93F36A440C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437785-E9E1-FFB2-BDDA-04218D06147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C4F559-A399-0CDE-087B-FA2DA10922D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813B90-1EAB-3D70-FB0D-341DAF5F8DD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963C78-BC0D-C483-52BD-EABF9EBB794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0681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5AB9C-2608-99A9-7DE6-B3D17EC6A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05B6F5-1E1D-3AFB-D832-6DB3BECC9B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88F5153-9FF2-B412-E89E-202D6D139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5C89E7-3E89-C684-927E-84A21672F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DAB0FD-2C7B-8AF9-542D-64AB591451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66B5DD4-3390-5C05-D682-9F1D447268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FBBACB-6883-F18E-51E0-3FBCBE705C8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4D437C-7CC0-7944-465C-7330D68FB0A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B403C1-4A58-9D49-17FB-89149BDD928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06E81C-C0EA-3B09-0FF7-8983E1126DB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90E89A-4BBB-1D7B-7B07-17D599F7CDD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A7F4D7-5702-09B3-81A8-1C122C9D5DA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1E174E-0460-A39B-3E8B-51A93F2D020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2E5187-D0ED-46FE-E66B-AA6D933D24D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71020-5778-91B5-C28D-7762F5C81B8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219900-B224-020D-A79F-1C9C4C8C326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FB233B-1D43-8601-6A76-7056E4F24E3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AA138-D98C-CAC4-8020-F6409691785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A2A1B-16DC-F0F8-0682-480D9323566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C9CBDC-864D-B2FF-4C1A-C235459158D8}"/>
              </a:ext>
            </a:extLst>
          </p:cNvPr>
          <p:cNvSpPr txBox="1"/>
          <p:nvPr/>
        </p:nvSpPr>
        <p:spPr>
          <a:xfrm>
            <a:off x="715715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BECF8A-8347-2362-F041-81995155670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F35C99-186D-C5E5-B631-1115F5CC090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38D63D-0388-3090-AF5B-409000CD4D2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404B79-3406-470E-4996-484CE90435F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2A2B87-9923-2464-00F8-6E247E72D7C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563976-45C0-5F7D-020D-DA8AA36BDD2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6FB49C-2CFB-19BE-FF69-00B1BCE8B02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EC9312-782F-491B-9BE8-B8A731D6F5B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C49329-C5E4-27A5-3FC4-3F4E75B86BC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A190B2-167F-9D5C-9C67-1B8F7E11F5D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60019D-D0C7-EBBA-89AF-046841A9F83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89399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8C924-2F89-F21D-AB6B-4330191A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44BFE2-F24F-26F7-5A9A-0152C6C509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DBC83D-F852-22CA-9E88-042E5A4A5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37E55D8-EE12-D3CB-0C8A-5C7FA1BF5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76A9AB-C8A4-A546-2C45-855E51883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F55C5D-180E-2846-202C-CEA9689FD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CD9C36-AB32-4AF7-03B9-5FD9A7A331D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3494DF-2534-3610-7ADC-5A19213256E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A3C002-4603-C9FC-A29E-4374E873C19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002882-E001-68F9-584D-85640315F3A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D43A4D-97A8-F8BE-27D1-6F62DD2339F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A74DC9-B773-9D02-5F07-D1DD0461434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F2D269-A708-FC06-575B-86BD40030E4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4DB9E9-D389-C075-D8AF-F8DF79CD908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23E508-F241-91B8-271B-753A9BB9B0E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D76A09-0FD2-87E4-8F14-31CE721B7DD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4C5D42-D501-855A-AC6D-539153FDFE5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75A618-4102-9A25-9374-7EC55737BB6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9D097-3F81-BA96-48D8-C9FCA7E5B2CD}"/>
              </a:ext>
            </a:extLst>
          </p:cNvPr>
          <p:cNvSpPr txBox="1"/>
          <p:nvPr/>
        </p:nvSpPr>
        <p:spPr>
          <a:xfrm>
            <a:off x="715715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FDA42F-DF70-02A2-19B4-A0739561449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BAD7F7-FB26-8EBD-37EC-C9F32CBF7F5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36C028-5113-AEAC-5D9A-43E825BC6ED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71892D-E7DA-C43D-FAE4-0341CEFC680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AA3064-5768-BC13-5608-D9C11D0C152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BE04EE-20ED-1A3A-C04A-FB1C5F97349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E24DD0-10A9-DD57-B805-7C45B8D2EA0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2A8EF8-9EBC-379E-7499-8600D8F22F8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B6ACD-CF9E-602A-A489-720DBC46F7F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B7847D-F5B2-09C9-5558-237E9973AF1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767CC6-480B-A768-7A6E-80DDA61AEC2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C665AF-FCCC-1A91-C7C0-A3E94016DC2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23262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43A11-029D-6A39-2B02-30A2EB40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6CB92C-744A-F4DE-24B1-0D64496240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Remaining cells in center block are 125, which only fits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EB0A0A-732F-2921-0EEB-5F03B7E47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A52B69A-4BB3-7411-E44B-EC8F49D85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50B380D-FE45-B944-864E-C857952E6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FD0480C-7B6D-CE3D-E659-E0198A9C61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903328-BC22-E2CF-1E8B-794980C07CA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A82F4C-535D-866A-B6BA-CCB3453FD36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8FCF5-8384-3E9E-F6B8-001AD97913B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73B21B-BB7E-E408-15A6-92F22A321F2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F7B6E3-BDF3-4413-0717-EEAD334B55C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233FB3-F90B-4E21-7078-CA08C39155F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7A30D4-6807-EA70-6852-888504C6070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E6043D-3559-7FDD-768E-E36EF9E1F6E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B00168-5166-931E-DD9C-07CC631A8F3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7EF43B-811E-68F5-B41C-12B3112D5B2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27B5FB-FEA0-23B2-ECE8-760BDE7C108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ED03A7-CCA9-177E-3553-40D4EF47A69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FD8022-8172-1884-5D69-E935BB3B0B3F}"/>
              </a:ext>
            </a:extLst>
          </p:cNvPr>
          <p:cNvSpPr txBox="1"/>
          <p:nvPr/>
        </p:nvSpPr>
        <p:spPr>
          <a:xfrm>
            <a:off x="715715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7644A9-CF5B-DB3E-6ED1-45C26146023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637B15-DAA0-D20A-D4A2-4E08A746B12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C9ACBC-BDB4-9AA5-B186-2544F7E1F0D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134B14-28D5-3564-F3BD-1223F503A8C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7D82-F75D-4B0E-9535-F6B53C8AE75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D237FD-633B-BBA1-7667-CFA3F8B22C6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4C9DC4-1025-85C1-7665-E61FC6A4252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B65CF5-89DD-AD3B-2AF2-0B2335C4816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5A3FB-E4EC-6878-2A29-4CDAEA900F0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CE7E1-6F24-4A02-387D-A93CB807628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166E68-61DD-C031-EEC6-F8C1A90C358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989A69-E699-BA1F-FFFE-D4F7E1AF62B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04BFB4-4B68-CB6B-5012-7F1A73849AC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869820-ADAC-8AF2-B273-095A7FA7E5B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CABB11-3CD6-B980-96B9-8D7B4FF57AD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38455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5DC63-282A-8BE3-C118-420E40CB9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FD739E-6AD4-0313-A52E-7A53365980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3 in upper left block.</a:t>
            </a:r>
          </a:p>
          <a:p>
            <a:r>
              <a:rPr lang="en-US" dirty="0"/>
              <a:t>Last possible 6 in lower right block.</a:t>
            </a:r>
          </a:p>
          <a:p>
            <a:r>
              <a:rPr lang="en-US" dirty="0"/>
              <a:t>Last possible 5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F9B2EB-788F-BF00-7FDB-F6DD4C6CB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C4664C-F791-CC43-8237-31BE9DDB7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EEDFA40-9A18-AA28-199F-0B422BE22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5933097-E7D4-6C9C-1DF8-CD9ED0EB7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D18D01-3C57-A251-01A5-D6ABAD8BDDD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372E71-ABC3-87FA-4578-AA36B4BB196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61CE16-9224-2C41-1094-AB4D00DE344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35D085-CA0B-FE4B-DD94-CD0B8DAD282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E85DBD-6FD8-9746-E147-E2EDFF3A001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9551E-4D0B-1C4B-22FD-03CD5035467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1BF501-99B8-3A62-4029-5FA42B41BA5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95F6C-CFD9-4446-4E02-61916C5FBFE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FADDCC-FE38-5513-2F8A-9BB7C5B199A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71F019-2567-9B04-12BA-8B129886251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053417-C831-B9D4-A31F-190BE0AE692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826CBA-8D07-0B5C-6C18-6BEB1B7491D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AC888F-EED4-863D-8A2A-D228DFF40EFA}"/>
              </a:ext>
            </a:extLst>
          </p:cNvPr>
          <p:cNvSpPr txBox="1"/>
          <p:nvPr/>
        </p:nvSpPr>
        <p:spPr>
          <a:xfrm>
            <a:off x="715715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AE4271-D948-C5EB-A2D5-EC8BDF74C7F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82BB5D-2235-9406-BC9A-D272B34EC3F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376934-12E3-6605-CB19-BE6DB343B66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B3DCCA-FF54-8385-C662-70D66F2C90C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9F44B8-2CF6-D42B-4BE2-A701E01A876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046777-BB6C-AFC5-271A-10A6E5E4900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A90497-20C8-B231-0A8A-8FA3CA75664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3D46F4-C998-A7FF-5F07-E052ADCFC87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C451F6-74E6-32F3-F3E9-130B75E49CC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9B30B5-678D-E142-B01A-A07DF1462A1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BCDDA2-86ED-B65F-01DD-F4B61E591F2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CCE8B5-64DC-1FBF-D075-60CEC09015A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24AC3B-FD54-39D7-711E-D9F3E5E8FF6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CE4D17-124F-2973-C7F1-69BC2F631FA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CFEA2-3B81-760B-4C1F-A174087E1B0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1B3071-E37E-B967-BE3C-5FFAAFE0DF9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8773EA-00C6-A1CE-FC33-D8EE7539D35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BE385F-0BE5-0A59-D1C8-1358C8DD8BC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4778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B1BD8-71C5-DBEF-7497-A93C2D015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57F442-B4BF-9456-8654-BF85ABC192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5 in upper right block.</a:t>
            </a:r>
          </a:p>
          <a:p>
            <a:r>
              <a:rPr lang="en-US" dirty="0"/>
              <a:t>Last possible 2 in upper center block.</a:t>
            </a:r>
          </a:p>
          <a:p>
            <a:r>
              <a:rPr lang="en-US" dirty="0"/>
              <a:t>Last possible 6 in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DFAEF8D-CAF1-033A-9F28-09E7F31A4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B636317-4532-F912-9064-1EFA0911A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F3060B-B64E-0662-5C88-A53B7E513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7182D90-54B4-99B4-4BF2-8B6B20C860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75ADB0-4E9F-70A3-4EE5-14F5A4D60FB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5990A4-07B0-A293-8268-CC4FBF9DD6A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5C1F6D-C4D9-268A-DFDD-93732EDE8B8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043F0A-FF51-3B72-E8BE-43FA19BC7FE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25B5D9-6348-9DBF-0D15-0BFA8FC6A17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CEE6A7-F04B-67CB-169B-129B1C92BC1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59402-3AA3-99FB-3A85-95E263C80DB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FBD1EE-E5FF-055A-54CD-9D3F52FBD9F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FBD531-9162-8256-09C7-5FDD020656C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069621-BD99-7826-9C29-A5D97726704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03453-8F6F-27B2-04F3-08807308BF9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516EF9-17EB-83C7-2D59-583AF97AFC0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4DA095-EEC5-3E71-7E87-AC832D82C353}"/>
              </a:ext>
            </a:extLst>
          </p:cNvPr>
          <p:cNvSpPr txBox="1"/>
          <p:nvPr/>
        </p:nvSpPr>
        <p:spPr>
          <a:xfrm>
            <a:off x="715715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3FDB3A-54E6-CCCC-A8F1-2E922F37A69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EF89D-A1AB-C1A4-B81F-70C7949FAC1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31BA05-6A37-D481-9AAA-5EFC72E4933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F1E5CF-0BD3-6574-90D7-90D734892C8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7B2F72-2B08-271A-E6C1-D64FF57C103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E4F4C6-431C-82FB-D001-C40428C1B12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021A73-3FC2-9735-CCFC-E5B5F9BD583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CC10F6-A2F7-EFCA-CF1C-F56B5E9DD63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EE5802-E6D0-6E63-764E-DFD62072182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829BD4-05D8-4128-93E2-AF6B5CF1209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AEAFC-E915-AF2D-5922-18DFA4EB117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24C709-7CC8-A4E6-C536-9C4B8A0ECDB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76CDC1-A70C-D280-9A36-1F2F514D9DF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2BB804-D0ED-626B-C833-FD8798982AB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533635-61C5-38DB-57AC-618FD63C0EB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2709BF-C3CC-8DAA-22F7-7842C9758B8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99127B-84EF-D1A9-4500-47801D94F2D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D8A760-426E-8912-D05D-CFC43E395A4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D5CB59-43C9-A624-416B-4E1E9CEA930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1E0ACA-6840-B51B-F160-4ABFE1706B9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840BD6-C291-CD6B-F3FE-48B2EBA23FA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58915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61068-05F0-FB7C-3681-68E53EFAD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FF7C41-9C98-ECC5-D64B-2AB84118F2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3 in upper right block.</a:t>
            </a:r>
          </a:p>
          <a:p>
            <a:r>
              <a:rPr lang="en-US" dirty="0"/>
              <a:t>Last possible 6 in right center block.</a:t>
            </a:r>
          </a:p>
          <a:p>
            <a:r>
              <a:rPr lang="en-US" dirty="0"/>
              <a:t>Then, last possible 6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381D049-9369-DAAA-953D-42DFCAB41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C727F81-E9A7-CC19-A8A4-13D694274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00FA443-6C92-8EC3-0908-F13C50549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C7882A-CE9C-D91E-4E1E-937F4CE40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8A652E8-0721-38C3-595B-584BFF29D10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766314-E8B6-75A8-41C1-D560C20CC95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1E1323-8541-5A38-E75F-742115884F4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2DA8DF-2D6C-1294-EB3D-8673211E62C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4FF1CC-A74D-0D42-5A24-DAACB26738A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36D325-DDD2-E9C3-DB01-F95BE074891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F4F55E-AF9C-B03A-B2C2-21D92D914FD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DA7540-7C33-B9E1-1416-7495882628A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94C1AB-C6CE-313E-D0A8-97356585250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DC07F8-7303-4B9F-C780-A81617F696E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C5A07A-1CB7-6EA0-4A1A-7DB74731019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5A0DE0-41B5-108E-B4AC-BCDABB701A9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2D1A33-CDD1-3CA8-EFCE-4D3A7B70EAB7}"/>
              </a:ext>
            </a:extLst>
          </p:cNvPr>
          <p:cNvSpPr txBox="1"/>
          <p:nvPr/>
        </p:nvSpPr>
        <p:spPr>
          <a:xfrm>
            <a:off x="715715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8E2E11-27C9-A05C-B1B8-002947439B9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093004-B274-C209-6B74-A97CE62DD2E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2789DB-2973-669F-8D54-9F57CC01DC3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95230B-CFC6-3143-7B30-F0BA0194B2A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6468ED-BFC3-7963-3E1B-B93BD45CCFE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5F9711-E4A4-4D72-D415-E689E4FAC34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4791B2-86C5-50F8-FEA6-A0E10DEB779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276A29-617B-AB55-E5BA-33CBF4B7129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1BC44-A548-19A4-DC5D-211DF4E9351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A28DD5-6DA0-470A-24D6-6C235EA5F92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C2ADE6-6F8E-C1CC-8FBC-B466431CF4F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E32C93-2552-B0A1-9DB3-DB899195170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5B189-FBB7-813E-C4AF-B8624F3408E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FCEFEE-5B7D-72D5-9995-5651B77D514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0706F9-D1B2-8DAB-D60F-FBC2271AC12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111BC1-456E-3E54-5E42-EE055C1E876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695A59-0812-FC02-13D7-329B86FE1FB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0326F3-6CF4-B87C-EA94-514A02DCE4B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9AB079-AA15-A8C2-7EB9-F6D7BB47A70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2F60FD-FBB2-FBB9-5F4B-AEE418BE319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5582A74-EF26-F486-7D31-9D63D6BF1EA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FDF061-0A75-0B5B-69EF-916C94F1AC1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BBB435-992D-A577-F0B9-505F9BC8F84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E7D930-3906-AA8A-7209-2EA9270CD73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20131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5EA16-A1FD-E554-945C-222A9419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D28A72-8518-6A36-4EA8-3A25ED4C53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6 in lower left block.</a:t>
            </a:r>
          </a:p>
          <a:p>
            <a:r>
              <a:rPr lang="en-US" dirty="0"/>
              <a:t>Last possible 7 in Row 2.</a:t>
            </a:r>
          </a:p>
          <a:p>
            <a:r>
              <a:rPr lang="en-US" dirty="0"/>
              <a:t>Then, last possible 1 in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3D00095-C792-D8C8-C9DC-3CC10AB5A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80E0C5B-5EB9-0974-5843-CF426A12A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F11FDB0-1824-13A0-A7A7-BDF824587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9BC91D-5067-D486-F179-C4285A4092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11F3E3-D399-C108-987D-9AEDAF59337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5CFDD6-EA2C-A763-5B72-81601322C3C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0330E1-A74C-3FB4-0657-7CAC6D8A89D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F713A3-1442-C62A-4B98-D33FD8D339F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0522DB-E7D3-4EF5-6A44-6D127B9C2C8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B50F0F-2F84-E260-DE22-DAE7989F13C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46C0EA-DABE-0442-132E-29F37B1459A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612EC8-0A76-3F97-AFC8-E9CC44D4E92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DC3BDB-0782-A25A-9320-D0E53DEBD44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EFB8F4-AA37-EB4E-F3AD-940C0C772E1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D1634-D339-4FC3-663B-F2F0465DF2E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828544-49FB-0F11-6371-DC2F9721422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2F9FAD-30C1-8B98-3F75-D0B0C3180E88}"/>
              </a:ext>
            </a:extLst>
          </p:cNvPr>
          <p:cNvSpPr txBox="1"/>
          <p:nvPr/>
        </p:nvSpPr>
        <p:spPr>
          <a:xfrm>
            <a:off x="715715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881E3D-3ABF-94B5-F94F-055E08501A2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7F72D6-25AD-F7EB-1D89-EA092429608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E28DE5-7089-FFCF-A16C-BDD1781B26C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1B6F3D-E31C-E7E7-620D-0923B36C4A4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0D9478-848B-8592-F435-99065725390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EAE911-122B-9483-C1B4-3C35AB16DE7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27A2EB-0103-21B4-E394-6E616F77FDA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D48EBC-AAE3-603B-D506-EA41832B0B0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D3AFF-77E6-7847-0D49-369B1ED8C8F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ABA744-7A1D-C8A4-9CE9-3873140EFB3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D6550D-A827-EABF-E69E-DF96CDBBBF2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0906F-DDC7-4A15-332A-CF446B0B5E8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CBF897-971F-C2D0-8EF0-FBA0AE7AC9C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1F76EF-0F08-B276-9500-4D16937CBFF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744522-00B7-2B8B-7CF5-FD1B70B4495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64A5A8-5E20-3701-B4D4-F952E3AD373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EE0BC2-5824-9276-7B90-47E90391973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6FFE88-87E2-5C2A-2CA7-6ED47B6004F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675047-717C-2D4E-CD3C-70FCE358776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F46A93-5102-2E6C-4445-7F46CF29437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FF6B22-6331-8CC9-905C-55BD438CA27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0E10AE-52D9-D279-FA28-26B41E95425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2CAE0B-0DDB-D448-EBDF-5954284FF38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3CB99B-AA56-0BEF-7728-C0BE5B19F3D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72C47F-D860-8467-F514-97A20DCEC55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3D480A-E1F1-D773-5343-825D9171ECE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B291EE-4FD6-F58F-2D21-2737F2F2271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05184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00B3-D8C5-3C6E-9099-AD0231564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2F283C-830C-32C4-1964-0C9593F9A9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9F3D886-748B-EA8A-AEAD-0ED3C62BE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44D1F73-8585-7DBE-7E2C-1E8A33C88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B9D54E4-1BE1-5EB7-C9FC-DA8696C2E0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3A6CCD-658C-7187-6462-5A2148FE8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004C2B1-6D94-FBA6-A11B-6AC2714D93F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014F02-46FA-7280-1F39-64E651B9DE7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4A0BAB-F606-948A-E75C-A97A050217A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BE14C8-21D3-50E5-D9B7-8761C9B77F3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0B15AE-3938-FE9F-F51B-D7051C8085D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0A3190-9836-36CE-A4A0-48841108EFA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FA7E80-2D6D-0349-FE82-A1429C7CE88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2D2AB-2267-A56D-9055-2826E4D2628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2DB618-C8AD-5B2E-9AAA-893B6B550EF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CC2EEB-2664-B7A3-FC11-CBEE7FB8DAD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360E60-25DA-7955-F391-692478344E0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7FB2B1-AE5B-ECBF-6C08-1ED055202D0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014985-995F-B388-11B8-B66C233B2C3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0D3514-2B24-2F4D-61D6-8C2947D7B5D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6B69A7-05C9-DD4A-C577-241F2CA309B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4A68BF-BCEF-ED6F-E047-8CD3802F882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DA570D-02CF-3026-F9AA-44A9014A841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0C5575-5FA9-003B-FFC9-0C4CC6F1A37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97BFC1-9B50-E49F-7777-4201529FA37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15886-117D-52AF-C2F3-C6C12B5DDB1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DFD4F-42C6-1831-4D8C-CB34D33DD62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40BBC-A2CE-55E9-47EB-3AF55B5DE47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F8EC7-7187-A9ED-9D8C-E0409102BE0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5D9A7E-05D8-06C8-9C43-0A9FBD21261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B77CBD-CC70-0E09-C0CC-1F23F7FA94F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F837F-8250-F12D-4D24-AC990123D10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E0CA66-A6D5-9C9B-EE79-3AE085D0381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16C8B5-6B26-D90D-1815-A5137BFA834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D6F87B-6C40-3968-5FCD-465A6E76FBA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6A06E9-A520-F17C-20B4-7CF149D5D99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A5283F-D3F3-465D-0BAE-AF15B2BD2B1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40943A-445D-8553-125C-AF088A16E01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1C5C3E-FC57-7608-192D-91A2AF5A1DF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E2700A-50EC-AF23-5FA1-46D7DE85406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2AC2F9-C21B-9266-EDFB-3D8AD66882D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92089C-5CDA-E927-B17A-6A1D548ABDA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DDB584-5ED0-472B-E316-6695EAA5DBC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DF5688-CCEA-A9D3-B713-F9805A5EEE1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855B9B-9318-327F-CFB2-219B20E0CC5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088EE3-3BA9-B60E-8C4F-6C3151BA17B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82030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66546-5FF0-AB03-8E08-C8F8EC2AF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0B5060-2ED5-0BFA-EE1D-EBF73C9C74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2 in lower left block.</a:t>
            </a:r>
          </a:p>
          <a:p>
            <a:r>
              <a:rPr lang="en-US" dirty="0"/>
              <a:t>Last possible 2 in upper right block.</a:t>
            </a:r>
          </a:p>
          <a:p>
            <a:r>
              <a:rPr lang="en-US" dirty="0"/>
              <a:t>Then, last possible 2 in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8C654B-A174-CA69-EF3F-16B650791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A8C01E-2767-5DB3-71D7-9632BEBBB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687979-21DB-ED7D-FC96-72B9D13C7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4523FB-F8E0-5F31-FD64-DE77AFC3D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9F2C0DB-139E-AE2D-9772-AF778C4B038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A1586F-9B6D-2EEA-E13F-8CC3BE85D19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6787D5-7104-8268-D6D7-49794B23CA8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1F15A1-F51F-913A-4086-0D8360E23BE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B0AA8F-C8EF-891F-72B9-1BD0564DFB2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126ED9-8282-5E8C-5CD7-E39FC9B08C3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9E37FF-3E46-8671-0A69-4B0F6D4008E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A036A-D7E9-EFC2-3EC1-A78C160F607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6EFD9D-7BA9-C6E9-C2CF-6A1A45B4BA4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E9B621-1F0D-4D14-04DB-0615B67D1D6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F598D8-5617-CDB8-EB34-142ABEF3366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5E6030-94AF-424C-DDD6-2E66CD11739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088B89-ECFB-C3DE-B486-E7BA5C8444B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D7D158-A25E-84C6-472D-0EF529DBF8D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9F4426-50D2-13E4-6968-DE09E5A7DE7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9666B9-DB55-A6A1-8133-6440DA2995D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0D27DB-3573-7109-C08C-E8EAE26C3AB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75EE60-9926-554E-A642-4BB09409D2A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991D11-D459-E8B1-97C7-CE1F5766AD4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04CB3-9D3A-F1A2-3FBB-A3DF79E59AC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8D07B9-96B7-66E8-EB73-F9C6F20EC2A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75234E-E10F-6631-3A39-52D37D05F52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AB2B64-5C90-E3BC-2F34-2BE50390C2D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5713F2-0559-8CAB-41EF-5742997B1F5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09909F-56E2-B572-DAE1-16F2F1DA2E8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90576B-88DC-45CD-3762-B42A1509BCD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1CBDBC-D5B8-082C-0B9C-F647ABA0EE7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9C0D93-B657-56DA-4603-A295962178B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819773-A48B-6790-946D-9182F057AB0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6294D3-86DF-2B6D-F4B2-DCBAB1D3692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12D83E-F767-FB9E-D7ED-225C166C7A6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E884A2-C5B6-C6FC-0826-E07D0C75E30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4E91EA-038D-47E5-8E91-E4B01E3E82B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A0E815-0AD6-23BD-C0AB-FDD8EB7CAE4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2975C0-D278-F16D-186A-A2BB88D28A1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99772F-F7EE-417D-DEE6-38F236DB947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FF764B-8940-E8CA-2101-E5149458646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1C8DAD-A487-642F-67E0-DDF1221690B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B0497C-D804-A4E9-6CFB-B9E47B26216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AFDBE7-B240-BDAD-C40B-B9FE2E2E5BF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5EB61-55E8-5650-763E-678D34D9C94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888298-A51F-4E72-AADA-A554037BAE1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9896B3-B886-6ACA-B152-F52C11A5EA2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63976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A0591-9B73-4BCA-C063-0276ED738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CF8157-E97A-276B-4D80-77E1D612F8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2 in left center block.</a:t>
            </a:r>
          </a:p>
          <a:p>
            <a:r>
              <a:rPr lang="en-US" dirty="0"/>
              <a:t>Last possible 8 in Column 9.</a:t>
            </a:r>
          </a:p>
          <a:p>
            <a:r>
              <a:rPr lang="en-US" dirty="0"/>
              <a:t>Last possible 9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66FD1B8-75B9-5308-3F31-31E7A5D31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348E6E-8C80-1B15-DAFC-AE0103D6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2D80DE7-0F66-23BF-D996-E176DF95AF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6BD4104-40D5-386A-817F-D9AE64C456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5C8109-2815-42A6-09C5-B143A094CC8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B97A5B-880C-A935-4A7D-A7812C05482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6378E3-16E6-E55B-A2EB-DB83FFC6AFF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9F4D08-126C-FF89-E752-0B2F40DD230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968B44-6039-5635-B39D-0301D6D5E19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78B295-F730-B164-6D61-EFC1542EC19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848D95-B389-E4CA-C936-BC741C9539E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AA5E0A-3CF0-A664-B0CC-91A3866187B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2BD4C9-D9F1-9BB9-6528-3A1EC16CEF7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A7FB0C-39C6-4A55-7649-22823E5010C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0C9AB-08B9-1752-1E9E-05C2C082888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CDE51B-B859-C076-A0F5-1C80012DF3F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6E3E22-CDA9-F8FE-CA0E-4091DFB295F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9E63A2-5587-99EA-F4EB-F7C5EB8F93F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9E2D3B-1C62-079B-C8E6-FE397A7D66E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A22C5B-5400-684E-2E41-7D0E505F4DF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2C66E5-F979-2667-601D-3450CF69189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8A4E91-9C6E-6F1A-5AE9-30F9BFE1333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DFFF02-DDEC-1EDC-3AFE-41FB92BBE22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F4CD44-B494-F99D-5016-2E832D4E7E4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1E66A-FADE-EEE0-0E84-0A8AB572A40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B9C273-1A88-43AC-FEA2-02089505A81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0E047B-D123-7D0F-F4ED-797120C2126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136C9E-BCB8-B0E7-F55A-114134A0C52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E6AB30-3868-811E-87C1-4084080EAEB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B11B9A-9DDC-ACAE-AF3E-897043AB8CC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16D790-9D82-7237-286F-AE90ACDD63F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67CB91-4E5F-68F1-124C-F2634D54F04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0FF66F-4278-F56F-130D-0CFB68D5D7E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3F052C-2064-0FE2-695E-7199280DA25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33D5D4-DF54-E2B5-7484-C4299650A82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500400-3A0E-3EE2-8A42-4769D95A882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E44AE6-EED7-8291-B267-4F5AC2BCBBA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1BA055-05A0-85F4-E907-4279382AB1F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378605-9F2E-BB20-044A-74D9D0CC9E7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E9FC3F-E892-221D-06FE-E28E6598CF1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EC28E3-5DEF-B13C-81F8-DF8AE5D273E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3C4094-EA03-164C-DDF8-9FC846A2A14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4A761F-EA77-460F-6DC3-C50538D9925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06857F-C554-73AD-8F8E-B01825411D0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EF47A8-BB04-EDCB-96C2-D405D8D4E5F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09149F-68CD-852B-FCC4-01F52A52F3A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ACECF18-CCAD-4786-EE20-706B31B8CC7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711FC1-AECB-1808-0B4A-34E1C3837AF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E264FFF-7744-45F5-35ED-929B4FEDA4E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D844527-8AB1-E506-DF54-47F5B740387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84802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3DBC4-B707-A74E-0AAF-845F3044B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4E56B2-66FF-39DF-837F-0046CEACFB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9 in right center block.</a:t>
            </a:r>
          </a:p>
          <a:p>
            <a:r>
              <a:rPr lang="en-US" dirty="0"/>
              <a:t>Then, last possible 7 in right center block.</a:t>
            </a:r>
          </a:p>
          <a:p>
            <a:r>
              <a:rPr lang="en-US" dirty="0"/>
              <a:t>Then, last possible 7 in left center block.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BAF4B9F-6E55-F894-1365-96D90609C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7D8730-C7E6-E613-EB5D-644C393EF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334C34-B608-8096-A0D3-A2FCF37AE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8477F9F-61F9-216B-7E0B-0420062817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700142-9AAD-D418-50B0-51BC7FFF4A3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5D463E-2028-9F6B-47A4-CF8933B4349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EC3AF4-E43B-7F19-DFD0-E14ED407718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9941F3-36AC-B097-1ACA-C40FC84A73B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7781ED-1036-CF2E-18EE-9D1CEDE7BC2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DA743B-8559-0337-B487-F0D5C3258F3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FE91E5-CF6F-7FBB-3105-30A2E3B1CA4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0C61C1-15C2-5876-E734-BF82E74F62B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C3A039-67B9-CB86-837F-0E5C9093D3B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410834-5421-E808-FC2F-62F9714285D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BA8AF-7B96-90F8-89D8-B054A79491F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5FF3DB-ABBF-6118-08A8-C722332ABD7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732F18-41E9-7BDE-51AB-C6E1C4D7AB1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39B7A6-D422-BC0A-8541-5F652889169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6DD056-BC10-5C2F-4F3E-1FCE00CB534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33AD26-85CC-F587-A2CE-E92B30A56A8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1256F0-2134-3539-DFA5-19EAE9115AC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3793B4-9747-C496-D0AD-C06DE517B8A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0C47DC-BD20-DFC5-E6E0-C1B0D0683A7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A1024-915A-A00E-1850-A981AAD9BE2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57326A-9443-1A85-9085-B3D0197F11F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ED80E1-1E77-D401-7EB1-28039138826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681A90-8B09-E3B6-5E5B-5D9F32ECDFE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494F83-5C1C-028B-86BB-9C4FD475B75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7705F7-7F7A-8DAA-AA8C-FF253F24778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7B5596-910D-AB63-FCAF-28EE2184D9C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FA7CBB-91CE-E39D-9AC6-5D1BA1CEBF4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BB09A3-54BE-D54B-5726-0570FE323D8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4FEEFF-8FFE-4FF3-33C3-C2BD120F524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ED2B68-05D6-8916-4C4A-18FAC5D30C0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33F0AA-9E86-D43F-AEAC-9901C8DAD23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BB8F6E-31A6-B8A9-6449-1C1DC62B7EF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52B1BF-3F1A-2E37-449B-A4F490720CD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481EC9-A539-EDBB-041D-C678B108733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299684-B992-BB3D-D573-873125ADA1E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30BBFF-52C2-6165-D396-D34F14091F9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001F99-D9F9-054F-EF67-5BFA2307795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5348AC-BEB3-002E-2570-2625190FAD5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235464-E1A5-78BB-B962-B04D4E61B41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F6A8CE-AB9D-AEDA-1558-DE343875049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1D963-0A8D-16C8-0987-3581690680B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B2998E-BAE6-5A41-6587-0728885963D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EE88DE-66A8-7E8D-4340-389724438F6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69CBCA4-A0DF-7CED-833D-74E9CC32125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64D355-7D25-B5ED-92FF-A035485F164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769F50-1411-977D-864D-F90FA990A8F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D2763E-D57B-8AEB-3EBD-3CCA25AD4EB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64F059-2AF5-94E6-4EE7-9F7D5C7F154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CFC55E-C0A8-09EF-C8C9-2C16EA6A072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40581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C4AB8-B832-A90D-7E7E-D8D41397E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1F8348-6E52-2B58-594A-20CB59BD65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3 in left center block.</a:t>
            </a:r>
          </a:p>
          <a:p>
            <a:r>
              <a:rPr lang="en-US" dirty="0"/>
              <a:t>Then, last possible 3 in lower left block.</a:t>
            </a:r>
          </a:p>
          <a:p>
            <a:r>
              <a:rPr lang="en-US" dirty="0"/>
              <a:t>Then, last possible 3 in lower center block.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E8EAF3C-F791-C6D6-7039-7728008EE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07C83E0-7AE1-0768-B9B3-0FDC27E2D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D1DFC7-A466-99C4-C756-9A386357C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2094B2-92F6-886C-BD72-5E9FA892C0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74AD7E-B9BB-0567-C932-52CCFD35947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743AFD-78A3-060A-A6A1-E78449AB5E8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885018-2FA8-BADA-625B-EB562309841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EB61EB-A85C-8705-97A9-CC4BA9FB5CE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155393-1798-92E5-8695-C9407B71E8D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88A39D-4CB7-E487-65FE-C4815640B43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0DF825-593B-B987-1982-DB345479C04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7D22D-6B19-D92A-74E2-735137376BD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A14076-694C-4B3D-59AD-2390FF899A9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F1B1FE-562E-0DA0-7ACA-DF22FBF7F4A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E9FFCD-35C3-6616-0935-52AF0974A16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5E78D5-5999-346D-0946-865C5DC627D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E7DCF5-991D-ECD1-149A-07B31A056C7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19026C-8557-9CD5-32D0-4F80504F371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8F7E1F-3277-EE3A-6D1D-7AD59C117C4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EDF55A-A8AA-F671-9C01-A0455AD4005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198D18-F1CB-6244-3182-FC05946B9DB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3F2B6B-0DE2-C711-A829-EEFEA269784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74F794-B4B7-B3F9-75D8-37B9AAD6440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DACFA5-F622-C165-AB5C-88561F865FB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0F78B8-8403-0FD1-55C3-85283A18D70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8BE2AC-8A1F-B958-E44D-E4A197D97AD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FF3C94-FB55-3A16-D34C-B9DC8643DFA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9EC7E4-E68C-A675-0B03-AD195253D53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B94C4B-579C-13B9-71C0-B425E195591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C03839-4A71-1A7E-F6E1-77A2CC44616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96D333-D618-116C-4E80-53262C7F99E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B3D5E2-A6F9-5099-1BA7-DC1F1970ED1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919774-1901-5F39-B1AA-7B5E7A2C8E5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DC6AB4-0AA0-4B32-A60C-714F7A61E84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BDD8BF-8516-E765-F793-A88FA152A3D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0DB135-7707-A6AF-847A-E0972AF92FD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86B61E-404C-D7BD-6B11-A806E568B27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CBD885-E089-3AEE-D92E-7BDE931B39E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0FCD93-FD4A-1464-2DE8-12CC3F54271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4C8382-25A9-EA48-06B4-7D04FD5C5C6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00FB4D-D354-03F2-05A8-3E58C4F3C1F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1F6578-7E59-51AA-C817-68E09735E2C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85C4FC-4378-2E4A-FD81-905EE510402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C72B86-8E48-B122-2156-736A06263AC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A03C4F-566A-A0FD-8795-B8D5565691A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0E6F73-1949-3464-90FC-F0BBA364274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94A820-2346-1044-B098-1074391FDDE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0A92FA-7230-E0B6-47A3-DB82EAC0A74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82047F-B4D6-2EC3-A111-A8016FBBB3E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B92909-EAD1-0CE6-936F-B97D7052B08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FFE994-8453-BEFA-5FDF-FBD0D7D1ECF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26ADC0-89CD-6CB9-2813-04152C66B51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66D234-D7F4-3738-FCE8-2E5B10BEBBD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FC3DEB-22BE-5D36-5DF9-B27569B2E8D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0E5879-CB07-D4AD-6D68-2C7343CB4B5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9CF8D0-A2EE-FCD6-3DDB-7DC7AEB83CD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6208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499DC-7D10-8727-50FE-EE1C75287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1E1884-2D3B-4840-1C52-D24948D1B4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remaining cells in Column 4 are 1 and 9, which fit in only one way.</a:t>
            </a:r>
          </a:p>
          <a:p>
            <a:r>
              <a:rPr lang="en-US" dirty="0"/>
              <a:t>Last remaining 5 in lower left block.</a:t>
            </a:r>
          </a:p>
          <a:p>
            <a:r>
              <a:rPr lang="en-US" dirty="0"/>
              <a:t>Then, last remaining 5 in left center block.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BA959D-276A-DB1A-FEE7-EE6BACE80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A1B9866-CC75-EB71-D6D7-44BCE6698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162B293-6551-2BD4-E4CA-E9E584CB5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0FE5FF-96E1-B036-32C5-F363437ACD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DFB401-23D9-C5B4-98AD-024D4342699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7461D5-4497-81EC-9D2F-9CCA7734F93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39AC1B-5562-5DEE-FA25-FC5FCB0257D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F18A41-3F82-CC2E-15C7-F2BE71700BE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A92BD8-F211-33B9-9409-73DD7600533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366555-5F18-68FD-7693-9B573BD7DC7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583BCF-2CC2-D273-97E5-B9A3CB8D28C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B08019-3412-767E-6B1E-4DC5335FAFB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2B34F9-F9DC-0A61-AFDD-BE7205DE778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5E216D-AB74-7E72-9954-7F7BC3E9B22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5014C0-AF69-D921-46E4-9767D3A3D9F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E038D7-1D16-4CB9-EB73-F789C68761F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6EFA3A-A8F3-8FF8-4F9D-D615A7E4E51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E8E842-105A-2A19-99EB-AF652109825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A463AB-D2E3-4BA0-87A8-B8A023C9A83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AF7281-0FDC-B58C-6AC2-1298F1A2F27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52943A-C53F-9298-BF43-16DC3A745AB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C97261-38BE-D38C-3954-B84CB072BB3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6058CA-2179-D654-2EF0-43C720AA589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371A59-B03C-92C8-C63C-BD0C61ABD9D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F328EA-A288-4CDC-C66F-0BBCA9C4251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962DD7-2319-6F83-0D85-B85070A3D03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CA6DB8-463B-3934-84F0-E041F64933A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FC8B72-0D1E-3BB6-56FF-918B172EB44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790B6D-2FF6-F14E-55A0-05EFFCDA604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97254D-8327-CC5E-AB37-A84BD11D138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135024-0BC4-07C8-3544-E16DF71D04B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2CFB9B-ACEA-7525-FE8F-93CA107AD06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6FCF56-ED3B-6FBC-15C8-050972C568D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0D948F-BB17-872C-85C7-C84C532885F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FCCB10-9B0A-B56B-46AD-52C3DBF2DD6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2CF2C6-7336-7898-6AEB-EB049804B11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FE7084-E172-0B66-7EDE-DD00EC1C056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32C4DF-76AD-D725-5E12-F4B5E617C78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5102C4-DE5A-33AB-5734-7B64FB562E9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9FA21A-8DEA-6E20-D880-F2D0AD11D6A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D96699-9E19-26BD-DE48-A87A68AC679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8DB91C-DD6F-CBEA-35D9-9D41E6BA47E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202A5E-4435-96BA-D35C-4DB973A360D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0E1CC7-8C21-E30C-70D1-4FA01334022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71BF33-93C9-28BF-C686-BC811AADA7A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9D8D3-ED26-E1FB-8AAE-08902A22B20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ED0CA4-0A5C-C68E-06E5-F3AFA5F7BD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014DF7-C314-3578-A255-63928BB01D3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D22EA2-4FCC-86EF-B137-A6103A88CE7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06BAD7-3D20-170D-7F4C-4E21C4599C2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54B947-85B9-FD67-E299-54B4C71E102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AA70A3-D629-9551-6DB0-D92AF620754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E0A87A-BF4F-5BCF-70C7-31C7D77EB72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100F5E6-55BD-BE9E-8C96-001FA868F84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33FB59-2D23-EF83-B683-5E7B9751AF4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905565-4D3C-40AB-9273-7581BA75F87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6F7F31-A4F1-4384-F19E-1561F95D5E7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B80810-8B59-AB82-F02D-7A8AF431D41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BABAA84-7426-28F5-4E22-E6693AC1C2B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114034-0460-EBB4-4664-1B25D1CA5B3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26499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75C2E-68CC-484D-DA5F-C201D2DC8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EA73D5-A7BE-7C37-3ADA-61B2807CC0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remaining cells in Column 1 are 8 and 9, which fit in only one way.</a:t>
            </a:r>
          </a:p>
          <a:p>
            <a:r>
              <a:rPr lang="en-US" dirty="0"/>
              <a:t>Then, last remaining cell in upper left block is 8.</a:t>
            </a:r>
          </a:p>
          <a:p>
            <a:r>
              <a:rPr lang="en-US" dirty="0"/>
              <a:t>Then, last remaining cells in left center block are 89, which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C396D3B-D25A-244F-3C7E-E2A46A482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1DA30C-3529-81CC-5765-AB47C086A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1118B97-A5D0-78D0-31FB-E6EBC75A4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9FF3F83-C16A-045B-DC9E-1E8CA6C8D5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2238852-13ED-3FEC-1AB5-25D61572002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BBAE97-91BD-3BBC-1F3B-CB3BED3E367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ABC0F9-EDC3-D5D1-0D63-A580BA5301F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2D803F-5EF9-8A6C-BC1B-2AE0F6873B9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8375E9-D849-F7A0-7076-E16FCAF3DDF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B05480-896B-A9A9-9D89-57E851E1628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3E6F87-FA3D-19F4-6A52-CDABB2D70F2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8E4A82-488B-FF54-1AC1-944D2FB45AF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AF470F-0713-8E6D-7401-E1C1E348C3A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21242C-5463-A956-E8D2-102EC184D14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8B494-CD0C-A558-C461-873F8481748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5DA846-E1E0-45DD-E857-C63DB1D21BD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DB92CC-B0CB-FD25-F860-923B22E4461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86FC3F-718F-00AB-62A3-A8751238C03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BC6892-6777-847B-2527-2C29795DDAF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B60B3C-D837-937A-D378-C918A35D89A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DAADBB-30BD-6191-2E8C-486B13FA4CD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D751B4-73BF-66BA-707F-5FE0491CC94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C34851-0E42-40A3-184B-E9E47257075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23E80E-1D11-F6FD-0FD0-58D5EC8D2EB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66C40-1100-A409-F8E4-78581566DF8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828C61-C157-680C-5351-CF0BDB5FC6C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9DBC01-2F67-B081-F99B-46C76D8D067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81AA41-855E-55F8-3439-E36FF369CE9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AA4C16-B04C-AA7A-8B53-754CF311DD8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4519D8-B0D1-10AD-A151-1467DB64ABF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32ECE8-0E31-6170-B530-1574D35EB51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C20C78-A11C-532A-6670-97FAFF15E45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162171-6DA7-5F74-E671-14530222F8F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CDCE60-6C6C-1A33-35DE-DE6898A3B7B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F101D2-22E6-2182-0771-E8F0820E327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B42CA1-26E6-76BF-B4FC-59275569DE6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02CA6E-6557-AE2B-2BEA-7AFDD58F5B6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EC5BD2-FC35-018E-1551-1EA56C80EB1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AB5572-1AD7-4267-B73B-0A1513B5FA1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A4F69C-80CB-B2FC-7F91-83EF98DB644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850202-5454-C86F-F141-7E15ABD97AF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1DCE1B-5822-5C46-CB50-E63801B68DD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1845B9-FA93-285A-365C-6D52D17C3C0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2027DB6-5160-5197-9E22-5A9D112AB03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4F2AE4-CB89-CBA5-594A-1034F663422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554BCE-F5E4-AA2B-2068-F2725C3B498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4308D0-D539-3A94-26CA-D744AA296EC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D5E5E0-4306-AA29-BCCA-E9CEB7D3745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8D9069-8044-F0D4-D355-F523280882A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F195A1-EF56-04BD-EEDC-A37A83E6A3A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6B1018-49EB-20F1-8558-FFDD9B193AE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C6B790-9753-B4C7-88A9-9A6C5767176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F775B9-4BCF-7576-AC08-C71FD279C57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7276D8-BFAD-8E49-ABC4-14E34015B3A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FA9C50-72B5-565F-BEBD-32C6D8B82DC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298EA1-874C-8620-26F8-606C35696BD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FD329D-8FDC-1F7C-C1C9-7FD64ED566D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AEB22C-E512-FB60-6D82-69A61ACF91B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25DA5CF-EFE2-58D7-2F04-62F6082841E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AF709D-D913-4134-2CE3-7134433D3C3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696B2B6-DDD2-64CB-22BF-CCDE9607592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8A476C6-80FE-3195-C79B-5B586B49E49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677B2F-B577-A63D-54F6-C59670D3367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74FAA4-2593-414D-057C-1BD4D2105F0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6B3465-AA5E-AE9E-12D8-D47E5E0891C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2843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4E086-E7F5-1F5A-0B6C-AA79B3878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31FBD6-1948-95A5-AFE5-8CC2834EE2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remaining cell in Column 2 is 9.</a:t>
            </a:r>
          </a:p>
          <a:p>
            <a:r>
              <a:rPr lang="en-US" dirty="0"/>
              <a:t>Then, last remaining cells in Column 3 are 1 and 7, which fit in only one way.</a:t>
            </a:r>
          </a:p>
          <a:p>
            <a:r>
              <a:rPr lang="en-US" dirty="0"/>
              <a:t>Then, complete Rows 7 and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12FB4F9-2977-BB17-BFA4-75ACC1B37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E7506C-69AD-268F-72E4-AC09957B7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A4C5417-A401-2F66-93C7-D4B88B543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C4163BB-A37D-5E37-337D-A5D1F18D7C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C061F2-23DA-0A0A-C448-75DA7723E9F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80A099-217F-A7A2-EF15-0A25CB1F721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11B931-70CF-EC96-0D9E-538FFB3BACC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EA90F1-8537-9873-6A90-DA12B640C88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11DBE9-85BF-9962-2DA4-9E7926BF89E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331B0E-FED9-8403-F0B0-180F33BCF28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553905-4983-47C8-67DC-A1C7F1BF2AB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29B1D1-068E-0ECE-DEBF-232C2EC446E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C6EE4F-3863-241C-435D-1827619F3CC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14C83F-66EA-720C-5AA3-2F682908BC5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AF53B4-879D-AB92-006B-93B6BD368CD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0CDE7-D816-C302-5AEC-9BAD6F6B1D7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3A5A8B-B7F5-2979-5FA5-468DA336DA1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12BED6-80BD-6A5F-3D7B-A53B13CFECF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8B11BF-37B1-6334-D75B-07EAEE21051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278BC0-8838-0077-D3D1-EA56DFCF596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E2A5DC-B305-B1EB-D1D3-FE3FBDC0FFD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CE631D-3155-76EE-DA81-FA3AB7FC39F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E483D7-5A8A-594C-A047-7EA472F2872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FB9E1-5B01-7435-684A-E618EAD0222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9A090-10E7-0ACC-072F-79A99204E18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4A633B-1877-BDEF-713E-A7CDBF9F2FB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030C32-C9F9-7DE3-1A4A-7B591D5F440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DEB6F4-7356-FF08-E292-45825441582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67698D-DA1A-5C7F-4DFF-B32573C77BB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06613A-FCEE-6004-3E13-4BB9702BB6D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233B58-EFDA-4A50-D80F-006AE9F7EDD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0279EE-8C25-4FF2-C9CA-D777C45B764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52A3A9-99BF-DD98-468A-91765C5D813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64151F-725F-03E8-58DE-A7BE8554173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77595C-9C4C-0521-1D5F-82037FB4B69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65CE17-ABB8-14BC-51CB-B982319082F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5E94AD-FE2A-CE2E-079D-387F6E4FBEF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75CB17-D3DA-FC2C-C649-B480B0D5F72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E6E369-19B9-6615-FFA6-F2D4B6D1074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802321-BF41-2CAB-CE80-5963BEB8680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B484F8-6DBE-2388-0537-706682FAA5E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4B5759-8976-B331-711C-62BF1562F62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94941C-7829-88EF-DE61-6B688E1CDEC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8C688B-4BBF-9166-FA84-4D10DC09C6B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430364-183A-A63E-7AEA-AA460AE440A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EF7AD6-1419-543B-6299-5315CD0003E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825C38-2AEF-31D5-8E14-79521323F9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C92D62-F9F8-3D03-0EB5-B529CA2ECCD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6B6B6D-EC84-12E8-3278-14E74D4C238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2E63D8-1BC7-F79C-62BA-47AEE31140A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09050B-551A-D1A1-8042-CFA03918F30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111AD4-8038-07BA-3171-6AE9DA5C3B5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C5512B-9C5D-B444-D0FD-2A752FC6578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B24BB1-5033-3019-D169-09AE164CF52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C019D6-C828-70BE-E3ED-7DDDAD0F9AA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0AEE5E-104A-9722-C188-5E591AF4E01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C7B8C9-CF72-0BDF-E97D-ECDD3F9E848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1B7511-95A2-3179-5D92-A9C25495633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D787AF-3F30-19ED-02C7-161B6BFEA43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69877F-2CFE-7E17-FF44-629B8C0EEF8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76E75F-4E4A-571F-46B5-86BE23E0A5D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ACF6CD-24F6-45AF-F246-279211110F6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87D6234-9CD8-D4DE-4D6F-7A2C221A9F2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9071452-37BB-A303-6F08-58C89EC807F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148FB22-13AC-DE31-88C2-4F1CC396AAE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ACE7EB-13F6-EFA5-6F3B-4AC9AF29EF5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88468CB-749D-C537-C683-212EEC6B7B6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84BEC4F-F972-418B-A2CD-FFE48C675AF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133B4C-AFAE-6CBE-91F4-41D23EC94B6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E997F44-8CD6-BF45-B7CE-BC4BDF0A5EF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80202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8FB0-2FDD-C016-BE94-5FA0F0878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5E91DA-ECE6-B4A5-FF0F-DDACE3C4EB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Complete Column 5.</a:t>
            </a:r>
          </a:p>
          <a:p>
            <a:r>
              <a:rPr lang="en-US" dirty="0"/>
              <a:t>Then, remaining cells in Row 1 are 7 and 9, which fit in only one way.</a:t>
            </a:r>
          </a:p>
          <a:p>
            <a:r>
              <a:rPr lang="en-US" dirty="0"/>
              <a:t>Then, remaining cells in Row 2 are 8 and 9, which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662D44D-5CCC-1265-918C-885D3D3FF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3309A81-B04A-0530-9F04-23F9E19D4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A177D06-6FA9-14CB-0A74-729F9E498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D3A1E0-7A62-B5E8-77FB-079D3E75B6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1664B38-47E3-1CED-BE34-28C6D7F2AA2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1BDC6B-8707-A2A1-4A6F-63F400305F9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4E0AFA-A24D-A102-78AF-51DBDAE881E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7005D5-BFBA-79B4-2785-191A3563C8B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268774-22A9-F623-2496-83C19531196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2B623-AB64-B006-CADE-A5A4045036E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7979C7-AE5E-18D6-39BB-36B0350CE2B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CA096B-EBC7-55C3-1EAF-B2C57F5C6E0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F87096-D175-DC44-DD99-43757B2B27A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28B82C-4D27-5C57-DC16-2AD19CAD82F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D5D2AF-CD94-DCFF-E252-6FD85FB02A3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B173C7-096D-BF27-08AC-5D2F392A772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03C347-4F48-8191-DBD3-988C147C522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5992C8-8396-FA16-9B14-E6381D3DAE8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89B45A-714E-72D2-60C2-6CA3A66F1C5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805CD3-5DB1-BCE5-1B50-92C8B3A7567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EC2D38-9153-E4F6-57FB-3677F09D324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71F992-8C90-4F33-581C-0062938E17E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079F27-58F9-CF41-D265-767FE2AEB53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07A49-D629-FEA7-3DAD-81E2144DED8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01E85-EDBD-C445-5265-3F23FEBC2F4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700B02-4646-2872-2B02-B729D9B2D70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C3401E-3BA3-0C1A-52B9-ADEBD06C501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85BF4-E4B1-609A-195A-C04223516B2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5C2490-CDD0-050E-20FA-E85D55911BB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3B882C-AD80-181D-11D8-D75487EEA12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15C816-1C7D-F80C-63FF-4BE7351A7F2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E11702-CF15-2FAC-8FB1-AD2253C1D75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C9FA4C-5817-AE2B-27D2-17F10417496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CEC6C8-E363-79AE-F35E-28950C19176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5CAFDA-816B-B690-02E2-2C33DDD3E8C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95E82D-9345-B914-9DF2-FE1C16DD6FB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35DC84-DF8E-5D08-6B83-9EE7C2DADE9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93A576-B2E3-EA54-F423-19B371D1F99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E8706A-2B74-C3B4-FD0F-3FC5CA63E71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A0D798-2A9F-E0A1-FA14-2DB6B95FFD6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4A0134-D2C1-E18A-4604-EE9CBA8EC11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4789CA-7AC9-F6F8-B6C2-5DDE894B575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DCAFD0-5306-3EC8-037A-9C2B08C1667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C01845-ADDA-1ECA-50CF-0E0F44FF3C5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D43040-FFDD-35ED-CEFE-A14EC8C08D1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B3EB30-8088-80F9-282C-70706267D20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B5034A-C2C4-F67E-1CED-BC203A34577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1F3D23-5146-D825-7F51-51A0B7DEB7D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88AEA8-8EDB-71BA-4381-5D4A6FEAF47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D62AF7-96D0-1DF5-7F9B-7CB1994CCE2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E1A212-8E4A-1ED3-24BC-6CC10CD4F8A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C2417D-3057-2608-EB67-1CAE21E68A6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D113BA-E1B6-8E0E-D84C-16EEFB980E2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26DF44-8988-46DB-E486-FD075A4FAED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625F69-5ED1-1875-DE56-757C99065DC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DEB0C6-386A-ABE4-2C24-6AEF0CFE6D1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C7D496-3EB0-4499-4124-C90A4A71C31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5DC9E1-14D6-281F-B663-FE657BC6288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CE8C03-6DAC-CEED-1B4E-DE2551EDEB5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3163F1-A6F6-6FBC-881C-D2482882779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E11304-C4E4-F50A-FA73-4721BEE9621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57840E-C5F7-217E-9A63-20256388456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E8C27D-9768-CBC9-80B4-88E350EE885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494E7DD-1651-A8F7-8337-543254F6210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7799BFF-57CE-879F-BAE2-2F4BDB49E0B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471AF5-9F21-1040-3CC6-6406355F047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3381DF-5BA2-B143-643C-10A2FE4DC8D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D27E6E8-1BDD-4D69-7CBA-426B3AC1C19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256BE5B-557D-2A23-72D2-D290A11E1A1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8F5E27E-23A9-F837-B27A-08ED180B38F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B0DBFA-DFF5-2B5F-E51E-1D47D182493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008D67-1724-D8B3-417A-A020ED344D7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F32BA5-EA7D-91E2-A0B3-4A1CB063DA3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1E6402F-CA2D-80AE-58FC-478AC45A770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8809F60-C081-38ED-3E69-91DDDE3213E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17973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9786</TotalTime>
  <Words>1449</Words>
  <Application>Microsoft Macintosh PowerPoint</Application>
  <PresentationFormat>Widescreen</PresentationFormat>
  <Paragraphs>932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386</cp:revision>
  <cp:lastPrinted>2025-12-02T00:08:17Z</cp:lastPrinted>
  <dcterms:created xsi:type="dcterms:W3CDTF">2024-03-19T02:13:08Z</dcterms:created>
  <dcterms:modified xsi:type="dcterms:W3CDTF">2026-07-23T17:57:15Z</dcterms:modified>
</cp:coreProperties>
</file>