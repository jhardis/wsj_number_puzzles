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457" r:id="rId2"/>
    <p:sldId id="532" r:id="rId3"/>
    <p:sldId id="531" r:id="rId4"/>
    <p:sldId id="544" r:id="rId5"/>
    <p:sldId id="533" r:id="rId6"/>
    <p:sldId id="534" r:id="rId7"/>
    <p:sldId id="536" r:id="rId8"/>
    <p:sldId id="537" r:id="rId9"/>
    <p:sldId id="538" r:id="rId10"/>
    <p:sldId id="545" r:id="rId11"/>
    <p:sldId id="539" r:id="rId12"/>
    <p:sldId id="540" r:id="rId13"/>
    <p:sldId id="541" r:id="rId14"/>
    <p:sldId id="542" r:id="rId15"/>
    <p:sldId id="543" r:id="rId16"/>
    <p:sldId id="546" r:id="rId17"/>
    <p:sldId id="547" r:id="rId18"/>
    <p:sldId id="548" r:id="rId19"/>
    <p:sldId id="549" r:id="rId20"/>
    <p:sldId id="550" r:id="rId21"/>
    <p:sldId id="556" r:id="rId22"/>
    <p:sldId id="551" r:id="rId23"/>
    <p:sldId id="552" r:id="rId24"/>
    <p:sldId id="553" r:id="rId25"/>
    <p:sldId id="554" r:id="rId26"/>
    <p:sldId id="555" r:id="rId27"/>
    <p:sldId id="557" r:id="rId28"/>
    <p:sldId id="558" r:id="rId29"/>
    <p:sldId id="559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583" r:id="rId54"/>
    <p:sldId id="584" r:id="rId55"/>
    <p:sldId id="585" r:id="rId56"/>
    <p:sldId id="586" r:id="rId57"/>
    <p:sldId id="587" r:id="rId58"/>
    <p:sldId id="588" r:id="rId59"/>
    <p:sldId id="589" r:id="rId60"/>
    <p:sldId id="590" r:id="rId61"/>
    <p:sldId id="591" r:id="rId62"/>
    <p:sldId id="592" r:id="rId63"/>
    <p:sldId id="593" r:id="rId64"/>
    <p:sldId id="59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22"/>
    <p:restoredTop sz="94568"/>
  </p:normalViewPr>
  <p:slideViewPr>
    <p:cSldViewPr snapToGrid="0">
      <p:cViewPr varScale="1">
        <p:scale>
          <a:sx n="113" d="100"/>
          <a:sy n="113" d="100"/>
        </p:scale>
        <p:origin x="1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8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F72A-016B-D780-C4B2-CB39FF41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2538B-1F82-25DA-E6D0-1E3081F10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F2FFB-4364-2C8D-4936-34272E936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EA859-61B6-6961-813F-00B290163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6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272D-27AD-8BB4-69C7-6F8DC682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11309-55B5-B8ED-1094-4B5C4726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C96A2-4C6D-6FF3-0E81-44275E662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D18DE-88BB-6088-910E-C1ED5283C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6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B8B8-F9AE-0F29-2F1C-548C83B1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FAE3-1BE6-D855-FBA4-21B2F2FE9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BF3F2-3BB6-C250-F1EB-AF2189107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B856A-93D3-5304-28F8-B16C4895E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96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3D34-CBCE-CFA8-1D73-1E49F0C8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B7E6D-D929-03C9-13A5-2CD4E453B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C9933-C97A-E159-9711-8E94AD5F5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1DC58-35CB-5CAE-6F37-EA1F95408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90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89AC-91C6-8FCF-87C7-6A4EE475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618F8-3230-5334-69CB-DB71FA77B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9546D-B39F-5DB5-3939-17FBAE059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53B97-94C9-5F30-D85B-B4576283E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40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2B49-96BD-3E99-C2A7-1CAD9097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C825D-9836-F355-9F51-3A668D211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C1EE0-1A97-1C11-E759-B65BB07C0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7384F-37DE-8BC9-3EE4-D58814B29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0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7CE0-5B8F-DEF1-21A1-7F626E25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7861C-2E7C-EEEC-CB7C-9984B9E2E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C805D-3482-E3C0-06D3-93A2DC2F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32C5D-6353-5C9D-956C-6B409E511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12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EABF-D8FB-D255-09E0-202DCD0A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589C9-758B-A1EF-93D4-0DECB9237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004C4-9C8D-4E8D-9373-BD188994F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15A5C-2CEA-E32A-5316-134F3CEDE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41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F814-E84C-6A37-8E1F-A25A551FB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D3FC0-ECE7-7D2F-FB15-FBB0F1156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B1A9F-3FBA-04B0-6CF1-174D6CA7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72E0C-C454-04E4-1834-DA2B82662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9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450-9906-051C-50A9-19290EF7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0E9F1-EEDC-AD2C-C4CD-9A8951720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9B9B8-053F-F412-38B1-774F96C74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D5A47-7144-AF73-409C-5118F496B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1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F47F1-33B1-C23B-4F52-A9466299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280EE-C802-8AC2-F0A5-2B3D54741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EE88B-BCFC-91EF-FB7F-67050DA8A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090D2-0132-857F-E6FE-B1DC99B5E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94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31D0-E4DB-E7E3-C594-A7D788AE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58443-32AD-B8DA-C3B1-2D8A917FD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07987-2B54-BB9F-8B37-4504BEE56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57F34-6DF8-D738-67FB-51B91ABF7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73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15B7-CB08-8044-419E-8C213491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8C0A6-397E-86FA-11CE-A49D4A8D5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46390-11A5-AA05-B7BC-A9CC8BF38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9BA8-FCA3-A282-B91A-F3F16228A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21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41C3-0188-CCC4-4F77-88034BE98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ABA7F-5491-F373-BF93-0DE2C866A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51091-CFD4-3C71-3C7B-59D0A0C67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32E98-93A4-855B-99DB-291B97510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6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0DAA-8E0D-2710-4448-F936482D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F33A2-7FFE-BD3B-2EA0-BE91C7F92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31718-4F6B-08AE-855F-FA3D78512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FFFF5-6FCD-1FDC-3924-C8AD62D7C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99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9A55-03A3-5478-C235-AC215210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1EC1C-26B2-5CBF-0F4A-4AAF7CF55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9A183-C186-E76D-F911-4194AD514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26945-DCB9-6B07-D9A6-0E890CC82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27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33F0-47E4-DCC0-D391-5C4CB212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26A07-5034-86FB-3DC5-431F98DE1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7DD6B-B41C-BFCC-E39F-C2A1FCAAE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EF927-69B5-8A1C-761B-953328A67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35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3AAB-D1C6-19B2-7961-00F93EA0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9EE54-8C35-7B6D-AF17-C67EBE4B4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B966F-FF88-49B0-C15F-C9D066D48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0A2B6-FA65-0777-5B5B-1B466F166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240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91EA-0C72-4448-C6D0-CE5FDE60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DBB0D-B70A-D963-E84E-C3836EBFA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F6C1A-03A1-E6D4-F017-2890042BD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6E66E-6174-7940-1ECB-F38CC8E6F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07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1D82-4D79-CA6D-9D5C-AECDA7E3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12E2C-CA59-DF99-0E95-11578162D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162FE-EC16-76E4-D6EF-1784D1F32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11931-A72D-33C6-89B0-0C21AB5BB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618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12A85-73D7-8B88-9049-86540126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EABAD-6517-85AB-1307-B6A2DE5B0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46711-92B8-4ED0-F7CC-9674CA129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DC82D-E1F3-A4D1-6470-7511F158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822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91A9-CE63-F93B-CC0D-0E83E170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5B6DA-D3FE-37AD-AAED-C633B4400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8F68-DB15-EA04-1A29-465F5D630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4842D-33A9-1D9D-A2F7-AAA1E1200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5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789A-8341-35A9-FD59-90E8BB0E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400E7-6291-A4D8-C17D-D72C3FC8C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225BB-B6EF-C4FA-BFA9-658FDC0C0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5202C-B4B0-900E-6454-A3CDABE44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66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15DD2-C342-1923-1C5A-9217A6C3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ED823-5E44-6D80-6313-2FE6E5D59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637DD-8038-500D-DC2F-CFA46EC59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56DC-CF59-EB89-26EF-732905673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544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A3C7-11A9-300D-D25A-F9445352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D9322-F33E-60F6-CE50-3272CAA06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A1187-6B37-F85E-B720-945D60FDC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536A6-E8A5-860C-562F-EE6901108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09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B73F-0D5A-D3C1-1EB6-620D1F0B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C9701-345E-A531-A7D2-C7C19E9C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9E9DA-4EF1-4053-52AC-8438487ED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F3B34-4C70-C44A-D4F6-B1462138A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58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ABDF-BE7A-D113-875B-3A4E37F3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71839-FEA0-9AE5-0B9A-28E298355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EE6DD-261F-2742-B272-BDA24FE4A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8654-1E3D-EBB4-A2DA-76D5C1DAF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06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3F0A-0DB3-29C0-7832-60CF3F8E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89EB6-EFB0-8704-D404-39BD53F66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98EEC-2217-8D81-D493-FEB7EB9A5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52BF5-74E5-5957-48E2-C27F346CA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87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BEFE-72F9-9CE7-CE0B-9DE4F4F9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957B8-7C11-5FF6-D216-99AB85D68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7868E-ACA4-87C1-CEA1-AA3B50328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EECD-72C2-B676-35D6-0E4F11B03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19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F802-D6CE-F011-0954-478868BC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AB8CE-39DA-110E-3007-F748C3D8B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ADB8F-DCA7-4973-1B8B-EA7AB5617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839C2-170E-1018-1AE1-1D95DB009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73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E45F-06B3-28B9-0B9A-B0ACFBC1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0F788-D3BA-A545-8CB6-644B928A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0ADB0-A4C5-D6CA-74A8-D68DCA3E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A6915-0ED4-022A-DE6B-68CE29CEE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807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8584-4DC6-B7D5-5718-D795FAD6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8ED7F-74FE-FC01-EECF-C77F456C4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52079-1C82-459B-D93E-D9FC6ACED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F307B-3170-3140-2F88-2EB135940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522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29F5-BEF4-B7BB-90DA-ADDBB7CB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0D508-3A43-FBEC-9D80-486458D6A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0E4CB-0EB2-E4B1-641A-4C8F69447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42DCD-BFB0-585D-55EE-A3D948AEC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977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013C-EE2B-D6F3-2CB6-FB5959D7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135C7-469A-10EF-8A9B-182A9D08A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7834D-78D5-CD39-B09D-72EBAA801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C487-91A5-BEC4-3C03-CAB77AF76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794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6026-5019-FF71-FB56-4414F56D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83122-74EB-63CE-9B92-F643CE7F8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E0773-461A-5EBE-56B6-BDD23EE65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4D33A-D943-9DFA-2C9D-68201BB08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925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8B24-4BCE-335E-2EC6-3FB9713E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8FD61-9330-200C-F631-9B22D80A9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59F1B-BF42-8E69-E430-4C429F123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C0C41-90C4-C64E-D3B8-F6AEC5320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277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0AC6-EE76-155E-8198-5EBBD1D5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65023-0875-E0E6-E81F-E85D3D421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A9F8A-A4B4-463D-0F75-27077CBA4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B2B8E-F406-1425-2344-BEE92286C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58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0AA9-0DC2-6B1F-F639-C65D5548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CDE8F-C4DF-09B1-7FD5-25D70C605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C5CBC-FE60-F984-9462-3894CD999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B1FB8-F4A3-B6CD-9688-6A509FD78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464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D7A0-9D0B-3AC5-0138-C542FA6A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30DE9-10E9-61D9-1CD8-6476562A1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172C5-048F-34B8-33AC-441990925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52235-3451-527D-F4EC-44CB37A11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84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E298-E13A-9DB9-B965-9B6DA401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7CC7D-C96E-1D7F-CA74-2FA4C24DE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EC057-358B-5756-EB7D-0CDC9F26A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E99CF-0A62-ED2D-F0DC-8CA9A7339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62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CD03-9924-0B21-4B84-907D6DE4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25E35-2FFB-AF86-D12C-FA165FC46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770B4-EADD-6DA2-3A4D-7D0BFC775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23192-FA2D-5713-83A2-54BF44E9A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99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6BC8-61D9-9B50-120A-1049345A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835B8-741C-BC83-8E65-8F2F5084E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A3862-E752-1CAC-D229-6F1B8049C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A0B67-0C88-B67D-FD69-015BF69EC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993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7F28-D506-6D8B-B968-17026BC71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2F79F-C4CF-9C25-74A8-7CB32B995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DBEA8-BFF5-4E54-5806-90703FFFE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3E7A4-687C-E6A7-EE0E-256A54C7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892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8571-015B-C31F-792D-205FC799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39243-4442-CEF9-A1A0-A1E99D621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13816-D19C-C109-7E82-CD6A02BB9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A74C-3F47-C6DE-0DD0-45B45002F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922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5BCCF-2245-D635-EA17-D8A38C6C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02B8C-904D-86F1-627F-EA7F0F92D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CD30F-23F3-DE6C-D34D-6DB895C58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BAD53-4232-9340-8F09-938172FFE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344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8A4A-9A92-AC30-C34D-9661413D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68DBC-B81B-E350-64E2-B41FCF5E0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0715C-C517-E1D7-3EBA-E29E9F4B0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B1C85-3D03-BC11-89CB-0C042AF7D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250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E295-3481-279B-3FD4-7697B764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6AF69-B2EF-2664-DF83-8B875A837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B541D-E188-4964-0887-2D2556C62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C54BF-EA65-0339-92CA-C310C18A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627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224E-0721-5A21-5B68-E0101C40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0FB58-6C08-0B6C-EF2D-DEB49CB7D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2A568-F62E-62B0-6E3F-3A13DC91B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20636-7C03-7546-A60D-5B4176A21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589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C368F-8508-45F3-CE37-4F9284A2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DA6C3-22E9-359B-A095-3EA5BB142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1D64C-EA48-F9AB-9ECD-2AC0FC9C8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3B67-2C8F-17A5-6FD4-F302EF764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986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CFB96-48C5-C242-6937-25A68EF5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9CF81-C97E-44E1-9408-4F7F2DAD1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BD055-E5F9-8D4B-9386-F94D36878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1403D-B0EC-DFA7-1F0A-05AA401F8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3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39DD-2630-47B2-193F-A6A63E1E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E1C60-6B87-13D8-3CB5-5CEBDD37C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D2911-50E3-AF4C-98D2-684D0EBB2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5CB31-A4A9-1CE1-CC27-24DCF297F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58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08A9-0B33-8D26-A719-7CDC0593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0E97-5E9B-2CC4-3C2B-E16C641B9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5C81B-FA4B-66C6-8743-838620D9C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8E986-6657-B453-C872-CED4B446E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770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79D3-1EA2-FB5D-AB95-5D0CA67E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D1216-02B9-7B19-53A7-B0A2AD464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B1B4B-078E-F99A-B4B9-0CFE091DB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B359-1EAC-5C7D-4B3B-0A814C515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078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7CEA-8421-5C51-5AA0-FC735DEF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D1616-B1BC-608C-C08A-550E0C295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E0B2B-4117-B579-3ED0-D0D7DF449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07688-ED3B-8224-ABDB-317B63CD3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166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6AFA-7C95-1726-4785-6F9ACBAA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6F5F1-A645-F5D5-B172-02650756D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061D8-F57D-1207-2CA2-D2F29260E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E1A57-CCEC-4217-148F-5D6B746BA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4721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29C2-9CEB-4661-94DB-5A6861AA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EFC1C-D330-0A1C-801D-B599E6770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ACB34-43C6-0A38-F350-BD34ACDA2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24D7F-C219-5ACF-D40F-7F5E80AC5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71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6F77-3039-E03B-B565-02E9A4FA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A2523-1F17-BF52-935C-F1330BF2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A33D7-3D32-A77C-AC50-B180134DA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5B601-A47B-D5F1-E8F6-1E80D4BA0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79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89A2-FA99-A554-BC01-A40CFBFF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56CF0-BA08-A75D-18A2-1D5C66FB2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52BA0-8EC6-A9EF-8A37-DF7F81EB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CC700-3150-0601-07A3-8AE0BF769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417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3364-3E98-698F-BFE0-58CDCC64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CFD03-B788-8241-7AB1-5F2AAE137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1D2C0-CD69-5C22-DA63-E0211A5FA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DD985-F92D-74A4-E528-6CF3C14C4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992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0377-2198-CCC3-4D0D-DB0ABF50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4B1D4-8F5D-FD7A-1F6E-C00DB952A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711FA-1D60-5785-4B52-4C172CEF8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9998C-541C-8DDB-3CE3-66F1F659C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952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CE2F-2349-5B20-A504-888D86BB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8B7BC-B9DA-4730-0C18-918DE7C8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7E811-F456-BE6B-5D8E-B35C36B52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20AC4-235B-54AA-F698-CD96B1FB9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398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6FE0-15A4-8F4D-CDED-7E393274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05379-08C4-4F59-8247-4C220EBC1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912AB-B816-5034-2939-D6609C331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4728-65C5-55D7-D919-74FFC8E1F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5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id with numbers and a grid on it&#10;&#10;AI-generated content may be incorrect.">
            <a:extLst>
              <a:ext uri="{FF2B5EF4-FFF2-40B4-BE49-F238E27FC236}">
                <a16:creationId xmlns:a16="http://schemas.microsoft.com/office/drawing/2014/main" id="{153BD5D3-14E1-456B-375C-B96CF0D71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82529" y="-488299"/>
            <a:ext cx="4922285" cy="578630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85C2DB-7FF7-4A8E-8FC2-FA6870824E87}"/>
              </a:ext>
            </a:extLst>
          </p:cNvPr>
          <p:cNvSpPr txBox="1"/>
          <p:nvPr/>
        </p:nvSpPr>
        <p:spPr>
          <a:xfrm>
            <a:off x="1819656" y="1033272"/>
            <a:ext cx="848563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  2 = 2</a:t>
            </a:r>
          </a:p>
          <a:p>
            <a:r>
              <a:rPr lang="en-US" sz="1600" dirty="0"/>
              <a:t>  8 = 8</a:t>
            </a:r>
          </a:p>
          <a:p>
            <a:endParaRPr lang="en-US" sz="1600" dirty="0"/>
          </a:p>
          <a:p>
            <a:r>
              <a:rPr lang="en-US" sz="1600" dirty="0"/>
              <a:t>  5 = 23</a:t>
            </a:r>
          </a:p>
          <a:p>
            <a:r>
              <a:rPr lang="en-US" sz="1600" dirty="0"/>
              <a:t>15 = 78</a:t>
            </a:r>
          </a:p>
          <a:p>
            <a:endParaRPr lang="en-US" sz="1600" dirty="0"/>
          </a:p>
          <a:p>
            <a:r>
              <a:rPr lang="en-US" sz="1600" dirty="0"/>
              <a:t>  9 = 234</a:t>
            </a:r>
          </a:p>
          <a:p>
            <a:r>
              <a:rPr lang="en-US" sz="1600" dirty="0"/>
              <a:t>21 = 678</a:t>
            </a:r>
          </a:p>
          <a:p>
            <a:endParaRPr lang="en-US" sz="1600" dirty="0"/>
          </a:p>
          <a:p>
            <a:r>
              <a:rPr lang="en-US" sz="1600" dirty="0"/>
              <a:t>14 = 2345</a:t>
            </a:r>
          </a:p>
          <a:p>
            <a:r>
              <a:rPr lang="en-US" sz="1600" dirty="0"/>
              <a:t>26 = 5678</a:t>
            </a:r>
          </a:p>
          <a:p>
            <a:endParaRPr lang="en-US" sz="1600" dirty="0"/>
          </a:p>
          <a:p>
            <a:r>
              <a:rPr lang="en-US" sz="1600" dirty="0"/>
              <a:t>20 = 23456</a:t>
            </a:r>
          </a:p>
          <a:p>
            <a:r>
              <a:rPr lang="en-US" sz="1600" dirty="0"/>
              <a:t>30 = 45678</a:t>
            </a:r>
          </a:p>
          <a:p>
            <a:endParaRPr lang="en-US" sz="1600" dirty="0"/>
          </a:p>
          <a:p>
            <a:r>
              <a:rPr lang="en-US" sz="1600" dirty="0"/>
              <a:t>27 = 234567</a:t>
            </a:r>
          </a:p>
          <a:p>
            <a:r>
              <a:rPr lang="en-US" sz="1600" dirty="0"/>
              <a:t>33 = 345678</a:t>
            </a:r>
          </a:p>
          <a:p>
            <a:endParaRPr lang="en-US" sz="1600" dirty="0"/>
          </a:p>
          <a:p>
            <a:r>
              <a:rPr lang="en-US" sz="1600" dirty="0"/>
              <a:t>35 = 2345678</a:t>
            </a:r>
          </a:p>
        </p:txBody>
      </p:sp>
    </p:spTree>
    <p:extLst>
      <p:ext uri="{BB962C8B-B14F-4D97-AF65-F5344CB8AC3E}">
        <p14:creationId xmlns:p14="http://schemas.microsoft.com/office/powerpoint/2010/main" val="60564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EDD7-4B17-C805-8BF5-AD1EBDE0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57F552-1AA5-1186-8E2F-FCF24511B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Distances between 1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BB90BE-1716-0FB7-CA15-5E439E306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595A75-5CB0-11AA-6890-8F0297AB8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AA9A43-AFE8-96C7-BBAF-B823DFD9A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556D53-0EC9-AE33-424F-26A252D23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13DF82D-E521-C7E8-C1E9-5BFFF5607252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C4B8DC-DF00-71A1-7720-49BEA8BE3436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302F8F-B27E-0358-F5DD-BDB23153E34D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09A35-426F-EB1E-BEA7-37EA6A41112A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0EF647-2F7B-CF99-1DFB-4C971C75CBA3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2FB53-6629-C5B7-21B8-7F59EF93F760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20CD4D-27B4-9BBE-FC11-C29923369E3B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E9D41A-A907-A2E9-E2F6-AA8628599322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BCFFC3-1328-4F69-B9D1-AEB2992B80CE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A1EECA-6CD0-723A-C33D-84BA4E3EB0AF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EDCFBF-74D6-C028-5A94-57AFD9DFE50B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257600-1ECD-928E-5D46-29BF54A464A2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1C5F11-EE15-D7F0-B869-5D9420DA3906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CF9899-EF32-796A-C23A-D8580CF06B7A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BA1FE9-0BF7-1922-8B3B-CD63CBE9A6C7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48B24A-23BE-56A4-E86A-B641C616EB10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0DA1E0-BCD0-795B-40C1-019C17E44D14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25D4AF-2DD9-F17B-ED4A-51348D11415E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411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7506-0A2B-4E97-4453-9E679464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61B3BD-8365-476F-153D-BA84EA0BB2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Allowed locations of 1 and 9 in Row 9, to accommodate span of length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B3FE72-F52A-DE79-61C7-878BBEFD0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1CAEE8-2B32-9007-930A-09BC46A55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C49D6C-FABC-260C-5863-6EAAE57D9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86EFC2-5E61-B4D8-0022-D95CA4855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600EE3-5D6D-416E-88CF-A28916AD1649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D5F37-0D25-FE75-2D37-A51D1EBD8C95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3761B-CACC-441C-660C-89066C9682AF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099DD8-41C8-B2CC-60A5-510AB7C80FE4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ABFA3-F2DB-10D8-70F7-E0C90D868C81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785F40-E9E5-26D0-12C2-A75683DE2E6F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12DDA2-C5CD-67CA-3E5C-F1E354DF8726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D47E79-8841-33F1-1634-BD5019D8A72E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FBFC6A-31A9-C42D-6909-AD9D06AB2DD3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DC3D2B-9A76-F376-64C1-1BC9417CA3F6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C06B6E-C17C-9CF0-472D-57EEC0F0CD7E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1E9DA0-281B-503B-9AA4-3A1CCEE8D41C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294FD-D235-093E-196E-132805555CD2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ABD876-8DCB-55D1-9708-311E8F5F2261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208AB8-AC44-D598-EF0B-7183F8A6B6DB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CD001E-F29E-A701-A4D1-24E889CFB6E0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94372B-C25D-7E00-D44F-56706B7A64E3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376243-83F2-57DA-2E75-183D897BC4D5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2D9D3-6B8E-5A0A-AD86-C19F0E4776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26407-C6AF-87BA-C052-30D06E17FF0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2AED3-6C34-27C5-E96C-703644846BE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B7F45-4DA2-0B42-500D-013A0838B26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5922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B8204-BBF3-39B2-D52C-C4C5F010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720F6-E600-0D48-5D4F-0985399D1A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5, only 3 (out of 3, 4, 5) fits, and in only one direction. Row 9 can’t have a 1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FA5734-23CF-94F7-65A7-F6BCDD7E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2393A8-B77F-5352-9C13-9E22CEE30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77CE75-A941-B77E-4006-2EA102AAA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A5E8E9-6F61-7AE7-AFBD-D2D0122A1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721DD86-63C3-BDA4-905A-3A5D8037F52D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EDED1A-F387-0C79-EC84-0BEA15B7B7EA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410A4-5E06-6037-6214-4901C27A5EC0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70A828-1EEF-606A-D165-5D6873A99485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9CEEA-5772-7A5C-422E-5A64F49FA963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B2DF79-BA2B-A49B-22C4-60BE1F765150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9E9522-2DF1-27E5-05B6-C64100718B4F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55A738-D85B-3E74-EEC9-8E3686F921A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326144-6C2A-E79E-B523-681E6A8D4202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E6C652-3A8D-E414-3AB4-B2601A9AECBC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58ADD9-16B4-4E1E-02F1-933711507CE0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EFD380-EA7B-E9CC-325E-16FF7CE7CB7C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91CFF6-33AE-E3BC-F8C3-C661E89B391E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C65E1B-7900-D4DE-7B80-0DCCCD0F2817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6429E9-5AC3-7B71-0417-B6AC281198E6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7C6EA0-3144-6857-87CC-2ABE889EADDC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BE3146-8DDA-2E85-F9EC-9B38FC984D11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0051EB-2797-04A2-D281-A7692EB58CB3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EF7DE-FD97-5A42-FD7D-7824951557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A0C76-8A29-C910-C7F8-891544EF40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1D91A-A721-254C-EF4F-38A09370029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1FE55-5DF1-D156-126D-5DC6BB4543A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849D7-C2A6-83A7-613F-B36FD892F5E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6373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3068-42C9-9040-81AC-00C3FF82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AA0EF-7788-16E4-AC2F-569E42C581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Allowed locations of 9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DB41F7-E0E6-74C2-1E8D-3FB95854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850C14-B992-40AE-485B-CB5D1DC42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4DD919-6F00-EB7F-D336-4A67272F1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58A1B7-9370-2718-825D-39F75C984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72ABDEA-B379-4844-4CCB-BE7BB28A9830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7FF44-C62F-63B7-6F3D-C42BDEEC6354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B457F-938A-62BC-A93D-0A65953662FB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24C25-6047-6F67-BF3D-739FF880DF76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8C2EC8-B3FC-06DD-CE01-AF2A93735433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1A99B3-CE0F-38AD-3B27-6DBBD07FDD4C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3DCEA5-4F81-52B7-D938-F7CEABBA0BD9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21AB1C-FC76-6EF8-3A7D-3944833D7E8A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046E59-D39A-3D55-E15A-FFCDC9A1F470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F07B64-2D8F-4301-545C-8630285205BC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A08FC8-705E-2A58-2483-0EE824A36896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CBE118-76C0-E383-B9C1-C9D805A48BE5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6A7ED3-2E99-A61F-BA51-AD82F4CE40BF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3F817B-E74A-2463-6978-BC2B771209A5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691BBD-AC4A-D2A4-DF6B-5B884C12A6B7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02DC4-CB88-7B58-812F-DF82635BB05F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288266-FC53-C2E6-21F9-EE69BECDCA78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8953FC-AF7D-82DD-74D7-70EF9433892C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003C3-6216-B66C-A330-9D8EBA9C339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7CD1F-43E9-B5A0-2EBC-BB94912728D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692D4-9500-99DF-A761-5C161C968A9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92324-9FF2-C27C-E803-615D227A688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5006D5-F9C0-6F34-5447-B3B4AB7759C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BFE8E-85DD-ED3D-AC80-76BEB1628EC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56AA0-0EB8-653E-22D5-A0F7E8A3929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9057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8B5D-C341-FDC8-87A0-1BA10A0D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46E4D-FE78-DB29-B37F-CC802F142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Allowed locations of 1 and 9 in Column 6, to allow a span of length 5.  (6 is not possible.)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5679CF-255F-5899-6E20-C2E4AB80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36A3A1-C242-A773-CD04-00021A7CD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509B3F-F211-47DC-A78B-7AEF87E13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3C0CF4-7CEA-AAD6-04F2-01F90B05B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AD31F3F-0681-911E-59C6-2BAE0C327BC4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D48484-4EC0-ECBC-4D1A-B40BE7C949B8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BD19AE-C404-6D62-166B-2F1BD458D026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8AD4DE-7A32-933F-8035-132D5FE772C4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DDD190-D6BA-3295-07D6-2280D92CFB9B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4F61C9-21CB-785F-7E66-9974D1940470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D5D7F4-C4AF-2497-DE77-DC302E5D3F12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BA353F-A8A0-3012-A07A-E91A8EB3B785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83961A-F698-2B02-E6BD-9937C17939AF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67D23F-E084-A5AC-31CE-B767A11D6705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D8FB2A-992A-7FA6-1EE6-E052B7176D01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02A10F-464C-1C0D-2889-063A4ED73960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63A6DD-E9BE-74B6-C877-4F0D03EA1F9C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613906-A21D-7ECB-50C7-865F41B90875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3F2108-1F99-53D0-32F4-95AF31C2A872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33C0A2-3249-1A48-90D7-AB0D9DFC7A6B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816C62-A9AB-D082-2C4A-3BBDAC9EA06D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857B5B-8B8C-3DE9-2932-00A11FF5A0CE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7DF71-1CD9-5848-21EB-298C14C340D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B07C4-D432-8317-FDCE-7EB70B675F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FB686-2B22-490E-94A7-D9D6BC4995F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5E256-F658-0109-571D-CE2B8F6822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DB10D-9986-E81E-376C-DAF4B4E5FD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3181E-A6FA-5A86-8096-48C700B8A28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0E3D96-D8E5-DB47-CE19-F843E66EE64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82230A-BC46-29A7-20C5-CD179C1927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691F77-868F-5D26-6D12-E2960C518DA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341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2F4B-BCF8-792A-9DA3-24FD7651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0B7614-C490-596C-8702-5E77BF5E0F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Possible locations of 1 in Row 2. (Not enough space in other direction.)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BF5EF1-4566-FDCA-D9AB-93728A59C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2AC7F5-9D53-591D-5233-15BFFAC40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1E5F84-F3F5-2B75-41F8-533F92B24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5C4802-0C4B-286A-3602-FE1D5EA18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0294AF-6299-1678-2CCB-D18F7DF2B85D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B6DF1E-4050-257A-1A96-A4160A1D9554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0BC74C-2759-03AD-DA8B-38222AE6D126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171843-DB4A-F44C-093A-0107F2AA9067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2BB34D-385D-3D6F-54FD-C1286F0D5C61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5E44B0-DC9A-C0B8-659C-EADA31A38CC9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6992EE-C443-0720-CDD1-7EB398B9237A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6EC935-185E-3EA7-B8BD-56CD99919964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A9BDDD-A87A-DD7F-CED8-D04D07055324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9DC593-BD5F-A492-3872-A1D6DBF0F0D3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9EA08-2FD1-0B71-7C27-75BF99441675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8F0B37-3574-5E87-7871-407EA42B39DD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AC66E6-DCF2-A2DC-02DE-27D82B613506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5837D3-475E-683D-C42C-D7DE09D57808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CB1F03-84EB-9B3B-BFCE-99041801DD96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FCCBCA-B9DA-312B-A5B2-762A12E14FDE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F534C3-0C38-04A9-7321-8CC57137C17C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12C70D-9F7E-D99E-91E8-0099FF81BEB4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BA678-5ADA-C3C7-9998-6EE44B25468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00AC1-F22E-E139-647A-755824C7A81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3AAEE-A45F-0020-58E2-30451791B2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47921-4C12-0B38-B6AF-AC49EA66634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FE7D37-42DB-463C-0C87-033DA733B4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003D2-4555-55FB-A3C7-9B18B44CECF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64C4D-EE96-84A9-27D2-7F4D6315B74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E75F67-72D0-0D20-C309-B2314572C0D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17666-11E3-08CA-EB68-7640699F177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31F19-C2FA-D31D-3031-ECE38E4F40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BC3F7-D4E6-7B18-8A0B-CBBA6ED4070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218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A5FF-5010-A953-4365-1BE9A54F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02D962-F0C8-5E38-E8F8-C3F9B5220A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3, fitting the 1 against the 9 doesn’t work. So, the 9 in Column 7 must be the right one.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0E1391-D536-661E-502E-9850D05DA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79FAE9-4790-BCA6-CBCA-09E11D0FB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886E0D-0369-9B85-BFEE-B68A86868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3E0C33-9217-95DE-5D31-7A9FB181D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553BD0-AE3F-B76E-033C-669201BE3084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2AAFB-60F9-23AF-BFD1-B771CDA0610C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FCB0DE-AD37-B3C8-9083-06D5D351F85F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AD1CC4-08BA-BEDB-EFA8-5ECBCF8CA3B2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AB338-9C22-20A6-B5CD-EE05D918D50C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7E53F3-6015-C50A-4E8B-C86288362F91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22357B-259D-A574-D6B1-9C59ECAB80CC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4B531-F291-E3F9-850B-270C0A05553A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40E184-EEF9-BC61-DEC0-03ADC2580DDC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E2276F-2EFC-A3AC-460A-20D7C22DA27A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E624E0-9088-45EE-B682-62D03904B814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EC3FA9-6042-78E1-DC54-5D572FBDFB6C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31DB2-267D-D946-FF45-D75BCDC3AC34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03F3B-6194-5A37-B34A-CB1B7C31C1AD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7671BF-7DA5-8624-D5F9-0F221BEF4A12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DA33BA-906C-BFBB-1543-D5398B89659C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BD4C85-6465-24D3-B038-5F85D53B00D3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ACF323-FACF-1636-B4C2-FC598E176D22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2F632-F111-D34E-488B-868C3D4E6A8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6939A-F113-DAE0-7B08-B1947BABE3F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9E9E1-4457-A472-6ACC-019D362E30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6D81E-7B91-9E46-9117-21054DA8ED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606BE-F0D7-8EB9-46BB-588F856A90E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80EDAE-CEB1-35FF-D72C-C241802EFF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4D803-B9B9-8679-E4ED-2D0A4F3663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02040-9C9A-A4BC-1CE5-B34DFF9893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6C29E7-B0AB-8849-9AEC-69607517C6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1ADB9-D4B4-3E7C-1EE5-B6019C502E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C4750C-6776-B247-6989-F413F0B126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D859B-4161-A462-CFF2-BDDA753DA00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8FC2A-D9F4-DA7B-F447-AA411B1A489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443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FE5A-30E5-2645-9A34-1F7EEB85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24BA90-1C52-AA85-1A5B-694CAEE904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From [27 in 5].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C33267-529A-23DF-B8CA-3D64387E5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BFC17F-0AE6-0543-7F8F-0C3203AA2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25ECDF-32AE-A20B-3D39-991DD0B30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5951CD-DF13-C619-C559-9144CE1B3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245BF6-69A2-7FA8-C21C-778606C6120A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B66177-5601-AB1A-D04F-E1C0528E7D57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DDA56-A18F-08C2-07EE-9602CC968324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E64492-2729-4879-7B41-7915FACB6846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E31F26-A320-EDFF-1245-8B6D579AD8D2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D2BFC6-B8E1-F066-22F3-B4DC0879E90C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127D9E-0CC9-9401-8099-5F7FE43EF9DD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33AF26-629E-39C8-586B-99DD1C14817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3E298F-36E7-CC09-09A3-A17AA014ACBF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B06FE2-1443-FEEB-1031-D93C25B4BB61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810E1B-6C44-C923-3E23-B6515F274134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960547-B998-995F-05BE-BB304E944553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AA7DDF-D823-964F-802A-DF26DADC97BD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731287-E361-6A49-31F7-964E805D318A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E07C66-1B03-F89B-A9B0-0B00FF31E76C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A52C40-8670-BD35-E684-D528E99FA0B4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D929FB-76E8-A766-06B7-0C750EE36037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B5DFEF-D36D-890B-58DE-902706903A96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C0D12-29F4-0EAC-D390-1FA83CD5617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F5E56-9331-CF75-B9F9-15EB5204767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05432-5774-C327-13E9-EC81A840DA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DC63E-FF94-7337-F8BE-CD55425BFC0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DBCA4-D1DC-14AC-3E3A-6F70BD1801A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87727D-039D-80E1-7474-7D60835D761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37D285-47F9-B0DA-F453-5397FFF9377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05D2A2-CA3D-37BB-0C46-D7E1A77619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67AD9-EEFA-1418-3DDE-76B6139AEE8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11128-D44C-6C0D-738B-6B774EF8A49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C5027A-6D87-8A98-5F23-C5870D7D3B5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88615-534B-1F4B-DDAF-F1771166B8B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49FDFB-1D19-BCC9-DD16-1287892288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F4627-FC48-ED3D-DCD0-05ED8EB854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199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1A1C-7D91-16CF-6584-3CCBA047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DC7555-11EE-B336-F50F-903F066C12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Possible 9’s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E205A6-8E16-2CE8-EE22-F9B03F08E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2B1672-903E-E047-7107-D918399AD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126130-735B-29BF-F942-6E0B29AA8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1A9C4C-A971-050D-20C9-8E6D81BFC1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C204E95-48CA-BAFC-8EF8-053587D41984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90D0E7-4304-33C8-17B5-5D4BD9007318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3F58BD-9083-12F0-C227-3CE5222E0C8A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1C768B-D07C-D9DF-BF8B-BC9AC8FE78B2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F7C0A1-BBFB-DC98-2348-09762EA8AF4F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C3AD86-BCB3-7D7D-CD31-0E3EBE33466E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EA2689-4095-BFB0-18D6-B69138530FC3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5935EF-0757-8860-D457-FF91FDF4456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5D07D-15A5-62DC-400E-D387A6652951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363E76-DD7E-D048-DF42-6CF7B1B208FB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EDD5F1-B2C8-DBDA-4B65-99FC20B149E9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014726-5BA7-FAD2-8E51-86BF30A1140A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B59EBA-730D-415E-F698-F8A3C15A39B6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4FEF2A-B3F9-8EDF-9C3C-07B39D84E418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9AB05A-78F6-1452-E6FF-BD67FD2046B8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D678AE-7EC3-784F-72BB-E85D9C11F6B7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A7E86F-E331-99AB-F28F-AFFA2186DC56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DDBAAA-0B31-F587-19AC-8D3946278E1A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8E91C-093E-CCEE-ABC5-2AA57A0CCAA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AFFC1-4E9D-4128-5587-FC084CF7933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A4C3E-2299-2A40-BB32-D79A34E21F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2C0CC-7D04-4009-39EC-1DA233ADEDD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0C9504-E04E-925C-8843-8F295C337EF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1C3EEF-5A48-7CC0-5D31-2E10FE0E4EC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FD44A9-CF0D-4EEA-A8F8-2C6DBB09B04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859BA-F6D0-146C-09EA-0FA8EF3884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1C7D9-0C3C-B06E-746D-1FD947C1E2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D4A37-DFBC-243A-1972-5A1FF89F20A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F7C506-D96B-822F-EE5F-DAC64C05B4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D6FB1-D355-4C07-E5F4-38FF0EAF89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7695B-AF5D-A6AD-76C6-FD76E4835D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67F3F-8FA2-FF61-72ED-5E2B1CCC6B6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778C4-A7AA-E9B5-2B38-F72D029E880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48FAD8-7851-6496-6386-12981F41283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8C4FD2-C1AB-0E9A-EFA2-EE5C3AE2A3D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153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E6A8-EA70-428E-6052-EDFFC0A8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E275E5-08DF-F9AB-7DA3-A04752CEE1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Possible 9’s in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B5351D-7336-6782-EC60-252AC7714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6A0C5C-6B05-7204-ED04-8A0FAD7C8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438FB0-6A3A-F295-4EFE-70069D764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860690-554E-71D9-FCFA-546E74F1C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7F7C944-B347-6A10-F2E0-C4F1711BF6E5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38FACD-20B4-4A78-8BD1-F8D4F1144CD5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4F5FBD-3F52-029C-2409-656DFFC1966D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726D27-BD1E-BB36-C7D3-1C146792F4ED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FEDCFF-D7C4-9EF8-51BF-29DD781BD495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A1C022-C009-B698-6B8B-C36A71D0303E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9A026A-D82C-25A4-547E-D56911909634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A9B25-4FC6-00BA-6736-94CD4A40C15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52F316-0A31-BC82-9C37-DAD0C537E2FE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A36164-5597-C7B3-C6F7-6BEB589FCADE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64FB98-5602-0BBB-5911-4DCECCB4C52D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D4B79A-EBAA-B4A9-0355-5CA362B13EBB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E2F6BC-C0A5-FF22-A385-B9F605AE4809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70ACCB-574E-7475-EE92-A44EF3144701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F7E50A-7ADF-5621-946A-9D4BB238D86F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C4A875-2A44-1BA3-A51A-46AF027A832F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A46A4C-A539-3B64-7036-D8B34CCF24AD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A9E40-765A-CDD9-56CB-BB88198DC356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E72FE-35FE-E856-2CB4-6FC5CAC3BEC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65152-B62A-8B26-12E9-67BD8D9A3C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D56CE-FC56-3A4E-5753-C81A0A585E8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1CB62-F38B-67E2-E057-0D2CC7783E4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4EFCC-49C1-2771-6DEC-7E87B2FD23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C6C8F-A1E8-74F0-DB70-EC03686351A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B8537-F66F-5300-AC4C-4F05FC0731D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7F9FC3-26A5-073C-2447-A6AD458742E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99525-214F-EC83-B64A-9505212AF7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04B12-C07D-ECAD-9BF6-B198B01836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8855C-BF22-845D-B4A8-8570A5818D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78DB5-8459-95F4-ECE8-046F5A1B0F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FD205-F5C6-2BED-E250-5714CCA736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B11FD-6D17-3D33-DD1E-7099FB9897E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11B5D0-AA26-537C-A53F-A65946A2A44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EC43D8-220D-F441-464B-A49E520660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E49827-DA17-F944-3CEA-997D1792090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D42A96-AC28-BC28-1AF9-5858D83C8E3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09580E-D78D-F403-898A-B18C5A6B790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34606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74BD-B3B8-A468-5CF8-DD56883D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935DE-375D-5C9E-8216-759B7831E2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1 and 9 are precluded in Rows 1 and 8.  So, the only way to get a spread of 5 or 6 is to terminate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5E8771-1571-6655-495C-9E177C47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63BE82-7F0A-39D8-7FD7-3B05F1C13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865721-D058-C652-B502-1E1506ADE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FF5D4A-8764-C49E-DAB2-1C80D4343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E7EF9AC-33AB-E505-9A52-7C28FD9D19FE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59FE1-CD87-3073-03EC-5B4BAB98A1F4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658E35-88AD-DC68-5B6F-55B758A34998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EFD47-0370-E6D5-B587-B75D43333DA4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A0B7E-347F-9CA5-C40E-9608FCCD56EC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A68881-5272-57B8-BFF1-FE0B65C6D220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5F7AE1-D3BF-8518-493D-1EEB34544DE9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26C484-BAEE-F3FF-9219-F977E66EDC2E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38547A-012C-EA63-91FB-7332B0BFDDA5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B2B64C-E815-C008-6B1A-AAB7BBF70E32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700E4-B4CB-1A3D-5C84-FF0BB552FAF9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EB2FF-BBEF-F292-E5A0-481237BB2384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CA71A3-604D-A5F7-F9D7-B2BF5073457B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83CFC8-AE3C-EE04-4073-B1CF70E8612F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BCD18E-556A-EA68-0826-A0E270F43639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678FD-761B-6239-AF35-83105D438CC5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9334BB-CD0F-BA6B-07FB-1D2767D5A4C2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DE779F-9F36-1F5F-ECA6-2FB7FD811C88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C77E1-0251-ED38-B37D-58A75F4974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13C44-AD4F-9E9D-F2A0-73E04664263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611FE-ACE2-53EF-5A3B-F6AB90E951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ED936-32DE-ED9F-3DE4-A9CCD2B5E4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9E646-3ED1-09B2-F9EA-DFB57385526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0565BF-99C1-DD78-9A4B-DBB6D009B85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F66D3D-1DBD-1DD5-74B1-4FBCCEED0D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C5670-8D5D-E78D-9890-4FAB4DC5B6E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10C61-1577-779E-4656-780A23B369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1157D-B801-1949-A1A4-07128CB74F1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DC0C1-C1F1-D21E-7802-75B56D515E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965C2-9D38-98EF-9878-43D76ADF99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49346-FA69-89AB-9D54-902B340917F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25954-1D1A-4937-CD40-57DE557076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677895-99D1-2DFB-23B8-469B5EFCC8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48C8E6-2E32-4BA1-0861-A0A48BD7DB7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9E1252-AE12-4853-53CC-ABD988539E4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766CF3-7F34-A867-1621-2640F84D53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5044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6EC4-BC88-6DAE-406A-4FCFA576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1C9F1-133C-46ED-A34C-49612B772C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Possible landing spots for Column 9.  Row 3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484589-88A1-51D7-B77E-32375C84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069DCD-C1AA-4B24-E51C-EAA07BD14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46EB95-240D-A89A-6108-1D31A6059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2CC4F4-BCC0-C6B7-8666-6057BB76C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775A85E-8E64-BA58-B3DA-2A529B8EE167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F73406-E01D-350D-BCA7-9CA1654349DA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A86FD8-F3B1-D8AF-0C3F-E5A2F6D24D51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7C5886-7A63-2FCF-85B3-133EE6B94FF0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6615F4-F7DE-A37F-C5BF-DADEFA65C41F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25ADAB-31E7-D4F8-B9CE-C06E0079CF36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AB5FCA-72CE-6AB7-9E32-BAE22ED9797B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75A05B-4064-EFC3-184B-AA840AC5EB4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C2DEBB-ADF5-242B-8F6A-2AAE9A5896D9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52CD46-7CEF-7824-34D4-8C7BCE8E972E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0F9975-B042-7EC4-06D5-F992CC36BDC9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49BB53-1500-064D-A04B-79C00162753B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539ED2-7E1D-5B6C-9DE6-088140809927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0EE237-3B59-C859-28F5-C0027D88F5BE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820C36-3A6A-F44C-6D91-FBC9BE5D6D2E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0124F-92DA-BDB1-8DFD-81E2DEE8E657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BCCAF5-0597-82C0-10F4-61B88B540513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784FDB-B40E-714C-BEB7-AD75AA03E815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F293F-4DFA-6E08-B1BD-C4FF0DFA57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70728-DF52-CBE1-6555-70180B49E27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950AEB-49AA-4DE7-81FA-297CB49C6E4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F0AB4-4612-F5C7-E04C-E31D5905ED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34D96-10C1-68B1-94FA-19D2092E3C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28411-3C6C-D281-921A-C5182EBB14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46028D-3D8E-DB67-6DC7-50035706D39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5C9047-89DB-7D8B-3D93-C4B2F07B46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3459B-1D79-5411-C858-EBE668F61B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929CE-CBD1-D4AF-9F0F-6778742DA61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C7E0C-FBAE-67B4-05AB-BCECE93CCE7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4D113C-B5DF-0149-E705-5195A0BE134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378FE3-D6F5-9998-C8BC-253512D20F6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7619AF-0350-18A4-5A9F-573E84BE35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E2F433-9D02-94D5-27B7-5691C6A6C42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7B4C9-6B9D-997B-BB3A-4A24A286CE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B9974-6B33-DFDC-2F84-A9CBAC470B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7F49D-5B39-C6E5-FA99-910C763D135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135B4F-5921-0076-10DA-4344F4DE221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0B5B56-A900-2B64-EED1-1069E5230B3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4596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52A9-0709-EBEF-6EF7-0C70489E9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2608D-AEBA-0E10-D386-E5842A5F61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Possible 1’s in Row 5.  Column 2 is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CAFF4C-F2B9-DED8-19D3-D9BA422B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4D617C-8DB1-1CE8-2761-53D4909E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FDC3E55-14A0-3447-B9A8-107EB4EC3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301784-BE77-C5A0-B20A-E7E8B187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25F83D3-D07C-3FDD-ABF1-77BBC45B988A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934739-C35B-9E9F-BFB1-B98ACE3CD7D7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BBD5A9-95D7-B3C9-5951-6ED410B9344C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9C94C7-35CA-7666-100B-05DAC56DAE1E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C318B8-60D3-9814-233C-B42CEE4A05F4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EBF772-129D-1FAF-C39E-972FD2CE6F35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40B410-68FC-0BD5-15F2-EED5DCAEE0B5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741D7C-7B2B-8FC4-414B-08EFF26C9B83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113E73-11BF-8EB7-23BC-CCF61FEB7914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C36B12-D265-54A2-0859-07C1B661A16B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75379F-F662-C5BB-F344-F961ACF34AE1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3879A6-F013-7775-E4D3-B79FD7B60536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72EEE-6289-A17C-877C-63A42D3A8577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CF5152-CB0C-D006-B6DA-0CE0353B4E5C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049E0C-6E64-11CC-22EE-C07E84A1EF61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F3BE08-86AD-7AA7-AC5A-B55D0CFEBF04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A3F723-8E76-E102-F259-7E60C45F7CD1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538FC3-D1D1-C027-F01B-1A466283A149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1500C-1E42-6292-CACE-7D82747E18D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0BDFD-57AE-0618-ED30-B35AADAB459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3A48D-1908-72D1-AB8A-17EC7B89CB4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955B2-2993-C241-61CB-69D1FFEA647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D320F-6817-3012-2A96-A597335155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C08E6-B4D6-BA97-A832-E16E79C6FF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009AD9-EB90-5533-0D9F-56FE751B4D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CEACE2-BBD0-A6AC-018F-B486DCEFFA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3FE8D-DCA9-8030-703A-D2B1CEF3248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0932F-EE48-E1DC-E522-8F198F74DFD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D06B6C-68D6-3C4C-8670-696A1E3DBC0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067950-D047-33F4-99D8-BC140748B9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A061D5-3E94-4564-383A-A550612660F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13F909-E6BF-373F-0510-A9B86BF8C17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0E430B-8B96-9F18-602A-2D82FE883FB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C3C0D-F7F9-12FE-1236-CB20D99B8B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981A6-5256-3F87-7FD4-CE0EB4F1DF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EF7C3-4AC0-5B54-0232-6DBC9C4D33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DF48D8-B315-6AA9-0701-46F574C9E5E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88EE71-ED91-EDAD-083D-F607EBC02B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858124-BCD7-1005-198F-FFBB5B781A6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E52C1B-9614-E182-CC4A-388D7327117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94810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2C04E-351F-B240-784B-A72F67E8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0A85F9-8FA0-6F65-94E1-23DC65FC80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the left 9 is the correct one. Presume it’s the right one. In Column 8, the 1 would be two cells up. Then, in Row 6, the 9 would have to be two cells leftward. But that’s precluded.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0EF48B-F528-BEA1-C388-B54636D5A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67DB53-4C69-1A97-A3AE-9992FDF49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69195D-979C-C278-4868-B72F5467B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10632F-5A46-5433-6E2C-FEA11D8D9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060A293-67CC-76B1-0F0E-BECB67C22991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1BF0D-7288-7FF7-ED51-A736627467F4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49C8DB-5AF2-F057-16F5-6C4D4885BA3B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322349-DE24-8F02-8182-C9D21CD21442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2E3932-6F8D-994E-90B8-BFE701B75884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7A6A0B-B0B9-FF75-93E1-69B9967972A6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47D6B3-1346-0ED3-5097-6DEE5E7687FF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8E4F2F-59EB-29C7-F0AD-526EA9372D23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290A5-6FE2-530C-6403-3A07E89FD8CD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305E8F-132F-F1E0-0FBD-93FCCC93BA04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B4EBB1-3572-8032-8D72-3BFE8ACB77F6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83BF6-A5F7-2E60-E5AB-48494B527597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07067F-6751-D9D1-9843-6938545089AA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BE7A8-F81F-9144-6446-22383819CBF0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2691C8-5B56-80F6-2DAA-94CABD360D28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6B4A18-C755-1624-49B3-574F67327E1C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4DC7E3-B1C4-8927-A5D2-538C6ED31D14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91BCFB-3BD3-98EA-D5D9-A6AD4B35D3C6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7BC19-E0B4-D788-4F58-59A5648317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6CBC9-FB91-7A70-443C-98CEB933A7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2A4A86-AECD-C885-C28F-67D1E632686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8CB4D-F7B9-DAA6-2D05-648991BD095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F5B35-D5EE-5198-D496-02F40BC13F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CFC3D-709D-1F51-CDC7-6E0BFB1141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F8F1C-F288-8ABB-FF44-57C1564892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48C5B-C0F7-2BBB-B032-60088BCA13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26F0F-95C4-AB68-4962-28D9BFB1FA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43F11-8C27-BBC3-1B99-E971296BB9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5FA41-5E5E-FF31-B9BA-2C40AC62251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81B6E1-E145-DAEF-E35A-24864A234A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E4B5C6-26C3-50BC-A9B5-AE1C498316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0B2A9-C1BF-D925-F2E8-914B97890D6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3EB0CE-DC1D-0521-EC6F-951F28F9F8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D467E-CF29-362F-7D84-13504EF8811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D887D-73BA-B977-89E5-F0067369D40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44391-8D21-EB76-52A4-70771F6CE1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670B11-297F-D445-5313-0141793BE4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B5D4F1-D387-DC15-2536-9B25DA7658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E82D2-FDF1-D9D5-F00E-2DC0A2F27F9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01E3D6-CE37-8DF7-8568-2C94C55370C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780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F215-AC0B-2089-CB8F-6CAF0011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52342D-0BED-E8B9-9CC6-AA00736B16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place for the 1 to go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0FF97A-F084-39FC-B7A7-BF0A8A449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1DC60A-7FC8-CABF-33A8-7F9920ED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C30B00-80F1-0AE6-1F95-0A7240EDB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0F070C-FD65-B1A8-DC0C-15B88C5C7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20172B-F967-6DDF-3498-E96F6CD19627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787DA5-95D7-ED81-3A3F-CFA4371824D4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E90A83-86B0-4686-F977-502BB4913CE9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A4B62-F109-77C3-1ECC-8521041963F0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77CFCF-B2E9-0FA9-614F-EB772E1930D4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D134B-88B4-B749-9B6C-A06820EFF6A0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5924E-0202-D249-DE89-259D44624334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8B0C54-677D-1641-87E7-38F8FD8F70EE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AE5B7B-3DFF-B955-BADD-2CD6D62C4B37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A6C96A-94CD-4EF8-9923-D27EE9FD2483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CEEE4D-0D7F-8356-B4EA-12684F6F19E1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777AF-BEA5-38E1-CC30-B3646A3D31B9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2308F4-05E1-153D-1A1A-EC90B75AD9E8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5B34D4-9AEF-6DCF-7D74-95522C3A5E3B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B8F2EF-0EF8-CDDD-ECF9-8B48339438A2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B69522-A5D4-B47C-53FD-004C7995D891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E6C2BB-4F08-A41D-B430-FEA633BAD622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7B151-300D-9627-1B31-503BF3EE219D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8A7BD-9073-7805-1618-5A6BDEDBB6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2548F-7F1E-6826-2350-419DC42D028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7F67B8-901B-D7D0-5F86-CFBAE53A98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9A481-6FE9-2D14-1611-4A19F2B9D03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929FD-911C-D6DD-E0B1-7B15147F113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35597-7289-0ED8-6AEE-714799A645F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6C79E6-56BF-3EF5-78A4-1711AF1AF6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33E6FD-0F43-F306-26DE-DC615B1E7A3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F0227-64B1-A85B-16EE-92A6FE2292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2CC15-7E79-FAF1-C4E3-052CA982A1A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FF3EE-65F7-26CE-5DE0-346710520D8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EDC16-E3E5-D42C-7CCA-001F47A52CB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BCAAD5-FCA2-6C0D-AF98-7337985CA9F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78E0FA-E562-AA68-36AA-993B6C772D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0EC2A6-D3BB-B169-8359-8E4EECD2095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D1298-02C0-4442-37C5-1B6144F5FEE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B72D4-05E1-094B-A112-263D51EF27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9FFDD-558E-DF4E-CA13-5D7FA25C7B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63504D-6071-3CBE-B5D2-E4E7142973E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09FFDA-5EF5-BCD1-9B4C-8CC200F5716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B1645-E4D3-9B73-E2DA-157B04B8D6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8889DE-93B0-A069-4D7C-0CE5DCDF9CD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6C33D-BC33-9D2B-8993-E78FEB01F6D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26557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A0DF-9270-ACDE-CC72-EE377E4B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68C593-B3E5-22B9-BD4E-619202F3F4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place for the 9 to go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0593E6-D888-4807-8CC8-D2821453A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66BEC1-B599-F4BF-C73E-8EFBEC3B2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DF027A-F5C6-06D0-96C1-36170FA5A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9C4979-3C04-5C4D-7321-EBFA4F4C6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EA12DF1-A5D8-CB6E-6386-7B849C87F58B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CDB90-B0CC-273E-DE1B-2C42ECDC98B3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15C326-F689-C20A-1E9E-350FB4AF3FE5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6F65FF-CF37-5816-C2F5-4954949CE423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C429C8-F72D-629B-AE92-462AFD8F8D2A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F6DB60-6E3B-112D-3B7A-0C6703E00307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47BF12-D690-9FC1-BD88-A1D3BD730E56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97257E-C110-E2FD-D069-19D6D88608BE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72541C-E3C4-53DE-A785-6E500EA5F046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B38A8-D0FD-E851-5178-4416DCBDB5BF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838E2F-B5BA-863D-AB6F-455B8EC56C96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5376F2-8C3F-9B46-B359-252FAB77B2AA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46DDF3-37EA-B009-B9B1-83EA05994086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034131-3245-91FD-7920-6528490B02FD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3FCA10-FF9D-140E-8DF0-458C5F01D32C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82EDE7-F3D9-7986-0834-A563EE0324D2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613B5A-7FA6-2966-10E4-2E14AE20527B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F46077-E044-9A3E-09AB-690B54A69F5A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07F2A-3313-6FFC-84B6-23E2CDEFFF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70B52B-80B7-5853-277C-0B1D10D77D0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AD6A99-D382-A700-0D10-6D9895442C5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51004-709B-C4D9-3307-D5B717DE0F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6BFE83-E404-F959-9296-4B366326066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BE34B-B1C0-C1C3-FA9C-760D12E006E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DF766-4A95-A015-8626-47B1E5A0887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7E4E9-8599-9520-006B-452496C329C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A16F9-2E8B-E180-A11B-DD4B13C65F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9FBB1-3DAD-79A1-6CA4-C2706F3BC45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6A50D9-5F69-D7AE-10C9-820C4C94646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6E1F3-2E80-79F3-50C5-68EC494C77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3B4A9-E189-FE30-C931-8D7B46B9B95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A1F04F-DCA0-514E-00F7-27595B8C56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9D12D1-6914-8A21-7B93-E001E085BC0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23970-64A2-9AFD-5725-F0AD9492202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2EC8F-CF60-B476-03D2-F74A17AA8C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43FFC2-4AA0-248A-0BAC-086DF41D054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1208D4-6DBF-F3F1-59D1-9BC702741E5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68E59-8842-59B0-AE46-6DEA71D18D4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4DE266-8871-56A0-96F8-B511B2F25B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4A57B0-BB77-3A61-A342-FF61FFA0FDD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ED202-7F89-B5FD-8637-FEF03B223BE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509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C063-BB8F-62C8-C3F8-0BDC7191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DB695B-4E65-C04E-3625-D97ACECB23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9175D5-6603-8AB8-5124-4E5EE93F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6D28C2-9915-A35F-F1ED-D8C28EFE3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186A0D-7194-55C6-8F96-A50923549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D7D268-0692-62A5-5331-C0E321F26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4984BE1-CDB2-FF74-ADDB-0DECC60966C5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4BB735-2C33-D97B-8E53-DA8380E1169A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A306EA-C3EF-E521-949C-1E286F909F0E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5A7964-D491-E55A-6445-BD78EA129016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0D243-5028-0F8A-F415-A59F3271A972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1D4FB7-282F-FB46-3674-221097093291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6F34EF-FF24-77D2-25EA-5241A389E62F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E30AFC-A850-7578-A7E2-9CEB7591F8F2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DD0DAD-EA72-0C3E-179E-36385C4E1D21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917DC-9329-8371-442F-91462B513F89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5F6825-EC9D-6832-2638-3549F57707B9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35A58-ECBF-A381-4523-6F4EAEF0E78E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590231-BFC3-06C8-94BF-45B16FAD40BA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9B174B-5192-017B-9D00-F749EBCEEF86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6B38EC-4023-9E25-E830-30BC401FB51B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7C11F9-9738-B9A8-C7D3-D3C9F4C67302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CF0765-ABB2-4478-5E65-25A1A383859E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41DBDD-928E-AC7B-FAF1-1D7ADBACC43B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C6400-687B-4308-3834-9E66367973D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084B8-C361-A3B8-8DED-07B8A3E6FE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8D4694-C614-0657-4563-97F72EFAD3E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FAB488-9294-8878-9A7A-4DFA5E4E62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589654-5611-76CB-F8CE-F4E319D548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A95040-BBDA-ED79-D6B1-0A46B810C2D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45C82-4E17-1DF6-2898-26A810488EF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7A78A-3E76-3EF6-B8D3-910DDD7606F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4E795-2B76-7DFF-F17D-2FDEF23706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89F6F-C2C2-F333-A8ED-85DA6914E08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B2F89-6548-22DB-7FC6-635316A35E3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71936-89E3-41DC-7975-2ECBD19B8C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3C7031-BB4B-56ED-93B9-65C4EB5E4BE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0724C6-AEE1-8ADC-D486-D5311A80CB7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1C84C8-7F4A-17B4-769B-B72C7CD0713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898C65-DF66-A429-E622-D3C5D1B1BBC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974E6F-961E-FD4B-19B4-FF078EA299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2B39-F748-B039-CFEC-C7933523E60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CF7BE-F008-CFCA-411A-681AF1DAA6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DB5667-BEF0-49EC-4005-758ADBD312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84925-B6AC-EE7A-7914-1D3FCCEA94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BBCB2-EF6F-DBF6-A5A3-8B6D7850EB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3242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0398-9C1B-B530-2F99-5B891C59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AD203E-9DEE-8D0C-AF52-4FDEFE8650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E3184B-BB65-1B94-3DB9-FDC590858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E7FFB9-962B-A00F-4E53-1FD6F19B6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EF6258-69A3-9BBA-EEEE-112D92598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C91472-2582-BA8F-7660-3E1AE7A0B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D262E2D-10F9-BB4F-7B54-89E84CC60D24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ED9F45-5094-A033-511B-5A75B3ABF0AD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BA891-3887-85F0-915C-453521EAFF7D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BF00E7-6027-D9BE-5164-09BB3C65F7F2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86BE25-86ED-A6C7-32DA-C6274A600283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5032C3-87F0-77BF-2402-23141F9848F7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B7787D-7147-AB43-5BDB-870E4F26ED95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85A15-F5A1-2825-A48E-E36FF1337941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4CD86C-3A05-EC70-BF8E-9CD0F01D955B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DB6F9E-67C2-FE62-70DC-DC5A2934D4B0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AAFC4E-497E-651C-D2A1-4274079A5B3C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BAE0AA-6355-64DA-367F-A9766FE1566B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7E9C9D-2D38-118C-A8E1-AE1DC7637B76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9CCD39-2BE0-EFFC-8F8A-F5B0C93365F3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1F9BAE-7A9E-2B1C-1332-CAFC98F032FD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94FA1D-EADA-12E4-1AEA-E4F92729236A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A575E2-CE87-5F6D-CF2D-DB558B0F6402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6D3546-7DCF-CFFC-7BD1-D2C65A103D39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02CC9-93B6-73F6-2887-C45204DC8CA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8BA6DC-72C5-1D5A-097D-D0C5EBF73D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A838F7-5E30-2537-13DA-D12E2574135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37241-10D4-1E5B-9D30-BC79EADBC2D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5F3877-32CE-AAFD-66BB-4082A68FA2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2AA89-DBFB-ACE8-29A1-48223FF405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8C7A2-EE00-8F5B-04EE-5159CEA2E85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896589-C2C7-9342-93D9-023DB7D19CE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B5738-D98A-DF61-65D7-E6FA9068486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ABEB7B-2095-AD1F-394B-8190A23C47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818175-9DF7-EA91-12D4-95F96DD5643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2F7C4E-3D9A-74E5-D732-BF5D546A793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5ED6DB-43D9-26B9-6B11-6438771951F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35AA7D-893E-85B3-C645-0BF3FB6AD0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5BF0FA-0C1A-17CC-9046-F4C3209C36E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5F3E1E-3A8C-5484-57C7-3D3B10E2FF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EF7502-BD80-5EFE-09E7-69EAD346293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A1519-D717-0471-68D9-532241A105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C8254A-8273-52BB-10FC-27B5A6317A8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A95DA-6F2E-5216-4900-BBA80C43CE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826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173EC-7752-42AC-C7B8-6C09C2E0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CFF82C-ABF0-7AB1-3D0E-438814AAAD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Result of [29 in 6].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00B030-6026-8F3B-EC2E-FAC99EE8C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F08B41-CC41-8839-8D56-FA88ED0D6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4734A0-3C17-6FA6-2006-2B766535D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4AF24D-9333-A619-2168-4440FE124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02F44A-AD98-87E1-84D4-6C3617ABD685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024758-B8DB-1E7F-5777-AD2B7A2D411F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ED277-28CE-7AF3-F8AA-C28CC5F1BA6D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11CC6-6F7A-2A68-BB7C-74A0D7E71197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7047E8-036D-40AF-D038-52A88B7A60FF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35F106-790A-AFDE-9680-8E3AA5241BDE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0956A5-85A9-94F3-1F40-017FE42B5C14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A8F6AE-067A-3BBA-0EAD-212C3C9315E7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2C4B8C-5CC7-4874-A622-1B238B821360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87C9C5-81E4-802D-EA76-CA2B792B55D5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3D73E7-44BA-F35D-6609-E041D38CC01E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74FC12-61C7-CE4A-3C98-6179884CC8B4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2FF379-10DF-4E2B-BA71-85DDAC2E0A25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117702-3816-FF4B-BA31-CB1929AD4122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E6854A-FA71-281A-5BD9-BF4D2D9CC551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5963DD-C971-0C63-3FD1-49E8F7B4747D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22A41B-C852-9517-9ADC-486A6222C768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635F03-F6E1-D869-CFA8-08E3727812B6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C50DE-7AFB-B1C0-96A4-687616CBA3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0E132-F785-15FC-9B19-00689025841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D5C46-F9A7-6ECE-D274-83DDA81AB8B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807B3-B469-67DE-88EB-29CC24B1BEB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E9400-9DD4-2365-29C6-D2E27F3F26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FECFA-57F6-5268-6FD2-59900CE455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942D6-659D-23BF-C3AC-2116DEF1E47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110472-A020-EEC1-E1A7-43C3E57187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14C359-C242-A2F8-3707-490F0A53B0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F047AE-7DDA-EF31-FED3-0660C99812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A048F1-D547-DB12-18F4-8543F77A62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8E4469-8894-A5C3-FEBD-D262E1041C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83837B-F495-012F-1005-D3BCF09D9CD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FD1214-4691-56A5-9498-8654BECA566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E17E74-21A0-5855-CDC9-3E2C5A9613A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289DA-FD9E-548C-7F10-D9EEEBE2F81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7643E5-D981-6D8F-E27C-9D08ADB6CA3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A6D915-EE7C-1445-489F-70EC7E92B15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AD7817-9E59-8482-4E68-E1ABDD81F80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D419C-CDF5-6014-CE71-16061BE61A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F154D-5CB0-C29C-BA52-0FF0001C0F0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87999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594F-B98C-4ABC-E8CD-C5FC73CE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E705E3-ABFE-9439-6933-8C3012DFE2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the left 9 is the correct one. We can’t fit a zero separation between the 9 and a 1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27BFEE-B7D2-1D38-01A8-CDC08C4F9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647176-3EB0-B593-2D74-CC1CA69D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DF257E-2A6C-7CE7-847A-8327C8D27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3C99EE-CBBF-758E-655F-667CDE833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5D173ED-6A56-CC34-9652-FEDC4EC754B1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599BAC-D687-B301-28A7-5DBC859B4D79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33D535-5DC8-7D42-BB6B-8641B1EC6AB6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4BBAED-5CEB-DEC6-C2C7-CB1B8C30FD86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71D239-9989-2451-1435-87AF5D895987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A98999-77AD-3D64-F035-8ADC23296938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65803A-64C7-C9FC-4F0C-059E13E0ED08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7481D9-D927-2DA1-F93C-B7E2EDCAE580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B595F2-C7F1-16B0-3FAA-1FCCA0293E72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211212-DADA-D48D-5A16-08628A4FE621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9ABE80-F305-3E3F-3A0E-E30309F3A285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A729B3-7238-C600-E810-8666B578615E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7C7063-9C91-0389-ABA1-F4AE213257F0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476102-7246-49C5-83F6-2424FA3FD4FA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123246-5AFD-18E3-D3CC-5818EB96A8FA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B359BE-78A9-8C28-25EB-60F4025629CF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304A93-4EFA-8C47-7CE5-7C82C562EFD6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99F66D-5128-87A6-BE55-F13FF556C1DF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3C4A5-1C6D-7972-430E-D249A434FDB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ED3435-9F2F-A2D9-AD97-B0528B1235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D5E0CD-A8DB-FB74-3C35-7DAB712C53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9DF271-CA8E-1EF3-BFAB-05925C6FD4A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F709A-4042-A5FB-70C4-7202898A964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B4955-F038-40BE-A8E8-C31DF4E031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920254-FD65-6B31-0EEB-D4B41F9B4DC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3F0AD2-EE40-1068-A57E-17CE7BB7057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1C2D1D-1405-0593-AED1-F5C539B5660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D9B71D-AF1F-854A-27A7-5D0D9D6C2B9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7B7D7-56B9-6602-C3A3-CFFBF1BDED8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367890-9F35-B9A7-E8A0-9FBAAB76A2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4A535-4726-2B1A-F318-B813A370368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D5ABC-3DEC-4C6A-40FD-6BF4EEF052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7121E5-A842-4EA7-F877-892278184C6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F5576-18E0-6DA0-E7F0-DE3F8EB0D06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D3EECF-3CCF-5884-5991-616993F777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9FC05-F6AE-BD5B-0293-0CBB4028164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264E9-5A57-4243-19A6-8DFCD835B37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94118-4B9B-3DEB-6CBD-1B485FCE59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1348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F9485-1159-67E9-1A33-FBB68598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0B630A-3646-1048-B0D5-BFAD6CD291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the right 1 is the correct one. We can’t fit a 2,3 separation between the 9 and a 1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5A73FD-5D54-9D08-76A2-FBE08EB9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2B65F4-A363-B808-9EAE-1F75691DE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DCDB93-10DF-27A2-792F-694E8A777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9EB83A-B054-5152-EC90-D29266130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8A2063-C6E3-F054-FF8D-39F44EDFBE46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0A49D-0450-131B-52B9-3C31447CE363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BB69D1-D583-F6E8-438F-AE2A96AA43A1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058680-2DB7-85DD-6E84-8C160D6F8F94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B7DF9-55E8-1353-F34F-94A0BB693715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6C475E-97C9-CDEC-E9D2-AA136EED1ECB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798E99-7BD4-A1E8-5506-71F42E1BE9F5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475297-4477-91AE-6FB5-93CCACC2F88C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15753-0168-C782-5EEC-F6FA185D0D83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E22F81-DEEF-7C32-D8E6-70059F5282C0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3AB8A0-FBC2-C91D-BAD1-0F6D48E00667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271BE2-7A79-DCF2-F9D0-10E3475729B1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39FA99-61DD-544B-F6C8-222655E1FD6A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9F00B4-63B8-082A-D112-226C9B7D7CE0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2F7ED3-83E6-8A08-4AA4-AD8580B96B1D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F26E73-47EA-6D29-F43B-81A62823BB34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93FA85-F2BB-23CB-3126-7E2BE8E666B5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CF80C4-63C6-654E-0474-71405B604742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58D6D-6C40-D193-7F24-634334E0A0F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F6209-2ED4-F5E3-98C4-D98E6C1E143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3C01B6-B008-7B09-A209-9A1B7C9008F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D4FD2-F12A-6F1C-D087-ED55A4E7E5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61E1E-548F-0142-4FA3-A8A98F1756F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2B80DF-1910-4F14-8D79-47F52A716AB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29A0D0-02A0-C1A6-C1EF-A9C1E303C2A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D8FA42-6A44-B172-9AFC-886325431A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68C7DC-C012-E4FB-FA4D-29B254D394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A1E2A7-A971-B3E8-C748-BCA44B4521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3BA72B-CD9B-5F74-8DDD-29E8D294E0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9B64C-99F2-5AD3-341B-EA0C08C935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8F27BB-8E41-CEB6-224A-E3125159DA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5C5CE-5D54-643E-FDBA-8C7A458027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18FC71-6C96-812C-D268-D9EDB3F243A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18A94B-5024-37C9-A63E-94EDF62EBA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AE052-A7BB-EC6B-9485-CA9AFDD3DF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B1AA7-66BC-8834-188B-089B2F7934E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02FED1-2437-750B-9E1C-70618DCF55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077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4485-D968-49F5-592E-FE83C9F1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2B2BF5-9CAB-CB3F-9076-A3B2D240F3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the 1 separation fits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962795-555E-8706-75F1-D39969300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FDEC23-D216-5128-119A-83747308E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9CB331-598B-C5FE-68DA-5194C4C1E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9377E3-2232-CA1B-DB57-B06EC5349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3A3D0A-C9DE-C971-2FD9-194318FE9FA3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AA944A-A754-C53A-FB45-7483E95F48AD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2484B9-CF67-D6F2-896E-4DDB0837FEB6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064351-9C77-6A51-F596-64BBA0D321D4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048E0E-DAC9-5D5C-E790-5ED88AEF7835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4B5897-D819-532D-2851-B1DD69E16C4A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EA4BB-8C27-3DC4-7D8E-3EF26251BECC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F2AAA1-6ED0-E0E0-B630-5CFA861D5AAB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0D7B7-35F7-59A0-2263-A23DCFACD0B9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2132CA-76FF-D046-1E9F-49DD52A7CE09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9F2EF9-2809-BEE5-408C-9E247B5176E6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901D9A-E449-01A5-F3B7-5C93C5231AA2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DADAB0-CA0E-61E9-7EB8-32ADDDE2D5D2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60F586-F594-27DA-9A8E-CC0393E89EDD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A9EC8F-4C21-6FED-FC20-9A2C93629BDA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DC9951-D257-B24F-807A-3EDAB1A74069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C2DE34-C190-D93D-BF74-2631E260CA50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54C794-50B4-24AB-BD66-86DAACC4755C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ED271-B1EF-8368-10ED-843E1096628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BA8566-83D1-CB4C-4C97-510DAE9269A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EBC-470F-9DEA-4C78-5A575DFF808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179F23-C592-C3B4-3554-12313C9D1B7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6D5F3-E138-1190-0244-2DC6C16094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C555C-CE81-3690-3B97-F3064BEDA44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017F5F-E6CD-9507-6265-26C77B9CC66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4C102D-A450-D2A8-D318-78C43048F5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8FC705-6D05-8F64-1B9C-D223F66533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DEFE57-9F9F-F358-EC86-F42DEC4C82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622A41-F0A2-C584-22DE-7929C94FAD2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69CD1-D781-DAB6-41A4-D66DE1849E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7CE82D-4F10-893B-5E1B-1EF0602E7B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D71BE6-6963-904C-11E1-3654710217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9F161-47DA-D4CC-6629-62831E93FF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18A5F-2555-F236-2109-3D6AA26E05F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E0277-DC76-2D99-D134-A44FE97E7E6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56115-1753-9D60-7117-BADD711281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F1761-0B67-64CC-83C7-8CB8C5AE53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D2EF0-4A7D-5376-CEFB-BB7DE8476A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8EE35-4A58-4F71-BF05-AC62BD0EDD7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38774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BD5D-B15E-20EC-9693-DCD35189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FA67B4-1AE5-B1D3-22FA-6331EBD782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the 1 separation fits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9B7F7D-F86A-93BC-93CE-5A566AD0B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7B7B23-0634-FCB0-AF49-9078FFA6A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958C82-4958-5CC1-B726-8D4BA5F35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5CC79E-BA55-DA10-97AF-A6C56636B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38FBD33-5F78-EAEF-8C4C-79B139CDCEC3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0FBB0C-ED5C-ECC9-83AC-52E5D2AA2AF6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A84B4-41C1-8E16-6570-8088719BA933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37B62-2E93-E7AA-7019-0D916A25E283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A0B0B3-4EE7-BEB9-08A7-02DF8387BF5E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41F40B-3E6E-BE49-BB0F-BEBFFE840EED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840389-3DC2-6261-FE46-528C4BAB527E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54791E-18B5-3CAD-A40C-68816451B945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564D6B-4226-6E6F-1308-A1649E2806A5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CF0B66-5BAA-BCB9-4058-A9C766E695C1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996D23-F46F-4622-7232-6B2E54B13BC1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9A99E3-9E95-1F27-62C3-B50EDAD560BE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BEF0C9-58A8-BFC2-412A-1C8F13823E01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A93EAA-38B8-02F6-B89B-CC622D7E5ED8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F91120-5783-840B-96CD-C5ED5456E13D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B25752-8585-E624-A231-4B5A5AA257B4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CAF86-EF3F-7EA2-961E-52BF219FEB1E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DC3F5D-7599-9143-9DF4-04954A88CD0A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CF430-852E-08DE-946F-6337EB395FF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14E6E-1173-4FE5-DAAA-97210086D27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2DB62-7BB8-074C-A9F7-9319824AC66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FC126-57EA-8963-1053-50A8E8EC36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22BEA-1150-B566-306B-B832F789CA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06B421-7E92-E004-9199-9428ED612A4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80BCCB-2C7C-D416-3C4A-F98E3967D64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5B5B0D-DBA6-E75A-B16F-EEA7D702B3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555014-5465-7568-0648-7FCA17A9469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D28F7E-FD43-9B95-CF27-13D115DD679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FDC541-0CC0-F7C5-6166-F0578ABF75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BC83A6-0798-F2E0-9826-70C42862365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C877D4-CF71-A03E-2EDF-B1CCDE89F8D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CB169-E254-71CD-1A66-87EC74846F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270735-74B4-295F-9000-10F6A6CBD4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C913D-5663-DC15-2356-82620C74C48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6783B-DF1D-B482-ACB2-6417787118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222DE-5702-4616-E2EC-7F14B4362AF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7D39D-82C1-A333-740A-5326C9DEC7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FA7A6-C87F-6ED8-4910-C5BA6D53FAC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79A445-45C7-ABE7-9557-BA9C8C71AC4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C8F6C-85C3-841D-6DAA-FBAC8D1884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FD3212-A767-6F9E-D8BC-24220A09E4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AD8978-257E-094F-FEB9-68B604697B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7887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3352-1FED-FAC9-2370-DDF89638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D90F6B-BA35-DBD1-7096-36AC7D7114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3, the 0 separation fits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24770C-A326-5946-2F5E-7BEBED267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F1FA62-8AEF-E574-3496-7D935C61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0456C1-739F-AFB5-B744-DBA9ABF49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E2D4B7-7D92-EC49-28E8-A020907E0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D8A0D3-92FA-DDCA-5CC6-8C422447B89C}"/>
              </a:ext>
            </a:extLst>
          </p:cNvPr>
          <p:cNvSpPr txBox="1"/>
          <p:nvPr/>
        </p:nvSpPr>
        <p:spPr>
          <a:xfrm>
            <a:off x="364066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3F567F-0E26-654A-5845-7534FFFEA773}"/>
              </a:ext>
            </a:extLst>
          </p:cNvPr>
          <p:cNvSpPr txBox="1"/>
          <p:nvPr/>
        </p:nvSpPr>
        <p:spPr>
          <a:xfrm>
            <a:off x="414302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A254B0-DFC4-EEFB-4EF5-EB0445952AA0}"/>
              </a:ext>
            </a:extLst>
          </p:cNvPr>
          <p:cNvSpPr txBox="1"/>
          <p:nvPr/>
        </p:nvSpPr>
        <p:spPr>
          <a:xfrm>
            <a:off x="464537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C15D03-C188-F9C3-C423-5B776C1C8517}"/>
              </a:ext>
            </a:extLst>
          </p:cNvPr>
          <p:cNvSpPr txBox="1"/>
          <p:nvPr/>
        </p:nvSpPr>
        <p:spPr>
          <a:xfrm>
            <a:off x="5147734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D6DEC2-B24B-8B6D-8941-87349D2A8F1B}"/>
              </a:ext>
            </a:extLst>
          </p:cNvPr>
          <p:cNvSpPr txBox="1"/>
          <p:nvPr/>
        </p:nvSpPr>
        <p:spPr>
          <a:xfrm>
            <a:off x="565009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5,6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CEF590-BE9F-D509-5B4E-F050FCCE618C}"/>
              </a:ext>
            </a:extLst>
          </p:cNvPr>
          <p:cNvSpPr txBox="1"/>
          <p:nvPr/>
        </p:nvSpPr>
        <p:spPr>
          <a:xfrm>
            <a:off x="6152446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DAE72-62CC-82E9-D72B-1F7C5981B013}"/>
              </a:ext>
            </a:extLst>
          </p:cNvPr>
          <p:cNvSpPr txBox="1"/>
          <p:nvPr/>
        </p:nvSpPr>
        <p:spPr>
          <a:xfrm>
            <a:off x="6654802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148037-5189-46EF-3F3C-B840A8F1CEB1}"/>
              </a:ext>
            </a:extLst>
          </p:cNvPr>
          <p:cNvSpPr txBox="1"/>
          <p:nvPr/>
        </p:nvSpPr>
        <p:spPr>
          <a:xfrm>
            <a:off x="7157158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3,4,5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8D6DFD-BC08-C444-2151-E58669B2C7DB}"/>
              </a:ext>
            </a:extLst>
          </p:cNvPr>
          <p:cNvSpPr txBox="1"/>
          <p:nvPr/>
        </p:nvSpPr>
        <p:spPr>
          <a:xfrm>
            <a:off x="3138310" y="52777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2,3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90432C-607E-108B-2C6E-042BBA67E327}"/>
              </a:ext>
            </a:extLst>
          </p:cNvPr>
          <p:cNvSpPr txBox="1"/>
          <p:nvPr/>
        </p:nvSpPr>
        <p:spPr>
          <a:xfrm>
            <a:off x="783381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1802AE-671D-6002-D040-1CD7E39BDBBB}"/>
              </a:ext>
            </a:extLst>
          </p:cNvPr>
          <p:cNvSpPr txBox="1"/>
          <p:nvPr/>
        </p:nvSpPr>
        <p:spPr>
          <a:xfrm>
            <a:off x="783381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8CCA36-2B4E-BFF5-4550-CC7FEB0F76F0}"/>
              </a:ext>
            </a:extLst>
          </p:cNvPr>
          <p:cNvSpPr txBox="1"/>
          <p:nvPr/>
        </p:nvSpPr>
        <p:spPr>
          <a:xfrm>
            <a:off x="783381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73F2B9-8061-E94E-BB13-036B372DF515}"/>
              </a:ext>
            </a:extLst>
          </p:cNvPr>
          <p:cNvSpPr txBox="1"/>
          <p:nvPr/>
        </p:nvSpPr>
        <p:spPr>
          <a:xfrm>
            <a:off x="783381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4,5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985574-D8E4-6870-6AB4-83661BCF9FBE}"/>
              </a:ext>
            </a:extLst>
          </p:cNvPr>
          <p:cNvSpPr txBox="1"/>
          <p:nvPr/>
        </p:nvSpPr>
        <p:spPr>
          <a:xfrm>
            <a:off x="783381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2A75B5-46AB-C9CA-93D8-A90F5CBFED58}"/>
              </a:ext>
            </a:extLst>
          </p:cNvPr>
          <p:cNvSpPr txBox="1"/>
          <p:nvPr/>
        </p:nvSpPr>
        <p:spPr>
          <a:xfrm>
            <a:off x="783381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DE9AC9-BB8A-5130-32E1-F60FD5D22FAB}"/>
              </a:ext>
            </a:extLst>
          </p:cNvPr>
          <p:cNvSpPr txBox="1"/>
          <p:nvPr/>
        </p:nvSpPr>
        <p:spPr>
          <a:xfrm>
            <a:off x="783381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3,4,5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39620C-CE8A-EB68-BFD6-38F6B49E10E8}"/>
              </a:ext>
            </a:extLst>
          </p:cNvPr>
          <p:cNvSpPr txBox="1"/>
          <p:nvPr/>
        </p:nvSpPr>
        <p:spPr>
          <a:xfrm>
            <a:off x="783381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FABEE0-7FDD-4C63-7B88-16D05D69718E}"/>
              </a:ext>
            </a:extLst>
          </p:cNvPr>
          <p:cNvSpPr txBox="1"/>
          <p:nvPr/>
        </p:nvSpPr>
        <p:spPr>
          <a:xfrm>
            <a:off x="783381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E1D54-F421-EAF0-3491-3C95175F4AE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724132-54E8-4E2D-4660-BF4E9970660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4FE1FF-071F-7B74-F7BE-98AF2BD26D4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C6768F-3EA7-9593-3771-C89637E10B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3C155E-467E-2BDA-A78E-A5860DCDF2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4B906-BB3F-EECF-FB2E-12820D75C34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3BC80-E98B-5604-5C10-126635A1B4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E62959-7F29-CB09-78EF-2E4D1B62C5A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A957D-7FBA-25F8-DB68-919EDB1ECA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C42B52-0A39-B5C1-A608-3E9289FDA11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E6C6C8-E7BA-5330-D2A5-2C7C428BE4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8BBE7-89B2-5F4D-9A91-60A5F0BE60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ADA7CF-08F3-81ED-A9AE-52FE83B130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AE0DBD-7235-46CA-130B-C62AFCD664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52FA99-854B-8EBF-7F43-998ADFE085D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3F49E-CC64-D185-8BAB-EA4BE2F7F22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006C1-6B9A-CA63-40F1-F8115442F53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EC298-2E18-768B-03F9-AF906176AB6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C36D0-C971-0228-A0C3-C26A44ED80F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12C52-4D02-0775-3DB4-5B7EB74926F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80118-0130-0E05-6D78-FD34E5C7AF4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382CB-BDA9-AFBD-3F32-A71F3D0BDD7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C1E2BF-F909-7722-7774-C400E3E414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EF1ED2-0BA2-CA96-F328-B8818F809E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525772-7359-A395-C64E-96FE83AEAF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802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DE77-4122-A631-FBFB-F48B234B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A6DCF-532E-1141-F71B-91DE508A21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totally maps out the 1’s and 9’s, according to the clues.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D8CF84-2F12-F62D-3488-E92159BB0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699063-A2FF-6AA3-30FE-C338F2CC4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E8CE04-82BC-A8E8-F629-AD7819329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E1F426-B1A6-50B9-A0A2-67D653C6A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BBC005-FAF1-5357-450B-20F4C3BD4C3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2AD24-8766-42AE-09DE-9980C575F8A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73379-342D-6D65-4571-89B7C81326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A832F-ACFE-C1AB-23CD-2041687C62D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F291D-44EE-8044-DBA0-2B4E328BBE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E08C10-0C9B-A086-C302-09F0CB1F4D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13BF11-9825-2E0A-0AF3-8828013D27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A19123-AF29-E835-1451-34D58BE87FB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14CC47-C9B9-2774-CB84-99BE710066F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19BF66-5846-7848-1F8F-50B9BC8AD34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A86D41-E8DB-190C-B679-DE6ACD1DCD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1330D0-5317-D30C-E6E5-C41C3AA8468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AF60DB-3808-3C8E-2339-A73A2091CC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E90B8E-56DB-F226-FD9D-4642776A93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63B9A6-529F-0CC0-6330-48354DAF972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A7161-EC73-8B9C-3ADA-A352A54B73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38D71-9C0E-02CB-DF86-B5D2F54E0FB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080FB-49C9-D1E2-854D-430CAC7105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9E47D-97D9-B187-96D8-6BC9FDCED14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4D3F0-3684-D93F-D3A2-3F1C02788E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46D4F-E27C-756F-1C39-3DB0676F4A9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2D401-F80B-52FF-9EC6-8B05A2ADBA7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3CE2B7-977C-B478-6743-6E4451CC456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A4A2F4-2D90-02BA-E632-871F689069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273CB3-6DEC-FEEE-C452-ED3C455F58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5579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2B29-EBCC-6214-B2D4-2E0870DA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B549D8-AF01-3579-F27E-A076B99F5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rows to extent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7B1371-6C5D-A289-9E19-81966C390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1E2056-B941-1859-2415-4951053CA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5D7693-5CC7-E0A6-1B9A-98D5EA156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FD19B4-B05F-F80F-E538-E0CB20D7C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B16FD4-613B-244B-39F4-DB292527224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D870E-BD3B-E08B-8A9E-7CD15DAB5B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3B5465-73AC-C57B-CBAB-1822F1B5D8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00E07-BEE5-2868-2C01-10329548C5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F7846F-73FD-467C-7D82-4A6CAA7E4CC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0268F6-DA83-88EF-EFC5-E1F695C6C6A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6F878-B1F3-41EC-6969-BBADBAF121D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31B7A8-82BC-82D8-6896-38449DA0ECA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57D13D-04A4-359F-3A1B-DB51149BCD8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730DE6-E1E6-1D86-1D97-49BFCCFAD2C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F368A-8ABB-9B92-C3E3-3697F9CD7CA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16AFEE-374A-3C52-6DB0-FBA1670B77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195743-82D8-EB30-4C6F-8595D1D2E50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8DF101-6A32-8118-8ABD-654ED014AA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8A725-2F65-B390-90B7-AF2ED7C837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201EF-392F-CA5D-A753-5601E3D6C94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C1A8B-F72B-D504-47F9-C9AA340DEB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D2E99-D211-0A61-E5DE-EC4EF066583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2CD77-F854-EFC6-1779-810A665D5D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6124E-0CF6-25F7-F9FA-FB92870F01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0C569E-60FB-81C9-8C2E-A42A5DD134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3A7271-1859-9048-7007-3B79427292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CDED93-4EC7-47BE-4FA5-35E1B42EDA6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6689B9-C0DA-A580-4CD0-E12C3CD775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53C97-E66A-DD81-A043-C8645C207B6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961616-9227-99FF-C49E-94B4445A162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88DFA1-C602-D2EC-A648-72F4BE23989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006278-12F3-0421-5DC0-2704DAFAC2D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DE4DF4-AA29-2A19-9503-2B0422E2EE9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2E9C7-BAB8-0896-70B0-99B47417CE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2DE7A-F475-3F8A-7461-9C73DB8EAD9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A0829C-0763-5114-5E93-FC52A4BEDEE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85009B-7347-D4B0-A1ED-D6C552DE10D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E6F610-010D-8529-6E75-8212D1EA1A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55116D-D96E-A185-06B7-04ABFB11A9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B8AB07-45CB-E0D3-A4CD-8AE6C6B32A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27250A-AB79-DF24-C3C9-86379A768D4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D9046C-9BC9-6772-6D78-93AD0F47387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623677-8A63-C498-DBB6-6F4DA4ACBC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FFE418-59E7-ACEC-142B-C52EE47A5D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0F5075-928C-6874-D66F-94DFFF494D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B3F492-7354-96FC-E550-55815C1118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03BAD0-F22E-41D7-8D4E-B63724DD58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ED840A-0A6E-7581-A398-858C53EFB6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B1CD16-F62D-F97A-54A2-B57219AFD39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739FB2-579C-474C-A65A-23007649786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89FB0D-40F6-F0DF-0655-D1E0C2DAFC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40E1E9-160E-9F96-BF90-2C4D978E3AF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C6EDA2-A093-54BD-206F-DCC9507D827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CD283C-E357-A997-39F1-A8E6AA926C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83159E-6FFD-F2A0-9F97-355688FBB84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77753E-1B26-F6B8-8CD2-A7C83BE0E5B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F24695-D062-C460-F251-74964FEDACD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765432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7A30C4-9986-0C13-BD3D-740299230C7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526A77-E5AA-2D33-FD4D-B9F21D7DE3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751315-C2D2-E9DD-955E-FD7DFEB56B4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90D12E-1A45-7BAF-D171-AE3E79A622B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C33F04-71C0-5F16-527B-1CCD1101950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2316C2-A20C-5FD6-24DB-3D53193089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C0F17D-97A2-2557-FF2F-F5BC7AB592E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67670C-7B2D-8036-095F-56DAA8A52A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958940-59C4-2133-022B-50C8C5C19DE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3B01BC-73B2-DB9D-DBE1-F0CBB54B79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817A47A-F49D-2C18-516A-E74CA289DFE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1BB0F0-A90B-379D-C54B-34A4046C3C3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0ACAA7-7C79-CF88-08FA-CB54A7F8C1B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E7E74AD-F9C4-9913-4C53-1D25064F8C3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01EF52B-7A11-572D-D34E-7300224260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86295D-5BA9-C58A-6352-51520202C6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CF7894C-EAFF-6A3F-6B12-774609F5A37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3A21A2C-8E72-F20C-0A10-678E2E08C9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0272B07-8CA0-1500-4003-8F67B8446B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0B95CD-0328-B9A0-8091-7D66F020EE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7F2B4DA-70C0-BF8D-F6A9-BD175F8AA87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0AAB701-D4F7-E5D7-4E2F-D8E33E2CDA8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FE5E628-2207-4DCC-D05D-F1EC3FABE62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EA35F98-328E-35EC-3CEA-709B0322CC9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E2DDC93-B8BE-855D-0E81-218CB8821B0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904092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5BA4-73E7-BE58-D83A-8CF651EF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451BC5-90E5-F851-468D-5D6328CC85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1126C9-AC72-B57A-9020-1743DFE2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E03033-0408-1086-8450-20930D943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09300A-1AC1-1CC2-CF77-3C2E1D99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16A2CF-D535-8DCF-C2B2-57DB5008A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A27E56-F56D-68BE-C288-084D08DC4D6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EB461-8D1E-2EAC-6325-9A603DEF44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B7317-A053-2129-DDFD-2828C56364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8B0B93-61EE-BF43-0406-E544DA484B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24491-81E0-A366-E0D5-0E755C9154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E0026-37EC-11D3-7387-883718AB9DA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01DF84-B1B0-B7CE-411A-36C823BD696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20FCBF-8735-E809-4E24-3479826563E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7EB1E-D7EB-2C81-B7AC-B4E9C55D275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CF1057-DB6D-515C-A9B9-3F819844B6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3E070-B56F-5B98-7BD9-CA2DA884F84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754CE8-84EB-8CD7-AC8A-97AAFFCEAFE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6A5B33-B03B-ACD8-29BD-33C482585C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07E8F-3DA6-0147-331E-3B6D321115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ACB05-55BC-402D-242D-B5CC0F6853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36767-AA9E-AB95-8D81-CA2118E0E54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18350-0821-1099-E729-CBB2912263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8AEE7-0502-F265-D1CB-B8D6AD7158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C72442-872D-61C0-1303-8B31AC0DAC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77B1C-F2DA-095D-AA6D-32D84E1D8B5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BB4FC-7277-3FFB-C14D-0F296642D11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87874-6F31-197F-0F87-0D92E997BB0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7B7A56-EA6F-17AC-B15A-D6900B2F3D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2F557F-38DB-1F5C-2F3C-C1375D8459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47A54-5399-F402-AAD3-427DC16D30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0016F-CFE3-91B5-1EA3-8C58427A63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C45A5F-097D-B4B4-5D10-7862691544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96D662-BABE-0C74-0A12-8F42A5DF16B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E7964-F621-AC08-C8E7-AD15F7974E3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322FD-B602-FBA3-8E48-00B69AA785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259EBD-2D45-B3CE-AEAC-7B9A9625D38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52F99C-7419-E03C-F0C6-39768D03F53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52E340-BBBB-CC3F-4A0C-846AE8DFE1E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838AB9-DCA9-93D7-D08B-692C4ED90CD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63DFA1-6E03-45E1-4080-259C34EB5F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039570-E2D1-A748-6AE4-294767620BF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BE9D39-E1D3-46AE-42E7-9466FD763C2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2035A4-8A1E-BE1B-41F9-9D8980650EB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2B6C65-D0AD-0EA9-0474-E4E6B1E3097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8E970-475F-1712-2C52-F8D7F62E2E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909A8B-717E-2118-A870-E768572406D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59C4B4-1109-101D-5AC5-D844E71C38B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D69F80-BB3B-B2D4-7BF9-27CE1C99E9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B439E5-1F1C-3D5A-48C5-DD82556925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6CFA1D-CCC4-ECDF-C099-9053F24BD1F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462F35-099F-32DE-CCD7-CF17DD0E2B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C1B8E3-F222-8501-2ED2-BF8B2E8E3D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8FBFFD-A3E6-E8C1-D16D-674413C25D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8390A0-F599-6A3A-A47F-91DC3D85BC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F54481-5302-C62B-7939-7959A3CB81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DE55E8-0EA2-C3ED-A045-C2D6D8E751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F563F1-1B15-F565-DC14-27E33462130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0E7E1A-85C8-C579-BAEA-A4165B8E28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7B39F2-5CEC-5492-189C-39960AC7D5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E3A2FA-80D3-AB9F-9A25-A3E28F10E5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C5303D-E327-F5AE-C0D1-0ACA154D788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E4DDBD-4188-F686-88C3-C1A0BE4F14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1F2B5C-F863-1BA7-97FE-8F98F2225B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8E1C2F-18B6-A2AC-9CEE-327BC4709AE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61FB3CB-7D24-F48F-32D1-F36D413E0F7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22A96A-391D-23E3-6086-31CE62F088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D36DE2-EDD5-3063-DB71-5BCC978F988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70DAA4-9F20-F8E1-4959-D8F17290C0D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93C5A7C-0C14-8A60-05D1-BFE69426258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1AFE1-6903-EE06-47E3-54D9032AE73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215B8A2-280A-1055-AE3A-67468DF5145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2CB895-989B-EB25-1E54-8B4C256659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FAA51F6-2700-B35B-A8FC-B9744A677D6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7EE99CA-6E68-0B52-F10D-76450E80D9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5168F0F-2047-2CF9-D7C2-72ED47FCAD9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954B56-C75C-B77F-0AFE-194E9CB930E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B0D97E7-3E09-6003-C69C-19F393318BC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D182E07-1B98-DF00-E433-3AF151B2B43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D6B49D0-C7A5-EC2D-46C6-8FA9D90EC48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A040384-E103-B833-0429-0B17E373A5F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37E37E3-ED1C-64F5-6CEA-4E9E23965B4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72328A7-F99E-E48B-6F24-3AD0E478EAD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BF42CDE-04CA-A12A-6290-E730D038A5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5F0DE-09D9-8F59-7341-EBC65647FF3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1696052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2C3E-51E7-46A2-5661-78FD4D1F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0BE80B-27FC-DAED-9990-288FD880B6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4A0ED2-6009-5A32-645A-8586A1D6D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34B28D-1EF5-462F-C67E-D1AA506BA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443FD4-1ABC-0C30-0ADA-38D625904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EBCC5A-FF56-2635-A137-21332DFCC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250697-B4A1-B1B0-07A1-6C27A9BADF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9D2DCE-4E03-82FA-6E7F-3B652B9A760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EB6CD8-0702-0658-888E-F348F19D6BC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D20BD-01FA-6359-2D43-197DEBFBD3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A68C11-BC5B-5376-D8C0-8099EE62E6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EB46B-1913-BADB-97BC-DE46A2BC1FE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753C70-94D1-4C92-A015-DC8EB198BE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A56810-519B-D543-6E4C-5915B36AC8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E7043E-1C49-09CD-5DB1-DA34F24C32B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5A6EF9-4938-B4D6-2020-04AE0945822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32428-0D5B-FB1E-59E3-D2162EF1FEC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9823FE-578E-9BEE-9F50-6DC4E912089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2A984D-795E-1F08-7CE7-7F0682A1A8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043061-702A-BFB1-9A6A-403B3AD76F3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79A55B-A7E3-3868-3181-31BD2EF9B64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CEFA9-8382-0904-42F5-07DC0A2207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EE5D3-C3C3-D667-13DC-110470FD5AB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DFBC0-A89E-40EC-D0F5-F9615393CB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9239E-EB82-2925-9EE5-2039A6AE38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5BB0D-B650-EEC9-410B-F0032CE0DC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1CA3E-1F3A-2486-3178-6248ACC4A0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5AA4D8-E915-138F-526E-41D7E9F802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C12E13-81F8-E44A-4D53-5A1442EC45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7544E1-1932-58A9-DE82-5083D83621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875CE-E556-5539-C40D-5E71964C960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ED0D49-FCF2-74E1-25C5-C2313DA6610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93AA3E-7E6A-42AE-8BCF-DD21779F82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F8BA4-6902-1B5B-BA02-9ECB50C6B9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C88486-657C-EC8B-A36D-9F21A6938C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AB6414-6339-F1F7-04E6-E53DC4933C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70CDF7-9AA0-79C4-8A6F-1F9BE908C0B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6230B4-EE48-6260-751A-114229B5984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7822B6-B23F-4559-F407-9F17BB875BA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37BF94-4B8A-795B-0875-1EB3C7F46B1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183823-E712-D907-3609-0B46497844B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311516-C2B5-E1E8-1630-14239476B8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516089-3DB7-6074-7690-17391BADFF9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DBCAE3-2229-CA1F-5AE3-85336ABE95D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538DE5-E72A-E6F6-CCF9-1C9AEE4DEF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0370C8-4BCF-2EFB-C827-30D8EC9345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A36AF1-BE71-9726-3007-DED137E1C23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1A6684-C0DF-7764-23F1-25CDC9C163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54AFBD-A233-0EF6-082F-23167134421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812353-BF23-9041-C03A-C20830A89BB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0218BA-E174-A1C0-FB8C-D2D28C6AF9D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EA7D4D-DF9D-9F4C-9E3D-E0F31E68ABC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1007FE-FA5A-514A-E846-87ED496E71B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8800EC-0DAF-14CC-7BA3-30DABE0B45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AEB34E-D095-15DA-3600-B1B4BEC3DF9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3D02D4-CB9C-13CC-5A01-3C4DAC5BE9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BB94C2-0625-F3C9-9EB6-01CA261EC2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656859-0064-CA44-41EA-908FE79496C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3D76C6-5975-8504-A254-16272BABA5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94F529-5FE4-E671-9614-1D2A8D0AA1E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0D415E-4CDF-29E1-C9A2-A3B2A46C8E2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DE63E3-C715-3AA5-F7B8-3513881DA0A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A8A5AA-4E34-A9ED-AE83-DF068DBC97F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7E3EC-0BDD-D9DE-921B-4907CBCD275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B2BB42-27A1-7304-56F0-BE24E8E07F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83268A-1EB6-EBE6-E68A-64A8D69FDA5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8C55948-B5BD-5C05-025E-AEE259FCC5C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927326-1BED-636A-577E-C812399567D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E5921B-AC33-5E35-8517-9C6B98808AD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82CC25-9752-8860-7C2B-2AB1464D6B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D73873-A319-983B-0CE6-5812CF252F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15FD72B-38AB-D4E5-0AD5-03702391DE6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84A5563-24EB-C890-8D6D-66136EE837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CFD2B0A-5BB3-00E7-DD68-70343A7D1D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6ADFD73-2942-9433-799C-5922FC1C02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6F75D47-7B42-DA28-DB6A-731C416F2B4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A656B2E-668B-3441-33B8-728B4A48F0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C66806A-411F-F333-A2E1-B04AEAA3F5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736965F-8A8F-3AB0-51B4-20E98D8F4A5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C470152-8B76-29B0-EED3-11B5BE3AF3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9DD18A1-8F17-53BF-B2A1-A0756CEF2E3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2E725D4-D360-2985-11BF-B0A9E171F3A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7475799-9A90-9A00-51B5-F52E3A7C4F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0F62A4-24A6-4CEC-C129-7161BC775E2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61AC0D-1810-7CC6-EBB0-5C3F940475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8055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BE40-7C47-D8E0-4C37-76E99E94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FE0AE-5F62-416F-97CE-E5B53A5473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BAD05C-C77E-901D-28E4-C6278D1B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A4C97A-E82B-EA6B-97BD-332ACFB6F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A2CCF6-3287-C718-7DE3-A2DC75B4A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BEFC53-26FF-6017-3CEA-708740F32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380A07-6756-5229-9F2C-B34C87828B7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B7AD0-1511-7F6C-1DC4-E40F4C16458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CC3CD5-7B9D-3C55-7458-5181B5F1638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59B91-4EBD-751B-DAA6-161DCDEF71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D56FF6-02A7-5443-5195-143D656D4B9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5F689-5ABC-A881-BD48-C1B828DCC7C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00542-845A-1313-C4AD-332DEF49BAE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900B56-A5EB-A619-5734-5E9F6CA6143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D3AAF5-0D05-502E-02FA-325910B323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24440C-FBC5-53F9-0FC1-49B322E9972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38486-3A12-4653-4DB3-E61E38E258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9F6FC5-73CA-FEC5-2F72-001A347B2A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62CCE-5266-FC86-CE5E-9780E3468C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E49667-73F6-0F42-0155-F61CB00FD73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42090-22A6-F3C6-4EF0-72EF0FCB7C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E05E3-2424-225A-9131-4D0B2B5217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74FC2-5933-1220-6049-3BDFD774C02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5A03-780E-76E8-0E5F-ADDEB6A565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91F38F-C43C-0456-34F0-45E0461F6A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92BC0-BD7A-2428-BD14-E9BBC53EAD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78A7F-BFEB-BB40-04EC-7D177DFA131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77050-2908-C012-0319-3D7C51DFEC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8CABBD-3F36-811C-F432-C0476792B3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1116D2-5D3B-9962-F1A0-F288D8F92D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D49F14-9BF9-CE6A-98A8-2B7655AA32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68A897-602B-C495-9B3E-D3354DC9624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70BE18-8F90-67BF-EABF-6B956B4FAA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227785-1EDB-1AD6-AF22-C9275467977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6CB03A-95F5-8C40-F6E4-775BB31446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3359-44A0-5057-DF13-A99CCDBAE2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7C2346-ECAD-35D0-996E-4FE14D7D93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5607B-9ECC-D01D-618F-41487A23FE3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C3EA24-91EB-74F9-47D6-FE96475EB58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A31D4B-A23F-6EC0-E843-0C75B2D3C6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A4B7BA-F5E4-C5B0-2C3C-5D71A3C72F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A8AB73-98CD-CFEB-BF37-D1BB02EBD3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B77C2F-B3B9-2C78-893A-EEBCC39F51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339C6E-04DE-F718-BCED-ED46FF9D44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D92C76-870B-4E40-5598-FDA92060943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131F1E-E0C6-DF02-9F1F-78EBF1AB0D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1868FD-7796-DD84-F268-F454CAEF382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718349-2283-98B8-524B-FF48021E31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A2DEB0-52DC-17F3-D35B-AB3D94E104D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F1BEE2-910C-CB52-4214-F817BE3E56F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F67B3F-45D8-9A14-AB1A-428508E7012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8EA3FE-84D6-56D8-5938-DB32AFF8664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CCBFDF-FE26-1EF9-C2A8-BC46E401407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A44B8B-A236-3DC6-0706-79E9C2B239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EF8670-60C2-4245-8685-D343D9F7A53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ADDC20-C308-F223-612F-DEFEF2F4856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BA7E91-EBA6-D516-3D4E-B24BCBA294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A7C487-B67A-5088-8AED-D69D32827D4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AB6F61-EF38-7E02-E602-443D1C511A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65AA2B-02BD-5FE0-892D-136ADE6AB22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4DF921-DAA5-E1AD-CB3F-6EBEDBDDC7B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ECFA6B-1D98-F4C8-129A-FFFC23BE8C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E8A68C-6DE9-3B64-EC59-090C85CB7D9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30F111C-7D56-56ED-B1FB-006B7A6EDDB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184ACA-031A-B19C-A761-9B7DF77D16C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775F01-6E53-938F-DE76-EAACDEE542C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40F41A-C07C-6B8A-41AE-668303FF532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5EF4F7-7D9F-3766-594C-59470A2E607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9CCCE0-E8C2-3DB3-3C75-BF5D38A5472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99CEF89-7E9D-87FF-41BE-433BBD12DA3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0D8D4B-062F-F0AC-4B62-1C136BC0B4B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517BD6-DE7A-C932-BBDD-E91645D3774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850C31-CCA1-54C9-F6EE-77041744D78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CBB84A9-39F1-9FBB-BD6F-AC0DC6E205C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171AF8C-AA5A-D9A5-E47D-4933EBAE43B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A5EAC2-3855-BC6A-677D-D80DB9066F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891668-2A57-7ACD-54D6-60C8D6CE56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20ACDA-5A9D-8E7F-C7D5-4C5443CD20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E36FF04-E77A-4443-9201-4C593E9F016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3F28E1C-0492-538B-3E01-E9D8DCE54DC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925DD64-C3B0-C914-45EC-7F1A65813AA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6E61B94-8CE5-BAAA-1A54-C176BC0A5D9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96E3862-BB7F-71E4-0EC8-DC24DB8B0C7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507C82-0A27-FA2B-B6CE-F8D5BA4458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0D34AC-CB21-65BE-7D6E-C2D53942190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D7A786-FDC0-87A8-068D-11F516CF8D9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2243068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4037-AB9C-C5EF-EFD5-EE32547F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4B943-3DF7-011B-AE3D-3019B5C6F5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64D656-4CA1-7C75-32CB-17A9E178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CF1059-C5E4-91F6-65E3-502E6A0E5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A31507-DB05-C87F-206B-F8CD8FFE2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8106B7-9E22-6E39-7D8A-8A6623D9B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0F912D-0E92-B7A8-B824-C2292B3D1B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4794EB-9A30-4CDF-5C29-1CDBF723B2F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FA65D-4F3E-7EA4-2021-09622C9D0B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49CA5C-9713-21D8-8197-F2F7F906926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A5866-C13A-B9D6-ADC2-DA4A05F402D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C201C-C0E5-A3DB-16F3-959A9214961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23C499-BD4E-5E43-3224-C9CB140FCA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FBC03-D6B0-AC2A-C867-5438ADAA803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028841-EF5C-D826-7B91-0A08F898340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565907-9AA5-3903-FDC8-19EC19D65E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C2714-6ADC-B5C3-B8E9-F57E62273D8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8AC238-C280-9D51-8335-E1516DF7F4B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82053-0127-6B45-1A36-2357979C04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B79759-1984-E505-388D-109E2536017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1B7DC2-54E8-6B4C-7D01-AA70B82BA9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28081-48C3-17A4-7AC3-FA5BDB5DB9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091C0-924F-31A5-A97B-2809497B824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9F1EB8-2AFD-4123-B957-CB8ED38752B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D7B54-18E9-9092-221F-0DF24AE0B9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437A5-D437-7B89-F3F9-D57337A2A0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EA103-7153-D064-D065-16D7BFEF93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8B8E69-12A9-B6EE-3ACE-9EF6A63CBE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25CCD9-00EC-629E-2079-96CE5331DD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AB201D-5E95-B6F5-803C-9CBDAAD1366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D9B389-ECEF-67C0-DF9F-4022E4BD419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7DCD19-D461-BAA3-9824-B767BDE7D9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B03C12-A3CF-172C-ECB3-A227B0E9575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5648C3-283C-B1DE-01F6-72D0F1F73FE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222C0B-4AB7-5792-D37C-CAC19FF41DC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2E4C28-6CAA-7E59-1FC4-963BDC4458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16751B-EB21-8607-F80D-C707F1FE0C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92D529-0A34-89C2-B2FA-8A7EF7C27F9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1FB70B-EDB2-A0F1-E39B-6BDF05AC681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40FC71-48E0-EAEC-27A5-933D41955AB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002FD5-5D95-026A-E7B4-95A6DFE02B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054196-8068-ADFF-0D74-EEBB9BED826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1CA292-DFA3-FE1D-0598-CA70215354D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F67B10-3083-3D7A-CECC-3E6B40094A0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9AA693-CD38-B1ED-17C9-EC1A9CCCEC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F730CA-3FDE-32B8-F8D2-2DFEF2CAAD2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086E8D-CC4A-7D79-A91D-AFDEA1215D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AC32FC-F350-1958-AF71-29D66470257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1672E8-D5C8-8C60-26B5-12AEF38DC45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FD876B-7BCB-8B18-A957-4FF240D2D65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E6BB9-29CB-53B5-2F36-D5391C1E9FC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ED94C5-5D66-1985-9F89-6B16C90440E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09685E-608C-AB62-1D7F-0FBAF8258D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9338F-2029-B158-3769-9BDC975E038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C3CB46-074F-B76F-AE92-DC4630A79D3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490987-2834-A61D-BFC4-B735E954F6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2F042B-B0CB-4E25-1350-A18E284000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AE8F88-4958-E7C9-4D68-57369C2EB7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732944-0A4E-CDBD-876A-67624030987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4372E-EA1A-53BF-F6C8-EF75EE72BFA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9AE9AA-9142-CBF7-A9CE-8F1BB85BD5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D606E6-2880-08CF-7696-0691A6203F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69364E-1A09-AFF2-75AD-FBDD207D34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3B8456-EFEB-C4CC-0585-6DE51145A0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448736-4C38-C7C3-9E24-DDE6B4D7D07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9DA07D-4C3A-3EB4-190D-469A5AF42CA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208BF4-84EE-1FBB-0A3E-1DEF52B7A4E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19F118-D86D-A1A1-3D69-C8A81C70FB4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D133D17-A342-675C-0E34-2F2995ABEE3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F7D6E1-F58E-A401-78DE-75A14C4252F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95751-E50A-E4D5-514B-1750955EB6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9EB16B-F889-714C-FBAC-84A7EF72DB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CA20A2-293A-93F1-5A3D-C0840DC2D7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C62CA1F-CF1D-8951-EBB0-05AA9E10A8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E6C28B9-49FE-D308-3B36-183475D335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889FC75-3B7D-1A9A-BE1A-C67B8C026D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933A4C-C3A0-C5FA-EC35-361DE7BBF24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F6D235-850F-2DC1-5925-BC41C750AFA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C4A130-5C7C-FDA1-2F5C-239CE39E6E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0BEFE1B-CC4B-3B85-AB18-14023B7EF4B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6A9672-3C5C-8F64-FBB7-A6C9E99651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C4F93C-B31A-2B56-933E-7159881A042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725FEC9-346D-7ED5-0F30-E8FB237FE4F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5C1613-BBEE-A531-EC35-F130AFCB72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F51D7-4CE9-0ED6-52FA-96DCA56028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4EBA75-DF1E-31DA-6169-536EBE6E796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</p:spTree>
    <p:extLst>
      <p:ext uri="{BB962C8B-B14F-4D97-AF65-F5344CB8AC3E}">
        <p14:creationId xmlns:p14="http://schemas.microsoft.com/office/powerpoint/2010/main" val="3856575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E691-CBB2-BDE2-8172-AF2F24CE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F0F6B1-1DB0-765B-C3AC-8F25E72A3D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24AC1E-0B9E-ED87-172A-EB635254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6F28AA-3C14-0458-52D6-7129F46A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1B95AE-6CAE-8632-EF54-AA10204D8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995341-9025-5B9C-9BB9-CA44A38D7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E6F4A5-F05F-51D3-6B4F-CD93EF1D8B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7C165-E36C-6214-7E2E-CB3DE2F582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48880-1DF9-601C-C28B-1AD84D2AE56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D87E7-125D-01A2-7B87-F4915ECB75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977BE7-69F4-2BD0-3427-8A207F7577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47F129-28EF-7C70-0538-0A192BACC93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D9BEAA-1583-0F10-27A8-6D700632017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2B31C6-D015-6CAB-EFC3-4AA6AEFDBE9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26526C-C8CF-B15B-0004-671BCF22170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A77867-98F8-99BA-6002-40D4E9F52B3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7DA074-BACA-3D8F-2421-FD87D4306E4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3BF119-AB6B-8A72-741B-056359B5AE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0B082-9B9F-A678-ED24-C2754540EF3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506D8E-9705-CED3-48B1-ECC2544E7F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9B50F-F347-497D-D0CE-B7F1066EEDB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608D9-F737-22B5-B82F-C0C2CDB4388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B6A2C-77E6-0144-BA1C-B3D05857904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76D324-71B9-3A7C-8C5F-E826B40A739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80CF2-F25B-1376-8A2A-BC8E19C7451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2068D-1060-1A9E-05CF-051B1713CE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18C5E-8879-E2A4-1202-6ECDD2AF8F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59E9C-D612-E47B-0FB6-A24C241FD66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6A0BBE-0C59-3B0A-5085-6D06004606B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E8244B-6649-4B69-D85F-9AF00F6D4C5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5E2923-82D4-B822-AB28-5E62D84EE5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44EB1B-4BC8-A55F-DB5D-86B4F5003E4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70D61B-A5D2-40AF-162E-F4A51846E0E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64F5DC-FE39-3FAC-7E27-0DB95F60DB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D7BBD8-252C-584E-33EA-BB1624EE709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3B93DA-6F3F-AE05-88A3-96531BF7794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429E97-F20D-4869-7DFF-A5ECA99A908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470D21-8400-A60C-8E0A-6AF6165DBED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23A249-FDA0-51F2-09D1-34036FF7C24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5795B5-7015-D09E-FBFA-65565EE53D7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728F4B-D49A-A681-8876-B19581036A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9E012A-D9F6-062A-AC11-6796DC5013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683DF4-0BFB-677D-26CB-1274DA8D9B3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10341B-5520-D866-7CDD-5D37B5796ED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07776A-1E7B-90F1-6194-6C9AECAD96B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1CF126-64C3-A5ED-4DF8-7B02059A82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F24B9-6BA4-F8D8-15C0-A16E5DE282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5783A9-2CEC-7EC0-3BBC-3031A59444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D7F0A-F73F-318C-8758-4FC8FCDCBD4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565B7F-22E7-892D-9150-9FDE438619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BEE1CD-7652-2BF0-6CF8-5C53430740C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7AAAD8-B07D-79BB-E57F-F6ADC5DD97D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CCA69B-BAAB-7401-F7DD-00963C511D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839B892-DCC4-97A2-3172-C5293C324F3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2E39C5-A344-24B5-BA95-E0322CFB10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5E7C4B-6CA3-EEEC-20FE-DEF68B59D42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6DEEB4-9D41-07B5-5F10-8E182F3339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537573-EF7E-042A-40CE-A9F8DC6B9F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6A71C5-D978-0750-0839-C77C6347E13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B3CE77-6AC1-3288-85C5-BE90258D0A5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58FA3-497A-89AA-69D6-2007E6140D0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4CA438-1E1A-5983-171F-002D51E2EA9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F3C9D6-5924-0755-5B37-3D316BC48CF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78CDD74-2540-0E1F-DD63-C59AA37E2E1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E32DF0-3835-E927-5EC5-78FE765E59A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63BCBA7-BC0E-A8B7-4D70-11DCC6A23A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270AE5-FB9E-B81B-C1F6-600574CE8B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5585BF-DBDB-D112-E58F-00F90BF2573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31850C4-3169-44BC-1646-F607FBD5963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708984-6D5C-CE12-0AE2-77004298614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A40324-DF32-9391-D48F-217AE38C414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77B1F82-B579-3F8E-5904-1C772BBFF77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20741D-43CD-7091-B0C1-7611ACB1853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EE3D640-554C-B862-0D19-E9C46617A1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0F652F-FFBA-CF33-6EE8-E9A60CCB33C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9DDB2CE-46AD-4F07-2789-60E406B0D2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308888E-F11A-2E60-E899-CD83E7C105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FFBC991-73B0-B739-E7D3-A572B12251A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5EEBA53-5E80-AC7B-9533-A51DEC89ACF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03B98FF-2119-8EDA-25A7-E2E77591B24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E7874D-7824-7C5E-F0E0-4B37954E157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028AD4-0EBE-AD16-B1FE-5DA8FAB658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521F70-EF0E-AE37-1573-1290DE2885E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12C66-A137-E4F3-6C6F-0FAAEB8D14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485DF6-E329-87C2-2DA7-BB7EA321ED0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524940-0D2B-5E64-22D6-088E0EC9B6E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8514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3F25-4A5F-F484-F04C-BCDB72D1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62149B-0614-6190-4B1B-3B04133A14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the only thing that fits to sum to 12.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DD7091-F35E-E81C-A022-11CD7A22E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EEFF5A-0AAB-D6A7-9D34-2A5F966D3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C49A22-1235-7CC9-AD54-3D9B0BF28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08EC7D-E696-A1D5-7345-39210C04F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F22C1D-9B67-A7BA-83C2-C7D40D471EF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BBD5B-FCD7-C1EF-385A-68DE8EBD2D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8CF1EF-41A3-68A7-FAF4-9CE1FC2179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192072-A78B-48C1-98C4-BE54198855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05E3A-8202-7297-A9AA-A7FF48BB509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8550D-40EF-690F-8ACF-44DC1B8A75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4B79A4-C837-E9B4-3654-EAA9536A08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BBB84-8C53-761D-0C32-3C3F1944CB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1AC8E4-3E4C-69F6-BFC8-3C913B8532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B11FFE-42FB-C099-7630-1B47D74121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6FD22-C905-4FB4-FCD4-B26C497141F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2FB681-B603-D8CE-169D-EE7E3B9AF1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F058E0-C9E8-A4A7-5211-FBA8C98604C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0B13C-DA6D-C989-0DE2-C3EB1CF337C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014D2-E61E-D37A-0B99-345D67CBEAA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F8F7A-5F9D-AD72-284F-85FBEF333C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951DB-4BA6-1CAF-097B-7191E4D12EC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991E0-0A56-48FD-40C6-F030864BBC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5D8AB-34D0-7937-43C5-F7EF7DBD13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4E3C0-14F4-D32A-1CA2-FD905338978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FF431-A98E-89B2-9C4C-B6AAEA7E53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8E6DB-016F-D3BB-2AC2-938BF6CC15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1AC5BD-5193-2419-F2FE-F04819EBCFB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BA19E0-D195-8EFB-4231-AFE630FFB67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454763-5548-DC89-F832-58D9E918E20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E8C11-E794-F6BE-963E-1890DAF8B7A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3C263F-A13E-E1CE-3BCB-DE6D7AA4F6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2508F-1AC0-F48E-676A-BDA6ECC7CB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654B40-B167-1B8B-4537-47690B5EA37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2B3F9F-2F3A-F56E-4D99-605FBB8A5F6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401E2C-7623-85CB-B523-54303757429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14CF3F-130D-94D9-4B18-441832A2B7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B7FDD5-D123-5A68-39A2-C62C314CAB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0CC0C4-A775-416D-67A5-3842A0D941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3F6DEF-DBF1-28F7-78B6-F311821C9DC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0CC6CF-8AF7-1226-DC87-46ABB2ED62D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D9AECE-DD19-2A66-4B54-224A5FD16B0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80395C-183B-B723-DE0E-95895647B09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E209A7-F2C5-72AC-B1AB-35D08A8795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F00D95-DC1C-FED9-89B6-A19100674DB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5A05EE-38F8-9AF8-7C5A-7C979C3339E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34E96D-E383-51DE-9AD7-BC2B4FA2074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81014D-EE3B-B6DD-018A-0FCC203B448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D5DB95-7F81-5A1C-C340-FC521B8F493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BDEB96-1C3C-B93A-801B-474EACEB810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DE9645-6608-AB95-8CDB-2E716505F2F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63D7B9-C378-216F-927B-F74445FE4DF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876F85-16C5-838A-DBAC-DB13FADB087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E99742-E0DE-0644-04A2-65F6E5E595B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0E2B67-4D51-AA01-47C5-26425172FF3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DC89A4-769B-7EA4-BA62-D75B135D9C0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3514FA-2A10-6BFF-E6ED-C1A630E051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3F0F55-DB68-CF2B-E79D-AB0D71AE22E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D8B649-C5E8-259F-259D-2D6996A58BD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23A38F7-B200-93AC-E844-81CF2B3320A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5DD038-404B-4548-845F-D8C4F141C8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386302-130F-2B8D-44CE-E878067E77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64AD8B-C080-F294-6A88-8DFF3297984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5AE70FA-47C3-2B02-8A26-0E03CA74C2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7AA889-BD81-C4E4-77E6-518C17CDF36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DE7A0E-5393-228A-6EDC-E82E06D6BCD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C3E4A08-A6E5-8AD6-AB4B-684EACDF921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DCA75DA-766C-4347-D72D-509AA6E152F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33155B4-D740-A659-3E18-979D0F60E22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9E0E9B2-6872-96A4-2D2D-377B07DD23A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F9CACE-DDF5-41DD-5EEB-95CE36F9EB2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B556B85-FAAD-E67C-6755-BC6D90F7FE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0A9AE50-D06E-D9F2-64FE-D485EF0DCA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DA896B-59B5-D8D4-9320-6DC831C4368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0F18FB-DDD2-ECE8-5BED-CAD54BD7173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CD0B63E-8011-6EE2-5CD1-F792C19B02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6063F2F-FB50-BCA6-276D-4EC5A6C4F9F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6426-3077-4BD5-EF2F-78728C23ECB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1753EB9-9CF2-8FDF-813F-A774FE070DE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63AE7-B299-79E0-6493-E07E22F49A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762A89-421F-7DE3-DDFE-C60BDF6580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6DB9FE-E335-F5B8-986A-E8351E09951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98F733-16C8-C3C0-7952-DC0C6C50C89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804408-A838-F0A7-2E81-D17F18026D5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18C9AA-8716-78B5-BD13-9112BB60CD5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20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C26E-EADC-E505-1E73-AAF5AB2E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DE6119-5308-3ED5-7DCF-C2548FB9D6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8D92C4-F7CB-26FA-0B29-52B99670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79793B-02E6-D91A-6B0A-44C5B8A02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176CC1-B070-1985-7744-1CC771040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107C81-4236-B74E-BC20-459800774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29FE9C-C9AE-6436-442B-E07194F6929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E071D-F3F9-9007-3B36-2AAA37F3F8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01862-F1E5-AB93-B306-B6EFE1AD09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33FC7-DF2D-829A-10BD-4C2F9E5E320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6D486-5082-F088-959F-1635F85BB5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3890D-8598-466D-1D72-09F68671881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B88043-6A9D-85B9-FBF8-6525F947DE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F719A6-62F0-F49E-C657-5047AEE2C63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5FCE5F-4C66-676F-FEDE-5E585524FF7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EFA23E-F381-EA0A-DA10-928FB9F3569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61B69-6EB3-5194-B068-510F9DE1F57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C1A978-DD95-72F7-F673-B4D36BB3B26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79A10-2004-7B54-C11E-02EF2E83A2F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DF8E58-F820-3E93-7904-51064747B0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23EF5-1F70-04A6-0C31-F04A30B25A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B7876-1810-5AFF-A8FF-84F9D84E1C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97387-2C54-8641-75B1-1558D5C7FC1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B9DE1-0237-7723-4EC4-1D6AEF8B09F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4106A-6E93-5709-4F16-81357F5E106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D9B8B-B056-87C9-EA74-891B5EDF061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8A2C2-54F9-FF78-1043-3221079DACB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9E705-26A0-E8F3-B700-DE4C7265C12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01DD9-AC29-77D9-E900-A45B3BBFF82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129A9C-E156-FCFD-734C-625B3F61C79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AE9A9B-9749-DB7B-46D6-726FC6867C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E1F8E-E1DC-F543-0587-A7312CF8DDF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EE520E-7230-9B51-5EEB-BE9654AA84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C7D6A-50B7-9B6C-A848-6A32FE02B96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4E0305-B3E0-2916-640A-F9D4E2BC07D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5EF1CC-8F8C-09EA-1A7E-45037001CF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57E45F-1BF3-3095-D146-6D3738013DB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9E66AC-1623-AA15-7D02-8EF5E447E6D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7EC60-D4A4-38C3-B535-FAC209B7F10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057A3-1BC0-EC00-4523-C23AD56C66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AF3062-DA50-055C-EFC3-79001C9EBD3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091C28-9D57-95E2-D10B-C3A5868F75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E3EFE7-A0F4-62C6-D962-F11CC24036F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573A4C-0430-1581-7050-5F03095E0B4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BA146E-F24D-533A-6E19-20C0EFE1455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990A86-4AD1-37BB-B7AA-D14865AF08E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4958AE-12CE-991F-F701-6473889161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CFEA1A-1AB3-E91A-1D24-F7972AEFD9D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D93878-FB27-10BB-ECC6-F350C9EB051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784E44-1D50-9179-7E60-C8E1687818F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05DA83-ABE0-70F2-79FF-29289F053A8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BE1B34-D4E2-C929-C4B9-36D873906CC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63E422-9FCB-5B35-CF2D-AB27DA07C3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1A3050-F228-2236-8F76-78D99E09E1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70E572-48D8-7619-1BAE-FF7AB5866D1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885808-6457-2A61-2F08-C7A7D333238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D79E4D-B338-A5E7-4181-8D2BCEBD3E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9EBDF2-56A6-378E-E35A-EC9A42D1C8A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1781D4-FA96-329D-9B7B-734F310E740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7A715E-104D-77BD-8DCE-C0DC1804280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658D69-3EAD-7302-17B9-AD29912F26D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98506D-64AE-A356-A853-2D1327787FD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548906-893C-F39E-5031-73FCBCAA08F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A73FFD-CEB2-5367-A001-59B779220B4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EEFF505-E61A-8D46-8293-CFC1015F99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D7D0199-C488-1788-4476-AC60BE89CC7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2FAD570-0BFA-442E-C260-0B02EEE5414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5ED790-FA26-B2EA-9CD5-BF590931DA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727600C-9EFA-C6B6-A6AD-7F7D65FA4B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57457F7-4623-BFD8-E2B1-86390BDD8B3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1B89CD-82B2-C5BE-B6D6-14879FC7D7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1EF01DD-207A-7AAA-CAF1-BC8EBD4A5AE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81599D-4CE9-972A-0B03-7CF676A3AB6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149781E-1F53-8110-E66D-89DEAC8247B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891108-2EEF-2C93-F128-B2A916C7379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C3755E4-2268-6D4F-AAB2-9539291C9E9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77E925E-E26A-5B07-CAF7-AEF67DA554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F97A76F-3950-26EC-F35D-E55E7FF6CAA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918281E-06A4-DB85-8D34-21D6DB75210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A90359-A7B9-7CCE-5668-9F19CA5B077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4BFDE-FD72-70D5-1915-F6E49C7546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EAC61A-D922-B96D-5927-9E6974A61FA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B60F6E-AABE-F8BA-D001-647A2DE512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F6D535-8593-4A67-167E-12DD653501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45874E-CB35-6F06-55E6-3CB9A98484B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9F20C3-3649-2357-F7F6-4D2869DC80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4002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A084-32A1-5820-1EA0-5D7248CB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3C62A6-1E20-761D-8362-3AD48CD710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3F6AEE-C1CC-19EA-8C05-A6F5793AD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F5D75F-D6E9-B19F-09B2-0122DCA2B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013479-FD37-E360-0E71-0A6EC1864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AD1226-F0C4-00BA-5D37-C860AB8A1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083F50-FBCC-0374-5D32-5CC6B86B9A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786C2-D4B1-4B4B-8EC5-E1BD0A93E36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18395-A26A-6026-B4BC-D48E19B5FC5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D6ACDE-720B-AC81-A32A-B9995D9A7A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77C99-8E1D-000D-99FE-68337CDDB2B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2A2D3E-284D-6745-3F8B-86793B90C4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4159A6-E666-0A84-B6B6-EA33D7198AD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DE84A3-641C-6FB6-9401-F1D57BEC56D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99EF1D-69F4-C1B2-90F2-F366278AB30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74F22B-5EDF-0C5A-94BA-75007FF677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3879A-D51C-FB9E-A2DF-62F481AFD82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DA8E8F-7BE3-BC76-F88A-62C11F8FBF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2D242-75E6-B542-C037-410A7B8121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29056D-B275-7084-6927-124E02EE2E4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29E0D-EF78-5FC0-7B2C-5A13887947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4F1A0-192D-CB72-B77F-8F96E09FAFB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439F6-E61D-67A0-EFFD-842BBD25AE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DA509-F507-AFAB-9045-0C291095B9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06527-CD0B-A96B-E92F-CB24B3B3B3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01FE0-BFEA-04E6-EABE-8ECC46097A8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15D03-3A05-CC89-EA99-1F2E9F6FC3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6E8A9-2D05-5555-BD66-B678B553116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3FF739-E3EE-E1B2-F9FE-6716D48BF58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247F74-1FF9-3ECD-0AEA-D52A956D063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0CDAC6-196F-0147-F0FF-2B65DA44D6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36F272-A24C-8ADB-7619-E74EEC84590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AAC69A-7BCA-4BE6-8199-BED9EEBA58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D392F-19FC-6A1C-9A51-0B83F79EF9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EEFEAD-BBFE-129F-7B70-19C17B9D376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D5889C-6530-C67F-74F9-C88BE66CB7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95F238-8A7D-838F-DF2D-B0C8254AC6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559871-1385-B152-5075-AFAA9CF423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72D06F-CFEC-019A-CC32-F2F7EC2792A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605760-6F5C-64B1-055D-7DDB9C531CF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AD05E0-682A-4BA7-311B-091A0ACF03B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A36AEC-945F-F500-B205-2BCC3E52FA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AD0913-11FF-E3C7-A843-D12000DC32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68D05A-1B98-5601-24EA-DA995C9E386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E864F7-7778-E061-57E5-8CA14B812F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438F00-399F-CC40-A36C-02CE3843248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791510-6592-6FDE-A127-C8E46F1587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461BA9-2959-80F7-4342-2168C6EF5E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804C52-EFF4-E5F3-6E17-8E910CE6884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1D87E6-FFBC-0713-5233-8AD697AA7A0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0788AF-CB88-AA49-679F-D3A78151D5E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2B92D9-41C0-3C51-655E-B8BDE15401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AD2491-E3A4-8183-9BCB-8A485D82A9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D1F972-4279-D056-90A3-B5DEA615538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92FEF2-9C7C-11B9-49FB-C3982C0CA2B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50D08C-25F6-A258-541B-E3246A58A1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173D7C-DFA9-E027-E832-148BE93BDF2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B1524D-D0CA-B14B-9935-0BC195D3991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734D37-7380-EC75-2BC9-D6E7F92D5D1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70B723-5FB5-56DA-90E6-9F98304B91A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5B7025-2728-403C-643D-63945EBE5A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833C88-9CFD-1FB5-CDAF-B7EFD8BE18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113E8C-E8DC-F291-CCC7-AB575E049C0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A24659-3171-EB9F-C5C7-7C413FF858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7980B0-7C3E-2BD6-0D24-3974FF9235D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97BC0-02AD-A00F-78AB-1D70646DC5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C3C2A50-712A-E564-84E5-EFCFC5A110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3EDEE7B-5AD4-D05E-AF8C-4F6CCF8E1FE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6E46668-4A08-67AB-36C8-2CBAAA3AEA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40BCA5D-8D75-68AC-BA58-1DD96CE7CE9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1B09C7-91D9-ED7B-5B88-9C6EAB5C6C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E61D1E-E62D-D736-8D27-3A36B2586B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C51949E-2462-6170-7672-C0EAD9353AD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B8A739E-A691-3F11-17A4-17606B300DE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F6804B8-1812-4A73-142F-470ECB4CA3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3FC18FE-DDE1-52E9-57D0-B9B88CD3CC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19D669-5B75-2597-F605-4238DA6FA63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B5ECCE7-1761-83C3-DC14-75D2C2E5229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898469-BB0F-2553-9D82-F920ACBF327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8D5DB-3DF9-21D1-1CD2-300F63E7CDD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578295-1164-5C58-F299-8A156F6E65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25D150-86FE-2CA3-6DD1-C118CCC619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16AE7A-7224-5CAB-5326-48BCC306FF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289944-352E-C0E6-E2FB-4440423EE03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53C66-F3E0-6E2A-4FE3-3CC0799A54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A1DFF6-A097-79DF-8FC4-0A4B0117C23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09722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02AFD-EAD4-EC64-56E6-BABDEE5B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C5E18C-E489-50AE-13CC-AA1C4CCC2D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C1C80C-D774-9B3F-17E3-04129315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4717D6-B348-4ED7-4BD3-77F4ADD1E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561B99-7C18-1513-6EF5-212DC37B5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C6F03C-8FDD-1238-2945-9F3EB9152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005BAA-5589-C099-946F-3BE92B51AA8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9CCF44-C84C-1CA9-1A6E-EEB55C0A5E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15A184-1819-7B66-51F5-259A7E21D16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EF034-BD87-38FB-CCD3-CFB6A9F37C6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30BE5-0E58-B61A-3DF6-0DDAD0FA82F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C44E8-552F-9DF1-F668-B0CF624D94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30AF34-16A7-2563-558C-4E3CDB60E5A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B98F49-3BA5-416B-FC77-BE81553606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29CFCD-35DE-6B9E-6BC5-D65AC7EF36E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59DAF2-454B-9038-F916-8143DDCFD7E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4F7EA1-E8E2-4035-157F-EFE7577E85D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BCB8CA-F8E3-67AF-F50A-2A0BB39C09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52A22-6D87-FA45-96D8-8C024561BA4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344278-2F9B-CE0B-5A14-9C00B15EDD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C2D00-AA17-5A36-F25A-589EA339927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D6440-28F0-A2B5-444E-A4C8E8FFD3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E74F4-251F-ED01-CB17-64AE93F992A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AE0F7-EB73-FE0B-1B0A-17F2CA65C5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5460C-2FE8-89A4-71D7-49BC55FF551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30C1E-3790-3CD2-95E4-DFE2BEAF155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8DB28C-A832-E682-3B87-34A6DA44DC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9BB80-EA32-6480-9728-5F7A3A7859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B5BB44-072D-2BD3-47AD-59D93D403AB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BA4EEE-D7D3-BEB3-F03F-8083363CDCF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3A6C58-2C91-A7D3-34E4-CB31D62F53B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4894E-227F-A96E-5047-7911E7C5450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3AA697-A3CB-1CCD-2B77-61BCF098EDA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F5449-9C76-C7E8-0B44-D8D3C5391D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D220B9-56FA-E75F-539D-2882707281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197480-3440-25AC-C676-05E71B6962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93BA73-0115-CA5F-A141-A8528EFB7D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3C7D49-F832-A205-1F6E-4C567F7242B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1FACB2-6DAC-87BC-207B-2D24EDBC39D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A52A60-DA3C-7726-A5F4-D71C6C9E7B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FF67E8-ABFE-E6CD-2921-9DEE202CD7B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80EBB8-61ED-0AAB-1B9D-54C7B6D7386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9AF1CD-2935-A1CF-3C03-70BAF2BCB9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D5C630-A9F2-3711-E330-97DBB1ECDCE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792906-86BE-651F-FBDB-FA36A55356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8D487C-276A-8FCA-EA9D-1F36A3805B7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515CF0-5AA9-E60E-55C7-B297D3C832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3D37A2-BD81-03E5-32D2-73311EC9DF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C8DB09-6168-459A-5D45-54ADB02E283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AA7837-18B7-247C-1597-AF325528CC6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AC533D-6074-BB76-E714-4AE45080DCF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CC942E-CED3-00F6-D9C0-D83B47C0046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6D16DA-6CF3-D0AE-7A6D-6D70FE2DA0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066C5A-8D5E-0DDE-89FC-9F40865429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B21D3B-4739-EC95-1B33-E106E43B71C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7867A6-3CD9-6233-41EA-C098DAA673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EA6830-D92F-F96F-E81E-D1100562CED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1AB118-243D-4F1B-BC14-C544E91061C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301740-4FD0-7C41-BA18-EBBB0B33F7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4BC25D-D10F-A1E1-6391-43026B640F2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860219-7249-73FE-9F57-43BD878A5F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88F031-F740-E0F3-C3C4-664BAA4E35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161A174-5E09-C8A7-C777-CF29E486EB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9C18BC5-41C3-7F51-E8C8-B383CD87771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B110A25-B69D-AE1C-450C-A070C201A45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49C39B4-0A3D-28FC-A5B2-17D17A9D163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A6A9CD-A139-317D-D51A-E785FEB2858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E1F664-33EE-5253-6D09-EF61D6D6312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29D46C-1A71-2874-4B1E-772F01ACD0D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A70BC0-72B1-0FBB-0F9F-953FA807FFB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D8263BA-66BE-7613-6EBD-11FF58439F4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74F474-F91B-A07B-0E21-FF6D5D5502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7D3B7F7-BE24-51D2-6951-2A08CC9C29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273972-F858-4C7E-2077-0D4022B3EA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FF4C10B-DB9E-CC8D-7217-6E7868902F1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04CAD3B-2B06-555D-0BF8-10BDC322F33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B7F9AFD-00B9-465B-D0E8-935E4E200CF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DF64B01-DBC7-EAEB-6E34-528F7E8C71C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96BB5A-4674-2862-FA6C-7FBEA15B8B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8BD91A-74C5-02D2-E0BA-16F099B9A30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75BE2-3CF3-6A1C-A238-C7E401EB4D3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2F2AE1-DB68-0082-9765-F2F56CDB8BD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462DD8-DD29-70FE-1EB8-C942A8619D2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C4990D-DB79-D3C3-3673-203D0473977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DFCE1B-8820-5266-5D78-B445409952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08EF8F-AF82-726A-8837-4FFFD95E0E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9939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636F8-01DE-A6CF-2249-D86715AA2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AEFF46-D7ED-66AF-6A4E-BAF600F748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4, [11 in 3] -&gt; [8 in 2, no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010F97-7E5D-434E-69D2-8E893CF80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55057C1-8B73-65DD-CC9F-59B4DA758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750417-F96D-9719-876E-B54BC848F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0D8262-25D6-2256-2FD7-968DD5300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4C81B2-76F1-EF3C-DDED-7C07B1B5BC7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028C5C-478C-C5CC-4370-F289C90B209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AE382-9144-E014-AB29-9FE40264048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67C86-2759-AC8A-7862-EDF051CE9ED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94187-F2E7-DF96-1D5D-68375F30C3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AD0C6C-225D-0444-9D50-69E31A04E3D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465F4-0B7D-60F2-7328-CFA697BFC30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1CAF52-7923-AE52-D8F8-F06C51F33D8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6BA02-1A6C-31F8-233E-974F2C1C0E8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A9B4F3-70B9-0C53-2801-A74ECAE8A26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CECE0-D01E-0B9E-90CE-B7046528F8C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7E98ED-F005-D6B1-26F1-044F47F546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C6BE8B-84DB-3528-68ED-E082C6F059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CC684B-362F-1D67-EDBF-690597FE4A9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7892B-D865-A6E5-1886-DE0775BA8A0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82CBC-503E-1E88-218D-0E8675F59A0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548A6-6B43-DAD0-927F-51C791E543F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A0A1C-814A-36CD-E196-25DB2FF3C6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2801F-7458-72F9-6FB1-1F4E43D3E5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65B6A-BD91-7609-9B30-FA2D2CCD91B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C6892-10EE-A2E6-EAA7-2DE29A2E518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6E5F8-0B08-24C9-EB10-74354A0DC52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8FE286-55EF-5DDB-0A4F-578A7B7494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C8C5AC-5D97-B9FD-5DB3-A8265D1D6B2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35ADC8-6B67-7A58-862D-42E22A8A74F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27D936-7340-2F59-6E3E-A918AE2658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4D6E93-BEFA-C2DF-8948-65E4301F41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696DB9-0CC5-8BE8-BB24-05E99641D23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81F58-003E-96F5-2201-5EE8B89A4F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694C42-2383-8831-1C53-675CB8D6BF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CB09C3-8D8D-6C6F-9A85-357DEEABDE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0D3EE0-CAC6-E706-7CCA-E25E9D312E9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1A1F3-160E-AC58-015E-677E6D22A68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76ED0E-1364-9D1F-55AE-8CB562FDAE8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A0F72B-011B-CF62-2ABF-9511FB2B9F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676057-2160-C551-2A25-51565F768E2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A900AA-CC92-7944-7C92-55F1AA94A0B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2FED7F-673A-301A-E2F5-120C8CD35C1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AE61DC-000D-D69F-AD75-8CFFFC9732F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D856F4-0AB7-09AD-1585-EBA0B5CEB16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6F4734-E44D-B28C-8D60-1909521595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C97258-3307-40C0-FBAE-E42C4A0B90A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E849EF-AE6D-220B-598C-3867AD2FC8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B13E9E-316D-A730-DAE5-7227DE9656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51A872-9F04-4250-50B5-A02E9BAFDAA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15E09A-F6FD-8DF7-3828-7743591753B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1CD5AF-F435-DE6C-22EF-C1FCD4B6CAF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8CCA83-88A8-77D0-0651-BF3E7577C6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FCDDF0-F134-424D-C617-05EC8BC1FB3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B3197C-644C-B0A5-BEC2-152F958D01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0BB810-E44C-D2C3-F52D-15947F7D7F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6B8784-5C24-297E-B097-F7D02A901B8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8F9D69-9093-8B6D-AEFF-38D1DE51CC8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50FCB7-B5A6-5FBF-CE07-9D277CC302B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8A2BFF-5025-C024-B18D-D2C7DA39FF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4D6993-FFE3-1A8A-B83D-04F9502A45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32B421A-C819-34B3-5D2B-092E933C28B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47BB95-EA55-7FDD-F021-9553C7D5318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CCFEADC-87C8-733B-0BBE-FC189223E21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D7C3817-0A26-C2C7-3746-28E50EBB536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E530E6D-4544-D121-E925-A8E062C7D00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6EF34F3-8E33-14FB-E5C8-8EBD11CA21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B5F5747-F76A-D276-AD69-C636D1ABA7A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4824BB9-8CD1-A80F-6DBC-4E781F221FA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B0AC0CB-EC60-98CD-F9CD-3EA4C5FF34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2E18F6-EAA5-59C6-6968-163CD34562D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BB73382-87DB-C440-8817-E980DE2529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7995434-33C0-05D7-F02D-1616FFD776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7B1A6C-D3EF-1A39-E697-B61166A8CA8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28094-360E-7454-68E2-4F885A06F1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E6AEAA9-7C5B-2992-6A7A-44ECC01C533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2B5A5CE-0FA1-C080-C79C-08F5CF06471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C67B18-CD86-D357-FB40-B4E3CF0DF4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ACDF4D-A8E5-F415-A2DF-853D51477A2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8C1CC9-04EC-426C-E40D-519D4F2D7F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B2412B-FE73-381F-8E7B-946186C00CE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1672AD-541F-A13C-3B1E-B71BE8314E1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6CAD00-E09F-B476-691E-2EDC252D69F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02C337-FC26-2CDD-29E2-C53DE29396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2BFE53-B62B-2DF5-646A-F87C1F0E8A1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57319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EF0E-4C87-AC7D-614F-A4BCFD07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DC9FA5-5DC5-EDE6-D6D5-B48360E77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0DA459-0630-6B54-AE38-3D6EF041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F154AD-458B-B8B7-0AB4-04D97613D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C4C5CF-F497-D6CE-6BC5-6A240E2C4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D71DCC-591A-E07C-30F5-A34C5B9EF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74BD6B-1772-5F93-71CC-37A053846FE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35E44-8F5F-650A-8D9C-3B1ABA2D0E8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14C9B6-10F5-72F3-602C-540CDFFAE4B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7426D-B0F2-9A0A-11E2-C087CD7D69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FD1C6-BF92-A063-1D49-398B5975BE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2C6616-E03D-EAD8-A0C3-594AD3AE50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DED7E9-AFF9-8DA8-BAC3-EC9CEA480D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A6B183-13A4-ED8F-B8C1-5009963874E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02C7CE-EA0F-A361-0FC3-1EBBB455078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4B0DD5-3E1D-4BD9-BAE9-2DA18D06785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7BDEB-5CC9-D693-61A3-3E1F0DD3166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CE6A8-6677-F51E-41FB-41D47A64E5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3B879-FB4B-470B-920A-BCAB9370AA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B39354-8FEA-B3C6-B6BA-704A748BFBD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BAD32-9D55-FFEB-6590-141B2DC869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6F6F9-D245-FFD6-E3CB-60AE1C4678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D27A3-796F-F2DA-3133-9D040172146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5A92E-3800-2782-A8A1-DDDC45EACC2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272E9-CE88-BF37-F075-66C10EF9861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9ADE6-4F0C-3C24-78C1-9D1B82A31F0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B3AB9-929B-127A-FE0D-A6D70CC4376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FB2CDB-BA14-27CA-0B2E-EC9637DCC1F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7F043B-9F4B-022E-172B-AE385383C5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2626AC-BBC4-5E16-B9BD-0439D710C7D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1C4FE7-3E13-52FB-F582-6631E7BDD2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565586-4F0D-167F-357A-CAE4618B92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6E9D87-C4C2-16B7-2A4C-A967A47C7E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8B231C-A2BC-A077-6103-5FAAA41704F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05FD87-7C41-821F-DB1E-9241D79457C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C5E396-18E7-CE38-9B3A-204C388CB85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C2BAA6-12B0-B9C0-1491-80F6491FEC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9ABD0A-FAC4-8173-C370-217A2A4F1D9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36AB20-0562-F3D6-F077-1D47270DEE8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FDC884-8B07-272D-8B32-D040107936C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416206-3761-7AEA-2B79-1980F075AEF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659CC4-1213-3676-25D4-B7861273BF8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0294F3-237C-A1F2-E588-9317A39673D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B7CA2A-7DD2-B1A4-DF93-DE1BBF9AA51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EF7C13-E28A-DE9B-D311-730DBB4B81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82E9D5-C2B4-83F0-49CA-9C511E13F0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3D8D53-2B75-3120-A135-C46D35E4483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CE3183-903D-250A-E03B-78E1AB32F49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DBA0A8-8BF0-DD79-3660-EB087633CF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4B3B12-F3F7-AE45-2157-1436877FA9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3FD647-E709-934E-92C4-64A68DAC068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23AEE1-5703-B24A-CF6E-A39045151D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042159-581B-7268-130A-792262B3F22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11AEA8-074F-5F68-AFD2-13C67E094FA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1C1010-4C67-82F3-36AA-01DA7338336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430146-6595-B351-C49F-005A1E4699B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3F317B-1760-25C6-E04E-9397BF907ED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B41F82-9583-0F7E-69AF-86A9C1E57B7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204B0A-7199-D049-AC46-92E543EE61D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AACC14-D727-451B-E78E-829F952275A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0D8A6EF-3B52-13DB-68D4-CB780D901B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58E973-A2BC-9FB0-0E7F-8B10F451F7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469D959-E529-FCDD-C207-847D65B700D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41A1142-C59A-F182-54A9-3385F4DD89D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2D5651C-A445-80B5-6899-685AAC2ED56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1EB4F2-F7B6-965F-3B25-394F185CCED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87E9A55-E6D3-F9D1-C939-0AEA23D410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84D4E7D-5FD7-D0E4-36F5-45614169B1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4EE7E3-6BEB-1994-6B5A-FF3ED9D000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969AEAE-61BE-525E-E5D2-06FA33E6AC9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EEEC0F3-1A26-7B3A-16BE-2DA13D2AE8F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D9D68FF-6A1E-19DA-0534-32EAFF6DB41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DE90227-FA42-B695-AA78-A18988AA3D9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97B9AFD-1441-1BB5-E299-ED73937F721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C9692A-56D6-969F-F33F-05ECF6858A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E5925A2-985E-4924-18AA-D7B2CFE1A81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1CA57FC-8C7F-273E-837C-B5E38CE1D51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020EE0-6067-9DC9-37A5-5DDDA472045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242244-7494-D62E-8B88-6687218539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DE5657-DC5F-4C3B-2DE7-00EFE7DD7C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D31827-D573-8A44-D0D3-C01765CEAE9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4F5EAD-06C1-33D7-E7B6-F2F50B7402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6B23DA-5E71-2364-5B5C-08A3D43BDCF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2E84B-DBB4-9C22-FC1A-95992FA76C8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B56F5A-C15E-929B-4DAC-A04EC55DA6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25C7B9-2179-AE1D-2734-772E8ADA7BA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94401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31A5-CEC5-39DF-C8FF-DB560AD0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8D60AC-EFEA-A950-9F43-B296F6CC3A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5, [21 in 3] is 678.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E330F9-6D0D-3908-5646-1070C239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716C07-B848-AFE8-2A49-BA1F6204F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888E14-A48F-B25B-B639-B5C2CB354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16793D-70F9-3AB4-36A5-87E0052A6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E4B389-2F70-B480-1E3F-9880DB2F66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27E878-72D2-04CA-0536-57FACF9198A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267C9C-5BEE-34B5-6C2C-685CE1FF0A8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24A0F-793C-D4BA-5452-95D31C0363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009AB6-67B5-238E-AFB3-7B7C7F30A5A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E80ABD-9787-8B2B-3AF5-1CE1051D856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B921C-34C3-4FC3-3CF9-82D03B62CC9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38A0B0-3BF7-6E03-A27B-1B98022DD8E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96ADAB-4502-76E1-CC27-18001466BC7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49203-21DA-CA79-8643-A0A8252D25A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E78C4-81D2-65C1-EBF5-C477D4FBDE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0CB8CD-8F91-308A-9B37-B5837888864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40958F-59BE-2ACE-3249-78417B02B1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D95AA0-689E-9757-0423-913A8F60D10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D5F96-54B5-361F-F6DB-F025513DF03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0296D-D0EE-5BA1-2788-F39E918ADF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8DEA6-DC9B-97E3-D2C1-3CDE8A069AA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9B07E-C69C-7AB6-EEA2-7C1B45ECECB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C323C-3D17-7763-9CD3-53B26C4E12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2CCE4-3EFE-6049-3B79-E019FF0738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143EA-56D6-8ED9-AD8A-3A5A32CC0E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2BCE7-372F-987B-58DE-2BFA59B18F9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FB0E3A-45CA-F77D-4E08-725DFD9973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698239-2DFA-0FE0-4324-8380842D7C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A096A-9FCE-39E2-AAC6-BCCEEDD26B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A92FF9-3DAA-4F9F-DBBA-240046465E9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1D61B6-05F5-4201-6A61-BB217931A1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001EB6-5961-17A4-C884-B1E26655DD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61A07C-60FE-51D8-1534-C55A7DD762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1FE14D-E4A1-000B-EC33-9647E97E2FA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F74731-1AD1-A41E-E719-E181411E444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DBF91D-F87D-191D-E86E-95B63C557D5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F93E7B-CDB0-A915-8022-38119AAA45A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DB1E03-FA05-CF2D-48F9-FAE42FF0F5A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E5385B-EE9C-0AEF-A0AC-1FA22E16C8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3D45DE-0EB3-8B01-77BB-BEC6D9B9B98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2EE633-2A75-5D62-732C-4AC80CD578A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E5DFB-CB7F-80E6-EB5B-E19FDDCE40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33FDD4-E703-A656-B310-4EB71A491E0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408469-1615-AF31-65D9-E06A3533B7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554809-EE2E-5A29-E917-F1229954F3F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1D1B5E-083C-4D1C-4739-42A8E39C79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B595AA-7199-DBBD-3857-36D45F2A84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2FE587-E497-2F1B-240E-B9765D28D89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CFD44B-D306-95DD-5083-515594995D8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D584DC-040E-36A5-2CC0-79D2B9658A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5E8817-95E1-BBC6-B899-250FF20D37A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E7B9C0-B8AB-FBB0-2804-3797A43600F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33E9DA-99C7-7940-BBC0-1F31D34532C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64960F-9C15-8699-FC1B-7942BCBCAEE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F9B4EE-D2D9-631E-299D-29DB4C6F18B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4F9D77-2CBC-3CAC-8CBB-33093BB92ED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40D47E0-139F-F5D6-C343-9A1EEBA30A9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032680-E816-745D-23EF-14A028041B9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A5804C-591E-1CD3-4B76-21A9373729B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C5D6BB-A453-C257-339D-6ADEE5A8976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04BB124-2878-9ADD-610E-C6EA15D3CEE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EFB11C7-A3F5-335A-CE3E-94FB0592460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8AB680-7F1F-D134-98A0-1A28A3E31B2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211C7E-589D-A89A-33A8-382A3C05BF0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215AC97-8C5E-D2CD-0BF3-A68E1B9D01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6973116-5910-8356-0950-2F770DF9916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A4F649F-5890-08DE-35D7-A467D215D2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E468F80-B544-7C26-DB5D-2E863759251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454253-963F-362A-9E96-9FE164E5634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1A78A6F-52D6-B0AE-0CE5-758FEEA615C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A3B612-BBE0-AB18-3980-7055CF29BB4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C6857A-D753-36FD-02A0-33F4F3C244E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A7A912B-AF45-6A24-CC46-FCE8DA77C8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DFB2FEC-0A50-ED38-7EA8-7A1BB59F1E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123BE92-1969-F671-DDA2-774EAC7F204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C99CAD-FF8B-955A-C38A-93FEC38AF3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91F927-587A-4213-8815-39062E0592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EEB4D9-F509-B2C1-FC2A-8DA8BEBF12C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80465C-736B-2694-4D64-52C3B819AC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BAA25C-C58F-255B-9B04-2D651AF00A1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0C1661-B087-86C3-AAFA-D67356937A1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BEF1B1-C167-AB77-01C6-C158984AAB3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36998F-58E6-9CEA-38C9-AA0EB607CCF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6C91BE-0EF8-E8D7-EF57-737096FAC15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21831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BE5C-65C0-8C4C-3431-79AF930A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EBF73F-6C07-A02F-4B57-C987DF7184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D1469E-88EA-5B09-A195-4DE26F0A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168FFE-2D3C-31AA-8B77-6FB542628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4A4342-903C-9E14-1A9F-1F7490EA1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6DB1C3-5F7E-7A15-B0F5-FE0A95952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0A603E-BDB5-46B2-9094-75D469B9E2A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3D0CD1-5E1D-B4E8-2115-2691E0CB26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6D19CF-DA90-9759-C1E9-EF2166A1E20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0E1B8-6DA2-3EE6-A2B0-C1381D76C58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C01B6-66EA-6D68-E1E4-8B2156BA67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9FF92-2647-5C28-3372-83A7406DB0E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CC2F65-D62B-F97A-FD39-C3A5CF2A2A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26916B-E13C-49A0-09C1-E8E10DA3DA2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8E4D67-7877-E149-CB0E-A55B2D6E50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5E1215-C87C-DBED-6F37-000FC5206C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59859-958F-F142-AD20-707D230DC9E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4BB49-8E3B-ABBD-08D1-D9565A6DE9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9737E-9778-B79D-40F9-5746E56DFC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A7C9A-50C3-2F14-A38A-7A8015BCD02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ABE5D-8977-63E0-3B7F-B5B77A0E20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316D7-833B-E6C0-1DA9-1F5CC1891AF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92686-84ED-150C-D365-7C498C17BF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E4F10-34D6-546D-9C6F-27BE5F9DE20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C7035-EFEC-E81B-25CD-2EF559B583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4F4593-24FE-E87B-F522-23FEA0ADAAA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0004C-FCE9-1AA4-04F0-466407ED8BB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EB1D23-16FE-F4C2-D5EA-5B56E5C9CC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E23EDF-08BA-E676-F3C6-FFB84DE37F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8EAA64-548A-CDDE-CAB6-00144E2157B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3A6F64-3C26-F0C2-5EEF-9C62F84F8FA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4BBB29-786F-240D-2604-E27030E4B51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D213B0-6B82-13D3-67D2-6496A538494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57A292-6A43-1AA7-703F-7371307F3F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E2EE70-E207-37BB-151E-338EA1FF01B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DC108D-BD6D-5C08-C9B8-AA7902375AE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BCE794-3BBB-9950-0EFF-E419B5C4117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7B28F0-43DF-6184-5B94-26188DD97FA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BA219C-CB9E-FE9E-3CD8-F4CBEB7C70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014C14-0DD4-1BC7-DC2F-CB843FEBCC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FB0E3D-ABAF-0F9E-6982-A3375B7869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C5C58D-D3D9-C896-CAF4-08E37AFF9E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A1AF7F-96B2-3708-010E-B848E12CAD5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071A11-34C6-D35F-D1AA-11D415DF0AD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BDE327-5C1A-21F3-C21C-B59BCC7F222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63707E-B7F3-C1FC-9098-5D0243ADDD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57BD71-1B39-8BEC-D70C-C476807A57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FD6E91-6A3A-00EC-8CB4-F41AD345BCF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66FA88-250B-B476-58DA-6A27010EF2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8FD8EC-16B5-7FF4-79AA-D6216327298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7EC89B-9BC1-96B3-937D-A6756649F1B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E814A9-BADE-1F38-14D6-69FE6999E14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DB248D-C264-9674-1F29-13C2AC2A67B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F92856-4378-90D9-15FA-71A198E185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1EB176-AB38-6162-3C8C-D6EE0B2FE1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431656-FF42-C196-0C28-39B30C60D4C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B56755-DFCC-976B-EB59-B9D3D0E21B7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C29A0EF-041D-7E60-5F91-FA802D88137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7F2117-F12D-6B72-4FEE-495B1C76C8B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DB9931-A945-350C-F72B-D3CB1C1700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177699-6D32-33DA-1079-848C12C13C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EA9B37-19C9-984C-1803-DBBC7C8975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1DAC1B-CE3C-4932-4CD7-D38C7BBA26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B25FB26-FA9A-6C88-F178-6F262480CA4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EB5CA4-955F-294E-34E3-1480DEB061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4301F3-FD14-38C5-959B-344F68CCA73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1A47EDE-EF30-3F25-7F00-F4D008FF582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9EB5D4-3073-31FC-B2DD-AE343848779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5C23A2E-08A4-1A91-582E-86250FDAB24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B0FA98-9E7D-1FAD-E034-EAC4A03972C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7DB485-89C0-080E-F774-37237AE73D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7B7DA6C-EC5E-BB10-F794-71D1BB3E19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DD4347-4A38-87C8-D44C-6A847E42957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074CD21-D31C-62CB-4ED3-E340E60CCA5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912BE49-2FC2-5689-B717-9056836E1DF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B5E9D61-70A2-2970-628F-D294AB25CA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E0F829-0A15-AE30-4F16-0B0956AE82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3CE04-7E3B-806A-9E1D-22739E29301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2F777C-DD21-E9D4-8F92-86335D4520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DB0873-4651-36BE-9DD2-FBF15F9ECB1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BAF7EA-2821-B191-2FA3-5B0C9FD7B3F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F1DCB3-0A54-DC4C-DB1C-125AC20A6D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72D6BB-0F76-BA97-3EF7-C5C9D249625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05E08-666B-0C5D-D852-97E4D9585A4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740BF2-F94A-B097-27EC-E017F310F71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FF11A1-E772-9FEF-9077-0FA356C4A0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29575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4EB1-FAD3-C7A5-85E5-EDB3BB93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A3C898-A416-6EEE-116D-34251AD490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center block, 3 is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A1F318-7BF1-F876-6151-82A1E827B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93576D-F1D7-BEB5-F153-9F4338445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7B532E-0D15-A5BF-C354-A85720343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2F9DCE-0813-5D88-9ED5-0DAA10EC2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D5C6DE-6DFA-029A-B5AD-FCA013F5AD5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CEFDA2-8A8F-5D85-8C02-3CA41203678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C4FF49-F996-8703-A3F0-7E93935DC6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CB6891-BA36-FDB8-A825-85DB1D98CB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3426F1-E0E9-2FA5-6C27-71ACBF2E2F8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06F096-BA85-A6E3-CA31-4998600C9EA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42D1D6-FF7F-8E86-A2C9-78B8FADC7A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B71857-70A6-AA31-C1F0-CA84F80FB17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0823E3-FE82-8D4C-0C0B-018F09EE92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009D2E-52A9-03DC-AFC7-26F3C33B92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26DCC-D87C-3AE2-0DD7-C394EEB4E5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A3F607-7B93-B0D8-F672-BF387ADA009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B55AF-5B3C-2E73-F8A0-E2B355A540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F513F-9BAC-D050-A4E0-6DBAC7912AB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4F8FD-1192-F025-5379-11DD724BDF4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ADDB4-FBF4-85FE-D715-88350DABE67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CB1B6-AE6B-D1A1-B023-7F8FA2CEAA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F25D9-95B8-BEEE-1757-E2C4018AEB1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B7D62-9DB9-E7F3-529D-E36FDD49B74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63DBB-05D8-F13A-E25E-6326947E3F4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4AD11-CA4A-24AD-593A-B5857BA2AF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E12C99-D58C-5168-55DC-D075F590CD8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49681B-B37E-DF6A-2D2D-63645CBA0A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0C4E9-B3CB-EE69-6DA6-60D8322CFC3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1F93F2-27E3-E0E1-6556-681B947E0F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D6DBC5-AA54-BFCD-1C02-CDE4D6F6BF9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091AFA-1923-A163-931C-B1FC0CC39F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DB6DD0-7478-850A-18DF-2921E1519CA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B1C06E-3C07-B3FA-A000-B896DDB1A3B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CC5F4E-6692-9293-58D7-BE42B17789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C82C5B-4481-416A-B4E8-99E4E80B26F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4CAD10-7F65-C75B-876C-CBCFC1750CF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F047E8-D655-B1E2-DBCB-ADD41313207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CA1285-E9F5-C310-74F8-FECF827184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BDF62B-AC28-FADE-E445-3C9614222BA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FD6D71-D11F-C9DB-A7D4-8818BB2E88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EDA7BE-90F4-1837-EF02-1C9E3016559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B1FAB4-F4D1-5816-740A-7912494F1D4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75A270-19AF-367F-1EF9-33DD2C3E319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770F51-DF50-9530-48F7-A2B3135DC9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E64AE9-A00A-C14A-264F-69C0DA03AC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A1398D-8890-068E-2135-6BD8399E5E4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878A91-2CA6-C333-6BCD-D0FF0C938A3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19BF53-CEF3-D04B-37FC-5A4A6419900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314F41-3013-6813-6C9E-6D994CE5093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1CCE2B-0016-9881-12E6-47EAFE3EE5F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B080AD-AAED-B4B5-BF67-3714E4C8337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A7E4E5-16CB-AFEF-137B-DF2EEBE085C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528415-E4FB-E23D-9BEB-74DEDDB2CB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AA5496-9C28-6245-C989-18740CB35C3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FC2E7-9A01-77B1-4FB0-9CAF667263C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FD3071-0B6E-F12C-BE1B-729A1D57B8D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6D72E77-AEC5-C987-C60F-EC9A01A79AE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98840B-C940-2F93-3366-8FB949D7A60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2B9ABF-2444-1DF5-0B8C-5329C970A70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02F609-A1D1-3EE3-E24F-44D4BF341E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E0A6645-400B-8BC6-FCC0-1F63D3EF712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C1C7B3-8D96-73DE-1EB2-6BC91ADFAD1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84024B-881F-2860-0956-AB9444DC144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F65577A-3AAC-CF4C-618B-16CC8891C49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3B2A9B-127B-2C71-D4B2-889F3A668F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1DE41B-5215-23EB-33FC-B7A66E4B728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1EA0E63-2C34-529E-6B9D-9BBA6694320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DA6FC68-090B-AF2C-5C26-41AA781D121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7CFBD70-108D-E5F7-4169-575EA83299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6C04AE0-E674-60BB-E521-172F297983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7F7AAD0-147D-3150-1F68-3A4A4B59CBA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DC4B147-5C78-5BE2-E932-86346E58EE8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403CEC-DCAA-228D-593B-777386EA9A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9F78747-5578-E051-6989-1CB004C2324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2AEA208-943A-47A7-9271-1D46D1AFF0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D27FAE-E3BE-6628-9190-507ABD2A4B2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CF2C9F-B888-45D5-AB44-67159D0E5C3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83B04-9C30-A8F1-97EF-1AE97F32DC9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B0B6F7-7B85-04AB-05C1-0B67E4ABD97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4A4989-DB13-8B7E-0123-B376A889A8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A9460D-172C-438D-274D-E7A2A1163D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6CA5C1-DDF1-32C3-BFB9-DD4F3B5515C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069399-EAF7-9D98-9314-9EEE175811D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7F7A22-1B90-F7AF-50F3-FE223A4A4AD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748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614D-19E6-B414-D0EA-18518DCC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7AD399-7D73-CD99-71CE-A2F69194DB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4, note 458/458/45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CB4D97-6E17-64B7-9CA8-C2712EB8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DBC125-2190-6297-6D65-1DFB8D23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E34AC9-7F32-1224-79B5-1E63BDCD1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9792CD-4470-6A2D-57B9-4CA84BF49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359C76-7CB6-60A7-7962-66A859E23A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E90F1-8017-8EC9-4D53-9B913CBD10E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C90C9C-D5CC-B607-F934-DA98FEA4748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A8753A-9062-5815-FA2F-B909F90A61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6BAFB4-B5C5-0F09-9F35-27C21253A5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C6C29-A0B4-125E-2937-84E2D7A24E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EF5A1A-8FDA-0A42-E399-2EA06327F59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750401-9F7D-F86F-CBC1-449A39BAA4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EF34E8-BFC4-F5C4-0E89-5E43354481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1F9196-B1C1-F1ED-13CA-1070FD459F7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6BBF0-F059-1D83-1124-EC23EE631F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C42D45-883B-17D2-5C0D-0DAD2A11DD0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41D844-8CDD-B2D6-4337-591C3609F4E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7FB2B-6333-AC01-0E87-845F0190BB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4CDE2-AF3B-91C8-E67B-DF39FA5B94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08C07-EE72-CCB0-EFF8-7CEDE6EF7F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083B6-5E3F-99CC-6AB3-E42D22D409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8263B-CD6A-E422-4D39-E02F7E27870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11E9E7-02BE-905A-86D6-5E2E298856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E2BCF3-FCB1-FD1A-1130-A820F44F4A9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C2480-FFD4-4DCF-D67E-B5D2EABA3EA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91EDE-37E8-035C-5F7B-2E5D9E04CE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620FB5-6593-B15C-6896-45A46F55E1D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1B7463-FC1A-E7F8-5BF8-D37618F1924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CC9143-6AC1-A1A6-0655-B1B1DF2A47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30F32-CF28-9876-7A29-BCC15CB727B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3FABD1-3D81-F7C8-1917-8AE24BB42B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5BAED-B646-5F18-AF32-FDCDFDFEFA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BA6BCA-50A9-D2F8-E133-04BDE27C36E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4C2188-C056-D4E9-91CB-8D35A589DFE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14D30C-A08F-678D-EC36-70E8B214715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F05A3-1AA0-1B16-33B5-7708C9AFAAB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CC127-30A9-238F-DE3E-12B4514B7B9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9C5F40-FCAA-B7C2-125C-7D649F881AD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CF2414-C523-3BE5-DE9F-2E3B942E820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B7FE95-9DAC-C7B8-57D7-AE7ACCEB832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AFBFCB-A5A5-55B6-DB36-85CB486680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46EEC1-C132-6DD4-FFB5-36C830A94B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BABB44-8C13-589E-1F9E-825977095C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F290B8-332C-104C-E492-AC1E17A82E6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16400C-6918-5053-BA37-4F8B43A187F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269F60-C1AE-4584-7B6F-F13EF5A6B25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6CF19C-E83A-07FD-10C0-7CC16D44B68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96EF76-6F26-966D-8EB1-7C1D3CC483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1C79DC-43DF-80C9-A82D-748BE686E9A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7872BC-1144-E546-09E2-8A58C594BF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3FF65D-6B9F-83B9-A1E3-AF9423F760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F42E1F-1465-C296-EE83-ED0CC55BD2E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F2DF5F-DC32-C818-C958-F6F2AEAF745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0BE0D0C-9F25-D850-205C-CC6DD0EE71C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DE06D2-D614-1FB0-C2A2-E422336F027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B4D044-73FF-F720-6525-A693F796E4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808165-B414-73D3-F8DC-E1C9A3042CB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00BE7D-DF98-D526-1730-2A75741304C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9DF37D7-A8B6-6ABF-1EB2-7593079DF46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99D213-2D47-9D08-136C-46921E5B3DB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F05489F-B91E-8630-1608-99F32981F4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627DCF-759B-B632-5443-73EFC36AFC9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1DDD916-7E12-732C-D277-9131CE0EC3B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381DC2-00EE-2D16-0939-1FE55A0F8F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843BE3-1321-2700-29CB-819591124D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DD8CE-A5ED-B6FD-DA55-82123BF4731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A9934D6-6CE1-5F08-09D7-59FD7EDDD35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3003CEA-47F2-50B2-1413-8D9D3DE46A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E00DC0F-5594-CA2A-0641-C6F1033D9B1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153E2F4-21C6-FA7F-853E-7B3C8D4CAFE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BDCC8D6-CD71-2EC1-FB84-1561A98B963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84A02-855B-47D1-2494-9B7A921A115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EB7C8-ACBE-2BDD-0D30-5A1D2DF567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D4122C-15BD-F8DE-2308-40401B3132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79DE9-9798-563E-4E3E-4FFD359E6C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A24498-832D-9714-FA3B-132DB5AD949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468F5-CFB6-5753-C0B8-B1E84D0B3B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FFCB21-05FF-D23B-F892-C73D247F2C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27B36-917D-129A-D84F-8CF1FAC856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86F98B-7831-DB84-EE36-A17521FFE55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17978-DE2D-D181-C495-0E056DB2C57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578348-CECD-FBBF-750D-76F5C0939F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75988C-475B-8E78-AC44-47E6DCF984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B4D13A-B6F1-B0BB-EAB7-912FFC1E8A5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3014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27B8B-9E4C-A59D-A3C5-1873B1D1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1CB13-1913-5CA7-8B30-97BECABEE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89DCC4-F0C2-866F-A05D-2C73D2CC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F947AB-3BB9-9B26-DB39-E6A50C4BB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188CEB-093C-ED44-B235-81D448870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1C838A-ADA4-EC70-6F1E-2DFFC4E54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6FA8CB-7088-FA81-BC4B-048391FE8ED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43973D-95CE-FC37-EBE3-E76B027A50F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47491B-402F-228B-BAF0-092B3A17DF9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78E9B6-0F70-20CC-200E-082B43E0BDD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E51298-C792-9733-CD7B-C358030A1F7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C6DE01-980A-254E-52FB-959CED1A9C4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2A82E0-B8DC-9CD5-9D2B-4E399F14079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53FB87-EE14-53BE-CAF8-260235FD6F3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A3A74C-F9A8-C37D-5DEE-3537F1B04F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FB40C8-8BEA-911C-3A91-778790DA6B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02E6E-258A-6FAD-7A96-8E1C0247A6C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AF7B95-BCE3-6187-06B9-FFBDCE121CA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27EBB1-3CA2-103E-1F13-D1CAB0F5516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B29793-04E3-FCE3-EAEC-385720FFB92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D8CB2-F5E5-5EEE-49A8-858F6A9053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1F46D-E131-92F0-8163-CC48445877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373B1-037C-B716-4277-EB3FB936574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2A4FE-8385-6BAE-90DC-A1B7A01A161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AF5D7-8ACB-78A3-5B59-8FF9CE1C47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6B568-A840-38D0-D7B9-E0338C5C285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53718C-55DB-51F2-9560-A8C8E0C83B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5229B-9985-6907-A1C1-ECA579355C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D56B42-2F1C-9D1E-44C4-4411EFFBDA4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EB8844-B683-9817-FFCA-60E9BE0BABB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2E9E13-9992-60E1-A8EA-AF770A5209F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2CE765-A1D2-3093-342E-6D251EAF5B8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10D0EA-76A4-EF55-E72A-3324DB1F65A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4E47C7-004B-A023-B49E-B5460C9D31D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1AD3EA-A102-CDDE-A1BB-33FEFE0527F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D8E151-1BFA-24B0-F324-0D4199007F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103AC6-D31B-EAD5-AB26-6FC00A8B01B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E48CED-603B-E2AB-BC57-B5F8FE8B450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04CCB0-E282-7D02-F068-C1F3405BFC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0E7F54-4040-E85C-B8A6-E8D710F46E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A21D8A-2712-5DA0-C939-38AC0F86D0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21C846-4413-699A-9BCF-87580E2B1CD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51D81D-CA3A-CB78-6200-3A87C49C037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D07A50-D468-180E-EA61-B1FC1930582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A02A9-513E-3461-22D2-BB9162B320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A358D2-3106-0552-29F3-734DBFFD838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C28EFB-E3B6-9833-3DA3-6C5B7E342C4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CC6BDA-BEBD-36F4-3D34-DB712A06A29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45E434-BA24-8AB8-4236-D5D7193A076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DEEFAB-E00C-09D5-0E70-6C6D66712B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91CAD2-CBE7-6CEE-1665-B46E1967E3B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E1813D-17C7-4BD8-E393-B7198810399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DB04F0-94B0-77F7-8AFA-1DD8C4B9051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74D3B1-834E-736F-DED0-FD2692F6628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ED728C-1BFE-2ACE-9563-ACB8E08DB25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978EA4-1EDB-0CE8-31CF-41B87F8590F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628558-E49A-49CC-7D31-3B9AB0F5C11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3932E6-1EEB-B6E3-7B89-A362FF0F2B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EC62F1-AF4A-0E64-1A20-B3036CCD50E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1474C18-3CB4-93A1-A5CA-510BD96D6B2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39353C-26A0-E7BF-AEF2-77E60F58A61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24876C-D3DE-4FCC-5C56-0FD34983885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B679C1-D48C-29C7-B6EB-E96826E152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2A793D-B18B-BB36-4660-9D5F019B879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EF4420-8774-CA4F-721A-69772F9AE0F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BCA4A7-E2F0-A3C2-3CC6-ED6742DEE6B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20B206-F257-5BCE-2B0E-11C3590A2B7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118F0E-D163-A4F5-95B6-7BE6F0FC869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3D4EE57-6536-8B38-BF03-6031DA59D92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4B884D0-22F0-9A71-56BF-EA738D8729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79470C-3413-572E-24A8-BC1182B2F35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95B5C27-82A8-B889-3363-CDBB2CFC438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BAD1CDC-D4B0-275C-A5AD-CEA3CF6D5D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92583-C3FF-C127-0368-C07C9B9544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8A7091-2689-DBAF-B8D1-7F0C5CC16D5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C150D-5AAE-FDD3-A4CD-D2F028D1F6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9A6A89-A4A8-0A33-5B10-856C7032F9B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0C5934-A10E-CE81-F895-E13612503C4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214211-C480-D72D-B882-F061A458768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40E9DD-8213-1110-90E0-78E13D3B63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8FFE29-F9B3-4F85-95C4-2612EB88AEA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E57C81-3F74-6FC7-CB4F-9D180D2D0A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34A168-A4AA-8CC0-2710-2BBF578479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0A5AF2-FFDE-921E-E4A2-E336BE4A3B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3A9577-4AA6-11C4-6D02-6DE67AB595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DBEBC6-1674-050D-BEA2-E77C7CB052E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833968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C38B-0001-E556-A105-301B56EE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66A9C0-1B8A-E636-B5F2-B006D562E0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[27 in 5] -&gt; [24 in 4] is four of 45678, which sums to 30. So, 6 is the odd one out.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2AB24B-B957-2B51-483E-94EAE9015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F179B4-B71F-9DA1-3C0C-2B7BBA3BF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E0FBDD-E62C-9857-CF80-313DE082F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8E711B-5C4E-DE17-44FC-8A34315BF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15305B-81DE-99CC-BF29-E361E7CF03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64F31-91E6-629A-FE17-BADE8276B0F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EA05D7-DD3A-2166-D700-F74DAD4A814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781CF5-B701-C9BB-27A2-AA2BF779D3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E728E-F40B-D157-FBBC-53EF7C1ACA5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BBF6F6-3576-EEA0-83FF-021A0623963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5F8485-E75C-7B77-5ABB-EA959061623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98A7AF-B91E-3B9E-AAAE-B78AC3181E2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757F85-8DF9-EBB6-E743-A5FA7E1E8C0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6B362C-585A-2BEE-F5BC-FD0143740F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ED419-92FD-78FE-21BD-92BD562FB97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E47641-B8BD-42D6-B549-C35ECF2D11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E09A08-375C-423A-718E-D4B4ED542C4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C48088-465B-6033-BC3E-719AA1DC51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B4EE1-F98F-E3F2-37BD-8BD30FB38CA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B3A1C-79F1-CBB5-0A83-45C08288815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898AE-20E1-0EA1-B7F4-DE29962467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E1177-0EAB-1DB1-9E53-332DD36CD73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28466-23BA-460A-3848-B6E29184DC1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0E7E1-A92C-EE33-B350-7B9130058F0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15D42-2FAF-5CD1-8E73-12984FFC2E6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35638-56C1-30D5-E41D-91F7412D72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40A62-5288-34E4-37C3-45CF6E82F4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FCC398-04A3-E85C-1741-B2D290C6533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B2D55-766B-3C6F-F6B4-D0A757838A0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6BAC66-9E4F-E007-63CA-1751C0942E5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21A3E8-FC5B-2E52-1FE7-8DBD6CC736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034813-8F3A-CA54-5A93-F0522D7635D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B93682-D16B-B8AC-B0F3-53E030EEA65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235C4E-ACC9-4AD4-6A4F-2B61F740CAB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B6DDCD-BB83-5CA7-592D-3C443817D03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005FAA-D52A-63D0-8541-E97900B401A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BE30B9-6D7E-590B-991F-825DF13E7A0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642409-63F6-2D6A-4EC7-8ADCD25C326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7DA09F-701A-134E-0A75-433B7B2290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12CFD1-8449-AF6C-1FBF-8D46FEA4097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B34587-A6EC-B611-DEB1-375D5A91AB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B3B6EE-1EB6-5036-4CD7-F3D07196A3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13A5A5-CBAC-E4A6-D65D-B6B49D58CF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E6CE5A-4C0A-6826-1553-260A3B65FBA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3E25FA-C65F-3C5C-7586-150FF6DCDAA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7D4453-67E3-B754-206E-AB5BF6E194C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C5B37B-6887-7602-B889-CFF99BAFF67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19131C-D1BC-A6E1-874D-78C99068AF4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465BD9-6579-834E-9A00-ABE658C0CDD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8A6E9F-316F-0292-BDF3-FE7A7ED9C39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98DABF-B8C3-E577-17E9-9D9399C642A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FC516C-97CB-6D25-4423-043CA0C0EA9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5B7A60-297D-3CB0-62CC-4C05F8FB23A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9736FD-9334-6451-D91B-05AF8BE5FCA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EB7062-8DCF-8C3C-31BA-6BD233AB0F7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8A75D0-9BF1-FA4D-6FFD-A0511EDC1B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A3B338-718C-78FC-FEE6-CB9219FA9B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C723A2-A2CF-F279-60B8-8AC0E6356A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E179DE-AF23-1DE5-1BE7-C827B004D8E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903449-D8C1-08D8-34FE-6C7514A4AB2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C4B2E9-0C25-B8E2-6624-95BB1E27332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1670B5B-476F-C17F-7D1A-4F703550E16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028B660-724E-500D-69B2-DCBCD24750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EDFADB-3E21-5E8E-21CB-C1E2B1644F1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E34A29D-C647-28AB-9BE2-7E90F671FA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A38D8FA-C595-FB9E-2B1C-497D7176DDF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D4A79B7-5788-B3CB-7BB5-E753A9F3084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F0FD552-C063-9843-569B-90CDD5649F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4D469FD-5746-0CBB-6EB3-5D64F801769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17562B7-3C59-3ECD-F823-ABFA16BB999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C5FA3-1C54-A12C-3A94-926BA3D67E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D90606-1DC3-5186-DB10-AC83C6F35E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28DE76-936D-1F75-F202-2EF1E24CA1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47DF0D-5BC0-697C-46FA-326881AA59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859729-E398-7711-28BA-44D966E6EE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C90C9B-F675-9195-1B90-2A6EC44597D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3073E2-0184-D556-A1EC-C37B254FC2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617BEA-8659-ACF9-4456-5EA742D31F9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AC824C-1379-40BE-B0AA-D33464C22CA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1687C6-55E6-C782-0ECA-26DD6A75706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91FCC-C5BA-F3B7-1EAC-F67162A6DC2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5B43EB-714F-AE42-EF39-EEB5F7D29D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364602-018C-4024-D8CD-0FB2AA9FB9D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6B6E30-B931-F814-B8E1-6CCF68B51A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705633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14E5-4CC1-69A3-2ADD-0A80B9FC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58BF1-CC3D-5810-6813-9797C53D80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0DDEC0-2989-DAA6-B6FF-7F5D666F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4853B6-448E-A786-5264-D55340D91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2186AE-5B3A-7AEF-F331-9CAFCD7B5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D84610-91F8-6316-F012-4FC332542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A00DF5-4675-C2EB-A775-5F4EF00B0D6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929264-5264-6EAE-F7D0-294A97B883D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8DF75-8B7E-3874-D6C7-B44B3CAAF1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F2C6CA-807F-A35B-4291-9B085ED4F3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C0E593-19A0-730F-7387-C06FB674A3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E03CA-58AA-3B1C-B6BD-2A96345962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3202BC-54C3-0A3E-6A82-FD95D629E1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A4A8EF-BB18-6D2A-0FF9-7D91A0AA2D0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B570B4-0B14-3409-970F-D605C10DC1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66151B-8AA6-256F-7B49-4035BFE118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D41E6-F5CB-CAE2-B57D-963B0BCA89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100C89-22E7-BB3D-B170-1F6826D513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32B7F6-6AF1-BAB1-809B-3083A76C84E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30C25D-ABB3-6B76-4B2F-8CDB17E70C2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931519-4460-C67E-41C9-317B52FAC83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6B304-C57C-89F8-324C-0D026E540A0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15E13-4012-BF71-047D-DDE7DC4974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C56FA-C283-158B-93F0-346DD829234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FFCC8-3ECE-2680-9260-2AB9E7AB56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3C2919-7A5A-CFF1-A187-EDDBEC0B268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4ED0D-3AE2-50D4-C56B-2644ADB29FE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88BB5C-B2ED-3A90-3041-F28A2FBBE6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EB1393-8A20-62E9-E5BB-E2392CAC4F1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F26183-9510-AD87-2FF9-852C5787E96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122E82-77A2-E259-0F87-85FF6413458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D317E-126B-003D-F100-521931B12E0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25CBFC-E132-E793-9EBE-659BD0D945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C8D196-9A7B-B771-B0A6-54FCC0DF1B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807BFE-3248-A3DE-0AA4-D08752F0B7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EFEAA-DA94-8728-271A-F944A34278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EC2377-671F-012F-8002-DBF8A6A0DA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2607CC-AFD0-93E8-C1CA-81AD31C436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EB5B5E-718E-46FA-EB15-71A727DB1A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1776DC-644B-E613-0F1C-36261C526C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F5C523-D0AA-4AC3-F32F-5D6C8B54BB9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F97E9D-C48C-05D9-E3D5-E90A35D9621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37627B-2579-5E4A-A963-9FA236EB2DF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547B-C737-43E0-8FC7-94660D2E72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BF3888-8658-EC14-D156-CD3CD93BC7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BC8234-684D-F606-0762-6BA0E22FAF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C32983-5727-1DEC-C122-6F578E58F46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FEAF27-6508-CCC1-8519-D4A621719DA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EBA7D4-76C2-0D46-6B99-38DCAF31AB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61624C-CE00-94C3-E911-9E8A0A57835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13E222-FA75-91E8-E552-9018386374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36075B-8A01-BBE7-5D0A-157B9CCE13E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7D4818-DBF5-D15D-897D-1429606AF26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825D0F-45C2-1613-9E45-0060F7A9F2C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3A55FC-93F4-8860-ECBB-46563AB86F8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7867DE-E27D-DF67-7CC1-9E73C8DAB8E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1CC979-3533-0DC0-D6EE-A29365AFBAC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1334DD4-69F7-C9AE-9B8D-3DEA87959C4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CCA0D9C-B0D3-1F6F-FDE2-6DA3EA9DA88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42ACD0-B10C-35C2-E004-8BF2E10CCD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05C4D46-2475-1926-8043-4B782A4EB6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4151831-04A6-BC3D-0F1D-A3BC92BEAC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12D248F-DA5A-8B5D-ACBA-07DF34BC1E7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C0E9D2A-6636-C80C-84C8-8EB49E8E86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A626AF4-0B16-794A-A5C2-CC5F861F47C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2B815A-1238-7FEC-D9E1-F9CDF79F34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8C59AE9-EF9D-BA3B-376F-E4B7895552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63538FD-1486-C92E-3B1D-CA1196BA7A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F33BD-A748-BAF5-F4A6-EAD72F7081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3FD8D-B83B-3147-21D5-B6E7A1CAE20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B4F7E4-8323-C947-AEF6-70DECD41FBA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958906-D2DF-D23D-CB52-6F09F7F5D99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CDF566-435D-3F81-91C1-9ECAF99D327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0B9FAB-0B95-DD33-C407-7ABEB6910C7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1C9E31-EF7D-D66C-E85C-C64A963DACE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591676-740A-68F1-A1F2-AAEE4712CB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BFAF68-723D-E3DB-22CE-D391F6FE4D3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B67D34-28BB-305D-0544-AC27D733D8E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51644D-8E2D-32B5-4DE8-0D8202B376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9C6C67-0DDF-0A47-FFC6-CC4A2B13198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7E8D3C-487E-2A78-F4EF-CF7F858438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522775-9658-7802-4176-C4CB6841A32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524104-3A6B-FEF1-FA59-F0F1C405A0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E905E1-E404-F779-3A0F-D0BF8682FA5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5A8893-68F6-2135-941C-93ADA92375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08060E-A18A-A208-9BE7-4E99EF0361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47428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8842-9B26-34FB-F26D-78A404B2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3D94F3-35B2-38EA-CFDE-4BAE5322F0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AEF1D6-3FFA-4E5F-64C6-962CCB1D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8F1E1D-5FB8-111D-DA9F-E504F2C01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052DDC-4715-286D-DB2A-7C70806EF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095EBF-996D-F6A4-8AD5-518798AD9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8C8C0D-D7C5-222D-1BF9-E781207F0D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2327A-829F-D123-0966-D791C43B330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2947C-14B9-3696-2146-75D1E897EE2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C065CE-A1F9-2C31-C398-4C69FB4C171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B925E7-EB14-31E7-DF6E-0E8335DE44F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BFE7E-2836-A0F6-0875-17A0E7A6C5C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60BBD3-D570-E612-25A7-F267348E01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894B-13C0-BEBE-CD24-0E9195F4E4B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4915E2-7D21-2B8F-ED47-AF66ED80B1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08F0FE-2039-D469-07CF-B21C7E56733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BF22C-DC75-4C84-DBE2-2A087165917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233D5D-AE7D-48DD-DB68-CDACA0C3CF2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BF723-C6DC-2DE3-3BCF-3E610A1307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9A324B-6E12-5FE1-E3F8-6077395F3BD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B5758-2760-6850-58DF-20CFF0903FC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23021-0C3C-F742-77EE-0BA07A08070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2DDCF-F412-6113-E6BB-5115EDE1369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5BE59-8C70-F5F4-CED3-6C4FC0C599C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92AA18-29DC-46FB-9B13-10B27D1C98A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4D724-4BAD-0DC7-9359-43EA326A9F1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3EA9E-5C5F-1697-9114-27FEE871AD8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172FF-224B-B073-86C5-DD67B56914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4C0C48-9135-CDE5-1079-F1D0139D9D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B1AB82-64ED-4BD9-BD08-BD1404E380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186CE3-945E-81B7-4308-06C17B1D84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772DD8-4F66-B091-D47D-467BC4D073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F2E2B2-2529-8A5E-8B65-6E6197EEA4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A537C5-CC6D-A58A-B9C1-0EF440CD4F8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C0D86A-6C21-4918-6BB0-66FC99BB2B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1C02C2-5199-7568-564F-05703E1293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5B4970-9574-71AB-741B-7014A012506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923971-8F77-DABF-DABC-E86BF4F5EDD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46B879-9A02-7132-F83B-45EB942ED1C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642C4-C18E-AB61-5F29-F0B450D5A2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9F125B-338A-1B27-B134-5644F266C5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134327-CF50-9A33-6F5E-53B2D3D616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EF6AF0-4074-9A3A-9D7D-FB7971F5B7E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B41DF4-4DB9-052F-C73C-DA342B73F1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DE2FFC-7F8E-16DE-969A-ABEC4317531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54371F-E5EB-80BA-24E4-885CB6383E4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491B4A-26E6-3B51-6DEB-6CF815D0AF6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A3202-C28C-2035-37F5-E5860AB1FEF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BA1B31-AF02-8885-3BC0-B82829E166F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F9A75B-E26F-5703-AFAC-EDFADC68B6E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F333CD-060C-D9E0-0B93-865B2A79600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A87192-3317-B634-D5E1-631CAC8E4BE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82769E-5176-C3BF-6697-E82CEE038D1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0884BF-40B8-2CE4-964B-8DC078868D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C3EA31-6B2E-4AA0-534F-97F994F57B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2D827F-F589-20B5-BB94-2D170A19CC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0EC1F7-1A9B-9B87-1171-0ABB1D192F0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7FA7E7-0E87-C1BE-D655-0F337B9D3E5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8A868EA-C458-CF69-674A-62B7A4320D2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68476F9-AEA8-095B-875F-E1AC73B180A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68320FB-785F-8567-1435-6D84132415B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FA26AC-0A94-AD3E-E662-67721F977C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980527-DF92-F175-560C-F0D59A0EF3C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188014-A7ED-7715-C3EC-4D9423399C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DA9144-D0A2-2D07-7FB2-98EB88AD23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D4F8913-3122-28CD-DBF0-5452D2F60C3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376810A-BC97-1AD2-E4D7-E69C6AF5EF6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95BE50-0691-087F-513F-464AC9E10E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FD1A45-8F89-6BBD-72CC-4AAED205D30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C174D8-62F2-8FA0-7D2A-A9D52CC77C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D62EAE-F6AA-ABC0-D10E-FE816ECDE47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469C3A-AF06-E0A6-9630-ABF6CA36D71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0F91E-7FEE-8A9D-1F7E-E71B7BFC728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7F0E47-56E4-D90D-D290-E469B2CD304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47C883-070C-5AFA-DA71-945B60689F5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DDE67F-A7FD-2794-99D2-122CC1DC5FA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EE8688-4624-4246-A533-D0546DA0277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EBB8CF-F31E-8AE4-8EC3-B846C2BE6AD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1D0464-B44B-1550-D6D9-C67F34E934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7DA14F-FB5B-3CC9-E1A6-AFA9EAB20A1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7F191D-836A-A4C7-5351-38DA47E740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F7186B-4D4C-F475-629E-328790275D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33811A-1013-9E98-B240-47586500929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A91A4C-7DC8-99B6-2999-FB57AEC4F62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4E9199-D0E7-EF9D-40BE-E31B6D2CD9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FFFFDD-C885-C020-41B9-1C1DC8FE736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6444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D7BA-FC8A-A461-A6B3-CA78138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E6DE05-3812-C14E-AE31-93C0860219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[19 in 3] -&gt; [13 in 2]. Only 58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E88111-ECF8-88F3-1997-B9F8F7BE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F95FD9-E2DF-0074-1E9F-0F078550A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9F1BD6-5EDF-18F3-E936-CD0955FEE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26137F-F6CB-ABC9-4AC2-0F69981C3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3B2FF-7445-DEBD-2822-522867CD89F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2D9ACF-1A3F-CA8C-029B-9DB50C68174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485E1-E89A-C2D0-7C67-70E3BAAAC3B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AA8B20-99E6-DAD4-26EE-2D5B99546CD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B11D7-59D5-3204-EC50-A156EF8313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700F4-F432-E0A1-436C-0A2F9585E3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1C5643-A587-5680-BB4C-A2C426C1B7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44DB6F-D30C-A96F-F6E1-B0E9349776A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C9FB3F-6AD4-26E4-5F78-36A9FD057B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EF2AB3-344B-6454-72C4-29E3A6FD10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671B2-9F2E-43BB-B377-B2041E70BDC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CC7977-1BC9-0812-8FF9-188E6BC4DA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53676-BCF6-25E8-2C4B-FAE1DE25A5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84D7E4-D722-F529-A8A4-400E4461504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0815F-9CFA-8DA8-6FF2-487103811AE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22ED6-3F46-56C1-EFF6-D33DA4D2A0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2720E-37A3-0265-2FBD-40B3CDDE75D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0132B-260D-79DA-2C5D-2CF3C30D08E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4986F-3463-CD01-FC69-B8CD21A48DD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F14A2-7258-AAF3-104D-9C3BBAB8C4B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57F184-C54A-D32D-D059-35E0512971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0AAE14-72F5-1895-5962-9B49E95456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5828C6-2AC6-DDA1-57A3-D33C810CDE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B5F60B-DEE1-CDFB-494C-406C9825D8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F12F43-B045-03A3-8B0E-4D0F3DCB26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87549B-EF54-B0AF-0107-923348EC91A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1B3365-9A27-1496-895D-9775EE10B74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309CBC-A2FF-AF44-B3FC-5A7846FEAD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BC971F-FDBB-E855-9998-2719B900F16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90017-97A3-148A-83FC-0140137AD7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3159FE-2DEC-5539-CCB6-D3BB088CF6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01C57-0BE4-CFD3-92DF-43E35D07865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516260-FEA9-8AAC-2FF9-C6A0E6CDE3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B1F2EE-D58F-1328-311B-DC2B478D00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1DA7F4-2640-2BA2-ABD8-5435768783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A6D91C-F84E-09EC-77BE-18550A755F7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917EE8-4FE5-E67E-DE95-41CAF8284B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95E1EA-21AF-62FC-EE0B-08495F8502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5CDAD2-27D7-BBE3-E899-3D9BFCE9B0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AB2F05-43A9-56EE-22A1-96777725F5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982241-1A2E-28F2-C73F-B53CE7B9A7D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1D1F11-143E-488B-FC9C-A462559D25C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649B50-D2CD-1BFF-4E71-82E3329BB01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5EB3EC-1839-C11C-CFF3-5903BA841B2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CE81E9-BE25-5FE3-6C84-B3140EC607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5F99E1-77EC-9775-0F1C-F7DDD82315E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092629-A5D9-BD03-5AF8-5DE730855D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D79D37-3308-734D-5E23-464C38E2F91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BC26B2-BD34-F313-99B1-1A7B9784E7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0788EA-B890-D1F7-C8E2-A39524A0497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43D1B4-D13B-645C-4325-647931EA0D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C7CF35-D23B-3A91-F9AC-CF46C3228ED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78531B0-3436-7AE7-D21C-2C9006675E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E655034-A0E2-1488-B758-150FF2ED93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08ED5BB-EA16-637A-E544-0F1CFB61D0E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9D170D-61DC-BB78-9C05-2E588C0F1F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4CA683F-AC76-B13B-2E6E-8E495CE6AC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373FDB-CA76-74C5-A19C-CA94BF2E0C6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52DE89E-E69F-53E1-D5D7-F5002D553DC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97E1F5E-7674-2D4E-BB48-04395E66ED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51F2C6C-9756-7BBE-D8AD-01197FAAD4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4164AB2-A070-4A2B-B6BB-3D496CAD7D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1CD25E-A815-656E-7584-2CE6E3C46B9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B0203-C24F-21E1-6FB9-48509EC893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AAF67-2515-03A7-8128-133609F090C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D722E0-966D-C1D3-A768-06E3DE966E7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265DE1-E771-2762-4F71-031EC0A88E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927490-67AD-C0EE-B395-D64A8E2E26A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D4C67A-25A0-C071-D9EA-3028C313A0D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0DBF75-9E13-317F-1CC2-A13E744D8FD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353677-8E31-A6B2-C1E2-1F6F2B93A4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1197A2-989B-E2D9-A727-6E18D4E596E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74E9CC-C448-4698-9641-0EDC8D7BA1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4EBA67-C326-AA18-45B3-9CB30A7100A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A3DF7E-5C52-ECFD-59BE-93927E66C5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7797DF-872B-1E75-A836-D385565CD0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E95DF6-07B7-CFFC-3559-FC5E61E2CAF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DF085A-D1CE-9D65-3FA5-AF79FF79A13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87D9EA-59FF-14A0-5839-358C35B547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82D1D1-4E30-2236-7CDD-37033644E68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27433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C93F-3393-3CFA-C546-289D671E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91DAD1-3360-6126-1BAF-4A29CB04F8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00E5D1-1E87-6E39-CBAA-712988DC6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95AA88-F87D-1BD3-629E-C729D2EA2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017F9E-CAD0-07DA-D4CD-2FC216643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69F20D-A97A-5DA6-89E0-29F35C88F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065E51-4D5B-B610-9031-16A12083D28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23BF48-4724-C406-E1AE-02ECD54F98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3A486-8C27-7309-7026-7F0423C31F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23F09-84AE-62E7-E325-3C149C8F03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673F4B-A52E-4AE9-BB49-C7D836EDA6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E5E7C-AEFE-D2D0-5F7D-CB407A7CD0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9188A1-1671-AB53-6C55-43C4AB09B1A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5A4C8D-EDDD-0534-D50C-11998CE27C4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B9F657-ED22-557B-1587-F193789E792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63C0DF-4099-FCA0-03FE-44AFEE4355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F44B4-D913-8650-CC95-1CA53EE4AD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8C15AF-7560-A807-D7D9-51A4B817AF3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907222-C646-9186-82ED-90F4950A26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93803-8ADE-B897-F6DB-9254155DD7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9AEBA-7639-C048-6891-D6FB5A92EB2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4E0F-9B4E-5767-8872-3E25190AD71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5E405-E43E-EB47-18DA-682F0C659A9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F3D39-A293-1116-3AF0-020A554C044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8DBE6-5FD6-407C-1F98-5B487B9463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EA8B3-CB7E-9729-DE37-45BE6F746CC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3358E-F75B-0DE8-4267-650F24B3F6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5915F-B092-B579-A7D6-B1097F8A15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AF6F02-6CE7-0F73-6ACD-613ED90966B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E526A6-BC20-87FC-2A51-52F692B5917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440A1A-D5F5-7951-FCA6-69CEEFEC1E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2947B-6BE9-E998-4649-E088E0EF2D4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D622E-EE55-71D1-EE1A-2734B1A1FC0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9D8667-DCFF-74D8-6F59-603A988A521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638875-7656-DCE5-1270-0E967DCFC64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745BFF-5F83-E439-88F7-1CBD6DBE7D3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3FF4E-52BA-73A1-9371-F2B5F57BE2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E9873E-3AD8-037B-BE83-8ED2D7B651A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70C369-8B22-0452-596D-FF480A65175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F05BD9-D99B-FBF1-CA58-3B869A4F26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F7BAA0-D1E8-3964-65D6-69932D7B60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DD068A-99A1-07DD-D651-166827AA9A4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466F69-A22C-874F-2C7B-2E4EC49EF49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5F6712-EE0C-0D82-2F47-88B50C1377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94E5D2-2E82-8473-40D9-428A1E6093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2A43BB-218D-2198-72D4-F04D812DB25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2DCCAE-AEA8-DA24-3D5B-998F6899ED8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B78378-317C-5A89-B6AD-C1A635E6F31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CE7CE4-1F78-8344-C815-DE98C0C7C76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7ADADB-407D-48A9-6E30-378FA717FE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E85FAE-C8EF-26A2-7605-99071B69524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1FCA39-E927-EB3E-CB71-8E6D00B25C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B30D91-3CA9-782C-99CB-1431E9367AA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296FFF-15ED-E295-A93B-D98FC20DC2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C33A0A-141F-1570-36DE-6F1C2AB9CF3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4CE897-73D3-FE53-C6A9-33600E04406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CEC16F4-DA2F-17C5-15DC-1392CDF06B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97242C-B16B-448E-10EC-47632289C3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145624-233B-95DF-7C8B-0A111F6FF0E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DFF374-9A1C-A5EF-49AA-528681A596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B07C7F-295B-CE27-16D5-97A8C1039DB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84C0F5-947F-ED0F-A5E1-E5DAEC2EC62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7333BB7-C01B-40B1-3258-13F806A732E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2D6003-C38C-1781-25F9-A5D0124E9A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D6A0736-FA2A-4CCA-9C8C-C92C8409ABD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FFFC6E-4883-5201-727F-B9F55B75EF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958BD1D-1394-5CDB-5260-FA446C1150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A09CF0B-E08D-79FF-23D4-023FC4516A8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B5D0F9-E028-31CC-6400-25A1F39AFB9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FC237A-4489-E740-A982-B58F778CEF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E0668-11DB-4709-EC82-88B55CD363F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EEDBBA-B9EB-00EE-6F66-D2C312A6B48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3A627D-0723-5CA2-FE38-A85E4DA0808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057C12-8365-9F33-7502-DD3CA0534B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FBC1C8-A86D-93B2-902A-3A7C3A426F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AB4581-89D1-FB83-32E3-69CE813684A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261EEA-71CE-878D-9C92-6CDD2068F8A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DB25B2-FF7B-F866-1F79-8BDD9DAA987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135F58-B404-0DBD-2DE0-D4B871C164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66BE13-218B-767D-053B-F1B87D6A61F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FD4998-8243-4F78-7C20-2F76E6B0D3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51CADE-093D-3A90-2D35-8EC51B47A3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812752-731F-EC09-8B43-805181F478E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0D41CC-5458-D514-6C23-42EC7C8ABE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5952E6-6736-03BA-B146-6E00FB20DF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288EC0-B87E-B111-647D-3E98FFBDC5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76584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5824-614B-34F5-D653-981026E9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2EBDE9-D71F-0C7E-EB41-01C207F0CD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7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857BCF-B8BE-3E2A-728D-63F408A38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E3316D-3745-0DFA-76CC-FA780DFC2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7BFFE0-9916-2921-9B83-B16B02266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54F7CA-7D71-AA09-BA34-E943D370F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9C32B0-7660-7FE5-5E3A-AB06D96928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E3F64-8FDE-A9A9-CC2F-55825202651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D9DDEF-C07F-EDD0-EFD4-D97A13E6E38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2437A-3CCA-A15E-1A9A-8E17F97809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1CB40E-0B34-10B2-205D-55BD78D2B6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C45F3-0CD1-1718-1144-DD230064B3C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5DC60-C643-25B3-F82C-B4C9AA34609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480F3C-4F75-1F9C-81E1-65A268C8A77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13E1E-1203-171D-D63A-594FF77D68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AC80B9-505D-E8BE-D388-601E9DAB86E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FD609-DC70-E2C1-B312-C5489BBA067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5F2EBA-C60A-BA0C-1474-F07D83117C8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3BB8B1-AC64-975F-6C64-DE1C6C60A4B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09FEC-1043-B6F7-2D91-39166C7564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C3599-2FDB-09E8-8D56-8958ED18932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AB410-407C-3FD7-997A-87F12A1C6AE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6A69B-5830-2062-8C75-BF20BEAAC1B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1B3F6-B4B0-1A45-1B24-2C871EEB187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1F22A-5643-AB8D-B2B9-30C36EA5A0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E5D53-9F59-46A9-94B0-CD891FAE28D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F6B33-C42B-00D4-42E3-DE9CE812634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8161A-47D7-0AA1-9682-E7AF39991C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EFF226-7140-0A7C-F3C6-D2C8B0C213D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639DFB-C682-5828-F346-CBBD7AA903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D4963B-C7D1-45BA-1771-0AA088279EE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BF9D2-2CE7-B182-580E-2CD1B6DA87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79C873-7246-3C4C-D1DD-CB61D6F0AB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EC188D-6CE8-8DF9-8101-6B78E9C06B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721044-3968-E55D-A3D9-A98760949D6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5CE56-C407-EFC5-D62C-EDF0EF6BAB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0C7E5A-954D-9042-1B88-AF96D3B46E2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68E5B9-5B85-3EE1-2B07-58104EA7811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4AF32B-4DE5-1FB9-0845-78DDDDA67E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59788E-3A65-CE82-F6EA-55EC659DAF6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F6025B-54DE-E0C5-64E3-824A0920F4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BCB0D0-BCE2-8A5D-EEED-F6A1CD0AADE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8B50EB-F76D-007E-E92D-C253213463B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A62BF3-628B-1C63-9CB6-EDD695CEB52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44BC50-B497-FA8D-868A-581C171142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37547D-4A2C-A3B4-8093-31048743AF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E59612-39CF-3302-7A08-A1D098D8CE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61CA79-DED1-19C0-6F5B-4299C8D335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A1C06B-B45D-ECF9-FCA8-C8B78498C3C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D52F9C-B48F-631E-652B-B5B2F1728C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3EE2E5-1EC5-03FE-CB83-A2A21B3317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40DEFE-F5EB-666E-C717-E64D886ECC8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3B6D7F-99A2-B4BB-EE5A-47BCE5B5EF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AC69A6-01C0-A41D-E21C-03A0A3187C2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F3236B-BB80-8620-F2ED-B1D7AC7E35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050895B-E3AC-C232-7091-BA111D3C50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349C4E-A839-59CE-94BF-358EC7B64EB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1B448A6-03E5-8405-2565-CBE4DE06F6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EDC7855-1832-D375-5A05-5D64FB6BE8F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C3E6297-DE54-BBEF-4824-46DD530B488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BB6D89-F519-160A-A9DB-CB7AC21AA46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283F750-42C8-7C26-9D19-22E5453162E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7FD381F-5F63-EA5B-C757-76F18C4C7A9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C0B63B1-8481-89F1-8D52-D307B9AEEC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6360EC1-E34C-94BF-45EE-924315746E9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90699FE-121D-9791-C23F-413B20070C5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82F93D3-BC88-629F-9D30-9C7656FDAF5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5FE8B-D8AD-8CB9-9756-89CFF0CD1B1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499199-63F8-2C45-FBDC-FA5D3F35807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27A831-439A-5522-7905-C6DC6AB021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682F56-32C2-2ADF-27E2-A56C296401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A15C44-52A4-DF99-4628-FAB62E5574A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E7CD2C-4415-303E-A4F2-49B0D55BD2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69508C-E1D3-25DE-0DD7-BAA950B75E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8BE3D3-B5CD-5EF7-AB30-A79618E2CFB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571AA2-CA37-15AB-53A9-79D9A37361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C8BFCD-CDC0-44DC-8144-9CE7F43B66A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56FBB8-B8A6-5A68-94A8-DD2FDEBDF85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CC5515-EF62-5A66-0DB1-388E73FE93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B74045-CA27-B148-5AAA-90CF3FC5747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7E7C05-EFCA-2478-E1D3-F8BDFEB21DA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9D9088-116C-EC1A-B05E-A17062CF1E1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A6BF03-24BC-7AE1-E45F-1628AA59606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61E02-F496-952F-2821-32C63EBBDCD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B803BD-2357-B0FD-14A2-D34A8E6C21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EE6890-729C-4EF8-DB9C-F94F481550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62715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7E49-93C6-BF88-C925-603C99CE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37CCA-95B1-8EFD-764C-A406771B02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95A494-2A0D-8E71-3865-5A77B0DE4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249B3D-EBE4-B80B-0A92-3DF09EF8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87018E-AED0-A688-BC1F-E8A86D958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9C2D4C-CE15-2D48-C2DD-82E3D6191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F42D98-0A18-5FC3-FFD1-22034B4AE33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0E3B3-D68E-40EB-D589-8986AAD4DB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E1995-27DB-C8B0-DDB3-3BA7D4C622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0AF3B-C4DB-B662-6C44-E781EEFE58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7A318-E305-B05D-309E-4697C156A1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92B7C6-757B-37CD-C9B3-2633596CA40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177A26-1037-FCF7-812A-29E1685D7C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B7B36F-D89A-DF40-7A80-B1AECE76CAF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D796C6-37AB-29A1-9F1A-0A947CCA36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8D6717-44F9-E6C6-0C0B-C6D13EAAB5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C1A42-787F-3286-A9B5-0937A2AF0E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D3144C-F2E2-A652-30E6-E869A0D0BD4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7E154-06BC-DB7C-C20B-353A6F22964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FDE1B-6715-B936-E94D-EA2EA400ADB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29EAF-9DA3-BFE7-652A-5393C2D7C3B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3BA438-904F-8758-E40D-727176A9134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17613-CADD-AD52-D777-E1DE5AFE68B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D14C8-6BA4-62E3-5201-EC105C055EE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27BC2-A747-B33B-4293-7C7B7FB34B4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64BE2-DE5F-FA8A-8D14-063202476C9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F7E7F-1370-AEBA-6B0D-E52DDB81CC6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6B827-B623-1279-3904-0F144341A3F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59073E-3582-BE2F-12E9-8EB8C765BEB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08A2EF-69A0-1C35-A459-F49B3DD6DF7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7E0A8E-6CE7-1846-DC8C-B9A8A31C5CA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47800-F696-3713-AED2-8A3B62EA477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6FC110-1098-8643-1224-EAC7AEDE24E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43AC01-1CC2-F7E0-6096-32F920311E2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A83AA-B90E-2165-9866-27F6A18C9B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2E826E-8F0B-E79B-B49C-DEF01037D9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8897E9-4316-60CC-5DEE-5562DBEE359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421363-8107-6B4E-DAC8-0EBBF5C7145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BFF04C-0D8A-6348-9F72-984E6942A7B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3BBEBF-5691-BE33-B05F-01827504D2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9EE73B-AF53-49DD-1BCB-1605B932FC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57A270-4134-0C98-288C-84DD1057F7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0E261B-5BD7-745F-061E-386C0800DF8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435BB8-A4BE-BE48-0F6D-65B0CE9550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B2634F-1C7B-FBEC-151B-F99828364C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39BCD2-C753-2A3B-269E-CF7A2A4A569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A9BC24-BAB1-2219-B428-6BCBD7F02B6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4A58AB-1DDF-D189-F2FD-BD4A264C730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EF1B62-A65B-2147-6CF5-FDD409EFD81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70306E-2C70-6EDA-9759-2C9D7A31665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399CFC-D585-E64D-BB4C-F8CCC70D9A1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02246E-778B-7D0B-926F-2CADE9D37F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F55194-D9B9-2961-1117-4E61577DDF7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1E6AB9-9B32-AD87-1EDD-D3FBD05B8A3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2201F17-D50E-2561-31B1-5F91083846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6859D8-BCDE-7473-C6A4-0292408036E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D1BC92B-6EB1-2FEF-44AC-01494530D0C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CBE832-7826-E27D-4D30-438D04686BC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A4BB1FA-14C4-38C1-25CD-F2C9C9F1E2F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2FB7F4D-BC09-DD73-40A9-0C1859B24F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D98F29-829B-0C99-E038-3B49E398486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E5CFD6B-2151-81FA-65AF-D9B09E14526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E1FEF94-CA6F-1F98-10BA-86B7EED45F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4543D8-9087-4A4C-7C4A-4BF5456629E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E15313-2B48-37FA-93FE-749A5BA9BD2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2720EB7-E0CD-12D9-506A-389303DA79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B17EC1-0CDF-7F86-407A-7CA70B14EE5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3D83E6-306C-0114-3087-1AA865D74F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953813-417B-C1AD-51D0-EBFDF96016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D6A30-B6C8-5341-A95C-BD7FD33CF81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1A1AB2-3C87-940C-0E90-39A648781B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99F917-F47B-2989-00A6-FF6A11B532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5D799D-6FBC-07D1-EBBB-D765652ED39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F54119-FA6C-0911-ACD8-CBD029A9D17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DAE5D1-6C12-4EE4-1DC9-22BAE91D41E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CF04C1-2DD0-6D28-B63A-6ECD4089DE0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03E71F-505E-D916-0023-D961C8A67F1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0ADAA6-BFF7-9573-00A5-58038CB9FB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6A37CC-9B26-F49F-607A-18A44E57F3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45A416-3EFD-2E76-C91E-93AD9B77D3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636E32-80E3-6D9D-5A1F-3182A8CFB5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941549-5D64-6FB3-D3C7-F9965A4E969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D6B2D9-6279-76EE-E68C-60A340CDA08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EF323A-9213-3942-4005-0A764760D32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D6B7CD-7BD1-F331-C1BE-8C9ACBA9702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1F6054-E385-4615-67C3-74DA3350F63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89454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56E4-B78A-B67A-C46B-9C90B383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29FBAB-BF50-9362-BB8B-5D53A6205F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[20 in 4] -&gt; [10 in 2]. Only 37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F7C351-1192-074D-425A-B9A09EEC2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949BED-5DED-BCC0-297D-DAA67A38D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095D4B-688A-3977-F7A5-6BE3FE032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B20B32-3FBA-BCA5-96AF-FF0375DE7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406503-CA8B-965B-124A-EFEC4DED46F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BE2D9C-96B0-C50E-A62C-491D95B8DA8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24A53-A951-664A-6ED1-8CC7822103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A094F-EB34-335C-3918-885BF3A771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BCDE8-3B5C-07C8-2C99-7D42B37060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49CBAB-DF3C-21B3-4889-3B3757C9CE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053A76-0D4A-8354-F0E5-086768E45AA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681675-7A43-2C9B-E102-C666FDEB376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0123DF-9346-C89C-E9EB-24AC17D3FA6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4FC4B4-63BB-CA9E-BA44-BEF3528A5D3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13D7E-08BB-A22E-947A-EC9E83A8AC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0550A9-3846-C90F-FABF-D486C17D8C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E6662C-100F-16C6-FA17-41F0B1365BB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860309-3CC3-1B06-138E-0D7D5525AC3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93758-C736-3566-7FB3-AE8FC1F63E8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38A4A-BCB0-A4B4-78C4-AD47664EFF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1F47AD-8581-A732-E561-98ABCD0E246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01727-C943-A0B6-0F9A-871FBF8E0A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A5CF2-8AB8-2422-43C1-335BC6F6DF7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CD99E-1768-6ADD-122B-D5CB96ECEC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CC89D-6CD5-7711-FDF3-730FCC349BC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0D4FAA-C447-B643-3A12-B45308225D0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461089-49FA-0EAE-18F0-8A5C3550044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02A28E-1D79-D05C-F5AA-5F84B0F062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C3EE40-C330-A31E-90E4-B46B89418CB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DFAD83-E622-86E1-971F-4FFCE9D588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184346-4F94-A196-A6D2-DFD59AA866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F2A72C-7E35-ABAC-A662-666CF7A21C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67EEAB-144A-471B-1232-292741815C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DAC5C2-C16D-D270-5833-465E6664F9B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01717D-833D-68A7-1563-7FBDA0C33E1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2B0354-2CEF-ECD2-F020-5B9438B9C2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BDB0A4-41C4-8478-21D2-7E4F92A492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1F329A-8615-4186-D9DB-B21F5041656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A82023-D784-2636-AF6E-4F7D4EF34C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E32402-51C3-AE7A-51C5-BC882DFA324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BC6302-EA93-B587-7D1F-0AA1CD2086A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D4A6EC-F251-D43D-FA0B-F8C87C2B1B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B50497-9404-22B1-8736-85CED29C859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79A872-3912-ABF9-5FB7-8EACECB759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AE7A20-7A69-E923-E18D-B846A155A71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F4198E-01AA-7F39-528F-8BCAF957E1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CBDEE8-58FC-7B91-57B1-50C5ABD24E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888C2A-FF3C-D470-41A9-16AF20DA8F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A28D67-A48E-DA48-4984-06FF9AA57F6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D8697B-BB39-0BD1-A364-891D0965C56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4A24169-A9FA-7533-D1C1-1CED4C29EE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C4D988-39BD-8916-2EEC-69659B8994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1D63D-2E56-AC66-094C-F268F76EBC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3F74B2-BED1-2ECF-B156-35FFB3E4C88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D8A47C4-D684-8D83-71E3-D02FB8DC19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E712318-4D95-32C5-18C7-E92D9E64525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5B6AB80-2414-D75B-0B95-A2D6428E4BB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605DD9-45C2-AA5A-BB38-3AADE69E5E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B4CAAB-4CC2-B46B-3E1B-289A4004BF3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E4F3D8-5B49-0359-19C4-77974D83516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9F7C78-FC75-5209-D4AC-923438284CB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44EF453-DAD0-29BA-C9E5-5D1242FC4CA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BBAA21C-40CB-10EB-AEBB-B253968E75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F43148-9E2F-E153-B80C-E1A370B6536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E6EBDF-5B49-1B5C-2D75-F2C08F3477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A72600-AB6F-C8B7-5748-EDA779B37A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1E90ED-BB99-CB1F-ED38-1DA227045D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8D49AF-B932-68CE-1183-63B5C7B0DE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59DE00-9504-762A-7A73-AA2D1EF80A4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9B9029-8C01-B0B7-E705-F00F0E8052A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912A97-D9CA-9214-E62A-92CADD5B13E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CE2B46-23E8-F5D3-FB73-AC3C457EC64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8515AC-B964-ECF5-B1F0-6656A55B6D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F50A63-7A3A-2BCE-DE4D-3FDF943CF42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A94676-2680-2EA2-BB4F-43E944C37E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4B3A3B-6FA4-D713-86AB-247EF6F5FDB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FBE634-0898-04F6-5AB8-EDCC4246344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1F0D07-1539-CE33-44F6-2CAAA21710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D7DAA1-3D30-B6DB-6CB0-67A1F50A8F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F6B5EF-1A7F-ECF2-D514-867AC07338E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B26C1A-A7B9-8AB1-79BD-84B540FEBDA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C3C582-AFB1-3BC8-6DDA-971A276F987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0AF7A8-AE75-7103-F6C4-78FB90237D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0B4A01-D704-E52B-EEBE-4330760D858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392710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8BC7-9CE7-B409-ADDF-B509AF16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68FD73-685D-6FA8-86D6-413EE4B1A5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6138F5-9E82-5987-7CCC-DE5855DF4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1048BB-D14C-D8AC-4DD1-FDC7E6A3C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7C7E01-942B-5C77-160D-39AC2922B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9E9B54-0A7C-8250-39B3-8D89D48C8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6B6B53-EA83-4A8C-3866-458484E044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E3C9D-300F-F074-5B4B-72AB06CA02E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FFEFCF-1866-3E3C-D7D6-A268E16B4AB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4CFC2-25F2-7361-C198-D7FA70A0913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8D089-C5CF-B1D7-127A-F388A29837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CD71EF-8C83-FAFC-93A6-C21E1EF607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29708F-1BCB-BBB3-B5B9-08C417B2765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CCABBD-C959-9C92-171B-DF643499313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BE9411-2906-0DD6-6CE9-09771BA12BA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FEF794-5FE4-0428-BF58-1176B962A16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EB2BE-12A3-ECCF-D222-E867B675772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DDEA78-CD39-8165-2538-A13B17B871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FA2A83-7026-E344-98E1-5211C132DFB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6E4AB8-6149-54EC-2353-5F43F2D3E5C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4CEB3-77A6-89F8-43B2-6F92F7F8D1D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B7C71-85EB-6AEE-5042-F76453DBB0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32889-55FA-5947-DECA-7EC8A782B27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39961-55F6-DD62-3434-6E413507327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5D7890-F54A-AFAC-F02A-83546E21C4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13D55-04E0-9426-6FBC-465B4088553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E0AE8-9F4E-D789-6E58-343151ECB12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B078BD-CE6A-1D39-5EF4-7055BF03F6B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C0C1B-FA57-B58D-B9DA-E49D6D8E43F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722821-AD22-266C-72CB-306DD96CCBF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F26981-F30E-8002-1C8E-37F7922443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C0D99-3D49-7C15-79F7-13AA1C1E6F5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2D28DA-8417-264E-8CF6-0302ACA3476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CA8390-2F8D-45BF-AB87-355FC420693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1E6827-2A5F-991E-6D9F-40C57E6748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DEBC95-088F-EA03-87E5-386EB9FCC8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4AF530-8F36-0239-69B2-0148A3B3798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6DD269-415B-6E2C-71BC-76C3198404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ED722F-097A-3DDB-9C66-9933516757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877704-9068-A3C1-1AED-899BE29C71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0074A0-D097-E39F-FB52-8C861949B4A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247AB-BADA-ADF2-0949-E4549AB3F8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6F85E1-84DC-A7FF-4FCA-9BAD87055C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4E4953-E779-C439-753F-55A8D89BFB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5B9A35-9BE9-0E5D-2006-E04CF7C439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578CCD-924A-5C24-BF65-2D9A5D21A03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342AF7-DFFC-8FE9-8ED9-4B1E4745BC8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A1DC4A-3647-4BF8-6C1F-5CA762479A6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1A1EDA-0AB3-3B83-8CF3-AB8F96CAA5C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F79E0A-C33E-C84F-7EAF-5EC729BEC86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EEF586-D5E5-8D1E-2ED1-254D34CBCFC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3349B1-7BB3-AD84-C1CF-BCF0363B225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4FB0E-F462-DDDB-64A6-13A9AE4188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CB2687-A361-E503-F1A9-C3FF662AC44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147C74-DF69-6FD2-FD99-B0E010EB4C0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929541-681A-1613-F9DC-AFD95430ACD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B8BC06D-F072-23EB-1786-A19D560BD15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1B4E70F-E5F3-0F72-91A2-5467923BBFF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16FFCEB-0F2E-0D83-25CC-EE402727554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76DF62-3D36-F3B9-48F6-942399EE4D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AA14644-B7B7-F7A9-7D37-6AAAFD17FF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BDA9F80-76BC-ADFF-7B94-C8411288C8B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091D351-6832-30E8-F91F-4054B690C18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58209C-1542-B5BA-761B-ED7A31A0649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1496AB-F5A7-CF49-A15A-01CDE9C09C4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505AA9-29F0-572B-2ABB-20D1995CE1E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1FC785-70F8-484B-1664-6AD0BF0D79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04DDF0-6232-A169-4F4B-62B39B61835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A52B5B-F650-59EB-66BC-E9BF52B1E94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9A88F-05DE-1989-3DA0-F86082580BD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C1982D-68D1-5DAC-6990-D79970B21DE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C6945D-58A8-B70B-A55B-66908801709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910269-EE8D-F605-BCD8-373A7CBA7F4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81F26B-EB84-6D04-E4E5-69F520A933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D37E58-4CE3-95B3-976F-AE8B79895B8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BE3E80-F517-FB01-4B18-D50E61356A6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8C2487-03E9-3A23-A849-ED8EB9722B4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66BD95-9C56-C387-BE6D-09F0271C53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4F5D4D-C8DA-3631-4917-8BA7BFCADB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3AEA68-BA24-44D6-24D6-D18E31CC16F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78E136-ECDB-3517-FF89-EF774E932F0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0FC17C-F668-E65E-7950-5E177F824D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6C98C-C3D5-63F9-E488-700BDE27F66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9E271B-2DA5-708B-25C1-BA82582892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C5A8B4-7D96-E18F-E5AD-D0FCFAE32DE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16268C-1E21-D21A-31CC-ECEA66C549C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265824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7F2E-34E3-63BF-B2AC-566808A5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771042-A768-E4B6-7E5D-47016E4C20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B64375-3C8C-1A9A-4966-A465B8C0D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D4CC64-13CC-F56E-22A4-ACBF67501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95C74E-17A3-8F8B-3365-4502907C8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4A0CC4-50B6-32F1-A3A5-46CFCB44F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F1A7D0-8808-B84B-8102-196087A364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B3DC6-FE6F-2433-F7D4-9F0C4F3791A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FFFE74-FD6D-AE6B-184E-20E8DF343EF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DAC67-95A4-4393-CF1B-793D75D332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2560B5-B816-465A-00B3-15F82C2A7EC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EE9EB-B17D-0C1D-CA3D-6D6CB559F5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B2C6F1-82EF-D32F-0D82-E899140B4B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894DAA-FECE-FAF9-A6B7-8B0C6C3F27F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A01FAA-5DB8-1C04-BC05-D92B9FE785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9C98B2-9D57-2151-F244-772C495A218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981D8-3DB5-2A95-96DB-C19585E2CED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798A31-BBFB-ACEF-85D8-1A353C6A3B8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3A747-6557-C5F1-0146-37198CA230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67929-704C-F7F2-55FF-72F523E68D1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42E05-B82D-3D02-10B5-FDE3D9E5D53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B65E0-CC57-0FFF-CEE3-A30E437EAD1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47A70-43FA-0935-9E8D-5972592FEAB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71CE9-61D7-4196-7214-F8E2010535B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644D4-D67F-4DF4-B706-C8B98F3609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23E29-9D80-1091-7531-F5D701DCC7B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86DA8-234B-52FB-E4A4-1C90BEAD21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9C1F7D-A7D0-B10A-9997-D0C9856685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D933A2-C26B-9D75-922D-5A0B0BC85BB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F4A5C3-6CC8-CB9D-18AD-B73E3E31310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065BB8-8ED8-443E-6AB3-31C7C84B97E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727BC-E038-8FD9-C977-C69203750C1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6699F9-D8B3-C904-0C80-DC7CA2F54A0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9DD5BE-6A27-C8DF-1412-1F6129171C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2864C2-93FC-00F8-C83F-44957FA272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3F7516-8ACE-C1F2-CF8E-C2F34838ABB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E5B411-18C1-759C-F635-F9DB7918F3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6B266D-C564-3DF1-C54D-7DB0863EEE7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EAB71B-8475-2647-9809-C7C4987190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0469D7-8007-8FB4-E7BC-0E133BA9A9A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4FDD8-03EA-4A04-A928-85C042F2EB6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B58626-FD59-6CBF-1A32-6BB0C413604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71847-3D4F-DD12-DC3A-9FC77D0DC4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20A7B2-891E-8CC9-06C3-C38E2080D5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257F25-2DA2-CCDD-5FCF-A845A04CBB1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073D78-C39D-1CC1-DDFA-7B27BBCEEA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849D25-44C3-B512-5D4C-8B618905FC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DE7357-E179-1266-3787-A91A3642C0B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DAF82A-BBC6-B183-FD63-1C3FC110F64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4EEB08-5E73-31A9-2DE3-38B362DCBF2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8E2D56-6EE7-44A1-907C-552F630DC9A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29A9E1-015A-928C-5865-4597869363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933A8F-F7D2-F340-57B9-EA71FC76BD0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F9B2B15-9B44-8098-EEE2-E7FD7E5981A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42E9AB8-C7B9-2A14-E4D9-0D94AB35A2E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2EA9CB2-3D9A-7B86-2C36-8EF1B540EB4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A3C381-F5B8-FB45-ECC6-564EEFC150B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F54608A-3DA4-B9AB-FA17-2C25C922C9C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0C653A2-8355-9C1E-2820-42B71C5B84E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9BACBE3-81AB-432A-FAEC-0B959B8F2B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EB2BD8-FCF6-197C-1CEA-E0A28DC171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039F4D7-346C-8029-558B-3CE16384FF9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5A19DC-3622-D656-7AA9-FE93EE9E4C6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43C6D5-848F-F306-F59A-76727784A46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A2DE52-FC96-A349-9D6E-F666C7044C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A8B369-0553-BDC7-7D8D-B1BC413A5E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EA080B-D1C9-64F1-008E-D5FC523CE6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F41AD5-E4F4-46C5-38D3-8DB728F8FDE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D08361-26F3-7501-4FF0-3355955281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AD03CB-032E-DFF5-6C93-6034A3561B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BB2936-13EF-07C4-272E-CF924EA019B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11E965-4B54-D958-5F73-AC35DD49E0D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8468F2-51F5-FE31-7BF2-0FDE4D3363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A01082-BA2C-ED12-EF50-5BEEF2D0512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AFC9BE-D4D5-63AB-0EDB-E4B205616A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968FE7-B5BA-20C6-C4C8-D74CFBD1039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44949E-F1C4-50FC-EBAB-9FB82FC4EAB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DAA27F-D1AA-4838-ABDF-12D0EACCC29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7D047B-38E2-85AB-ABEC-EEB3F83F9F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962DD6-22C7-5DFF-B807-B70586D3E8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972C30-DF93-FDDF-B983-57C8849C40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291D88-3EFB-7D06-A54E-4142A89A1D3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A91D6A-EB40-C96F-8DEA-5E8DEE3F04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8113F0-4022-22EB-7B3E-80F6312618F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443C9A-98AF-BF80-0A91-BA120D8B196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D30A59-B299-C99A-C22E-57B1B509456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4338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2275-3000-88F8-5387-0B384F54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976F6A-E7B9-E66F-B591-1D2FAD2014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EF3312-BC4A-8E90-7C24-36BD9BAD1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363AEB-0F54-521F-AEAA-B18FA20DC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86B159-8C07-4591-714F-10E55B255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491240-FC36-B18C-64CA-5CEC2893C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29A52-93CC-8DE5-1174-1927BC0BA53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83610F-03A6-1A62-5446-9850A4585F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3A2681-72C4-51EB-C711-AAF2F85C4D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36BF2-F05E-E580-84AF-9F38770994B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BB2E1-0433-B333-29A2-030208FEFC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562CA3-6AD4-1487-31E0-A7DAFA4F91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1EE42A-C8AF-F6C8-6CD8-2B0F0E4F3E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A21CF9-9E19-E859-E91C-F119FD3E8A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D9246-5E86-E96C-8536-0876C4743C6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3C49B3-6CF9-006A-FA38-933BF72339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ADE34-77D0-9029-6C84-693FD693FB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5D7811-B665-74AF-E8A9-036FD90FFC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C1CE2-A1A3-F9DD-7C03-F151024EF7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9A0282-002A-6D73-3BBC-C066E706B0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B7B9D-CC03-7012-2836-847B39C7003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7DC37-AE53-80EA-1F1D-87BE277BB50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837DD-A1B5-C14D-E828-F4FBF2633F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30E23E-4ACB-D134-4E43-1380F57B94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C2F12-1086-E4C8-F1FD-6BD82C6AF7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09536-2611-DCF7-20A9-AED70172C31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DA580F-13F9-8D1A-607E-71E7D95FE71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F1366-ACAA-2761-DC7E-405103DB9D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87FB37-1C83-7A91-A9D0-C86CBEF215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762F72-3966-9D72-7863-08325B63FF2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94B722-F844-6689-66CB-C895D0B3AED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97F13-3851-3D19-24D6-A084FFBEA57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1FD2CC-9560-37E8-2AAB-691694B221A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806E42-76BB-9E42-F254-82AC0FFC2D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098733-016A-C999-98EC-F4DE1E7711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56E51E-2A14-AEF5-B0EC-09BC52618B3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B8829C-BA3D-3A72-122D-408471C618E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C7E6E2-E850-86BB-2F9F-859C0EBACD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0EC98E-7C67-AFF3-C8E8-D2F2A4BD06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6AB900-35DE-AF10-EC0E-80E5E678BB7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83EC29-09BB-54F1-4856-981D5ED697C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FBCD1C-B47C-58BC-F6E5-FB4AF04B5C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F02C43-CE98-58BC-6FDE-638BB58858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BCDACB-BF9E-942E-DF1B-8730A50DED7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FD8470-5658-998E-D653-3C5EAD0C570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4BAB36-3D28-A1ED-0442-ACFEE624647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6EEA51-B351-55EE-7F9F-DB61E5579DD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A31283-7528-EC9B-53B2-BB820108AB9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3C879F-1E45-8DAA-E51E-3BE97890C17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CC50EF-1A6E-B303-D292-33E1AA3858B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F706AD-0A92-C3AF-8671-F8FDAE518FB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AEE247-F7B9-830B-62E8-CE5CC4D9FF7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5E2659-168D-0BEE-EA67-CBB07327711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475493B-5EE4-0AE0-10A9-79FFBCD5962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9152620-8420-7738-A006-448024BF5DA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45C9505-1D9D-17DA-2B33-87ADC2A979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AF93E6-04D7-6C29-B6E1-B3810140C07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8018E69-D3F2-BCFD-0359-2757DF8B2B7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43D3EF-0CF2-02C2-5F80-7461171C4A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501640-3199-ABD1-84C7-D325B08811E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FD4FD5-F357-840A-A755-6BE95981FE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9CD3C-3A56-46A5-C114-5A1511CB0F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C54B26-0F5E-A1F5-047E-28A4D48F92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185E7B-7BD0-B23D-0426-2B17C9F2F59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1C657F-C63C-D6C9-3D97-462AD38248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DE0215-8E2A-0875-2A6D-312F607F113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1B657F-A5AC-74AC-2151-138410EE53F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3C377E-89BB-E6BF-2CE3-35BDB79207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8E385A-FAE0-DE08-459F-BC45AA596E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356262-DCE9-39AA-B69E-761A85F899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96CBE1-D2E7-47D1-45C8-4BDF0C30E16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E4C6DC-A31F-A56D-86CA-B8ADE2A0DB3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FE2CBC-C6B6-6532-14ED-46C491FC6AE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8B16BD-D20C-A4DD-F0C9-EC09589E35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4BA3E5-1507-AC20-2473-52C262DC80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F2D621-8C1E-97FD-3CBF-3AA2DE6374C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4481CF-CC2D-9A36-4A43-1BB60642CF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97D4F6-3B75-482E-6616-2BCB810CC85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0C8B31-81AC-3DFE-53EE-C1C3E27CBC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9E7FF-72CB-C10F-4A5E-6D5639C38D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9DF00C-2EE9-2317-1F8E-7C3D2D5A850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4BC3D2-AA1A-4535-422C-F7205F8D4D9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45E90C-EAFF-C1B4-0FB7-9BEA6A0147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0B3A1B-D9C2-8F34-6FEA-7F238E81FB4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52B9A8-8058-87D5-9425-7615F0AB62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504BD5-AB7F-7B0E-A78D-9523F0C56A7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41700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4200F-7012-903E-A6EA-8ED035F5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CD4313-C914-5232-F801-F7DA844725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C0F06E-A5A3-3502-79C8-C8528E7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409D39-AFF2-207E-7124-29DCD3762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3F6C25-37BC-2ACF-1181-9B6127C72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7E612C1-E94B-FCE8-77A5-BEAE93B13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6A9664-5F3E-039A-1782-211745E8AF7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2BAC79-5F6B-419D-8140-10A1D3170C0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38ED9D-6AEE-B075-2E4E-078A123773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52C52-0435-9CD3-9577-C806F14CAED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7EA8B7-7891-8A6F-8B03-532197434DD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EC9165-12E8-0BC8-84E4-B0B27F4FA1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BA319-1506-E7B3-C9C9-2B5A53FFFD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828CA4-BA84-F5A7-FE59-7F83703A396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563D4D-D1D9-64A3-6454-F530CB5BFF3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411BF0-0AC2-89F4-EF59-E6F23364D7E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06BC5-DC9D-901E-A790-FA45C354FBA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FD4867-5094-63BD-AC92-97F9DD5C1EA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BCA6F1-88F1-A884-DE86-BF8E82F70B4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90A5FF-7A8E-EA8C-48B4-0E30D76F86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E889BF-AAFE-5393-C263-42A8414630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E0991-BA7C-445B-8123-21C75E9DDF2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CF8A3-F03E-7BB1-06EA-F35B28A6950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DD678-16E6-BB75-990B-72911AEF0A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9B664-8DDE-CC94-E967-82E6F000DF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DE1B8-04E9-C402-F609-031DBCC6BE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BA16E5-80E3-A334-EB82-6C0A67C58CC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090830-832B-1D1C-40DF-3680AE0614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ABAF67-5D52-1EA7-AA6D-FD4FFC82E2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DE5069-58D1-D4C2-97EC-8523F8D0E1C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09902F-928C-8A38-0006-86A8DEF9DE4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4C0C9-3A3A-00D0-81DE-DB53D7E9F0F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974C0E-3928-EBC6-0E5B-A93196CC09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32CED0-5B85-6CEB-883C-C9484C2F2A5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D045BD-29E5-C4F7-E8B3-C586B9430E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8B8DA5-5A51-6199-5A82-D48FA1BA2E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C822EB-D24A-80C7-4595-72F09D4258D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7F5F04-8392-02A1-3FE7-CB57004DD7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5D3C35-74E3-CE4A-3ED2-0B4C9BCFBC4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AFE664-7F42-D043-BB35-CC5BC2DC4C4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E979A8-4F79-0881-1AB1-0A24892DB5F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C07223-E020-16E8-405E-AA7D61FF15A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D361C4-CC39-ACB1-A20A-B66BA5A434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00478C-9AC1-9DDA-7F55-6F26E84E247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8D16B-869C-6022-8860-439359C8E80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21588D-B923-6DB6-23F7-F4E49E63843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ECD70D-0DB0-B69B-CD2C-2ED73FF199F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9A5780-32CB-A068-B63E-C655402F845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AD258E-BB9D-D385-7112-B61D30E4C96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7C0401-4246-EDDC-5583-EF7001DFE8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196123-FF48-4715-D57A-63D59A3F802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0AA7584-B13F-436C-5178-E06681BDA6D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470FB48-1D1E-8BF2-AE45-7BB0611F91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91BAA52-1575-16C1-B42D-EED8DBC77B0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37A7291-3BDE-DE48-078A-3A82F2459B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EE3DF6-3FFE-F5B9-B448-BCCD3C767C8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62DD4E5-8E71-3A40-C49A-9F1E5EEF66F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FE84BBE-C2C4-3D09-2C36-D9EA18E6E03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EC491F6-415F-0807-F52F-668AEED607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248CFC-D633-3B97-56A0-20A0A1EC13B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56EEB8-1D64-D4AC-B463-11649A6BD3B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686A57-9304-3C11-3C84-5ABB5D8A6C8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D71B4C-F0D1-07A1-CC96-2D3ADD3D402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4D04B1-F54F-F9A8-B793-67AA6C95F62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280707-3702-6A76-F71D-3BE1625259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737331-D8BB-F9A2-07A1-F50B45B9FD3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66DFC3-B8E5-FA0C-56CD-EF5F620EF9C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78BAD1-0383-D863-6EFD-EE87CE35304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E54CBA-15B8-E21E-D9BA-E383B9C8A73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A2B044-87EE-91B1-0ED5-D9A57FD0DB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B31128-D67A-968C-3D3A-CEC25C0A208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B3C292-A331-5D6A-0B1D-98B20867F2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FE374D-78F7-935C-D52C-F9B6C998DCF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1586DC-77E5-EFC0-E89D-CB954165989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AAFE58-1528-2D0D-9BE8-8562B543B47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944521-31FA-BA58-2D91-17DAAC6F8E2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17C2DD-ED6F-744A-DA10-8F6B8C11E9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F037A3-9468-95A3-C7E6-CB862C4870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EBED9-35AF-ED65-9A61-BC4488C249A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6EF0C2-F0B1-DE92-8667-73A8B677DD4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F770DF-16D2-A8DF-37F2-A3CB9886A9A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4E22F7-8A7F-E993-A2D8-4F96C4CA75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1ECA43-BEA4-645D-074C-49C878654E1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5721FD-41FB-9CC5-0D7A-52715D286C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56F606-037F-1321-2733-44551327A2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45F7B-BC61-7996-36EC-12D97972AC5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75257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54BD-C5C6-5DFA-44F1-3BB1C5BD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6A446-4C59-0FA3-649A-89E244184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the 3 is in Column 3.</a:t>
            </a:r>
          </a:p>
          <a:p>
            <a:r>
              <a:rPr lang="en-US" dirty="0"/>
              <a:t>In the bottom right block, the 3 is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86BFC6-3E2C-9417-D974-873A9968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C2D93D-168A-3673-BBAF-64F225475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589D71-41DE-6322-4460-A5189A111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AF3AFF-C3A1-6EAB-83DA-ECCC2BB1A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E980F7-6190-34A9-ECEC-2EF044B8D1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E96BCA-E793-CF3C-363B-E148494616D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6F2FC7-DB52-3D2C-BA75-E2C120511CC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C0A34A-5BD9-ACF6-81E5-16669205B1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E2364-FDB4-CBA3-7278-6C39AACFA77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4BBD1A-630D-68C3-6BAE-095FA4092EF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10836A-B32B-3451-D818-D7061EE7717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A2FF0A-9DA4-2FAE-91E7-F30B1D123BD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2E0579-055F-083E-C9F2-3AF518E9EE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8ACCF5-2F53-45E6-1F46-5A4F9CCB87A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A620F-4203-AFC1-F436-F15BD0C2E5C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1EEE80-1412-1ED8-4AB3-10DA070355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AF9EB4-2D35-0FDF-E8B8-AA48A9A760D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DBA6ED-A342-801D-81AC-B6D5B13494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7757D-D5E4-7019-AFA7-9D85680A746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52096-9315-DEDC-E3C0-5BEDE0B269E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2BA59-1200-8FD3-FA49-9D27FE9CBAE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BEF8E-FFBA-60C1-68B3-B71B299B230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9F169-8C5D-8D0C-B6B4-38B23AE6E89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E3831-A175-CEAB-967E-9D0160DA81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CC0EC-218F-B236-D849-C8636F31B80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146AB-43C2-7675-5CD7-D4FF37DF37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B74303-3F70-825B-97A9-006DFAD665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62AD71-54E9-A4CB-A400-9E0A65B42F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45941-E376-D420-906A-8A6518BB4C8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FBD7B7-F211-59B1-46A6-A75E24C9D73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4055F9-73B2-D3AA-3ACF-E2B47481F0D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D9753E-3E1B-3930-116E-150B5CDAFD5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CF58E5-55A0-1B39-B509-03E5BA3784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671BE7-1D5E-4DFF-79CA-10CFE431BF7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AD6AE5-CAEA-9E70-6DC9-6783A4C2FAE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4CDDA3-142A-DAFB-F715-FD612953B3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E17C55-16D5-D37A-128A-29370EA99CF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45F3AF-1FF2-6F32-2ABA-895A98B2ED5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B57812-EB01-F211-E878-923946203BC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09E8A8-250D-AD35-D4FC-EC20280F25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5B87B4-D49B-E1AD-FD56-AEBA93FD6A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FA7058-3E4F-3716-D352-8E0C733BCC7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EC3EC3-63C1-9483-E375-35AB6BE3032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5026AB-B103-A489-83C9-0F21022C1C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2EC736-2B8C-CC30-1CCA-C02CDE6947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DC7B0F-AA1C-DA2E-DE2F-FA0D056DB7C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4C84B72-6352-16B9-61AA-83125F27369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E7F3B6-FA69-9190-24D6-21F3A5D3D6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7AECE6-2C88-48AD-A4CD-DA38C0FC18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5FA575-AEF5-D6DF-F4AC-F0B32F5E9D7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EFCDF46-FF3E-5803-6EF9-E153C7227D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1EC731E-A574-08D0-C2D4-FDA74C6EE14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CF27345-132F-367D-D27A-7043176F0E5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70E23D-63FF-D811-DDD9-78EA3D58EBC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09AC78C-048D-2C2B-62AC-E8408BF2499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0D3A732-60B9-B906-B4B3-846468EE2A8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8EA0D3F-416A-F3DE-2D6C-6FFE94B9E6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1CCDA5-2688-92F2-B02B-C2176F94F52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064EF-315C-2461-7B08-042B4F4958A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325F74-A923-7591-9AC3-BFFAF5797D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332D85-7A59-E24C-A9BC-70465CD9D2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895A37-4FC9-C485-DE03-859EAD4AE32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D1D574-A9E6-85F8-634B-CFAE907235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763D1A-583A-4009-9900-B8BC18AA7A5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169581-5326-81A3-948B-0EE16E63B5D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4ED365-1F25-745B-A5DE-ADFEB395079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D84A99-E4D9-DD55-85ED-5824F5B8424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E73576-685B-25E7-2751-C2AC429C696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A40C38-4C41-620A-04CB-AB1332D7BD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6C204B-0755-C013-121D-F670E915D2E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06F4E2-A9F6-4F99-71B8-B02A518FA85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BA1332-5232-CD29-D0B9-F139DB57261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A712AD-3215-0F62-3626-99B34A4AE2C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0228DD-9AA1-2082-41DB-D828290A25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7969EE-16AA-A69E-7844-9436984313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473E78-3FBF-AC8F-7E9F-ABD80DEF0AB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A567B5-F1B0-E473-8D74-507A77C2F03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F98DEC-FEA8-368F-D260-AC973DBBA83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AAF6BB-2E58-CE3F-7557-ED7DD53ED47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D05047-1620-AEB7-CFE7-1855D2B132A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0B425B-66A5-0024-DE99-32C7D22D04B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9F2CD1-C5A7-369C-A598-C3566DFC365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3E7BF3-864A-9BA8-2A45-49B0EFE004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4EAAB4-8F7B-A9FC-6D1F-2703E592C46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217797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A501-CCF6-BD0B-1451-486862C9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C8043C-9FFC-1CFF-F844-CB471A4B9D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[20 in 4] -&gt; [18 in 3] is three of 45678, which sums to 30. We need to drop two that sum to 12, which could be 48 or 57.  In either case, the 6 is kept.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D08DFD-90C1-1D2F-4341-1AE26C86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FF2772-5358-E995-C1BA-3CE82203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60BD93-164F-2963-3E13-CC0103068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B114F7-A087-184E-FACB-42BDD87BF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342D61-9D17-7EF9-70C3-0B4F70F6B3B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C56CA-FCD2-2257-9BDD-4AADAC841C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36070D-E1CD-D98B-D4FB-9C4F6C9950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635565-B8C3-562E-1FBC-AA0A71038B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7F7D4-29D5-264C-73BC-FFFB7D9682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5D85F-0989-1032-7CAF-E6A32BC578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5EA2A2-4509-2EEF-5533-B72E5EF820D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D1B471-285E-425B-245D-65AF03222BA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CD6FAA-DB10-0184-3495-23C70898C15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56207E-8510-700B-5DB5-8865D3DF8AC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C3A55-C957-4A8A-57C4-B2153D1B0DB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55ACBE-F61F-1ACA-EE6D-746FC25C40D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DE3043-0BA3-9B29-4B75-B0E782888A1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CE5604-FAFE-62D0-E994-F98D4284CD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0673-CCFF-30E7-5A26-62E7D62CF1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236B5-36E7-D062-B597-78D82B028F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44644-4066-BACB-7F2D-E974E08A23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D6B274-4F1D-95CA-49A7-3E1B51B4098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56A71-4C18-A02B-DB6F-78DBF1ABA6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E1725C-7423-8A9A-63DC-16AF3228949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9260D-4D07-9B58-8A35-2A183B049D1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D100E2-9C06-4CDF-ECAD-36A43EFD2DF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0CA158-993E-8523-8DA1-3B349CB7A4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371358-46BC-D686-78D0-05959B3324A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44F5B8-A964-8886-644E-E0F5B11A840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3D50B7-46D8-95F0-066D-21D4E69E6A8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CBCAC3-C220-755F-A75A-890D7FDF001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FE4DAD-6BF6-7707-999D-BB7767B344F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2B922-5812-50B2-6488-EAF66DB4B5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1C0862-18B5-9433-331B-6E492884FF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D4596A-ADA9-3D9E-6BAF-AD08BE06F6C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B784CA-8CB6-777D-D532-6BD7D08758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AF963B-8C36-B1AD-A9E3-385E9855F3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C06A75-1431-7EDA-BBDF-083F6F4FFBF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74948F-268A-EEA6-7334-4B0CCFBC592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9B162F-F8FC-E810-B525-4AD1961941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81269A-15B0-46D8-16FA-80547CD9A2A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807818-AC1F-1B28-7BF2-3BB9508825F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444797-1A6E-C383-1EC2-96ED885D602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5A789F-4E63-858D-DF14-19C270EB2D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EE450B-1660-5427-38E9-9C4EBD1BBC3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966D88-9422-E27C-6E6D-71725933D53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BC97F8-5B02-FCF2-87C1-042EABBC9EE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1EEF1FD-69AC-5574-2AEC-CA783E5F08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B7B7410-1CD3-D348-EAE5-FA655C11159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F0AC7C9-77DF-4626-3ACC-99B3749EFDB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EC9FB9-4B05-94A3-7DF2-BF9C5B50361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43FDE3-EBA6-F10B-F1EC-0FB6B8F1F46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88B168-812A-7752-59A0-B5B36164BDA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E3E20C-007F-065B-C9C9-A30A62416C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25E180F-4984-6545-3600-DE6D286AB5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9CEA9-C0F9-EAEE-8FBC-F70DFE9AE3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59AA27-9015-7858-5C24-8BED87F2A8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3C3AE-9DBE-8185-DF79-C565734DED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424311-0462-BD3B-57EA-F8F6F25A79E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C29FB3-9184-00DA-BC95-C61F5111C1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EFCC22-5824-AC6B-FC57-F2960F0E0F2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B0C8EC-6109-4D90-EB7B-913F5C5753B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D717BC-3D8A-7E5F-8FC2-D2D1755BACC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AC65C8-D105-8D80-820F-24300C771A4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B77846-EB8A-AECD-F274-C482519010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E7B364-9D2F-A1C5-2AA5-5F03A60B09B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704489-8411-6CB7-2E39-0D5476FC287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AD8399-044B-33BC-4A96-9B5019CDC9F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13BE7A-F037-52A6-89EC-066EE4701E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6DDB6-5909-2C76-BCEA-DBCA0044F9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0453BE-0B6C-B9BA-23C2-1D50857B452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D3F298-0380-2259-49FE-1932B220322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2C87CE-17E2-934D-4072-F12BF104C4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35DE77-A50C-48EC-CD9D-733BE3BC358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5230BA-9437-3472-3C2F-23A0E9D156C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EEA167-E72F-16FB-6283-47DD6911468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DC53CD-8B80-0681-B71D-6955AAE008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C4EE7C-ADDC-C4FC-36EC-DBD0715DD8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8A5EB6-9C11-59D9-330A-CA0AC685017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556102-CE82-0F14-CB3C-8B50ECDCFB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49E7E8-D73B-2F10-2997-2DDD0569573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7F3FBD-9A72-432B-F5F2-EED1F351A7C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56BE4D-6750-C8B5-3109-1C985C06FA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860D52-6EA5-97A7-79AD-482FE9BDACF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81795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2C4D-1101-EA01-8FDD-39504FE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CB86FA-904F-92C6-6E8F-9A8950A40C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Well, now we know to drop the 48.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19FAD4-E29D-AF60-04C3-5FA8BD1C2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D4C4EB-00C2-FE7D-5487-BF6BD81A7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D90670-53C4-7F49-2860-B175C045E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14171B-21D1-2FEA-E614-FD10EA2EE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271136-C351-8D00-6196-D0ED6424A8E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4F47A-9642-0637-ADD7-CC77E0A6C39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8D8BCF-F28D-E1F4-E6CC-D7241C5DDC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E134F-B4F6-6DAB-3F79-108048D033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71F24-3321-BC39-24C4-5AD4C17EC76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948B8E-9AD2-1767-9E72-185854311EE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E4A4AE-FC5B-801C-4F6A-61AB94BE4A8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0F2E7B-0DBE-2CEA-86A9-33239110377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E7A765-D827-FE3C-E796-C248AEA3926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932DC7-0DB9-479E-9F3A-C79DD180CFB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1D657-4684-8752-1175-578576DCB3D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BC80EE-D563-394B-AC29-EF9ADC944C5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921AB7-CD49-AF39-9286-818A9E8FD67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12411E-4C9A-3DB2-6C86-C1BCDF9759C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65A59-4CB3-7E0C-44A6-C36F328E4B9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98019-3E5B-FDEB-3F3B-F38C03198E9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C8871-3AB3-E2CF-68CD-BCD793580C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06CAE-8331-2040-0036-501F229486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40CE3-EF69-27EC-CC8B-7E5A225C57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1668F-6679-D0DC-FF0B-47FD28535F0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ECABA-49B2-9173-B718-EDEE421A2ED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0FFF27-2AAB-7E23-0185-A8843EFF83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BB7385-5035-9989-9BC1-43066E7FD02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96D9DD-4C03-31FF-E915-10996B2B049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CCFE9-7927-3FF2-B42C-476EEBF10A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3E0999-2E68-CF7E-35CF-D0D95FFFCD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3F33C1-1763-D782-9169-E499FA1B07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103E56-7333-C8A4-D6B2-B535711A0E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A9695C-B2E3-9D0F-E348-068C5135354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DA7F1-0550-1608-8774-C041A3501E1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38441F-5839-B24C-DD4E-59F189FD77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7BDFCA-1CC8-6DD3-E855-8AFE76E5C14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A5D8E0-89A0-1ADD-8394-D3F459D2AF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08B11D-072F-D9A2-24E7-A4FD798D68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3EEE60-AE2E-02AA-8A4F-361C2727637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CE99FC-552B-38B3-233A-54BF165CDF0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A807CC-E63C-AA3F-6F1B-BFAFBAC3CA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4C66AF-B542-F4FE-619F-7977506859F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D5172C-D8E2-2C3F-CC19-0DB9F780C9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9C0E5D-91A6-A81F-D92B-36705F6F76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8118DB-2868-790A-59D2-6B72D41368E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80B322-3D5F-6F67-0F43-2E6D6C4F444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7EEB3C-3668-4C8A-6AEC-A301BBA285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E05AD2-6F55-F4F8-9829-7C47385C48B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B0B223E-7999-BBB3-21D0-B4D84228203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4BB1F3-1FB0-C174-85FB-6F3E69E902B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22531F-B7E8-DF9B-2E4D-521947ED10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AEE6852-120A-578B-A732-262CE8A8BC3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C5190A6-1343-697A-5F0C-16FE7C2C99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B73EA64-6DEC-D4E5-42C4-F8903C85E38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2D01FA5-A84E-E1C3-8B28-2CF45876370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438E75-7FDE-3308-A6AE-B76315141BA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50898D-4267-8761-3704-099CC38DDD3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C05EDC-17C4-45E4-300F-E73E0D35F37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75D234-A125-9898-428F-89D3B7E121F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824240-4A65-65E4-4C41-D3A66F8FE3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B66DC1-7967-74D3-0CA8-3649DA84BB0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AC73EE-228D-1E93-0074-23621B8DCDA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033854-85CF-D908-898D-9756744886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5EC32F-46A1-0FA8-E32B-D468F92E08B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04A1F4-2A0A-0220-26AB-96C32112A8A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F819BF-247A-32F1-8833-5E2FC80AE3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92D9F-4EA8-6DF1-FCE2-AABB934D1D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F50326-0536-184A-855C-55B92CD6C5D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333666-332F-05A1-9A33-87545E1704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F70260-BB20-C069-A4B0-63C41FEE8CD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2E181F-A3DE-88F9-C1B0-CC3DF73CA7B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C865BF-15C1-3370-C35F-B6A6FEC179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1ADA93-46FB-D663-56F3-303FD35630C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98D82A-1DD5-6345-C622-3F4C8AC3DC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96E1DE-59C7-CB54-D20C-2DA2553979C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4CAD4F-FE64-2EC5-65C5-05E8D91BFDD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1D1B95-4064-956B-1D89-60B57AFE9C5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256077-4EF6-683C-5F0A-1836956F6CF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C2F4A3-F9CF-08D6-7910-83E2F6F9B7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7139AC-A1F9-C381-BCB9-A53100749E8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8F81D4-C392-CE9A-4F06-1929577BD43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F7CE35-406E-6501-81B7-59F1FE35A86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1F52BE-C77F-C04A-0938-B1238232BAF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690066-84CC-1C31-4510-33BD012FE3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6493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DABA-3914-BEB6-58D1-4E866CAC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99D8A-6541-BA56-3075-E26B838724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74DA5C-B0BB-19B5-CD2A-8A5621BC1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80D8E2-6465-6B49-034E-8ED253ACB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5ABBFB-AB0A-BFC8-AD35-FA578E98D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C1AC13-72E4-343A-0651-D3490B50E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4A8D47-B198-BBE9-D430-DB2A36937B3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0AE361-FACE-44C9-9B5C-7A8A183E3CC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466B8-CFE3-CA07-217F-7EC41E692BD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716F5-7752-32C0-3BE4-7AC4C1EF433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0DB87D-85AA-7A90-C6E3-E68F6DE441A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25233-2B18-5722-148A-C5A3ECC429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1A832-B4E1-38D1-FFC1-092F902176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A0479-61A0-8F5B-9106-7F6820BC0F6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423B20-F174-E3D7-1ECB-2C57E8821D6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1071B2-05D0-7AB4-7E84-029837A4AF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75AD-188F-7A50-999E-E44B1BF92B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116E70-9196-4ACA-31AF-49E2E28A743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E73430-6E5E-244C-C751-2D31FD1CA45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E548CE-3924-DC87-D00A-845B05F66E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874D8-E28E-F9B7-5FD5-E025E06F0C9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015D7-E41B-7DEF-89F2-BABA499FEFF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074FA-0CF9-4A47-5D05-4AE062BDBDB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F2A7F-8F71-74C0-40A4-BD7F995844A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F9861C-0284-DDB4-58DE-1F68585527C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EECB6-892C-405E-A5E0-0117C10484B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E5474E-7682-8FDB-59F9-B80F246E01F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D8B37-8F97-49CC-7320-6432B9D2BB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F7F1FA-4DA2-EB30-AEC7-DE337F72AD4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37283D-2A66-170A-11DB-3805250014E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398E93-B478-FAE9-568F-ADBEE713514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78534-8E5B-965A-7AF3-F53B3D03DF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B5C0E8-0891-DC4B-CE13-7CAFF3B724C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CA76AC-F121-AB95-25D3-6C64302047A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F0A08A-07BD-CCC8-1541-A80E51EAE1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2AF689-10EC-7D12-5A6E-A40657975F5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459EC6-CED0-654B-3F56-6E310FCADD6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1C5550-DDAB-64C5-9A8E-6AD346FD71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D601B0-34C8-CDFC-05A2-4BB46FC3AFE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94BBB4-BEA2-360D-2B23-C02F6FDCE6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3B2469-1FEF-6E9D-2FB8-8F5EF751BE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CCD0E-C3CB-18A7-1569-BC14AF7912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A78724-93DD-09B6-8991-181F58E2A08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D94B9D-0E01-F3C5-5D28-0A6A2CA685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A703EA-B55E-CEE5-8931-7E271EF90C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6D4C53-BDBF-DDB7-797C-960138BC7EF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029B32-5A68-3FB3-98EF-5373A3342AB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C5CB7F4-F91F-1588-F5C1-D844EF559A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BCA480C-A0E6-B247-EFA2-D8B0017F07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C28BB9E-95D6-6298-BF2A-6E72DA0F4A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87A8B8-F67B-0E70-27C7-DCD3BC118B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1F79763-D7FB-C785-EFEC-1AEDF3F523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AAD759A-501F-A98F-45D8-7B8989147F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F47D5A-0A99-2B30-FCB7-7DBD3C3F0B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186EFC-0EE0-8175-BAE9-47CFB19F8E4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DB1068-0508-DDBA-9413-2B485F4270A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A2441F-05A2-00CC-64D5-D947D12C6E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B39150-A098-12D1-EE93-7AE917D4DA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085EA5-5A16-BBA6-3AA7-610EAD60AA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2E7944-779D-3BA9-3089-4324CABD14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B4FE3F-4DE2-3A34-A0B1-EE27AADC07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9BD8A5-3F20-2A6D-9879-75CE29E7588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E9E5B5-0D15-ECF5-DC47-81D58D73C0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F26C21-A6A8-0FEB-DE8B-B0B02CC79E8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641BC5-844E-CC07-F265-9C62112AAB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F93A8D-8197-F7F7-B055-3335A094EA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74BF8C-7D2E-DBD3-CD5D-7830514C124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E1FAFB-8F8D-A574-D351-F3B2A2334C9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8F15BB-A5BA-DA78-82BF-6C7795FA5AA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4AE35D-94B5-BBC3-28B0-FC3785ACE7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E3581A-B5A8-C3E7-44A5-A59D6FC7AE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81225-DF23-BD7E-48A8-43B0295BB8E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2C3859-3042-3805-C4E5-5FBAE34A68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31421F-3120-7ABE-3016-D944CBCF03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BCD815-133C-E4AC-FA51-BF92F41F326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E33F3D-A55B-2B1C-BE56-447D37C2FED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218FB7-EC3F-4AB9-42E9-B07B2C0A554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89D175-208C-9048-86A8-4B0F537E89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3F4851-238E-9A64-1B0F-51B85D503B7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E57E39-80A7-6F61-3D1D-ABE006FDAA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D5443C-B54A-971E-E91A-C0B683AAA8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97FFCE-4249-6F82-9ECC-46BAADDFC3A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83B701-09E9-68C5-6151-BD9F64A8A0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87A894-A0D4-A9F1-EA2C-2F2D0CC6AD4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002AFB-D911-F5E7-1AB6-AF829AF9CD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F9096E-E750-B238-4FC9-7EA883DF40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6961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158D4-2B5E-CB8B-4FCA-2BF4F6E8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187BE-A079-2872-3EFB-BDF561B029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D04DD8-D74D-D90D-AD5E-B8D12923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57255B-C6E5-09A2-A66E-09027DF86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B465B3-7CEB-A505-CF32-9171576EE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3C206B-2748-E3C6-4311-C5C7F274C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7253C3-02F9-CC69-4BDA-4EAA9606AAF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71CDFF-17CE-A3DB-5107-48DDFDD5A4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6D2B3D-81B9-4F62-D56F-CEDCF531FB8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7CA56-58D0-BFBD-B9A0-F8B1744605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571E8-A074-8565-C2CB-382B2361B7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2331BF-3064-77D3-4529-C6A24BE0B1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7C1C01-EAC8-7E9C-19FD-A8FFB0BFED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085413-7712-FE34-186E-8CA8EAE8A10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6D02E9-3B45-F07C-5843-4882F49761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8DD38-9FEB-AFA8-7857-08D6E48A96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290EC-891B-4CEC-5039-18C3B15AE27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4E974E-92C3-8507-2121-41525D0A938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15C2D-AFCB-73D3-9398-5D482868BD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E1714C-0FA4-D144-8306-1D8AE3E3011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F5BB8-25F8-EA7B-38D0-60228242CD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AF67C-9067-9B00-8DED-FC589664BA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D96B2-73AB-25B0-033E-B554BA09C3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4A6D7-CAF4-14C8-BA71-A76CECE32EA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4AFC3-164E-DDBF-47F6-75D087FA80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E36C6D-6E8A-1FF3-B1E3-B26D94EA5C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B398BC-3824-DEA4-8E00-DC6C1C5F6F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BAB702-0E97-FB8F-5483-B85CA51EE2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324B15-7683-02FD-61EE-63E996CDD81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8FFC74-7824-A7FD-9844-54ECD8B5019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A3311E-D553-78A6-1621-7046E8DDD96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D66317-5A10-9B5B-5D52-6535F33A916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F3B674-0603-04D9-6EE5-78459E878C7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E8CB57-B9B0-B786-B4FB-B3886A97784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27DECD-EAD8-35E7-650D-624D23A405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8DFB8C-49A9-6B35-0601-FC558B50702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36DA7D-EA2A-8C2F-362B-446B30E1552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FC998D-7A39-6BD1-E3EC-7359894BC1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A99AD8-562A-58CC-23B6-180A53756B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A8F4A7-0A08-C7A5-BEA3-B26385F63A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6245CF-8FB1-8642-A965-E11E17FD06A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C1AD91-1708-51AA-3518-FD073116DE8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28B5C2-5411-0662-33B6-40F1509DB15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0871E6-94C1-219C-2DBA-03A6CD58C6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F7DD18-8D30-3036-3DB6-7794409122A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04E091C-F27A-5BB9-A099-5B15595DCBE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9F0BE6-804D-323B-CC62-10F339992D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7678871-F7F0-8859-FE05-33F0679F38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0E7C0A5-023F-B2E2-4726-65B90C56326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DCE8AA-754C-0824-2106-D51C6D89690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70C863-F5AF-D8C9-0514-3F0F6DD2968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420965-E2F7-895C-E3D4-D3F600AE83D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95A5DA-B636-4861-37E3-E6D062892FF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4B3EF0-71A1-4EB4-8545-19E3DFE771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4DD4A1-F3C5-9B86-2C61-A7AD56DA3EF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B1A68F-3E5B-96D4-9531-6CF72223BF5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2D275E-57B6-A581-1065-3B9917D6CBF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724388-2330-8232-BC02-139F1040CE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58CDC4-3CD6-06B9-CBD2-44BDFECE2E8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2B344B-B97A-DB41-1FC8-FE13C81161D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E2EB9A-4F45-ACBC-BB0E-AA080F9A9C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17EE82-A44B-BC10-3129-92E342EC3F0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9115B7-203F-90D4-0EE4-704417D617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266061-6804-5E68-61AC-4EF927C5F9F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961156-69AA-A146-5EA4-1017CA6ABD6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062058-7A56-407E-0C28-ADC06D948D0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31DDD4-2873-CB82-2E7F-099B69A9414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C800E-43A2-FC3F-A786-94019E5C2D9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9779AF-E34D-1C7C-51E8-EC1D7654E4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847514-3402-4530-7939-9EA58DAC192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F11D81-52CD-8246-B351-6735703B9C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DF5CDB-82DD-8C77-8994-8591E354425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D40F0E-A208-FFA9-BB79-10061BD7E31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37479A-216A-1411-1F86-7E35B4C7B8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5AA133-E56B-3450-5493-48CBAEBF09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B34133-560E-2667-5A22-95F05EF877D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D46454-CD28-55B1-289A-F09D006017B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6F10C1-52A0-74B5-810B-7FEA566C67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4C4B49-5778-7126-A7AF-7AE87A2F77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1F468D-4553-154A-6BA8-982E056C5E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EE4FE2-45E4-ED95-8E79-342221EED5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D8B9AD-C1C4-E755-F2AB-725F4AABDF3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BE2F89-957A-27D2-24D6-45C38B27DFC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25D761-BD99-4E59-4FDF-EEB38352FD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BAF55F2-BDEC-0C3A-EA7F-BDAD62C7DA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731A64-2D80-24C1-90AE-F058F14BD0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282971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79E2-5A35-4605-62F2-880A9691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AD756-3EB7-1F7B-75D2-A2F874885C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C34D12-8F07-1235-10DA-A10A2A3E9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031DF5-D6CB-32D6-B2E3-6A68A048F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2C9296-A1A2-8F35-E23E-9684750F9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7D9A69-FD4C-901D-41A5-4EBA96C95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CEA061-ACC2-74BE-2B62-E043146A20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4DBA8-6AE1-0770-6B7F-EA0677374AA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3AB18-77D3-373F-DBE6-3A82F31DB50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EC089-ED15-8997-AAC3-544B51EB66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0AECB-01AD-CF62-B552-B658EEDA7F7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AF126D-FBB9-7243-9B10-45CE4C098A4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F3381-617D-B0FD-9990-5B79BAE9AA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BB553C-EDD6-DC39-B847-15F34DD9423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72D43-4879-F1A1-2BBE-41C594863D9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9CCE7B-FC7E-1B28-4B7D-CDC244E5A13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173C2-B2E8-192C-FE40-AFC8AB1DA72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5CD6FA-80DB-EDCA-8962-4546E0C31BB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D0BC47-C815-502B-4990-6EDCD647415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75A83-8097-DDE1-8DA2-ABEAC1A289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426BF-0737-0C0D-0F0D-43D72E763B5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DDDBB-42E7-C0C7-F81C-E9BD2D35D00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E6DAD-28F0-3FC4-B76E-695A651F8AC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9B776-DD06-1508-2A7F-BD74AB43EB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8C6DF-6AB9-1442-E383-32779A8B2F2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6E277-9D8E-6DBA-A81F-CED186B4DC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78754-8FB3-45B4-9899-4E758EDC54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F85E02-53A4-AF3A-06DE-ABFF5C95FB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8530CD-FF3E-9D28-AD28-E290E5C4C49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4C1A3E-3745-BFA7-51AA-3C160C51F7C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FDFCBA-761C-91CD-8678-769DB5CAE2C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DAA30A-C6AC-6735-3943-CAA825920E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9D530E-394C-5D98-CB9E-9CFF3689B86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7D5225-697B-2AD7-795F-B1F58A9F0D1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FE52F3-1A7F-595D-1B52-76405A6C455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5AA788-DAA4-41FE-34C7-7A1BE0832BA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5AD6FE-1753-4B32-AA30-B233D6DCC2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B54D5C-7314-FAB1-AE36-8A5E85186B0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C1B4FD-B558-0200-E821-6BBF86E1CEA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B92F23-8D8A-71FE-D000-7CBA67CEDF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982A46B-A0AE-BF29-15D2-5507ACA5B2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A80F870-F262-6428-BB30-7916E10FBF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6F0AA8-96BF-FE50-35F3-9663BF52B80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C42E41-1F07-DDB2-2F0A-16657745D3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4EAA71-5644-3D69-FF2C-3DBB169EAF7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48254F-AAE1-BE3F-BE64-5D828B6B13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60E69A-55D6-FA54-4D57-C92630C8D5A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B5C50A-D217-419E-4FDA-360E6228CFF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08CBF9-BD9F-630F-BC4E-D5F7203B28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71D884-6FF3-FC17-7830-15920F38807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35E628-F5E9-E84B-25D1-6E6362A153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431F1E-F527-7CB5-1F4E-B663F739346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F75499-42F9-E65F-C506-133BC3BDDA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1E3FDC-C171-ABE0-43DF-4681210914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DA2B66-ECD7-D520-351B-78A83231CB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1EAC6F-6F52-440B-2DC9-2E3FAD666E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DEBB14-EA7F-14B8-1250-FA8F79E5DA9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18EC5D-2B0D-9573-6D23-3C06333319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FDD03C-10B5-37B1-D80B-B99CDEB51A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C4C299-AF9A-2FEA-7006-034DFCE8C0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D69D11-F56C-9336-2395-4528D4BA11B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27C6A4-809F-97D4-E871-A221843E135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76E54F-10CF-3977-1CBD-19995BAD8FE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DC96AE-7409-12FD-15CE-C90BD25C7A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0DF4A1-C7CA-E57C-0868-679205B4F9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D2C921-AACA-9C88-7CF6-5C77C0E3C5E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13869E-5327-438D-B7B8-6BC50FD65D8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732C48-5A4D-6327-096B-E1CD668697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1A97F3-D5DF-5529-4B8F-34B02D3547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B6F7B1-8ABE-6829-B3A1-58FD641A4C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2EBB09-E2E1-AC05-AD23-3C2665CE7F0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B4B95C-8081-CE17-3258-3AB19301330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60D7D9-8BFB-492F-04F5-8D93857EA5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CA5426-8E14-5A2C-F43C-B1E775C31D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D6D303-9F4A-C608-FD08-EAE493EC2B1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ABC020-41AF-5FDE-49FC-17566ABC76D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FEB4E8-B2C0-9571-CE5B-9946BA02D82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6AC04F-9198-F8D3-4524-3BCC6BEABC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7A46253-3A59-ABC2-77B9-EFC0D7F938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38ABC2-18D4-648D-85CF-640F3D26574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4495EC-5D72-E7ED-EBA7-CFE7042A7A4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70ACB4C-248C-FB98-B90F-FC6386CB424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57EDB3-096E-BF58-1260-571366CDCA9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773109-9380-7996-C58A-E470B8E4BD0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4096C14-FBED-F7B6-8893-ED6C89C617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BF782A-6251-ECED-1964-15EB2E5A1B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33570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52ED7-CAAC-672E-522B-8C5027E3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326002-6486-C06F-FDD7-92F3864DC7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40AA22-6B16-72CC-3C0F-9DDEE7E81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0F5612-C10C-E22E-D6EF-F70A715F9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EA51C0-3525-1CB0-AF1A-A46AD00C5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8BA4C5D-2AC2-B114-F248-D29015AD6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191F0-3BB2-9D84-923C-804D088F166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544E2C-8BDD-7DF4-3E50-784CBE28BB3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2A873A-01DA-8C58-12F5-DFFFEFA1219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8B034-1001-5806-BBAA-AE6A8AF394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63C76-F2FA-D067-B94F-B59FA1C5F5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0936A-C139-F56B-4B36-B20401820CA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F6716D-109C-48B0-7A4A-97C8EF991DF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C097DF-B11E-221F-C244-A313AD17A00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AFC1B1-E8EF-6EF2-E7A4-D1467B10932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C35B98-4D17-193C-824C-C0CC8E4F27B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D15F4-D334-7BA3-022E-41097CE8581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017188-9487-DDC5-A2C2-4A3262FAAFB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99A2B-03ED-D599-A805-4C08AEA5E4A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E8DA73-12B1-1F8E-29D5-91102D2F2BC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654EF-DFD6-CB24-51AF-4FDFF7F592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51375-3E7F-D78E-7B0B-FBB5F049D04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B10CF-3C47-2333-99B1-82185745764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5507C-C558-285B-60E8-BFDF085B110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425CC-94F6-6761-007A-9FCDB6F34E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2B30E-E090-EE98-6F1B-A800946E92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53073-8702-E25E-51B5-E50D111F98A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4481C9-37FA-9E9B-D77D-3175202AA30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C61644-B637-DEB3-1AA6-83C4B69E15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5C8A67-95CA-11F0-D008-99EF75E74B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A2336-292F-90B6-737F-5AE58D79A9A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E3F807-1155-8E97-021E-8B6BD12628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494BE1-6D2C-0326-F8BE-E7470B81A1D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A9D8A-81E7-17F9-1D11-09CF1FAE0E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9E8163-6984-A6AA-3716-20CCA7E1821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756AE9-8C03-0C0C-C3C0-4F24ABE21BF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D23B14-FE2D-BBE4-59C6-1FEB41E20BD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DB85EF-A3BC-B03F-F96F-03EFD28B20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0A2A6E-71F9-7925-3800-ADFDF8C345C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C44247-B674-B358-0DF9-1D78E0B343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933C76-2A68-53B9-FE3D-16148BF5D88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F7FE92-592A-F143-4E2E-75DD17109A7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F2CE4A-02C9-C269-D619-552B4962AEF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A6EDE5-0827-BF5A-574F-453C66BAC70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20B0E-47D8-725D-C28B-BC6C178FBF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B1A1C5-F8F5-43B3-F88D-81FEBD06BD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292BCE-EB18-FFC6-338D-FA7061C2EF0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EC55D9-7CE9-6F10-5BE2-0DF5971039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2AE9A8-5ED6-81C1-AF65-F562975A6E4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F27414-2C86-DF60-7410-BD8992DC27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06E193-C004-3FC1-7CD3-FB21C4D2CA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B57A79-449B-3ED5-A0B3-1CBDA136776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14352A-7034-77BC-F757-E9816E20015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E0E37E-3511-B913-98D3-EAB0A094496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82D6279-6A24-B4B9-2B66-663C3F3E2D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D941CA-1C68-5A19-D096-54238C8A4CA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967D86-743E-9843-2EBD-F9B06A797A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3702E1-42D6-3484-2EF1-E5D0C9A6D3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4D397C-826F-26C4-26F8-F2A4145DA44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6CE735-C561-8E61-71AF-B253BB628AE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371395-B6E7-9D01-EAA5-7E7670CA2F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4EA3EB-C024-AED3-D466-9741F53C10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7F75E-1C26-7D93-1971-24D021CD829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642CB6-8039-B372-897D-DEA6B81AEF3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7C978D6-48F7-8B2F-57A0-1572DA64DD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E65112-8850-F17F-B7EE-DE475F4F9B1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910812-1CCA-63C0-E94D-6E42B9EBD09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E267CC-8ABF-804A-5C76-6A83A7D076B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3AD6A7-706B-8992-4A71-D230BC1ED8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6F4DE0C-B5E6-AD7B-63F2-B0E07EB6F9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FB84B7-B949-1F26-C325-6A92D0F927B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927556-02EB-6DFA-969F-0C76CA0FD3B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5B1118D-C759-753D-1922-738346012C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7E75A1-CC76-62D7-8B7F-46F8D02592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315118-87F8-3A02-E4FE-919AFD1DD05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11A8D4-1E7D-551A-C72A-A99F0BEA69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D6A2A83-2A1F-872B-4B2D-C2B703EBD6E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E473348-36FE-314B-9EB3-5F25049148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A06FC0-F293-F202-58F5-ABB4C54707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CA276DA-5B6F-126E-D67E-1744974C37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B05C43-A3ED-3F88-F417-CEEF47A821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5D1A0A6-29F8-63B8-1475-34C5DF4C049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62CAC1E-A3B4-D04D-5762-71BF107530C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7C66F26-06BD-5941-A900-0CC215C42E3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82D6FA7-42DF-9BAD-DA6D-6AEA5B395C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BD3B326-5617-6559-6E96-55E59403C1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83830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3974D-D813-9D46-EEF5-4BFDD659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97095F-47F3-8733-E983-BE772BC51C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AAF6D8-910A-D4AA-1602-C21B47E85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B8DC5E-22CF-3EB2-8921-A3513384B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BD2E5B-9394-BFD6-2DB9-508069D16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F156B8-842C-3123-A15A-45B130C5A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1F702F-ED5D-5365-086A-2CD1F1FDBAA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F45057-B0B8-8839-42FA-F77EBAD5029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BBD73A-9BA3-B5F4-94E1-3B1EA086257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5150F-BEB3-5EE3-65E5-B9B4D2282D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7B4777-E580-2555-0AB2-97D9D03C6C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DAA22-7EBD-D4C8-0B2C-0936676EB23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E15AC2-DA37-E9AA-28B8-7796C3849EC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6ED79E-E78F-D96B-3AB9-B3C44A3C90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6DF32-EC41-539B-90FA-9AB3C448CB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0C340F-9F2A-4374-52CD-3B12F9F1B69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9DE56-E20E-1D32-810F-ECCA2E2BFDD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223052-0653-BFF4-2C88-9CE23BA253E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B1CFDC-FFBE-D1A6-ADE6-B48842FBC61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18581-1A70-7A38-8694-DAD790D9DDE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6ADAA2-17E3-0183-956F-FBA1FB2267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D880C-6AD5-26BE-33E6-01496CBA13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588F0-A7D1-A581-D5E6-C9266C2690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DB7FF-9AC1-A0C4-5E6F-C8EF90CCD6A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03368-29BD-FD12-3F0B-89C24459E1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A7A82-0672-1A60-09E8-23397CA13E9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239FBD-9D5F-3E90-F08A-82E56DEE36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7E83E-C387-15DD-17B7-D6923F0C21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DCBD1D-1E2C-EA82-8ECB-A65BAFCFDFE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9DB2A-B853-FE53-0E90-C0BE028213D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1FA1C-7219-E196-4BE5-7B1509FE1B6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C2EA06-57DB-477F-5680-FD1560F523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943D90-9CE2-2A83-F209-BAEC7F85C78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C6CE96-7E06-81FF-B42A-FAD5FE8D174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C9E92A-EBCE-8337-BC74-FEBBE48636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E64C1E-8239-DC56-2B25-61451866333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2937A5-FC54-031B-B376-199BCE1D01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F55796-209E-1B35-ED64-D9536915722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08F0BD-EB1C-B217-062D-01E1E6E9215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8B05D7-F621-4F7D-09B4-6A4474AF3A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74171E-0C64-420D-C801-91321BFBFD5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9E1C3F-9092-D62C-310D-5E61A0A59AC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45D4E5-8BF4-7368-B31C-F0E955F095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CE0DE8-5992-D5EF-B5A4-7FAF36B409B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888945-B562-5190-7966-6F0D3CB98B3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778A5A-4163-AA02-D058-438B73797A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0614D5-D442-0790-030B-60FF3E6E55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4D6F3A-12E9-0064-8AA2-0A0A49013B5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DCAD2-A7F6-DAEA-A515-4E4D077ED5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2B7826-5848-6E34-EFF1-BB3F244FF5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B389C5-87F9-24BB-980B-9DCB4B65C8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F782F9-A6A4-FDA2-7E0E-26F95A6E70E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AC77E2-76DD-549D-AFCE-2620D4DE8F5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9101C0-15CB-562C-9C44-6A7345742EF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6B2350-7F7B-CA3B-208E-BA93743290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B8EFA0-1785-7A52-2150-897EA126FD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C59ABB-FC31-8DDD-D5F4-C4DEC345F4E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512189-425C-91D2-0CC4-D0F05CB213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B8E82-7212-938D-0A2E-1A009452295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9C2A8F-E0F0-3ECA-7FC9-A4213808384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B3FF25-6CDE-F058-1725-BB6C82508C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6ED942-760C-F8B4-3D5A-4C94C62BEEB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705845-D9F6-0397-B8E1-5699CBAFC78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3BDE13-55FC-5B44-71EA-5ECA8CE4339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397214-427B-0275-2731-BFDB59ADAC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1C31AC-DEB9-FDFE-B50A-A9A01B11AB0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38F78E-8B7A-ADA0-3453-97D3C6C35C5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8C9BB7-396B-3EDB-3B73-FCC17B48E9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2447786-C1E7-DEE0-B293-2D96229B2B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CDE4D5-B3DB-19D6-3DFD-D870F9AC0FD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EB1FAC-4F80-3E2E-5213-6AB793C32A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DE54DE-6808-89FF-6083-2458C8BCE54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B758321-0D04-1294-0D68-CCB70B0175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6DFFA6-A07C-D64A-CD83-7398D9EFFDD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72F7C20-1BEA-87BD-B13F-2CB78105D9C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BD8BA16-C2D3-9350-5B9B-C6328DDCF78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DC49CD2-5C53-9E48-324F-35FA2758931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3D9061-C816-9631-14FE-A82DED0FD84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CC42472-6FC9-151E-E96C-E07DBF9BE4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0190861-61C4-95E0-2FA0-A87D11662FB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423A94F-50D5-44B8-0291-11445E5EA9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A633F2E-C1EB-92D4-3A3F-B4768CEA143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5339D88-2113-8C10-F325-6C7291A70D6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191AC-D450-AC71-9FF9-67428D776CA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1B7EFC-D4E4-AC5C-BAFC-61C0D0E9C8E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E35408-3CBB-DC3E-285C-9AA1533635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646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9945</TotalTime>
  <Words>4604</Words>
  <Application>Microsoft Macintosh PowerPoint</Application>
  <PresentationFormat>Widescreen</PresentationFormat>
  <Paragraphs>3959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399</cp:revision>
  <cp:lastPrinted>2025-12-02T00:08:17Z</cp:lastPrinted>
  <dcterms:created xsi:type="dcterms:W3CDTF">2024-03-19T02:13:08Z</dcterms:created>
  <dcterms:modified xsi:type="dcterms:W3CDTF">2026-03-09T22:43:06Z</dcterms:modified>
</cp:coreProperties>
</file>