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457" r:id="rId2"/>
    <p:sldId id="531" r:id="rId3"/>
    <p:sldId id="534" r:id="rId4"/>
    <p:sldId id="535" r:id="rId5"/>
    <p:sldId id="536" r:id="rId6"/>
    <p:sldId id="537" r:id="rId7"/>
    <p:sldId id="538" r:id="rId8"/>
    <p:sldId id="541" r:id="rId9"/>
    <p:sldId id="542" r:id="rId10"/>
    <p:sldId id="543" r:id="rId11"/>
    <p:sldId id="544" r:id="rId12"/>
    <p:sldId id="545" r:id="rId13"/>
    <p:sldId id="546" r:id="rId14"/>
    <p:sldId id="547" r:id="rId15"/>
    <p:sldId id="548" r:id="rId16"/>
    <p:sldId id="549" r:id="rId17"/>
    <p:sldId id="550" r:id="rId18"/>
    <p:sldId id="551" r:id="rId19"/>
    <p:sldId id="552" r:id="rId20"/>
    <p:sldId id="553" r:id="rId21"/>
    <p:sldId id="554" r:id="rId22"/>
    <p:sldId id="555" r:id="rId23"/>
    <p:sldId id="556" r:id="rId24"/>
    <p:sldId id="557" r:id="rId25"/>
    <p:sldId id="558" r:id="rId26"/>
    <p:sldId id="559" r:id="rId27"/>
    <p:sldId id="560" r:id="rId28"/>
    <p:sldId id="530" r:id="rId29"/>
    <p:sldId id="257" r:id="rId30"/>
    <p:sldId id="25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77"/>
    <p:restoredTop sz="94618"/>
  </p:normalViewPr>
  <p:slideViewPr>
    <p:cSldViewPr snapToGrid="0">
      <p:cViewPr varScale="1">
        <p:scale>
          <a:sx n="111" d="100"/>
          <a:sy n="111" d="100"/>
        </p:scale>
        <p:origin x="40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10/29/26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07DE6-A996-C174-E2B8-C94160F72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9FFBB-93A1-8723-6AD5-41B176A86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94175B-B39D-AF18-B812-599B8B6588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C50AB7-CEA5-1D2C-1C2F-0D80EBA2258D}"/>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740267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2352-E494-40E0-96DB-5086EFC79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9DE1B-4064-09A4-16C5-205D019A0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18D937-D99A-6376-9250-F040A2191E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AD327F-8534-BD51-0B04-50412853039D}"/>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3936183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C384-3C3F-9C19-79B9-F41A4FCA6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9E78F0-1BCB-9584-05F8-95D1EC1BCA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277C81-8234-262E-72F5-BB5C0E109A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086F19-65A9-E1AF-0A81-118ECF7F44E1}"/>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149340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BF70C-9FC0-B5CF-9FBB-019376910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39F16B-4EDB-37BA-2C81-7AA7B5097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B249E-CFAB-7FE6-01DC-315679A891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1743C4-CDE5-6DB1-6BD5-A8034CD5FC5D}"/>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1332657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3B0B4-775D-504E-271F-FF4BF94AD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2E1B8-0E8E-49CF-6986-BA1FFFB16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A152B4-4F19-EEE8-902B-E353A71F0D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3D7360-02E2-48FF-488F-02618961CC44}"/>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702147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1065D-3416-7711-82AD-88A7E6A20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83D6E-6107-DB17-4CFC-D49C5520B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64D27-DEC8-D17D-AC16-53EFD0AF60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1A0FBD-EB0F-E665-D12B-7AC5BD82C855}"/>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687212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74BD0-2F34-4D2D-8F34-4B4134421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C4153-CB78-204A-FE15-784250055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A2573A-9087-8CEE-1491-F1180D231A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F6042D-0BF4-FA57-31CD-A73C1108FF1B}"/>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1459276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E2BA-A666-DFF7-53D2-FED625FC6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33938-4897-E12E-22E1-0EFC0BD70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AE3E15-2125-CA15-CA38-5DE0CD8ABE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9B1094-ED6B-DDB2-B75A-8EB3581A1072}"/>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2466974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FF2F-16B5-FA6B-5720-A3D23589D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50086-9F8D-53A4-CD6E-40E2FD3307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C5252A-219A-C484-0F13-62F64BC6AA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836942-AAA0-97CB-79A0-2C6F74559F2B}"/>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123352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C93A8-F847-DC50-BCF8-4BB490D7B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DDEF4-47A0-AAA0-C9C4-3055C6B609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DE187-9078-7E1C-B463-6C04BC867B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185315-7DE4-5AE5-59CD-FBA24BBFF26B}"/>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2153804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5A7EA-0C09-F39C-F29C-C4A1BB825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DE8FF-18CA-33A3-B577-C401075C0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198FE-0DE2-FDAF-39F9-7D6410FD15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B2FAE4-AEE5-BB6E-081B-653364ACC165}"/>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584313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1B3D2-08B9-B928-F8E6-C4C6CAA39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7C2F7-B79B-484B-AF80-0A097EC75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4BF535-7BD2-C8D8-36C4-799B4EA70F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6E05A5-7178-156B-DB5A-22BE2940EED4}"/>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2482322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B3A83-0F8D-EAF2-88C9-0E1E22037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B06E6-60A2-0564-D967-DACBF82AE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319D2-40EB-18CF-1336-E952139FDD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6E9E44-5C6C-DB8B-6142-5E3C26D8B6F2}"/>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3964977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1DE06-CE80-A788-9B39-F2F1BF6E3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958E9-04C5-310D-2E67-BECB7EA93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610EFD-B368-FB7C-DEF6-CA8C4005F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F43C6A-2E95-586C-0EA2-7DCEEFEE8A30}"/>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396555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09550-C550-297E-5A38-4BEF298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6D94C-2B12-AD4B-2C5A-0CF2FBECF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3E93D-6572-A5B5-52E4-505EECF421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FED069-8B1B-2570-5DFF-27247B2B03B5}"/>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3553323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F89C-374F-B15F-D2BC-951EE28D3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B6113-0428-DCB4-D22C-68DE12B5D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21792-EFA1-4676-322C-4B860B39E6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DE9C43-F1C8-02E7-7677-0D6C4ABD820A}"/>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177397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97FC4-40EA-9A2F-529B-33CD3CCE8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2EE6E-D247-8E4E-69D8-57FDE38C8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5D26A6-5357-735B-6D18-179AC31868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DF35C7-CF34-46F6-C091-39D61EE71332}"/>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1362910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07EFA-BB8D-F60D-FE51-F283D3DD9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37F24-348C-301D-55E8-6C5F535621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C91D1-AC59-17DF-7050-D1BFB04BA6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40ADD7-2776-FCD1-1E2E-20640684D4A7}"/>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1506536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93ED5-66F7-B1D1-EAD3-CEB65404A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DDC68-34CB-EC73-17BA-511E869875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51C74B-EC8A-5644-04B4-64F25A04F8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5DA937-9A01-B87F-EC8A-E42B7B477A57}"/>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2480435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FAE9B-1FF0-CC6D-0DD1-2CA628DC3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62E5A-4119-A07E-5ED6-1317184E3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1490B-D504-BA9F-3FC4-FBBA6195AB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A93955-4521-E93B-FB4A-2BE36107F94F}"/>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3455185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B54D5-61CE-C4C1-6A15-6E5DF5359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66A20-E90E-484F-26BE-E8CFE12DB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10A26-43B0-CFB1-B173-2026E41B72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2159F7-F87B-51A6-7D53-2E47D81A3EE8}"/>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2410796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DD321-1DC6-E29C-2BBF-FF3EF47E02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59452-3818-9C9B-1F6C-12C515B7B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539A7-8BEA-81FB-EBE4-99079F9954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D47C65-33B5-9FFC-0F4A-C107DDF55022}"/>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4091744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747C-D29A-5325-CA8A-6245BCC02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8A5F6-BB2A-BF74-41CD-5EC2842F3F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D5E7A-27C2-9E60-3312-6974EEF847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0BB2EB-FE66-5B12-4992-DCC7D28F3300}"/>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674702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AF4AB-0E5A-1E90-5E06-633D98FF7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B4695-EFAE-D22A-1D45-6EB1B294E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E228B-4ED0-C4DE-1B3D-1C5F466197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D23A19-7BE2-16AC-6547-D9CFA769B2BB}"/>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16366559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F2493-7E02-A8B2-7C45-BCE1D558A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C9BEE-4D89-5E05-AE0A-B047A7352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E69422-B833-70F9-BB2F-F7ECB17189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08AA8A-F7FF-F1C2-66B8-6B89C436150A}"/>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2606926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3A4A9-BCD0-82D3-5F3C-EDD6FC178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C8F10-BAC1-7C59-21C1-ACA30F6026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27F28-2ED6-690E-882C-61185B08BE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5E2FE9-CFD5-EF91-4004-723128A35813}"/>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117099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EBD877-6AAA-201F-01F0-EECC7806E0BA}"/>
              </a:ext>
            </a:extLst>
          </p:cNvPr>
          <p:cNvPicPr>
            <a:picLocks noChangeAspect="1"/>
          </p:cNvPicPr>
          <p:nvPr userDrawn="1"/>
        </p:nvPicPr>
        <p:blipFill>
          <a:blip r:embed="rId2"/>
          <a:stretch>
            <a:fillRect/>
          </a:stretch>
        </p:blipFill>
        <p:spPr>
          <a:xfrm>
            <a:off x="3161565" y="751784"/>
            <a:ext cx="4546219" cy="4546219"/>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2" name="TextBox 1">
            <a:extLst>
              <a:ext uri="{FF2B5EF4-FFF2-40B4-BE49-F238E27FC236}">
                <a16:creationId xmlns:a16="http://schemas.microsoft.com/office/drawing/2014/main" id="{6FE247E9-E990-9201-6897-C677AABE10EC}"/>
              </a:ext>
            </a:extLst>
          </p:cNvPr>
          <p:cNvSpPr txBox="1"/>
          <p:nvPr userDrawn="1"/>
        </p:nvSpPr>
        <p:spPr>
          <a:xfrm>
            <a:off x="270933" y="166629"/>
            <a:ext cx="11650134" cy="1600438"/>
          </a:xfrm>
          <a:prstGeom prst="rect">
            <a:avLst/>
          </a:prstGeom>
          <a:noFill/>
        </p:spPr>
        <p:txBody>
          <a:bodyPr wrap="square" rtlCol="0">
            <a:spAutoFit/>
          </a:bodyPr>
          <a:lstStyle/>
          <a:p>
            <a:r>
              <a:rPr lang="en-US" sz="1400" b="1" kern="1200" dirty="0">
                <a:solidFill>
                  <a:schemeClr val="tx1"/>
                </a:solidFill>
                <a:effectLst/>
                <a:latin typeface="+mn-lt"/>
                <a:ea typeface="+mn-ea"/>
                <a:cs typeface="+mn-cs"/>
              </a:rPr>
              <a:t>Summer Produce by </a:t>
            </a:r>
            <a:r>
              <a:rPr lang="en-US" sz="1400" b="1" kern="1200" dirty="0" err="1">
                <a:solidFill>
                  <a:schemeClr val="tx1"/>
                </a:solidFill>
                <a:effectLst/>
                <a:latin typeface="+mn-lt"/>
                <a:ea typeface="+mn-ea"/>
                <a:cs typeface="+mn-cs"/>
              </a:rPr>
              <a:t>CtC</a:t>
            </a:r>
            <a:endParaRPr lang="en-US" sz="1400" b="0" kern="1200" dirty="0">
              <a:solidFill>
                <a:schemeClr val="tx1"/>
              </a:solidFill>
              <a:effectLst/>
              <a:latin typeface="+mn-lt"/>
              <a:ea typeface="+mn-ea"/>
              <a:cs typeface="+mn-cs"/>
            </a:endParaRPr>
          </a:p>
          <a:p>
            <a:r>
              <a:rPr lang="en-US" sz="1400" b="0" kern="1200" dirty="0">
                <a:solidFill>
                  <a:schemeClr val="tx1"/>
                </a:solidFill>
                <a:effectLst/>
                <a:latin typeface="+mn-lt"/>
                <a:ea typeface="+mn-ea"/>
                <a:cs typeface="+mn-cs"/>
              </a:rPr>
              <a:t>Normal sudoku rules apply. Each line connects two circles/pills. The sum of all digits on a line is represented by one of those circles/pills, and the product of all digits on the same line</a:t>
            </a:r>
            <a:br>
              <a:rPr lang="en-US" sz="1400" b="0" kern="1200" dirty="0">
                <a:solidFill>
                  <a:schemeClr val="tx1"/>
                </a:solidFill>
                <a:effectLst/>
                <a:latin typeface="+mn-lt"/>
                <a:ea typeface="+mn-ea"/>
                <a:cs typeface="+mn-cs"/>
              </a:rPr>
            </a:br>
            <a:r>
              <a:rPr lang="en-US" sz="1400" b="0" kern="1200" dirty="0">
                <a:solidFill>
                  <a:schemeClr val="tx1"/>
                </a:solidFill>
                <a:effectLst/>
                <a:latin typeface="+mn-lt"/>
                <a:ea typeface="+mn-ea"/>
                <a:cs typeface="+mn-cs"/>
              </a:rPr>
              <a:t>is represented by the other circle/</a:t>
            </a:r>
            <a:br>
              <a:rPr lang="en-US" sz="1400" b="0" kern="1200" dirty="0">
                <a:solidFill>
                  <a:schemeClr val="tx1"/>
                </a:solidFill>
                <a:effectLst/>
                <a:latin typeface="+mn-lt"/>
                <a:ea typeface="+mn-ea"/>
                <a:cs typeface="+mn-cs"/>
              </a:rPr>
            </a:br>
            <a:r>
              <a:rPr lang="en-US" sz="1400" b="0" kern="1200" dirty="0">
                <a:solidFill>
                  <a:schemeClr val="tx1"/>
                </a:solidFill>
                <a:effectLst/>
                <a:latin typeface="+mn-lt"/>
                <a:ea typeface="+mn-ea"/>
                <a:cs typeface="+mn-cs"/>
              </a:rPr>
              <a:t>pill. Numbers in pills are read from</a:t>
            </a:r>
            <a:br>
              <a:rPr lang="en-US" sz="1400" b="0" kern="1200" dirty="0">
                <a:solidFill>
                  <a:schemeClr val="tx1"/>
                </a:solidFill>
                <a:effectLst/>
                <a:latin typeface="+mn-lt"/>
                <a:ea typeface="+mn-ea"/>
                <a:cs typeface="+mn-cs"/>
              </a:rPr>
            </a:br>
            <a:r>
              <a:rPr lang="en-US" sz="1400" b="0" kern="1200" dirty="0">
                <a:solidFill>
                  <a:schemeClr val="tx1"/>
                </a:solidFill>
                <a:effectLst/>
                <a:latin typeface="+mn-lt"/>
                <a:ea typeface="+mn-ea"/>
                <a:cs typeface="+mn-cs"/>
              </a:rPr>
              <a:t>left to right. Digits may be repeated</a:t>
            </a:r>
            <a:br>
              <a:rPr lang="en-US" sz="1400" b="0" kern="1200" dirty="0">
                <a:solidFill>
                  <a:schemeClr val="tx1"/>
                </a:solidFill>
                <a:effectLst/>
                <a:latin typeface="+mn-lt"/>
                <a:ea typeface="+mn-ea"/>
                <a:cs typeface="+mn-cs"/>
              </a:rPr>
            </a:br>
            <a:r>
              <a:rPr lang="en-US" sz="1400" b="0" kern="1200" dirty="0">
                <a:solidFill>
                  <a:schemeClr val="tx1"/>
                </a:solidFill>
                <a:effectLst/>
                <a:latin typeface="+mn-lt"/>
                <a:ea typeface="+mn-ea"/>
                <a:cs typeface="+mn-cs"/>
              </a:rPr>
              <a:t>on lines and in circles/pills.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10/29/26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10/29/26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CA71B-9D94-83DE-CC08-4D218AF3830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F0B1A4-5D03-ABFF-19B7-B10918FF0860}"/>
              </a:ext>
            </a:extLst>
          </p:cNvPr>
          <p:cNvSpPr>
            <a:spLocks noGrp="1"/>
          </p:cNvSpPr>
          <p:nvPr>
            <p:ph sz="half" idx="1"/>
          </p:nvPr>
        </p:nvSpPr>
        <p:spPr/>
        <p:txBody>
          <a:bodyPr/>
          <a:lstStyle/>
          <a:p>
            <a:r>
              <a:rPr lang="en-US" dirty="0"/>
              <a:t>In the center block, and in the lower left block, we have two digits, other than 1, where their sum and product must both be single digits. The only possibilities for that are 2-3 and 2-4.</a:t>
            </a:r>
          </a:p>
        </p:txBody>
      </p:sp>
      <p:pic>
        <p:nvPicPr>
          <p:cNvPr id="4" name="Picture 3" descr="A grid of sudoku puzzle&#10;&#10;Description automatically generated">
            <a:extLst>
              <a:ext uri="{FF2B5EF4-FFF2-40B4-BE49-F238E27FC236}">
                <a16:creationId xmlns:a16="http://schemas.microsoft.com/office/drawing/2014/main" id="{2321FA82-5CE5-DF2A-0C69-0AE7CF4D59A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7D1A721-0AB0-9D6F-007B-FDFBDA03EAC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D827F5B-FBB7-B8D4-C568-3EC0F716ADA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BF00915-670D-CEFF-DD5C-1B826C4408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171279E-B73F-D310-7F76-9BDCE44735FA}"/>
              </a:ext>
            </a:extLst>
          </p:cNvPr>
          <p:cNvSpPr txBox="1"/>
          <p:nvPr/>
        </p:nvSpPr>
        <p:spPr>
          <a:xfrm>
            <a:off x="4143022" y="2404765"/>
            <a:ext cx="570089" cy="230832"/>
          </a:xfrm>
          <a:prstGeom prst="rect">
            <a:avLst/>
          </a:prstGeom>
          <a:noFill/>
        </p:spPr>
        <p:txBody>
          <a:bodyPr wrap="square" rtlCol="0">
            <a:spAutoFit/>
          </a:bodyPr>
          <a:lstStyle/>
          <a:p>
            <a:pPr algn="ctr"/>
            <a:r>
              <a:rPr lang="en-US" sz="900" dirty="0"/>
              <a:t>568</a:t>
            </a:r>
          </a:p>
        </p:txBody>
      </p:sp>
      <p:sp>
        <p:nvSpPr>
          <p:cNvPr id="8" name="TextBox 7">
            <a:extLst>
              <a:ext uri="{FF2B5EF4-FFF2-40B4-BE49-F238E27FC236}">
                <a16:creationId xmlns:a16="http://schemas.microsoft.com/office/drawing/2014/main" id="{7DEDD7F7-9F9A-3E9C-E47B-36E4DF5B1C19}"/>
              </a:ext>
            </a:extLst>
          </p:cNvPr>
          <p:cNvSpPr txBox="1"/>
          <p:nvPr/>
        </p:nvSpPr>
        <p:spPr>
          <a:xfrm>
            <a:off x="4645378" y="2277440"/>
            <a:ext cx="570089" cy="230832"/>
          </a:xfrm>
          <a:prstGeom prst="rect">
            <a:avLst/>
          </a:prstGeom>
          <a:noFill/>
        </p:spPr>
        <p:txBody>
          <a:bodyPr wrap="square" rtlCol="0">
            <a:spAutoFit/>
          </a:bodyPr>
          <a:lstStyle/>
          <a:p>
            <a:pPr algn="ctr"/>
            <a:r>
              <a:rPr lang="en-US" sz="900" dirty="0"/>
              <a:t>234</a:t>
            </a:r>
          </a:p>
        </p:txBody>
      </p:sp>
      <p:sp>
        <p:nvSpPr>
          <p:cNvPr id="9" name="TextBox 8">
            <a:extLst>
              <a:ext uri="{FF2B5EF4-FFF2-40B4-BE49-F238E27FC236}">
                <a16:creationId xmlns:a16="http://schemas.microsoft.com/office/drawing/2014/main" id="{8E77B2B8-6DB1-2A83-1928-7265F4A7BB9E}"/>
              </a:ext>
            </a:extLst>
          </p:cNvPr>
          <p:cNvSpPr txBox="1"/>
          <p:nvPr/>
        </p:nvSpPr>
        <p:spPr>
          <a:xfrm>
            <a:off x="4645378" y="2905709"/>
            <a:ext cx="570089" cy="230832"/>
          </a:xfrm>
          <a:prstGeom prst="rect">
            <a:avLst/>
          </a:prstGeom>
          <a:noFill/>
        </p:spPr>
        <p:txBody>
          <a:bodyPr wrap="square" rtlCol="0">
            <a:spAutoFit/>
          </a:bodyPr>
          <a:lstStyle/>
          <a:p>
            <a:pPr algn="ctr"/>
            <a:r>
              <a:rPr lang="en-US" sz="900" dirty="0"/>
              <a:t>234</a:t>
            </a:r>
          </a:p>
        </p:txBody>
      </p:sp>
      <p:sp>
        <p:nvSpPr>
          <p:cNvPr id="10" name="TextBox 9">
            <a:extLst>
              <a:ext uri="{FF2B5EF4-FFF2-40B4-BE49-F238E27FC236}">
                <a16:creationId xmlns:a16="http://schemas.microsoft.com/office/drawing/2014/main" id="{EE8789EF-C50B-0070-024C-4EB8017D5FA0}"/>
              </a:ext>
            </a:extLst>
          </p:cNvPr>
          <p:cNvSpPr txBox="1"/>
          <p:nvPr/>
        </p:nvSpPr>
        <p:spPr>
          <a:xfrm>
            <a:off x="4645378" y="3406653"/>
            <a:ext cx="570089" cy="230832"/>
          </a:xfrm>
          <a:prstGeom prst="rect">
            <a:avLst/>
          </a:prstGeom>
          <a:noFill/>
        </p:spPr>
        <p:txBody>
          <a:bodyPr wrap="square" rtlCol="0">
            <a:spAutoFit/>
          </a:bodyPr>
          <a:lstStyle/>
          <a:p>
            <a:pPr algn="ctr"/>
            <a:r>
              <a:rPr lang="en-US" sz="900" dirty="0"/>
              <a:t>568</a:t>
            </a:r>
          </a:p>
        </p:txBody>
      </p:sp>
      <p:sp>
        <p:nvSpPr>
          <p:cNvPr id="11" name="TextBox 10">
            <a:extLst>
              <a:ext uri="{FF2B5EF4-FFF2-40B4-BE49-F238E27FC236}">
                <a16:creationId xmlns:a16="http://schemas.microsoft.com/office/drawing/2014/main" id="{6DAA9A0D-01AC-911C-C1AA-B6D508BB9292}"/>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300FF215-CADB-DB87-B173-FA7DA313DC50}"/>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13" name="TextBox 12">
            <a:extLst>
              <a:ext uri="{FF2B5EF4-FFF2-40B4-BE49-F238E27FC236}">
                <a16:creationId xmlns:a16="http://schemas.microsoft.com/office/drawing/2014/main" id="{F8494B98-6111-1A4A-EE7C-9AB0B40C785A}"/>
              </a:ext>
            </a:extLst>
          </p:cNvPr>
          <p:cNvSpPr txBox="1"/>
          <p:nvPr/>
        </p:nvSpPr>
        <p:spPr>
          <a:xfrm>
            <a:off x="3138310" y="4909484"/>
            <a:ext cx="570089" cy="230832"/>
          </a:xfrm>
          <a:prstGeom prst="rect">
            <a:avLst/>
          </a:prstGeom>
          <a:noFill/>
        </p:spPr>
        <p:txBody>
          <a:bodyPr wrap="square" rtlCol="0">
            <a:spAutoFit/>
          </a:bodyPr>
          <a:lstStyle/>
          <a:p>
            <a:pPr algn="ctr"/>
            <a:r>
              <a:rPr lang="en-US" sz="900" dirty="0"/>
              <a:t>568</a:t>
            </a:r>
          </a:p>
        </p:txBody>
      </p:sp>
    </p:spTree>
    <p:extLst>
      <p:ext uri="{BB962C8B-B14F-4D97-AF65-F5344CB8AC3E}">
        <p14:creationId xmlns:p14="http://schemas.microsoft.com/office/powerpoint/2010/main" val="2895750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239BB-D9C6-B096-3F4B-81A85FA32D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FCC62D-C2B8-6E52-87D3-78F4E2A1A983}"/>
              </a:ext>
            </a:extLst>
          </p:cNvPr>
          <p:cNvSpPr>
            <a:spLocks noGrp="1"/>
          </p:cNvSpPr>
          <p:nvPr>
            <p:ph sz="half" idx="1"/>
          </p:nvPr>
        </p:nvSpPr>
        <p:spPr/>
        <p:txBody>
          <a:bodyPr>
            <a:normAutofit lnSpcReduction="10000"/>
          </a:bodyPr>
          <a:lstStyle/>
          <a:p>
            <a:r>
              <a:rPr lang="en-US" dirty="0"/>
              <a:t>The product of two digits is always greater than the sum of those digits, unless one of the digits is 1 or they both are 2. So, in Column 3, the one-digit sum is on the bottom, and the two-digit product is on the top. There are no two integers that sum to 5 or 6 that, when multiplied, result in a 2-digit number.</a:t>
            </a:r>
          </a:p>
        </p:txBody>
      </p:sp>
      <p:pic>
        <p:nvPicPr>
          <p:cNvPr id="4" name="Picture 3" descr="A grid of sudoku puzzle&#10;&#10;Description automatically generated">
            <a:extLst>
              <a:ext uri="{FF2B5EF4-FFF2-40B4-BE49-F238E27FC236}">
                <a16:creationId xmlns:a16="http://schemas.microsoft.com/office/drawing/2014/main" id="{5653588D-AFD5-C9EA-BCAE-D10EDF3D463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EAFF66B-28A9-9BA5-DD7B-43C08E4CC5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65B1DB8-9073-676A-6566-42734FEC9EE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9B60FEC-8A12-2FDB-B8DD-6CB3B46BA8DD}"/>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5AE73803-BD30-F76A-6F70-94C0F5C37441}"/>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CE707827-B9CF-81A5-1643-EB2DCCFED37B}"/>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0A41AC6E-4461-6368-560E-A73A3E95F55B}"/>
              </a:ext>
            </a:extLst>
          </p:cNvPr>
          <p:cNvSpPr txBox="1"/>
          <p:nvPr/>
        </p:nvSpPr>
        <p:spPr>
          <a:xfrm>
            <a:off x="4143022" y="3907597"/>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E23DC710-5FE3-B380-A7C2-B7CDD8BE89A7}"/>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13" name="TextBox 12">
            <a:extLst>
              <a:ext uri="{FF2B5EF4-FFF2-40B4-BE49-F238E27FC236}">
                <a16:creationId xmlns:a16="http://schemas.microsoft.com/office/drawing/2014/main" id="{0084F440-460B-CE9E-5DA6-9E8782F3C9A6}"/>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61D4049D-4ED8-4840-B165-913E5D64E5B5}"/>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3CFC10CB-6EA4-F94E-19F7-82977428033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845370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E31FC-3AC7-7749-0B47-5555BFD621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78B30-D622-74D1-1F28-5E4391B21713}"/>
              </a:ext>
            </a:extLst>
          </p:cNvPr>
          <p:cNvSpPr>
            <a:spLocks noGrp="1"/>
          </p:cNvSpPr>
          <p:nvPr>
            <p:ph sz="half" idx="1"/>
          </p:nvPr>
        </p:nvSpPr>
        <p:spPr/>
        <p:txBody>
          <a:bodyPr>
            <a:normAutofit/>
          </a:bodyPr>
          <a:lstStyle/>
          <a:p>
            <a:r>
              <a:rPr lang="en-US" dirty="0"/>
              <a:t>The two possibilities for the line in Column 3 are 2×6=12 and 3×5=15, but only the latter fits.</a:t>
            </a:r>
          </a:p>
        </p:txBody>
      </p:sp>
      <p:pic>
        <p:nvPicPr>
          <p:cNvPr id="4" name="Picture 3" descr="A grid of sudoku puzzle&#10;&#10;Description automatically generated">
            <a:extLst>
              <a:ext uri="{FF2B5EF4-FFF2-40B4-BE49-F238E27FC236}">
                <a16:creationId xmlns:a16="http://schemas.microsoft.com/office/drawing/2014/main" id="{0EF5CBBC-1225-B6C0-DAB1-EF7F85B1DC3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29CCE83-EFA0-B662-FF56-99C5196088D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7CBBE30-2929-7353-EDDA-75737A7BDF7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4C6A8CC-371B-2677-4B7D-E16AD5ED2779}"/>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38C7C5DF-B80A-1016-0DAB-B98586F61A15}"/>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C763D77C-DC7F-7FFE-1BFF-E179D4D9CBE2}"/>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752F06FF-E310-78FD-9957-03F493617AD6}"/>
              </a:ext>
            </a:extLst>
          </p:cNvPr>
          <p:cNvSpPr txBox="1"/>
          <p:nvPr/>
        </p:nvSpPr>
        <p:spPr>
          <a:xfrm>
            <a:off x="4143022"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70D24940-185D-6F00-8AD6-D365D77ADED0}"/>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13" name="TextBox 12">
            <a:extLst>
              <a:ext uri="{FF2B5EF4-FFF2-40B4-BE49-F238E27FC236}">
                <a16:creationId xmlns:a16="http://schemas.microsoft.com/office/drawing/2014/main" id="{07EF6E5D-C343-6C1A-7CC9-9F74DFAF5154}"/>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6D841F76-967F-7F3D-B9B2-CFCE0A7342F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3189A625-A204-4D03-0984-4660543E6C2E}"/>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201120E0-5796-AD47-8B95-354DD85E2669}"/>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726BE078-1DF8-5DD8-2B0F-CC4C1EF4809B}"/>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02AA8148-94C0-A6E7-2FB5-A7B5EDC1AC1F}"/>
              </a:ext>
            </a:extLst>
          </p:cNvPr>
          <p:cNvSpPr txBox="1"/>
          <p:nvPr/>
        </p:nvSpPr>
        <p:spPr>
          <a:xfrm>
            <a:off x="4143022" y="1402877"/>
            <a:ext cx="570089" cy="230832"/>
          </a:xfrm>
          <a:prstGeom prst="rect">
            <a:avLst/>
          </a:prstGeom>
          <a:no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7892BFDB-8B97-B584-EB38-AEFBE0B9C3B9}"/>
              </a:ext>
            </a:extLst>
          </p:cNvPr>
          <p:cNvSpPr txBox="1"/>
          <p:nvPr/>
        </p:nvSpPr>
        <p:spPr>
          <a:xfrm>
            <a:off x="4143022" y="1903821"/>
            <a:ext cx="570089" cy="230832"/>
          </a:xfrm>
          <a:prstGeom prst="rect">
            <a:avLst/>
          </a:prstGeom>
          <a:noFill/>
        </p:spPr>
        <p:txBody>
          <a:bodyPr wrap="square" rtlCol="0">
            <a:spAutoFit/>
          </a:bodyPr>
          <a:lstStyle/>
          <a:p>
            <a:pPr algn="ctr"/>
            <a:r>
              <a:rPr lang="en-US" sz="900" dirty="0"/>
              <a:t>53</a:t>
            </a:r>
          </a:p>
        </p:txBody>
      </p:sp>
    </p:spTree>
    <p:extLst>
      <p:ext uri="{BB962C8B-B14F-4D97-AF65-F5344CB8AC3E}">
        <p14:creationId xmlns:p14="http://schemas.microsoft.com/office/powerpoint/2010/main" val="1070697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8A17E-702C-D161-5939-3C82D45A918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F5BEE6-C051-9F23-5450-EC233F3A280C}"/>
              </a:ext>
            </a:extLst>
          </p:cNvPr>
          <p:cNvSpPr>
            <a:spLocks noGrp="1"/>
          </p:cNvSpPr>
          <p:nvPr>
            <p:ph sz="half" idx="1"/>
          </p:nvPr>
        </p:nvSpPr>
        <p:spPr/>
        <p:txBody>
          <a:bodyPr>
            <a:normAutofit/>
          </a:bodyPr>
          <a:lstStyle/>
          <a:p>
            <a:r>
              <a:rPr lang="en-US" dirty="0"/>
              <a:t>The 10’s digit on a 2-digit sum can be at most 1, and there can be no further 1’s in Row 1.  Therefore, these must be the sums.</a:t>
            </a:r>
          </a:p>
        </p:txBody>
      </p:sp>
      <p:pic>
        <p:nvPicPr>
          <p:cNvPr id="4" name="Picture 3" descr="A grid of sudoku puzzle&#10;&#10;Description automatically generated">
            <a:extLst>
              <a:ext uri="{FF2B5EF4-FFF2-40B4-BE49-F238E27FC236}">
                <a16:creationId xmlns:a16="http://schemas.microsoft.com/office/drawing/2014/main" id="{C1AF6178-1AB8-848D-E666-AF94D279DC3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51DFE3D-096E-8FDB-53E3-17FAA9CBA9D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0995701-EAC5-CCF0-B2C9-0B0120D8E4A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66C7332-27EE-E9CE-41E0-7DC0B9823CBE}"/>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2900D71B-AEA2-F702-8420-88386115F41D}"/>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BC4FE043-38F4-0E0A-B658-F6246DE226B0}"/>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D34C191F-1D15-A7A3-D8D0-5950B15BCE5B}"/>
              </a:ext>
            </a:extLst>
          </p:cNvPr>
          <p:cNvSpPr txBox="1"/>
          <p:nvPr/>
        </p:nvSpPr>
        <p:spPr>
          <a:xfrm>
            <a:off x="4143022"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DF480D03-6BBA-0B03-3ED2-CBB5D8D2C8CE}"/>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13" name="TextBox 12">
            <a:extLst>
              <a:ext uri="{FF2B5EF4-FFF2-40B4-BE49-F238E27FC236}">
                <a16:creationId xmlns:a16="http://schemas.microsoft.com/office/drawing/2014/main" id="{16BAB215-9B04-A542-46E4-56C6F3BD234D}"/>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1B3684B3-1356-F448-1EDF-BFDB522B6A9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C7C6CB9F-0390-B7E9-1C1F-480B992D814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89949871-2F80-099A-73EF-84BED54F67A7}"/>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B47317D8-D188-EA41-809B-08FE018C81DE}"/>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B46BFF90-995F-2626-534E-6B26F8992E22}"/>
              </a:ext>
            </a:extLst>
          </p:cNvPr>
          <p:cNvSpPr txBox="1"/>
          <p:nvPr/>
        </p:nvSpPr>
        <p:spPr>
          <a:xfrm>
            <a:off x="4143022" y="1402877"/>
            <a:ext cx="570089" cy="230832"/>
          </a:xfrm>
          <a:prstGeom prst="rect">
            <a:avLst/>
          </a:prstGeom>
          <a:no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AB5D2419-5B3E-BC38-8282-C99693274EFB}"/>
              </a:ext>
            </a:extLst>
          </p:cNvPr>
          <p:cNvSpPr txBox="1"/>
          <p:nvPr/>
        </p:nvSpPr>
        <p:spPr>
          <a:xfrm>
            <a:off x="4143022" y="1903821"/>
            <a:ext cx="570089" cy="230832"/>
          </a:xfrm>
          <a:prstGeom prst="rect">
            <a:avLst/>
          </a:prstGeom>
          <a:noFill/>
        </p:spPr>
        <p:txBody>
          <a:bodyPr wrap="square" rtlCol="0">
            <a:spAutoFit/>
          </a:bodyPr>
          <a:lstStyle/>
          <a:p>
            <a:pPr algn="ctr"/>
            <a:r>
              <a:rPr lang="en-US" sz="900" dirty="0"/>
              <a:t>53</a:t>
            </a:r>
          </a:p>
        </p:txBody>
      </p:sp>
      <p:sp>
        <p:nvSpPr>
          <p:cNvPr id="18" name="TextBox 17">
            <a:extLst>
              <a:ext uri="{FF2B5EF4-FFF2-40B4-BE49-F238E27FC236}">
                <a16:creationId xmlns:a16="http://schemas.microsoft.com/office/drawing/2014/main" id="{AE15D251-1391-096B-DBC0-9B3A3371BB4F}"/>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6A520A35-0C97-1368-5485-35E98649DDCF}"/>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18268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27ED1-6200-3CB5-CC02-C3314971D4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1E30FE-D7A1-E249-76EE-8A9125699945}"/>
              </a:ext>
            </a:extLst>
          </p:cNvPr>
          <p:cNvSpPr>
            <a:spLocks noGrp="1"/>
          </p:cNvSpPr>
          <p:nvPr>
            <p:ph sz="half" idx="1"/>
          </p:nvPr>
        </p:nvSpPr>
        <p:spPr/>
        <p:txBody>
          <a:bodyPr>
            <a:normAutofit/>
          </a:bodyPr>
          <a:lstStyle/>
          <a:p>
            <a:r>
              <a:rPr lang="en-US" dirty="0"/>
              <a:t>In the bottom center block, the 2-4 solution is precluded. 2-3 has a sum of 5, which is precluded. So, this line must contain a 1.</a:t>
            </a:r>
          </a:p>
        </p:txBody>
      </p:sp>
      <p:pic>
        <p:nvPicPr>
          <p:cNvPr id="4" name="Picture 3" descr="A grid of sudoku puzzle&#10;&#10;Description automatically generated">
            <a:extLst>
              <a:ext uri="{FF2B5EF4-FFF2-40B4-BE49-F238E27FC236}">
                <a16:creationId xmlns:a16="http://schemas.microsoft.com/office/drawing/2014/main" id="{33A9FE79-72E0-E964-414C-D16FCC20039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5B5E516-2B6F-B084-BA0A-8190FBA7394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25FA85C-4F26-CA11-F12B-D9AC99791F3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11D8F2-C227-6026-EE53-3EA13F454370}"/>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DA927989-25C7-179A-679B-B9627887691A}"/>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406DB897-D12A-28B8-A37B-9DA50CA1854D}"/>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DACC3790-BEC0-8B16-D67B-F92FC53494F2}"/>
              </a:ext>
            </a:extLst>
          </p:cNvPr>
          <p:cNvSpPr txBox="1"/>
          <p:nvPr/>
        </p:nvSpPr>
        <p:spPr>
          <a:xfrm>
            <a:off x="4143022"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8CA5C647-EE70-3EB0-AA61-92C0A2B7B081}"/>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13" name="TextBox 12">
            <a:extLst>
              <a:ext uri="{FF2B5EF4-FFF2-40B4-BE49-F238E27FC236}">
                <a16:creationId xmlns:a16="http://schemas.microsoft.com/office/drawing/2014/main" id="{3DF870DF-2DF7-5005-3893-19B2C3E5B827}"/>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7EED0D4A-A894-2E8F-7269-54E51A0F2C0D}"/>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7C899DCF-C28A-302D-9DEC-F7F6CE3CCF9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9581D4B2-18AB-B6E8-16F5-3F2B711E03A8}"/>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C9995688-47B3-F64F-253F-E042864C907D}"/>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8792C92C-AD54-82D6-2B4E-019D87BE502C}"/>
              </a:ext>
            </a:extLst>
          </p:cNvPr>
          <p:cNvSpPr txBox="1"/>
          <p:nvPr/>
        </p:nvSpPr>
        <p:spPr>
          <a:xfrm>
            <a:off x="4143022" y="1402877"/>
            <a:ext cx="570089" cy="230832"/>
          </a:xfrm>
          <a:prstGeom prst="rect">
            <a:avLst/>
          </a:prstGeom>
          <a:no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EB076A3E-B216-F9C0-1928-D644A4C9058A}"/>
              </a:ext>
            </a:extLst>
          </p:cNvPr>
          <p:cNvSpPr txBox="1"/>
          <p:nvPr/>
        </p:nvSpPr>
        <p:spPr>
          <a:xfrm>
            <a:off x="4143022" y="1903821"/>
            <a:ext cx="570089" cy="230832"/>
          </a:xfrm>
          <a:prstGeom prst="rect">
            <a:avLst/>
          </a:prstGeom>
          <a:noFill/>
        </p:spPr>
        <p:txBody>
          <a:bodyPr wrap="square" rtlCol="0">
            <a:spAutoFit/>
          </a:bodyPr>
          <a:lstStyle/>
          <a:p>
            <a:pPr algn="ctr"/>
            <a:r>
              <a:rPr lang="en-US" sz="900" dirty="0"/>
              <a:t>53</a:t>
            </a:r>
          </a:p>
        </p:txBody>
      </p:sp>
      <p:sp>
        <p:nvSpPr>
          <p:cNvPr id="18" name="TextBox 17">
            <a:extLst>
              <a:ext uri="{FF2B5EF4-FFF2-40B4-BE49-F238E27FC236}">
                <a16:creationId xmlns:a16="http://schemas.microsoft.com/office/drawing/2014/main" id="{E4F0F922-CA48-D01C-C512-BC7922F19401}"/>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E52F48D-2252-1194-45CF-155F5A5A42BD}"/>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3F52D23-0077-3562-6F70-EC1C3E08B647}"/>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B6A0A223-262A-2050-EA9A-3D466FCC467F}"/>
              </a:ext>
            </a:extLst>
          </p:cNvPr>
          <p:cNvSpPr txBox="1"/>
          <p:nvPr/>
        </p:nvSpPr>
        <p:spPr>
          <a:xfrm>
            <a:off x="5147734" y="3907597"/>
            <a:ext cx="570089" cy="230832"/>
          </a:xfrm>
          <a:prstGeom prst="rect">
            <a:avLst/>
          </a:prstGeom>
          <a:noFill/>
        </p:spPr>
        <p:txBody>
          <a:bodyPr wrap="square" rtlCol="0">
            <a:spAutoFit/>
          </a:bodyPr>
          <a:lstStyle/>
          <a:p>
            <a:pPr algn="ctr"/>
            <a:r>
              <a:rPr lang="en-US" sz="900" dirty="0"/>
              <a:t>56</a:t>
            </a:r>
          </a:p>
        </p:txBody>
      </p:sp>
      <p:sp>
        <p:nvSpPr>
          <p:cNvPr id="22" name="TextBox 21">
            <a:extLst>
              <a:ext uri="{FF2B5EF4-FFF2-40B4-BE49-F238E27FC236}">
                <a16:creationId xmlns:a16="http://schemas.microsoft.com/office/drawing/2014/main" id="{421E6EE8-3B4C-53A9-D2B8-BCC34298FF8E}"/>
              </a:ext>
            </a:extLst>
          </p:cNvPr>
          <p:cNvSpPr txBox="1"/>
          <p:nvPr/>
        </p:nvSpPr>
        <p:spPr>
          <a:xfrm>
            <a:off x="4143022" y="4909484"/>
            <a:ext cx="570089" cy="230832"/>
          </a:xfrm>
          <a:prstGeom prst="rect">
            <a:avLst/>
          </a:prstGeom>
          <a:noFill/>
        </p:spPr>
        <p:txBody>
          <a:bodyPr wrap="square" rtlCol="0">
            <a:spAutoFit/>
          </a:bodyPr>
          <a:lstStyle/>
          <a:p>
            <a:pPr algn="ctr"/>
            <a:r>
              <a:rPr lang="en-US" sz="900" dirty="0"/>
              <a:t>57</a:t>
            </a:r>
          </a:p>
        </p:txBody>
      </p:sp>
    </p:spTree>
    <p:extLst>
      <p:ext uri="{BB962C8B-B14F-4D97-AF65-F5344CB8AC3E}">
        <p14:creationId xmlns:p14="http://schemas.microsoft.com/office/powerpoint/2010/main" val="4093293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03591-5700-E1CE-A6DD-414ED07838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2C794C-80A8-89C1-FAD6-F00CAC3AD936}"/>
              </a:ext>
            </a:extLst>
          </p:cNvPr>
          <p:cNvSpPr>
            <a:spLocks noGrp="1"/>
          </p:cNvSpPr>
          <p:nvPr>
            <p:ph sz="half" idx="1"/>
          </p:nvPr>
        </p:nvSpPr>
        <p:spPr/>
        <p:txBody>
          <a:bodyPr>
            <a:normAutofit/>
          </a:bodyPr>
          <a:lstStyle/>
          <a:p>
            <a:r>
              <a:rPr lang="en-US" dirty="0"/>
              <a:t>Again, a 5 in the circle is precluded.</a:t>
            </a:r>
          </a:p>
        </p:txBody>
      </p:sp>
      <p:pic>
        <p:nvPicPr>
          <p:cNvPr id="4" name="Picture 3" descr="A grid of sudoku puzzle&#10;&#10;Description automatically generated">
            <a:extLst>
              <a:ext uri="{FF2B5EF4-FFF2-40B4-BE49-F238E27FC236}">
                <a16:creationId xmlns:a16="http://schemas.microsoft.com/office/drawing/2014/main" id="{5CD23197-10DF-D387-F479-3FEDB3A3F1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4A9C266-20D7-F751-8407-17201F62F1D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899541F-F17C-B56A-4373-032FBBF00B7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CD6BA5A-08C7-FCCE-3DAD-2D18107CA4BE}"/>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F2D52E6A-22DE-78AF-F5D2-2806E90DD5D9}"/>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7C72A083-2EC6-72A7-4751-BC32B68CE530}"/>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0F679A5C-5B29-E7C4-D57D-49050F574B42}"/>
              </a:ext>
            </a:extLst>
          </p:cNvPr>
          <p:cNvSpPr txBox="1"/>
          <p:nvPr/>
        </p:nvSpPr>
        <p:spPr>
          <a:xfrm>
            <a:off x="4143022"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DF3CB024-3E64-7C1E-3624-C28FEA0BA0E1}"/>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13" name="TextBox 12">
            <a:extLst>
              <a:ext uri="{FF2B5EF4-FFF2-40B4-BE49-F238E27FC236}">
                <a16:creationId xmlns:a16="http://schemas.microsoft.com/office/drawing/2014/main" id="{75406B3A-ECB4-FBDD-4DEF-1C7D1E5C0366}"/>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E5207184-A65E-02AF-27E4-865D337DBD2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165087E6-783D-70FB-B2A3-DB5731CF889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78ECE471-4A86-D0CD-5E04-1A2400A442BC}"/>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7B71F07-C15C-AE43-28BC-D6466A0C0240}"/>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82FCAAB5-A2F9-801D-8FB1-0543B4F46A83}"/>
              </a:ext>
            </a:extLst>
          </p:cNvPr>
          <p:cNvSpPr txBox="1"/>
          <p:nvPr/>
        </p:nvSpPr>
        <p:spPr>
          <a:xfrm>
            <a:off x="4143022" y="1402877"/>
            <a:ext cx="570089" cy="230832"/>
          </a:xfrm>
          <a:prstGeom prst="rect">
            <a:avLst/>
          </a:prstGeom>
          <a:no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854533B4-64CA-40F8-72F3-33CED2C2D4E6}"/>
              </a:ext>
            </a:extLst>
          </p:cNvPr>
          <p:cNvSpPr txBox="1"/>
          <p:nvPr/>
        </p:nvSpPr>
        <p:spPr>
          <a:xfrm>
            <a:off x="4143022" y="1903821"/>
            <a:ext cx="570089" cy="230832"/>
          </a:xfrm>
          <a:prstGeom prst="rect">
            <a:avLst/>
          </a:prstGeom>
          <a:noFill/>
        </p:spPr>
        <p:txBody>
          <a:bodyPr wrap="square" rtlCol="0">
            <a:spAutoFit/>
          </a:bodyPr>
          <a:lstStyle/>
          <a:p>
            <a:pPr algn="ctr"/>
            <a:r>
              <a:rPr lang="en-US" sz="900" dirty="0"/>
              <a:t>53</a:t>
            </a:r>
          </a:p>
        </p:txBody>
      </p:sp>
      <p:sp>
        <p:nvSpPr>
          <p:cNvPr id="18" name="TextBox 17">
            <a:extLst>
              <a:ext uri="{FF2B5EF4-FFF2-40B4-BE49-F238E27FC236}">
                <a16:creationId xmlns:a16="http://schemas.microsoft.com/office/drawing/2014/main" id="{EE625412-21EE-5D92-0DCA-FD1EEAE21931}"/>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54D63A9-C1F2-2526-A637-970613F2BBBF}"/>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6187DC2-AD17-72CA-C47A-345568B5B440}"/>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E08EA747-299F-C6DA-D09C-221F91BD79F1}"/>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EADDB964-F388-289A-8279-FC4B88827A85}"/>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485294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B8B25-D597-AEBA-7B40-FF9564092F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CDD611-3546-8A85-577F-3AABE3FD61B6}"/>
              </a:ext>
            </a:extLst>
          </p:cNvPr>
          <p:cNvSpPr>
            <a:spLocks noGrp="1"/>
          </p:cNvSpPr>
          <p:nvPr>
            <p:ph sz="half" idx="1"/>
          </p:nvPr>
        </p:nvSpPr>
        <p:spPr/>
        <p:txBody>
          <a:bodyPr>
            <a:normAutofit/>
          </a:bodyPr>
          <a:lstStyle/>
          <a:p>
            <a:r>
              <a:rPr lang="en-US" dirty="0"/>
              <a:t>In the upper left block, we are looking for two digits with a sum &gt; 11, with a product &gt; 20, which don’t conflict with the existing 3’s and 5’s, and which don’t repeat a multiplicand in the product. The possibilities are 6-7 (13, 42) and 8-9 (17, 72).</a:t>
            </a:r>
          </a:p>
        </p:txBody>
      </p:sp>
      <p:pic>
        <p:nvPicPr>
          <p:cNvPr id="4" name="Picture 3" descr="A grid of sudoku puzzle&#10;&#10;Description automatically generated">
            <a:extLst>
              <a:ext uri="{FF2B5EF4-FFF2-40B4-BE49-F238E27FC236}">
                <a16:creationId xmlns:a16="http://schemas.microsoft.com/office/drawing/2014/main" id="{AD91EC59-5EFD-570A-67D2-4B9664E5331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018734A-2C17-089D-C4E0-ED7060FAB52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717157D-A425-0823-70DA-3F40C560B99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76C9406-3274-DEA0-3CAF-81ECD854B937}"/>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37EE29AD-408A-6A2C-E1D7-D1450EC31A13}"/>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F94C9A90-0181-FA4E-7702-E1F892EFF274}"/>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1" name="TextBox 10">
            <a:extLst>
              <a:ext uri="{FF2B5EF4-FFF2-40B4-BE49-F238E27FC236}">
                <a16:creationId xmlns:a16="http://schemas.microsoft.com/office/drawing/2014/main" id="{FBB9E5FF-3DBC-CE3C-17C7-2234241551E8}"/>
              </a:ext>
            </a:extLst>
          </p:cNvPr>
          <p:cNvSpPr txBox="1"/>
          <p:nvPr/>
        </p:nvSpPr>
        <p:spPr>
          <a:xfrm>
            <a:off x="4143022" y="3907597"/>
            <a:ext cx="570089" cy="230832"/>
          </a:xfrm>
          <a:prstGeom prst="rect">
            <a:avLst/>
          </a:prstGeom>
          <a:noFill/>
        </p:spPr>
        <p:txBody>
          <a:bodyPr wrap="square" rtlCol="0">
            <a:spAutoFit/>
          </a:bodyPr>
          <a:lstStyle/>
          <a:p>
            <a:pPr algn="ctr"/>
            <a:r>
              <a:rPr lang="en-US" sz="900" dirty="0"/>
              <a:t>24</a:t>
            </a:r>
          </a:p>
        </p:txBody>
      </p:sp>
      <p:sp>
        <p:nvSpPr>
          <p:cNvPr id="12" name="TextBox 11">
            <a:extLst>
              <a:ext uri="{FF2B5EF4-FFF2-40B4-BE49-F238E27FC236}">
                <a16:creationId xmlns:a16="http://schemas.microsoft.com/office/drawing/2014/main" id="{D98D4FA6-26F1-030F-73F2-00A738E16EA1}"/>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13" name="TextBox 12">
            <a:extLst>
              <a:ext uri="{FF2B5EF4-FFF2-40B4-BE49-F238E27FC236}">
                <a16:creationId xmlns:a16="http://schemas.microsoft.com/office/drawing/2014/main" id="{844E360C-A51B-611E-87A0-49D56A9B7F88}"/>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6EBE4A15-9E4E-F7E5-D198-12029BA8EEF1}"/>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B8A16999-7652-D1D5-438D-AC17E3F32D6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69B13CB3-FE72-9616-CFED-7DD317FBF159}"/>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D2DA1367-5578-D6A0-D329-940404D5156C}"/>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DB80AA80-4F0E-8BE5-11EA-68A41A7E9ED3}"/>
              </a:ext>
            </a:extLst>
          </p:cNvPr>
          <p:cNvSpPr txBox="1"/>
          <p:nvPr/>
        </p:nvSpPr>
        <p:spPr>
          <a:xfrm>
            <a:off x="4143022" y="1402877"/>
            <a:ext cx="570089" cy="230832"/>
          </a:xfrm>
          <a:prstGeom prst="rect">
            <a:avLst/>
          </a:prstGeom>
          <a:no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97C9AD1F-E40C-193A-465A-91DB20553654}"/>
              </a:ext>
            </a:extLst>
          </p:cNvPr>
          <p:cNvSpPr txBox="1"/>
          <p:nvPr/>
        </p:nvSpPr>
        <p:spPr>
          <a:xfrm>
            <a:off x="4143022" y="1903821"/>
            <a:ext cx="570089" cy="230832"/>
          </a:xfrm>
          <a:prstGeom prst="rect">
            <a:avLst/>
          </a:prstGeom>
          <a:noFill/>
        </p:spPr>
        <p:txBody>
          <a:bodyPr wrap="square" rtlCol="0">
            <a:spAutoFit/>
          </a:bodyPr>
          <a:lstStyle/>
          <a:p>
            <a:pPr algn="ctr"/>
            <a:r>
              <a:rPr lang="en-US" sz="900" dirty="0"/>
              <a:t>53</a:t>
            </a:r>
          </a:p>
        </p:txBody>
      </p:sp>
      <p:sp>
        <p:nvSpPr>
          <p:cNvPr id="18" name="TextBox 17">
            <a:extLst>
              <a:ext uri="{FF2B5EF4-FFF2-40B4-BE49-F238E27FC236}">
                <a16:creationId xmlns:a16="http://schemas.microsoft.com/office/drawing/2014/main" id="{8F610C8F-8354-10F5-C66E-E3E04B4A0D84}"/>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2B4ECAA-76F3-F500-65EB-BC48CC7C82A8}"/>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2E86471-4FB6-FAD3-C2B2-236A10B450EA}"/>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CDD7A4F6-77F6-3B2B-04E8-BEC48F6D2071}"/>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2535A038-E8E1-343E-73D2-801F53180C08}"/>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126B9D5E-A577-BEAB-ED7B-2F96443F7570}"/>
              </a:ext>
            </a:extLst>
          </p:cNvPr>
          <p:cNvSpPr txBox="1"/>
          <p:nvPr/>
        </p:nvSpPr>
        <p:spPr>
          <a:xfrm>
            <a:off x="3138310" y="901933"/>
            <a:ext cx="570089" cy="230832"/>
          </a:xfrm>
          <a:prstGeom prst="rect">
            <a:avLst/>
          </a:prstGeom>
          <a:noFill/>
        </p:spPr>
        <p:txBody>
          <a:bodyPr wrap="square" rtlCol="0">
            <a:spAutoFit/>
          </a:bodyPr>
          <a:lstStyle/>
          <a:p>
            <a:pPr algn="ctr"/>
            <a:r>
              <a:rPr lang="en-US" sz="900" dirty="0"/>
              <a:t>47</a:t>
            </a:r>
          </a:p>
        </p:txBody>
      </p:sp>
      <p:sp>
        <p:nvSpPr>
          <p:cNvPr id="22" name="TextBox 21">
            <a:extLst>
              <a:ext uri="{FF2B5EF4-FFF2-40B4-BE49-F238E27FC236}">
                <a16:creationId xmlns:a16="http://schemas.microsoft.com/office/drawing/2014/main" id="{F2C9FA64-395C-A392-B345-EB84C011E150}"/>
              </a:ext>
            </a:extLst>
          </p:cNvPr>
          <p:cNvSpPr txBox="1"/>
          <p:nvPr/>
        </p:nvSpPr>
        <p:spPr>
          <a:xfrm>
            <a:off x="3138310" y="1402877"/>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3C1837AB-F8ED-438C-EA01-A0C477BF8BD6}"/>
              </a:ext>
            </a:extLst>
          </p:cNvPr>
          <p:cNvSpPr txBox="1"/>
          <p:nvPr/>
        </p:nvSpPr>
        <p:spPr>
          <a:xfrm>
            <a:off x="3138310" y="1903821"/>
            <a:ext cx="570089" cy="230832"/>
          </a:xfrm>
          <a:prstGeom prst="rect">
            <a:avLst/>
          </a:prstGeom>
          <a:noFill/>
        </p:spPr>
        <p:txBody>
          <a:bodyPr wrap="square" rtlCol="0">
            <a:spAutoFit/>
          </a:bodyPr>
          <a:lstStyle/>
          <a:p>
            <a:pPr algn="ctr"/>
            <a:r>
              <a:rPr lang="en-US" sz="900" dirty="0"/>
              <a:t>7698</a:t>
            </a:r>
          </a:p>
        </p:txBody>
      </p:sp>
      <p:sp>
        <p:nvSpPr>
          <p:cNvPr id="26" name="TextBox 25">
            <a:extLst>
              <a:ext uri="{FF2B5EF4-FFF2-40B4-BE49-F238E27FC236}">
                <a16:creationId xmlns:a16="http://schemas.microsoft.com/office/drawing/2014/main" id="{0ED93B77-DB72-54E1-C9CC-44F2F5C7C43D}"/>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27" name="TextBox 26">
            <a:extLst>
              <a:ext uri="{FF2B5EF4-FFF2-40B4-BE49-F238E27FC236}">
                <a16:creationId xmlns:a16="http://schemas.microsoft.com/office/drawing/2014/main" id="{EDE3827F-A61D-4D5C-1499-F40353878933}"/>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008067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6892A-3BA8-9A67-C183-B3C0748E03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1FEDDD-E185-C1EC-D347-A7B632BEAAF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FF1F187-B753-7FA1-5405-B5E9146A0A1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2A6FE7-3C08-A377-1596-B1F05B376A3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4F9E1A-578D-835F-8200-14843707EBB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CA449A1-70FE-4430-F5A1-539167C7868F}"/>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C1930137-7FA7-5651-7167-90ECC88D4700}"/>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01133C09-508B-179E-E2F0-BE271A93BDA1}"/>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2" name="TextBox 11">
            <a:extLst>
              <a:ext uri="{FF2B5EF4-FFF2-40B4-BE49-F238E27FC236}">
                <a16:creationId xmlns:a16="http://schemas.microsoft.com/office/drawing/2014/main" id="{0116FB37-269C-C969-ACA3-7DAB669905AD}"/>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3F7612F7-E11B-FE40-5C74-99348D8323ED}"/>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891CD5E5-31C9-1B70-DE35-3F80A8936A4F}"/>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FE0F826B-4108-CCC7-6CDC-EADA54D707EC}"/>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6B02633F-52BC-0ABD-93C6-C9DC0757E142}"/>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5A733AB-8371-4A20-0BFB-33D1CCD92FEC}"/>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33394432-5FC9-BBDF-C1A4-05143F8A907D}"/>
              </a:ext>
            </a:extLst>
          </p:cNvPr>
          <p:cNvSpPr txBox="1"/>
          <p:nvPr/>
        </p:nvSpPr>
        <p:spPr>
          <a:xfrm>
            <a:off x="4143022" y="1402877"/>
            <a:ext cx="570089" cy="230832"/>
          </a:xfrm>
          <a:prstGeom prst="rect">
            <a:avLst/>
          </a:prstGeom>
          <a:no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1E826D57-C146-605B-3839-B4C58D9330A8}"/>
              </a:ext>
            </a:extLst>
          </p:cNvPr>
          <p:cNvSpPr txBox="1"/>
          <p:nvPr/>
        </p:nvSpPr>
        <p:spPr>
          <a:xfrm>
            <a:off x="4143022" y="1903821"/>
            <a:ext cx="570089" cy="230832"/>
          </a:xfrm>
          <a:prstGeom prst="rect">
            <a:avLst/>
          </a:prstGeom>
          <a:noFill/>
        </p:spPr>
        <p:txBody>
          <a:bodyPr wrap="square" rtlCol="0">
            <a:spAutoFit/>
          </a:bodyPr>
          <a:lstStyle/>
          <a:p>
            <a:pPr algn="ctr"/>
            <a:r>
              <a:rPr lang="en-US" sz="900" dirty="0"/>
              <a:t>53</a:t>
            </a:r>
          </a:p>
        </p:txBody>
      </p:sp>
      <p:sp>
        <p:nvSpPr>
          <p:cNvPr id="18" name="TextBox 17">
            <a:extLst>
              <a:ext uri="{FF2B5EF4-FFF2-40B4-BE49-F238E27FC236}">
                <a16:creationId xmlns:a16="http://schemas.microsoft.com/office/drawing/2014/main" id="{1F26626A-F88D-7877-E2BC-6C74B708A5EC}"/>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570315D-3A98-7E01-2646-31D354CA5B35}"/>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7C66929-D51D-B75A-FFE8-FBAAB726520E}"/>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80931D13-D0CE-FDE0-FFB9-8B9496A61ECF}"/>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8B4FE870-72D5-D5F6-3209-95A2E133D89B}"/>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130BADE9-7718-48BB-F626-A0068886A559}"/>
              </a:ext>
            </a:extLst>
          </p:cNvPr>
          <p:cNvSpPr txBox="1"/>
          <p:nvPr/>
        </p:nvSpPr>
        <p:spPr>
          <a:xfrm>
            <a:off x="3138310" y="901933"/>
            <a:ext cx="570089" cy="230832"/>
          </a:xfrm>
          <a:prstGeom prst="rect">
            <a:avLst/>
          </a:prstGeom>
          <a:noFill/>
        </p:spPr>
        <p:txBody>
          <a:bodyPr wrap="square" rtlCol="0">
            <a:spAutoFit/>
          </a:bodyPr>
          <a:lstStyle/>
          <a:p>
            <a:pPr algn="ctr"/>
            <a:r>
              <a:rPr lang="en-US" sz="900" dirty="0"/>
              <a:t>47</a:t>
            </a:r>
          </a:p>
        </p:txBody>
      </p:sp>
      <p:sp>
        <p:nvSpPr>
          <p:cNvPr id="22" name="TextBox 21">
            <a:extLst>
              <a:ext uri="{FF2B5EF4-FFF2-40B4-BE49-F238E27FC236}">
                <a16:creationId xmlns:a16="http://schemas.microsoft.com/office/drawing/2014/main" id="{235E470B-16CB-E1C7-ABD3-80EF49748A08}"/>
              </a:ext>
            </a:extLst>
          </p:cNvPr>
          <p:cNvSpPr txBox="1"/>
          <p:nvPr/>
        </p:nvSpPr>
        <p:spPr>
          <a:xfrm>
            <a:off x="3138310" y="1402877"/>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AD69ACB4-518A-6008-CE31-B66FF00A59FE}"/>
              </a:ext>
            </a:extLst>
          </p:cNvPr>
          <p:cNvSpPr txBox="1"/>
          <p:nvPr/>
        </p:nvSpPr>
        <p:spPr>
          <a:xfrm>
            <a:off x="3138310" y="1903821"/>
            <a:ext cx="570089" cy="230832"/>
          </a:xfrm>
          <a:prstGeom prst="rect">
            <a:avLst/>
          </a:prstGeom>
          <a:noFill/>
        </p:spPr>
        <p:txBody>
          <a:bodyPr wrap="square" rtlCol="0">
            <a:spAutoFit/>
          </a:bodyPr>
          <a:lstStyle/>
          <a:p>
            <a:pPr algn="ctr"/>
            <a:r>
              <a:rPr lang="en-US" sz="900" dirty="0"/>
              <a:t>7698</a:t>
            </a:r>
          </a:p>
        </p:txBody>
      </p:sp>
      <p:sp>
        <p:nvSpPr>
          <p:cNvPr id="26" name="TextBox 25">
            <a:extLst>
              <a:ext uri="{FF2B5EF4-FFF2-40B4-BE49-F238E27FC236}">
                <a16:creationId xmlns:a16="http://schemas.microsoft.com/office/drawing/2014/main" id="{A2F9DBBA-E8F6-3006-5179-C138BC4F81C6}"/>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27" name="TextBox 26">
            <a:extLst>
              <a:ext uri="{FF2B5EF4-FFF2-40B4-BE49-F238E27FC236}">
                <a16:creationId xmlns:a16="http://schemas.microsoft.com/office/drawing/2014/main" id="{53462B91-2E76-9FF3-2AA3-83FF85AE2A7A}"/>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A142B40-519B-AA78-7AEC-9C95C293AFB7}"/>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271305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185D3-7F7A-52A3-903E-A37D28C8ED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D80992-4714-8A85-419E-5E5A971F45BF}"/>
              </a:ext>
            </a:extLst>
          </p:cNvPr>
          <p:cNvSpPr>
            <a:spLocks noGrp="1"/>
          </p:cNvSpPr>
          <p:nvPr>
            <p:ph sz="half" idx="1"/>
          </p:nvPr>
        </p:nvSpPr>
        <p:spPr/>
        <p:txBody>
          <a:bodyPr>
            <a:normAutofit/>
          </a:bodyPr>
          <a:lstStyle/>
          <a:p>
            <a:r>
              <a:rPr lang="en-US" dirty="0"/>
              <a:t>In the upper center block, we are looking for two digits with a sum &gt; 11, with a product &gt; 20, which don’t conflict with the existing 2, 5, and 6, and which don’t repeat a multiplicand in the product. The only digits that fit are 4-9 (13, 36), </a:t>
            </a:r>
          </a:p>
        </p:txBody>
      </p:sp>
      <p:pic>
        <p:nvPicPr>
          <p:cNvPr id="4" name="Picture 3" descr="A grid of sudoku puzzle&#10;&#10;Description automatically generated">
            <a:extLst>
              <a:ext uri="{FF2B5EF4-FFF2-40B4-BE49-F238E27FC236}">
                <a16:creationId xmlns:a16="http://schemas.microsoft.com/office/drawing/2014/main" id="{BE3B05EA-9002-43E3-0292-D9A8811FFC3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7BCAD40-7332-C82F-5F5E-8EC620D43C2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A6C0954-771F-E73E-A131-1822B1377E6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BE9DCDE-17C4-F909-9745-997F2DF38972}"/>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A8AC2F63-1A20-4E85-0E10-6A5D892FFABA}"/>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76706A07-52D1-F674-9063-EE906A321849}"/>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2" name="TextBox 11">
            <a:extLst>
              <a:ext uri="{FF2B5EF4-FFF2-40B4-BE49-F238E27FC236}">
                <a16:creationId xmlns:a16="http://schemas.microsoft.com/office/drawing/2014/main" id="{EF026399-3A63-64B6-D4BA-BBDFAC19BEB6}"/>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DFF16163-2470-210B-F36D-30998EAC2D91}"/>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454486B3-2F3C-7BFF-4566-B5F1FE601E3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BCE5C380-4299-8405-ACB9-3CF474F810F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022CDF33-CEE5-546F-2CAA-77757504E436}"/>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7EAA464-A84B-34F2-4107-2FBFC6C38690}"/>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03E2829C-1078-AD2D-0EEC-BDCDFDA343FA}"/>
              </a:ext>
            </a:extLst>
          </p:cNvPr>
          <p:cNvSpPr txBox="1"/>
          <p:nvPr/>
        </p:nvSpPr>
        <p:spPr>
          <a:xfrm>
            <a:off x="4143022" y="1402877"/>
            <a:ext cx="570089" cy="230832"/>
          </a:xfrm>
          <a:prstGeom prst="rect">
            <a:avLst/>
          </a:prstGeom>
          <a:no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68A7DD04-C8C3-B750-100D-62959E08BE4A}"/>
              </a:ext>
            </a:extLst>
          </p:cNvPr>
          <p:cNvSpPr txBox="1"/>
          <p:nvPr/>
        </p:nvSpPr>
        <p:spPr>
          <a:xfrm>
            <a:off x="4143022" y="1903821"/>
            <a:ext cx="570089" cy="230832"/>
          </a:xfrm>
          <a:prstGeom prst="rect">
            <a:avLst/>
          </a:prstGeom>
          <a:noFill/>
        </p:spPr>
        <p:txBody>
          <a:bodyPr wrap="square" rtlCol="0">
            <a:spAutoFit/>
          </a:bodyPr>
          <a:lstStyle/>
          <a:p>
            <a:pPr algn="ctr"/>
            <a:r>
              <a:rPr lang="en-US" sz="900" dirty="0"/>
              <a:t>53</a:t>
            </a:r>
          </a:p>
        </p:txBody>
      </p:sp>
      <p:sp>
        <p:nvSpPr>
          <p:cNvPr id="18" name="TextBox 17">
            <a:extLst>
              <a:ext uri="{FF2B5EF4-FFF2-40B4-BE49-F238E27FC236}">
                <a16:creationId xmlns:a16="http://schemas.microsoft.com/office/drawing/2014/main" id="{3DCE8337-700B-EE86-6C4A-5E2B83E54B7D}"/>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0C6D155-D059-8A77-F744-17CA71808DEE}"/>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DFDB127-E855-1A08-60D3-05B88C4C2621}"/>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421FD206-65C5-8329-D181-F099F0592365}"/>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EFB2255C-FF00-355C-F164-24FF228D04DF}"/>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F319D7E4-D2C9-B53A-5C60-5EA94F1B5DEA}"/>
              </a:ext>
            </a:extLst>
          </p:cNvPr>
          <p:cNvSpPr txBox="1"/>
          <p:nvPr/>
        </p:nvSpPr>
        <p:spPr>
          <a:xfrm>
            <a:off x="3138310" y="901933"/>
            <a:ext cx="570089" cy="230832"/>
          </a:xfrm>
          <a:prstGeom prst="rect">
            <a:avLst/>
          </a:prstGeom>
          <a:noFill/>
        </p:spPr>
        <p:txBody>
          <a:bodyPr wrap="square" rtlCol="0">
            <a:spAutoFit/>
          </a:bodyPr>
          <a:lstStyle/>
          <a:p>
            <a:pPr algn="ctr"/>
            <a:r>
              <a:rPr lang="en-US" sz="900" dirty="0"/>
              <a:t>47</a:t>
            </a:r>
          </a:p>
        </p:txBody>
      </p:sp>
      <p:sp>
        <p:nvSpPr>
          <p:cNvPr id="22" name="TextBox 21">
            <a:extLst>
              <a:ext uri="{FF2B5EF4-FFF2-40B4-BE49-F238E27FC236}">
                <a16:creationId xmlns:a16="http://schemas.microsoft.com/office/drawing/2014/main" id="{8131F1B4-F61B-AFED-3FE1-D23E685B1C73}"/>
              </a:ext>
            </a:extLst>
          </p:cNvPr>
          <p:cNvSpPr txBox="1"/>
          <p:nvPr/>
        </p:nvSpPr>
        <p:spPr>
          <a:xfrm>
            <a:off x="3138310" y="1402877"/>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7F4994A0-4BB0-6254-82C8-A69DC4318D4C}"/>
              </a:ext>
            </a:extLst>
          </p:cNvPr>
          <p:cNvSpPr txBox="1"/>
          <p:nvPr/>
        </p:nvSpPr>
        <p:spPr>
          <a:xfrm>
            <a:off x="3138310" y="1903821"/>
            <a:ext cx="570089" cy="230832"/>
          </a:xfrm>
          <a:prstGeom prst="rect">
            <a:avLst/>
          </a:prstGeom>
          <a:noFill/>
        </p:spPr>
        <p:txBody>
          <a:bodyPr wrap="square" rtlCol="0">
            <a:spAutoFit/>
          </a:bodyPr>
          <a:lstStyle/>
          <a:p>
            <a:pPr algn="ctr"/>
            <a:r>
              <a:rPr lang="en-US" sz="900" dirty="0"/>
              <a:t>7698</a:t>
            </a:r>
          </a:p>
        </p:txBody>
      </p:sp>
      <p:sp>
        <p:nvSpPr>
          <p:cNvPr id="26" name="TextBox 25">
            <a:extLst>
              <a:ext uri="{FF2B5EF4-FFF2-40B4-BE49-F238E27FC236}">
                <a16:creationId xmlns:a16="http://schemas.microsoft.com/office/drawing/2014/main" id="{89D274E1-1333-4722-DB93-8495B7B3EE42}"/>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27" name="TextBox 26">
            <a:extLst>
              <a:ext uri="{FF2B5EF4-FFF2-40B4-BE49-F238E27FC236}">
                <a16:creationId xmlns:a16="http://schemas.microsoft.com/office/drawing/2014/main" id="{DF2EAAEE-66E8-7DC3-227B-30D2B62FFCCC}"/>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E9A07EE8-F177-F2B8-6621-2F3861892D70}"/>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7B1E7A7E-C966-09D0-BFF3-793206B3760D}"/>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C6B50A08-F719-6941-64EA-53A502F7F295}"/>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55B20AD7-13EF-AEE5-F626-ACE7D80C71C9}"/>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1AF3E303-CCA5-9867-F627-56C1CC04764B}"/>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C106B861-3C09-C8DD-52AD-6B68ACE2030A}"/>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Tree>
    <p:extLst>
      <p:ext uri="{BB962C8B-B14F-4D97-AF65-F5344CB8AC3E}">
        <p14:creationId xmlns:p14="http://schemas.microsoft.com/office/powerpoint/2010/main" val="2799803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3EED7-8E1B-99A3-4296-347773B423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2D574D-5125-D770-63D9-CE384B045C3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4857461-5CD7-867A-5313-A0089512B7D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F9E2DFB-533A-F43A-460F-C7F1601A7AF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73588A-9CEE-4C48-2C5E-58AB3958320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93F4AD-EEE7-0259-4998-78F3DA2FDA62}"/>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645A53F3-1D05-D41F-1E69-0304C0529F41}"/>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46A365B9-1C3D-0274-AC36-C43B201FDC6C}"/>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2" name="TextBox 11">
            <a:extLst>
              <a:ext uri="{FF2B5EF4-FFF2-40B4-BE49-F238E27FC236}">
                <a16:creationId xmlns:a16="http://schemas.microsoft.com/office/drawing/2014/main" id="{1A241DE2-771D-DBB3-6B8A-A76856AEFE61}"/>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C29CDD0A-385F-0FA7-6A7B-7FC160350281}"/>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F400A339-87A4-60AA-980F-84A7CE906BF0}"/>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C51DFBEB-953B-F777-267A-B3D59B1EFB29}"/>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379BEB5C-4896-8C3A-F585-55A4097C9288}"/>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7FD1D123-0122-6B9D-7F48-DC04A448E054}"/>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282BB16C-8F74-9644-74F3-E15C1E7746C6}"/>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2B15A084-B559-B6D9-0793-1FAFB2C3367B}"/>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095D691-86AB-9769-62FA-38DEE41BFB84}"/>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65D8A3DD-1EE1-CA9D-CAF1-C41DD5608022}"/>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2B7AD5EA-937C-9715-86C7-E256A38B5304}"/>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F2D21F88-C558-7711-99FD-1F3CCE28237B}"/>
              </a:ext>
            </a:extLst>
          </p:cNvPr>
          <p:cNvSpPr txBox="1"/>
          <p:nvPr/>
        </p:nvSpPr>
        <p:spPr>
          <a:xfrm>
            <a:off x="3138310" y="901933"/>
            <a:ext cx="570089" cy="230832"/>
          </a:xfrm>
          <a:prstGeom prst="rect">
            <a:avLst/>
          </a:prstGeom>
          <a:noFill/>
        </p:spPr>
        <p:txBody>
          <a:bodyPr wrap="square" rtlCol="0">
            <a:spAutoFit/>
          </a:bodyPr>
          <a:lstStyle/>
          <a:p>
            <a:pPr algn="ctr"/>
            <a:r>
              <a:rPr lang="en-US" sz="900" dirty="0"/>
              <a:t>47</a:t>
            </a:r>
          </a:p>
        </p:txBody>
      </p:sp>
      <p:sp>
        <p:nvSpPr>
          <p:cNvPr id="22" name="TextBox 21">
            <a:extLst>
              <a:ext uri="{FF2B5EF4-FFF2-40B4-BE49-F238E27FC236}">
                <a16:creationId xmlns:a16="http://schemas.microsoft.com/office/drawing/2014/main" id="{EAB933F5-1F6C-B7FA-013A-549C9F99AE05}"/>
              </a:ext>
            </a:extLst>
          </p:cNvPr>
          <p:cNvSpPr txBox="1"/>
          <p:nvPr/>
        </p:nvSpPr>
        <p:spPr>
          <a:xfrm>
            <a:off x="3138310" y="1402877"/>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DCB16C96-9190-B7C1-D85C-4D3D22AC7BB5}"/>
              </a:ext>
            </a:extLst>
          </p:cNvPr>
          <p:cNvSpPr txBox="1"/>
          <p:nvPr/>
        </p:nvSpPr>
        <p:spPr>
          <a:xfrm>
            <a:off x="3138310" y="1903821"/>
            <a:ext cx="570089" cy="230832"/>
          </a:xfrm>
          <a:prstGeom prst="rect">
            <a:avLst/>
          </a:prstGeom>
          <a:noFill/>
        </p:spPr>
        <p:txBody>
          <a:bodyPr wrap="square" rtlCol="0">
            <a:spAutoFit/>
          </a:bodyPr>
          <a:lstStyle/>
          <a:p>
            <a:pPr algn="ctr"/>
            <a:r>
              <a:rPr lang="en-US" sz="900" dirty="0"/>
              <a:t>7698</a:t>
            </a:r>
          </a:p>
        </p:txBody>
      </p:sp>
      <p:sp>
        <p:nvSpPr>
          <p:cNvPr id="26" name="TextBox 25">
            <a:extLst>
              <a:ext uri="{FF2B5EF4-FFF2-40B4-BE49-F238E27FC236}">
                <a16:creationId xmlns:a16="http://schemas.microsoft.com/office/drawing/2014/main" id="{3FF7390B-DF9C-F6E3-D660-EFED6A5FE3CE}"/>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27" name="TextBox 26">
            <a:extLst>
              <a:ext uri="{FF2B5EF4-FFF2-40B4-BE49-F238E27FC236}">
                <a16:creationId xmlns:a16="http://schemas.microsoft.com/office/drawing/2014/main" id="{DA2217D5-733A-F579-1BB0-4B51B629A7F5}"/>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F9547492-6A1D-16AD-74B6-C00C72E5126F}"/>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40C5ECF8-BE6E-4A66-76AE-8479FDBF37C9}"/>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A4D1FD19-F395-DEBF-1262-80A945D89C5B}"/>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2CEB663E-F04B-C2E2-2FEF-AEF6543F85B6}"/>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A2494E10-8069-ACA1-8C78-09C2A6451251}"/>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112563E9-6D0F-B4BC-FBC6-190ED6554C17}"/>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29EF0442-A7D2-66AB-BF41-890660997807}"/>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2FC294C4-967E-428A-7983-438549FEC65A}"/>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190271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E38B6-384E-009D-EDF8-F4953A2D28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3AF1BB-B63E-A5B4-3EF1-B1669A7AB48C}"/>
              </a:ext>
            </a:extLst>
          </p:cNvPr>
          <p:cNvSpPr>
            <a:spLocks noGrp="1"/>
          </p:cNvSpPr>
          <p:nvPr>
            <p:ph sz="half" idx="1"/>
          </p:nvPr>
        </p:nvSpPr>
        <p:spPr/>
        <p:txBody>
          <a:bodyPr>
            <a:normAutofit/>
          </a:bodyPr>
          <a:lstStyle/>
          <a:p>
            <a:r>
              <a:rPr lang="en-US" dirty="0"/>
              <a:t>For the line in the upper right block, the 1 and 2 in Row 1 tell us that the upper pill is the product and the lower pill is the sum.</a:t>
            </a:r>
          </a:p>
        </p:txBody>
      </p:sp>
      <p:pic>
        <p:nvPicPr>
          <p:cNvPr id="4" name="Picture 3" descr="A grid of sudoku puzzle&#10;&#10;Description automatically generated">
            <a:extLst>
              <a:ext uri="{FF2B5EF4-FFF2-40B4-BE49-F238E27FC236}">
                <a16:creationId xmlns:a16="http://schemas.microsoft.com/office/drawing/2014/main" id="{20FF908A-C0EE-9DB9-43AC-EDF70615B7F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66689C0-5185-88A6-6E3B-250AC8F9925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E798EA5-A028-E8CA-DD94-9BBBBB666C3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8821AF3-4E06-7A47-9A08-881C6499A1A4}"/>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E0CAE99F-5AB3-CDF2-B55E-59F675A5BE9C}"/>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897B2A9E-1C99-937F-E72A-EB3ACAA5FF63}"/>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2" name="TextBox 11">
            <a:extLst>
              <a:ext uri="{FF2B5EF4-FFF2-40B4-BE49-F238E27FC236}">
                <a16:creationId xmlns:a16="http://schemas.microsoft.com/office/drawing/2014/main" id="{F528E4A6-EA46-69D0-8B63-904E3D5989BF}"/>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F9CDE378-0661-A8E0-E406-064C3C28B9F6}"/>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ECA08F59-CD71-694B-B2C0-86B86990B78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C4CD3DF0-907C-6DF2-7982-5F3EAF3686D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1723A816-D7B1-6AA5-6268-BE3A626CBB97}"/>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61EE5C4-5AC8-0C7E-2F36-726292BB6382}"/>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C9767F9-4CBC-DF61-147F-7F8E41FA4FDF}"/>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2F58AF46-4154-F84D-9F55-CD69AA99A965}"/>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3715FF1-95F0-F19F-1A20-124BAED88184}"/>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EBA92601-44F9-5624-DAAA-7EB34F98182D}"/>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1C39BBD1-2E07-AB0C-4ECE-421007BA45C3}"/>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266996F1-EE41-F246-7A07-C1129CA30CF7}"/>
              </a:ext>
            </a:extLst>
          </p:cNvPr>
          <p:cNvSpPr txBox="1"/>
          <p:nvPr/>
        </p:nvSpPr>
        <p:spPr>
          <a:xfrm>
            <a:off x="3138310" y="901933"/>
            <a:ext cx="570089" cy="230832"/>
          </a:xfrm>
          <a:prstGeom prst="rect">
            <a:avLst/>
          </a:prstGeom>
          <a:noFill/>
        </p:spPr>
        <p:txBody>
          <a:bodyPr wrap="square" rtlCol="0">
            <a:spAutoFit/>
          </a:bodyPr>
          <a:lstStyle/>
          <a:p>
            <a:pPr algn="ctr"/>
            <a:r>
              <a:rPr lang="en-US" sz="900" dirty="0"/>
              <a:t>47</a:t>
            </a:r>
          </a:p>
        </p:txBody>
      </p:sp>
      <p:sp>
        <p:nvSpPr>
          <p:cNvPr id="22" name="TextBox 21">
            <a:extLst>
              <a:ext uri="{FF2B5EF4-FFF2-40B4-BE49-F238E27FC236}">
                <a16:creationId xmlns:a16="http://schemas.microsoft.com/office/drawing/2014/main" id="{29AE569A-6506-1072-2783-756D8CB6C488}"/>
              </a:ext>
            </a:extLst>
          </p:cNvPr>
          <p:cNvSpPr txBox="1"/>
          <p:nvPr/>
        </p:nvSpPr>
        <p:spPr>
          <a:xfrm>
            <a:off x="3138310" y="1402877"/>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DA6839A1-804C-3635-CADE-0DE01040617C}"/>
              </a:ext>
            </a:extLst>
          </p:cNvPr>
          <p:cNvSpPr txBox="1"/>
          <p:nvPr/>
        </p:nvSpPr>
        <p:spPr>
          <a:xfrm>
            <a:off x="3138310" y="1903821"/>
            <a:ext cx="570089" cy="230832"/>
          </a:xfrm>
          <a:prstGeom prst="rect">
            <a:avLst/>
          </a:prstGeom>
          <a:noFill/>
        </p:spPr>
        <p:txBody>
          <a:bodyPr wrap="square" rtlCol="0">
            <a:spAutoFit/>
          </a:bodyPr>
          <a:lstStyle/>
          <a:p>
            <a:pPr algn="ctr"/>
            <a:r>
              <a:rPr lang="en-US" sz="900" dirty="0"/>
              <a:t>7698</a:t>
            </a:r>
          </a:p>
        </p:txBody>
      </p:sp>
      <p:sp>
        <p:nvSpPr>
          <p:cNvPr id="26" name="TextBox 25">
            <a:extLst>
              <a:ext uri="{FF2B5EF4-FFF2-40B4-BE49-F238E27FC236}">
                <a16:creationId xmlns:a16="http://schemas.microsoft.com/office/drawing/2014/main" id="{1671C159-A599-F879-BE48-DD1CCBB43E4C}"/>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27" name="TextBox 26">
            <a:extLst>
              <a:ext uri="{FF2B5EF4-FFF2-40B4-BE49-F238E27FC236}">
                <a16:creationId xmlns:a16="http://schemas.microsoft.com/office/drawing/2014/main" id="{D9824994-1CBF-C5A6-C726-D9C6442D9E51}"/>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65CB8346-9873-CF2E-C164-ACACBA94125D}"/>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A237D1C0-F96C-FEE3-52AA-BAEBF63AA0C8}"/>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A3864301-0A25-F4FB-C042-FD83EAC714DF}"/>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E1AB3585-02A6-4D51-1896-0C7873AA1A5E}"/>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0D44C358-FC68-AF81-CCD9-AA8A597C4944}"/>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30C88FCC-48D0-4D10-55C5-88B8C762FF40}"/>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416B6480-960A-D36F-2693-639A5145A1DA}"/>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D9DC475B-6925-F073-0B62-110B7302C47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645CEA58-78C7-B62A-73C3-612A6F37B652}"/>
              </a:ext>
            </a:extLst>
          </p:cNvPr>
          <p:cNvSpPr txBox="1"/>
          <p:nvPr/>
        </p:nvSpPr>
        <p:spPr>
          <a:xfrm>
            <a:off x="6152446" y="901933"/>
            <a:ext cx="570089" cy="230832"/>
          </a:xfrm>
          <a:prstGeom prst="rect">
            <a:avLst/>
          </a:prstGeom>
          <a:noFill/>
        </p:spPr>
        <p:txBody>
          <a:bodyPr wrap="square" rtlCol="0">
            <a:spAutoFit/>
          </a:bodyPr>
          <a:lstStyle/>
          <a:p>
            <a:pPr algn="ctr"/>
            <a:r>
              <a:rPr lang="en-US" sz="900" dirty="0"/>
              <a:t>4789</a:t>
            </a:r>
          </a:p>
        </p:txBody>
      </p:sp>
      <p:sp>
        <p:nvSpPr>
          <p:cNvPr id="17" name="TextBox 16">
            <a:extLst>
              <a:ext uri="{FF2B5EF4-FFF2-40B4-BE49-F238E27FC236}">
                <a16:creationId xmlns:a16="http://schemas.microsoft.com/office/drawing/2014/main" id="{EA2C94CF-C05C-A6DA-535A-871A86B88541}"/>
              </a:ext>
            </a:extLst>
          </p:cNvPr>
          <p:cNvSpPr txBox="1"/>
          <p:nvPr/>
        </p:nvSpPr>
        <p:spPr>
          <a:xfrm>
            <a:off x="6654802" y="901933"/>
            <a:ext cx="570089" cy="230832"/>
          </a:xfrm>
          <a:prstGeom prst="rect">
            <a:avLst/>
          </a:prstGeom>
          <a:noFill/>
        </p:spPr>
        <p:txBody>
          <a:bodyPr wrap="square" rtlCol="0">
            <a:spAutoFit/>
          </a:bodyPr>
          <a:lstStyle/>
          <a:p>
            <a:pPr algn="ctr"/>
            <a:r>
              <a:rPr lang="en-US" sz="900" dirty="0"/>
              <a:t>4789</a:t>
            </a:r>
          </a:p>
        </p:txBody>
      </p:sp>
      <p:sp>
        <p:nvSpPr>
          <p:cNvPr id="35" name="TextBox 34">
            <a:extLst>
              <a:ext uri="{FF2B5EF4-FFF2-40B4-BE49-F238E27FC236}">
                <a16:creationId xmlns:a16="http://schemas.microsoft.com/office/drawing/2014/main" id="{CB978B11-40B0-AB25-674B-43FE7E3A1C18}"/>
              </a:ext>
            </a:extLst>
          </p:cNvPr>
          <p:cNvSpPr txBox="1"/>
          <p:nvPr/>
        </p:nvSpPr>
        <p:spPr>
          <a:xfrm>
            <a:off x="7157158" y="901933"/>
            <a:ext cx="570089" cy="230832"/>
          </a:xfrm>
          <a:prstGeom prst="rect">
            <a:avLst/>
          </a:prstGeom>
          <a:noFill/>
        </p:spPr>
        <p:txBody>
          <a:bodyPr wrap="square" rtlCol="0">
            <a:spAutoFit/>
          </a:bodyPr>
          <a:lstStyle/>
          <a:p>
            <a:pPr algn="ctr"/>
            <a:r>
              <a:rPr lang="en-US" sz="900" dirty="0"/>
              <a:t>4789</a:t>
            </a:r>
          </a:p>
        </p:txBody>
      </p:sp>
      <p:sp>
        <p:nvSpPr>
          <p:cNvPr id="36" name="TextBox 35">
            <a:extLst>
              <a:ext uri="{FF2B5EF4-FFF2-40B4-BE49-F238E27FC236}">
                <a16:creationId xmlns:a16="http://schemas.microsoft.com/office/drawing/2014/main" id="{1180FC2C-A760-A60A-D5D7-FE6475DF974F}"/>
              </a:ext>
            </a:extLst>
          </p:cNvPr>
          <p:cNvSpPr txBox="1"/>
          <p:nvPr/>
        </p:nvSpPr>
        <p:spPr>
          <a:xfrm>
            <a:off x="6654802" y="2905709"/>
            <a:ext cx="570089" cy="230832"/>
          </a:xfrm>
          <a:prstGeom prst="rect">
            <a:avLst/>
          </a:prstGeom>
          <a:noFill/>
        </p:spPr>
        <p:txBody>
          <a:bodyPr wrap="square" rtlCol="0">
            <a:spAutoFit/>
          </a:bodyPr>
          <a:lstStyle/>
          <a:p>
            <a:pPr algn="ctr"/>
            <a:r>
              <a:rPr lang="en-US" sz="900" dirty="0"/>
              <a:t>12</a:t>
            </a:r>
          </a:p>
        </p:txBody>
      </p:sp>
    </p:spTree>
    <p:extLst>
      <p:ext uri="{BB962C8B-B14F-4D97-AF65-F5344CB8AC3E}">
        <p14:creationId xmlns:p14="http://schemas.microsoft.com/office/powerpoint/2010/main" val="4179534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43921-561B-EB5B-ADD0-64C4DBC341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7D7C8A-0689-FE18-24C9-5EBD09FEBD68}"/>
              </a:ext>
            </a:extLst>
          </p:cNvPr>
          <p:cNvSpPr>
            <a:spLocks noGrp="1"/>
          </p:cNvSpPr>
          <p:nvPr>
            <p:ph sz="half" idx="1"/>
          </p:nvPr>
        </p:nvSpPr>
        <p:spPr/>
        <p:txBody>
          <a:bodyPr>
            <a:normAutofit/>
          </a:bodyPr>
          <a:lstStyle/>
          <a:p>
            <a:r>
              <a:rPr lang="en-US" dirty="0"/>
              <a:t>The upper pill can’t have repeating digits, be a prime number, etc. The possibilities are 48 (2-6-4 or 6-2-4) and 98 (2-7-7).</a:t>
            </a:r>
          </a:p>
        </p:txBody>
      </p:sp>
      <p:pic>
        <p:nvPicPr>
          <p:cNvPr id="4" name="Picture 3" descr="A grid of sudoku puzzle&#10;&#10;Description automatically generated">
            <a:extLst>
              <a:ext uri="{FF2B5EF4-FFF2-40B4-BE49-F238E27FC236}">
                <a16:creationId xmlns:a16="http://schemas.microsoft.com/office/drawing/2014/main" id="{F12CF1E5-4CA1-5AB7-E5C0-20F46BEC4BC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E56CB00-C99C-774D-BFDB-18958EDCCBF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C3A1717-D6F9-146D-AD52-36706F1823B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DD8147E-F2DF-39F6-5DC7-3DBA9EED4172}"/>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5B675218-8455-00D7-BF61-4F4A45A73459}"/>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8F1EABB6-A29B-3F06-BBAF-1040FE21C75E}"/>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2" name="TextBox 11">
            <a:extLst>
              <a:ext uri="{FF2B5EF4-FFF2-40B4-BE49-F238E27FC236}">
                <a16:creationId xmlns:a16="http://schemas.microsoft.com/office/drawing/2014/main" id="{D4F998F3-72C7-8CB0-BDA8-AE357C8FCB04}"/>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93396FC0-3266-F6D5-1D47-273059679999}"/>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2D578D14-A99E-41DD-B953-D9C081E42682}"/>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57A514E7-305B-E597-CFB2-079898CDC70C}"/>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8D70C06F-D89A-9E35-8B82-DCEE5761EFDA}"/>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EC5CE23-0969-D529-8335-D749EC754C07}"/>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C1952F99-9A00-8464-A808-54592D5CEB77}"/>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903FDC89-1464-C968-E2C4-33F2AC4FB388}"/>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CC1A331-00B7-927A-7D0A-9B3D00AE4582}"/>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C1A2E281-5E55-5E9D-45C5-DB23C557BC47}"/>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6974E2CF-362B-1DC7-2648-3E166443C51F}"/>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E1F049A3-0D8A-ED52-3F3B-FD794E49BF87}"/>
              </a:ext>
            </a:extLst>
          </p:cNvPr>
          <p:cNvSpPr txBox="1"/>
          <p:nvPr/>
        </p:nvSpPr>
        <p:spPr>
          <a:xfrm>
            <a:off x="3138310" y="901933"/>
            <a:ext cx="570089" cy="230832"/>
          </a:xfrm>
          <a:prstGeom prst="rect">
            <a:avLst/>
          </a:prstGeom>
          <a:noFill/>
        </p:spPr>
        <p:txBody>
          <a:bodyPr wrap="square" rtlCol="0">
            <a:spAutoFit/>
          </a:bodyPr>
          <a:lstStyle/>
          <a:p>
            <a:pPr algn="ctr"/>
            <a:r>
              <a:rPr lang="en-US" sz="900" dirty="0"/>
              <a:t>47</a:t>
            </a:r>
          </a:p>
        </p:txBody>
      </p:sp>
      <p:sp>
        <p:nvSpPr>
          <p:cNvPr id="22" name="TextBox 21">
            <a:extLst>
              <a:ext uri="{FF2B5EF4-FFF2-40B4-BE49-F238E27FC236}">
                <a16:creationId xmlns:a16="http://schemas.microsoft.com/office/drawing/2014/main" id="{832F081C-F8C8-EAD8-D99D-2199AB21A60E}"/>
              </a:ext>
            </a:extLst>
          </p:cNvPr>
          <p:cNvSpPr txBox="1"/>
          <p:nvPr/>
        </p:nvSpPr>
        <p:spPr>
          <a:xfrm>
            <a:off x="3138310" y="1402877"/>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54483F1B-A236-7B49-6B69-EE45BB258643}"/>
              </a:ext>
            </a:extLst>
          </p:cNvPr>
          <p:cNvSpPr txBox="1"/>
          <p:nvPr/>
        </p:nvSpPr>
        <p:spPr>
          <a:xfrm>
            <a:off x="3138310" y="1903821"/>
            <a:ext cx="570089" cy="230832"/>
          </a:xfrm>
          <a:prstGeom prst="rect">
            <a:avLst/>
          </a:prstGeom>
          <a:noFill/>
        </p:spPr>
        <p:txBody>
          <a:bodyPr wrap="square" rtlCol="0">
            <a:spAutoFit/>
          </a:bodyPr>
          <a:lstStyle/>
          <a:p>
            <a:pPr algn="ctr"/>
            <a:r>
              <a:rPr lang="en-US" sz="900" dirty="0"/>
              <a:t>7698</a:t>
            </a:r>
          </a:p>
        </p:txBody>
      </p:sp>
      <p:sp>
        <p:nvSpPr>
          <p:cNvPr id="26" name="TextBox 25">
            <a:extLst>
              <a:ext uri="{FF2B5EF4-FFF2-40B4-BE49-F238E27FC236}">
                <a16:creationId xmlns:a16="http://schemas.microsoft.com/office/drawing/2014/main" id="{AC460ADE-D93C-4CAA-E2A9-E8F6F99779B7}"/>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27" name="TextBox 26">
            <a:extLst>
              <a:ext uri="{FF2B5EF4-FFF2-40B4-BE49-F238E27FC236}">
                <a16:creationId xmlns:a16="http://schemas.microsoft.com/office/drawing/2014/main" id="{A4C4F299-D98C-4520-5E3B-DEB7BD716BD9}"/>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89037575-B1EF-A124-4C5B-F74BA22AF284}"/>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18B5232D-F677-C5EA-C5D9-168DCA465876}"/>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9801A6A0-3D22-4DF1-0D9E-E881F382C930}"/>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69B62E11-27F1-1A60-BAF1-699613E58567}"/>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4F664013-6955-9AF6-86E7-6779D7068540}"/>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CE0E3347-D3EC-8883-218B-781D0BA06659}"/>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A2305AF3-77F9-4B62-11D2-9465B1A12DCC}"/>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6F1A0E17-B84D-43F2-5CC2-2B99CC867E3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441854BE-BD31-92B5-DD59-AAC6E8DF5354}"/>
              </a:ext>
            </a:extLst>
          </p:cNvPr>
          <p:cNvSpPr txBox="1"/>
          <p:nvPr/>
        </p:nvSpPr>
        <p:spPr>
          <a:xfrm>
            <a:off x="6152446" y="901933"/>
            <a:ext cx="570089" cy="230832"/>
          </a:xfrm>
          <a:prstGeom prst="rect">
            <a:avLst/>
          </a:prstGeom>
          <a:noFill/>
        </p:spPr>
        <p:txBody>
          <a:bodyPr wrap="square" rtlCol="0">
            <a:spAutoFit/>
          </a:bodyPr>
          <a:lstStyle/>
          <a:p>
            <a:pPr algn="ctr"/>
            <a:r>
              <a:rPr lang="en-US" sz="900" dirty="0"/>
              <a:t>49</a:t>
            </a:r>
          </a:p>
        </p:txBody>
      </p:sp>
      <p:sp>
        <p:nvSpPr>
          <p:cNvPr id="35" name="TextBox 34">
            <a:extLst>
              <a:ext uri="{FF2B5EF4-FFF2-40B4-BE49-F238E27FC236}">
                <a16:creationId xmlns:a16="http://schemas.microsoft.com/office/drawing/2014/main" id="{BB3F11AA-6DEB-3B66-CCC5-B5F56662C1AB}"/>
              </a:ext>
            </a:extLst>
          </p:cNvPr>
          <p:cNvSpPr txBox="1"/>
          <p:nvPr/>
        </p:nvSpPr>
        <p:spPr>
          <a:xfrm>
            <a:off x="7157158" y="901933"/>
            <a:ext cx="570089" cy="230832"/>
          </a:xfrm>
          <a:prstGeom prst="rect">
            <a:avLst/>
          </a:prstGeom>
          <a:noFill/>
        </p:spPr>
        <p:txBody>
          <a:bodyPr wrap="square" rtlCol="0">
            <a:spAutoFit/>
          </a:bodyPr>
          <a:lstStyle/>
          <a:p>
            <a:pPr algn="ctr"/>
            <a:r>
              <a:rPr lang="en-US" sz="900" dirty="0"/>
              <a:t>479</a:t>
            </a:r>
          </a:p>
        </p:txBody>
      </p:sp>
      <p:sp>
        <p:nvSpPr>
          <p:cNvPr id="37" name="TextBox 36">
            <a:extLst>
              <a:ext uri="{FF2B5EF4-FFF2-40B4-BE49-F238E27FC236}">
                <a16:creationId xmlns:a16="http://schemas.microsoft.com/office/drawing/2014/main" id="{E4AED78B-31D0-7EE9-600A-B99F79FDA0F6}"/>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E95225E-D755-DD2F-B9E7-F157A0436BD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0262C4CC-7576-B94C-638C-EC88038B29EF}"/>
              </a:ext>
            </a:extLst>
          </p:cNvPr>
          <p:cNvSpPr txBox="1"/>
          <p:nvPr/>
        </p:nvSpPr>
        <p:spPr>
          <a:xfrm>
            <a:off x="7157158" y="2905709"/>
            <a:ext cx="570089" cy="230832"/>
          </a:xfrm>
          <a:prstGeom prst="rect">
            <a:avLst/>
          </a:prstGeom>
          <a:noFill/>
        </p:spPr>
        <p:txBody>
          <a:bodyPr wrap="square" rtlCol="0">
            <a:spAutoFit/>
          </a:bodyPr>
          <a:lstStyle/>
          <a:p>
            <a:pPr algn="ctr"/>
            <a:r>
              <a:rPr lang="en-US" sz="900" dirty="0"/>
              <a:t>26</a:t>
            </a:r>
          </a:p>
        </p:txBody>
      </p:sp>
      <p:sp>
        <p:nvSpPr>
          <p:cNvPr id="40" name="TextBox 39">
            <a:extLst>
              <a:ext uri="{FF2B5EF4-FFF2-40B4-BE49-F238E27FC236}">
                <a16:creationId xmlns:a16="http://schemas.microsoft.com/office/drawing/2014/main" id="{F629A1E0-7ED3-C11F-03BA-B36369D39F9D}"/>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A9080E76-B14D-4155-9CE4-352918FC75D5}"/>
              </a:ext>
            </a:extLst>
          </p:cNvPr>
          <p:cNvSpPr txBox="1"/>
          <p:nvPr/>
        </p:nvSpPr>
        <p:spPr>
          <a:xfrm>
            <a:off x="6654802" y="205429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A75E24B6-5975-986F-2120-E328853CC93D}"/>
              </a:ext>
            </a:extLst>
          </p:cNvPr>
          <p:cNvSpPr txBox="1"/>
          <p:nvPr/>
        </p:nvSpPr>
        <p:spPr>
          <a:xfrm>
            <a:off x="7157158" y="2242716"/>
            <a:ext cx="570089" cy="230832"/>
          </a:xfrm>
          <a:prstGeom prst="rect">
            <a:avLst/>
          </a:prstGeom>
          <a:noFill/>
        </p:spPr>
        <p:txBody>
          <a:bodyPr wrap="square" rtlCol="0">
            <a:spAutoFit/>
          </a:bodyPr>
          <a:lstStyle/>
          <a:p>
            <a:pPr algn="ctr"/>
            <a:r>
              <a:rPr lang="en-US" sz="900" dirty="0"/>
              <a:t>47</a:t>
            </a:r>
          </a:p>
        </p:txBody>
      </p:sp>
    </p:spTree>
    <p:extLst>
      <p:ext uri="{BB962C8B-B14F-4D97-AF65-F5344CB8AC3E}">
        <p14:creationId xmlns:p14="http://schemas.microsoft.com/office/powerpoint/2010/main" val="4078306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9D8CE-C114-53D0-1734-ABCF6F4F41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7119E5-E463-B15E-62AC-17C3092F1BC3}"/>
              </a:ext>
            </a:extLst>
          </p:cNvPr>
          <p:cNvSpPr>
            <a:spLocks noGrp="1"/>
          </p:cNvSpPr>
          <p:nvPr>
            <p:ph sz="half" idx="1"/>
          </p:nvPr>
        </p:nvSpPr>
        <p:spPr/>
        <p:txBody>
          <a:bodyPr>
            <a:normAutofit/>
          </a:bodyPr>
          <a:lstStyle/>
          <a:p>
            <a:r>
              <a:rPr lang="en-US" dirty="0"/>
              <a:t>For the last line, we are looking for two digits that sum to 12 or 16 and have a product &gt; 30.  The only digits that fit are 5-7 (12, 35).</a:t>
            </a:r>
          </a:p>
        </p:txBody>
      </p:sp>
      <p:pic>
        <p:nvPicPr>
          <p:cNvPr id="4" name="Picture 3" descr="A grid of sudoku puzzle&#10;&#10;Description automatically generated">
            <a:extLst>
              <a:ext uri="{FF2B5EF4-FFF2-40B4-BE49-F238E27FC236}">
                <a16:creationId xmlns:a16="http://schemas.microsoft.com/office/drawing/2014/main" id="{6544167A-AF24-5412-728C-2F9CB6E662F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1367557-A986-FC52-59AC-009D20B5660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B00C828-820B-C8AF-9430-90FE1AA692A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C258FF9-3049-E6A9-A090-CDE3BCF66333}"/>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12F6DD07-C590-7002-506F-87B4CCC0E181}"/>
              </a:ext>
            </a:extLst>
          </p:cNvPr>
          <p:cNvSpPr txBox="1"/>
          <p:nvPr/>
        </p:nvSpPr>
        <p:spPr>
          <a:xfrm>
            <a:off x="4645378" y="2277440"/>
            <a:ext cx="570089" cy="230832"/>
          </a:xfrm>
          <a:prstGeom prst="rect">
            <a:avLst/>
          </a:prstGeom>
          <a:noFill/>
        </p:spPr>
        <p:txBody>
          <a:bodyPr wrap="square" rtlCol="0">
            <a:spAutoFit/>
          </a:bodyPr>
          <a:lstStyle/>
          <a:p>
            <a:pPr algn="ctr"/>
            <a:r>
              <a:rPr lang="en-US" sz="900" dirty="0"/>
              <a:t>24</a:t>
            </a:r>
          </a:p>
        </p:txBody>
      </p:sp>
      <p:sp>
        <p:nvSpPr>
          <p:cNvPr id="9" name="TextBox 8">
            <a:extLst>
              <a:ext uri="{FF2B5EF4-FFF2-40B4-BE49-F238E27FC236}">
                <a16:creationId xmlns:a16="http://schemas.microsoft.com/office/drawing/2014/main" id="{86F9CB8E-E8B8-02FB-C9EE-DEEDB0F8DADE}"/>
              </a:ext>
            </a:extLst>
          </p:cNvPr>
          <p:cNvSpPr txBox="1"/>
          <p:nvPr/>
        </p:nvSpPr>
        <p:spPr>
          <a:xfrm>
            <a:off x="4645378" y="2905709"/>
            <a:ext cx="570089" cy="230832"/>
          </a:xfrm>
          <a:prstGeom prst="rect">
            <a:avLst/>
          </a:prstGeom>
          <a:noFill/>
        </p:spPr>
        <p:txBody>
          <a:bodyPr wrap="square" rtlCol="0">
            <a:spAutoFit/>
          </a:bodyPr>
          <a:lstStyle/>
          <a:p>
            <a:pPr algn="ctr"/>
            <a:r>
              <a:rPr lang="en-US" sz="900" dirty="0"/>
              <a:t>42</a:t>
            </a:r>
          </a:p>
        </p:txBody>
      </p:sp>
      <p:sp>
        <p:nvSpPr>
          <p:cNvPr id="12" name="TextBox 11">
            <a:extLst>
              <a:ext uri="{FF2B5EF4-FFF2-40B4-BE49-F238E27FC236}">
                <a16:creationId xmlns:a16="http://schemas.microsoft.com/office/drawing/2014/main" id="{8D89A9C7-0A43-EE8E-197A-37F83F334AEA}"/>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29EAAF5D-EAFA-9C83-91C7-F8D483C4260F}"/>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98C59ACC-F91C-FF73-4032-4CF1C54084BD}"/>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8C715009-92F8-1767-869A-ED446FB1C633}"/>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C51EC245-492D-AD70-80CC-F45707B25CDA}"/>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075598E-1AD8-EBB7-B92C-F38918AC07A2}"/>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0A66D9EF-3B5E-FC7D-3020-AEE3DF01B850}"/>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F58568D-CAAE-7D48-2C87-6A2A228949A8}"/>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267ABE5-7C48-BD7A-B522-59DC23C8FDEB}"/>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86351D09-8CFB-56CE-DC47-20153E9D41EC}"/>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D1655D0C-470F-E56B-EAF4-34F0C3B3EDCB}"/>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35B395BD-515A-1849-7141-22ECA7A791A9}"/>
              </a:ext>
            </a:extLst>
          </p:cNvPr>
          <p:cNvSpPr txBox="1"/>
          <p:nvPr/>
        </p:nvSpPr>
        <p:spPr>
          <a:xfrm>
            <a:off x="3138310" y="901933"/>
            <a:ext cx="570089" cy="230832"/>
          </a:xfrm>
          <a:prstGeom prst="rect">
            <a:avLst/>
          </a:prstGeom>
          <a:noFill/>
        </p:spPr>
        <p:txBody>
          <a:bodyPr wrap="square" rtlCol="0">
            <a:spAutoFit/>
          </a:bodyPr>
          <a:lstStyle/>
          <a:p>
            <a:pPr algn="ctr"/>
            <a:r>
              <a:rPr lang="en-US" sz="900" dirty="0"/>
              <a:t>47</a:t>
            </a:r>
          </a:p>
        </p:txBody>
      </p:sp>
      <p:sp>
        <p:nvSpPr>
          <p:cNvPr id="22" name="TextBox 21">
            <a:extLst>
              <a:ext uri="{FF2B5EF4-FFF2-40B4-BE49-F238E27FC236}">
                <a16:creationId xmlns:a16="http://schemas.microsoft.com/office/drawing/2014/main" id="{227C5FC2-4476-46F7-96ED-7529F2B091C7}"/>
              </a:ext>
            </a:extLst>
          </p:cNvPr>
          <p:cNvSpPr txBox="1"/>
          <p:nvPr/>
        </p:nvSpPr>
        <p:spPr>
          <a:xfrm>
            <a:off x="3138310" y="1402877"/>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9CF9CC90-596D-98AE-996F-B83007B11C8B}"/>
              </a:ext>
            </a:extLst>
          </p:cNvPr>
          <p:cNvSpPr txBox="1"/>
          <p:nvPr/>
        </p:nvSpPr>
        <p:spPr>
          <a:xfrm>
            <a:off x="3138310" y="1903821"/>
            <a:ext cx="570089" cy="230832"/>
          </a:xfrm>
          <a:prstGeom prst="rect">
            <a:avLst/>
          </a:prstGeom>
          <a:noFill/>
        </p:spPr>
        <p:txBody>
          <a:bodyPr wrap="square" rtlCol="0">
            <a:spAutoFit/>
          </a:bodyPr>
          <a:lstStyle/>
          <a:p>
            <a:pPr algn="ctr"/>
            <a:r>
              <a:rPr lang="en-US" sz="900" dirty="0"/>
              <a:t>7698</a:t>
            </a:r>
          </a:p>
        </p:txBody>
      </p:sp>
      <p:sp>
        <p:nvSpPr>
          <p:cNvPr id="26" name="TextBox 25">
            <a:extLst>
              <a:ext uri="{FF2B5EF4-FFF2-40B4-BE49-F238E27FC236}">
                <a16:creationId xmlns:a16="http://schemas.microsoft.com/office/drawing/2014/main" id="{0625175B-CE79-413D-82E0-C676C74940F1}"/>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27" name="TextBox 26">
            <a:extLst>
              <a:ext uri="{FF2B5EF4-FFF2-40B4-BE49-F238E27FC236}">
                <a16:creationId xmlns:a16="http://schemas.microsoft.com/office/drawing/2014/main" id="{6BEC1F22-D943-BD1A-1CA2-07A81496A78D}"/>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F249E29-9B34-97C1-2D80-147D02612329}"/>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9FCC2609-A0E4-9EEE-A240-F67F714350B4}"/>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52CBF048-4303-835E-A4D1-844171567A84}"/>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30F62B7D-B2C7-A085-1C78-0045C861278E}"/>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8C64FE5C-72AD-91AB-0189-C87705DDA47C}"/>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1EF8AB9F-C3FF-74AC-7188-0363681C455C}"/>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41E71B3E-7C9F-CC99-541E-5607981CD709}"/>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437CB9C2-3CF6-10EB-9700-9E83207806F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627CE0CD-D571-84BC-AA6B-B07E9233B13E}"/>
              </a:ext>
            </a:extLst>
          </p:cNvPr>
          <p:cNvSpPr txBox="1"/>
          <p:nvPr/>
        </p:nvSpPr>
        <p:spPr>
          <a:xfrm>
            <a:off x="6152446" y="901933"/>
            <a:ext cx="570089" cy="230832"/>
          </a:xfrm>
          <a:prstGeom prst="rect">
            <a:avLst/>
          </a:prstGeom>
          <a:noFill/>
        </p:spPr>
        <p:txBody>
          <a:bodyPr wrap="square" rtlCol="0">
            <a:spAutoFit/>
          </a:bodyPr>
          <a:lstStyle/>
          <a:p>
            <a:pPr algn="ctr"/>
            <a:r>
              <a:rPr lang="en-US" sz="900" dirty="0"/>
              <a:t>49</a:t>
            </a:r>
          </a:p>
        </p:txBody>
      </p:sp>
      <p:sp>
        <p:nvSpPr>
          <p:cNvPr id="35" name="TextBox 34">
            <a:extLst>
              <a:ext uri="{FF2B5EF4-FFF2-40B4-BE49-F238E27FC236}">
                <a16:creationId xmlns:a16="http://schemas.microsoft.com/office/drawing/2014/main" id="{CB64461E-00B4-554C-0210-7FC993597F0B}"/>
              </a:ext>
            </a:extLst>
          </p:cNvPr>
          <p:cNvSpPr txBox="1"/>
          <p:nvPr/>
        </p:nvSpPr>
        <p:spPr>
          <a:xfrm>
            <a:off x="7157158" y="901933"/>
            <a:ext cx="570089" cy="230832"/>
          </a:xfrm>
          <a:prstGeom prst="rect">
            <a:avLst/>
          </a:prstGeom>
          <a:noFill/>
        </p:spPr>
        <p:txBody>
          <a:bodyPr wrap="square" rtlCol="0">
            <a:spAutoFit/>
          </a:bodyPr>
          <a:lstStyle/>
          <a:p>
            <a:pPr algn="ctr"/>
            <a:r>
              <a:rPr lang="en-US" sz="900" dirty="0"/>
              <a:t>479</a:t>
            </a:r>
          </a:p>
        </p:txBody>
      </p:sp>
      <p:sp>
        <p:nvSpPr>
          <p:cNvPr id="37" name="TextBox 36">
            <a:extLst>
              <a:ext uri="{FF2B5EF4-FFF2-40B4-BE49-F238E27FC236}">
                <a16:creationId xmlns:a16="http://schemas.microsoft.com/office/drawing/2014/main" id="{3A14BACB-101D-6C2A-FB93-05C56BAFED9F}"/>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B6B6340E-80CF-BE7A-4C28-703B34EC0C82}"/>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DD816C68-BC92-C155-B11B-7FEB0E2F975F}"/>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9199F89A-5E1A-387D-1D03-831BF791B7F9}"/>
              </a:ext>
            </a:extLst>
          </p:cNvPr>
          <p:cNvSpPr txBox="1"/>
          <p:nvPr/>
        </p:nvSpPr>
        <p:spPr>
          <a:xfrm>
            <a:off x="6654802" y="2054293"/>
            <a:ext cx="570089" cy="230832"/>
          </a:xfrm>
          <a:prstGeom prst="rect">
            <a:avLst/>
          </a:prstGeom>
          <a:noFill/>
        </p:spPr>
        <p:txBody>
          <a:bodyPr wrap="square" rtlCol="0">
            <a:spAutoFit/>
          </a:bodyPr>
          <a:lstStyle/>
          <a:p>
            <a:pPr algn="ctr"/>
            <a:r>
              <a:rPr lang="en-US" sz="900" dirty="0"/>
              <a:t>267</a:t>
            </a:r>
          </a:p>
        </p:txBody>
      </p:sp>
      <p:sp>
        <p:nvSpPr>
          <p:cNvPr id="42" name="TextBox 41">
            <a:extLst>
              <a:ext uri="{FF2B5EF4-FFF2-40B4-BE49-F238E27FC236}">
                <a16:creationId xmlns:a16="http://schemas.microsoft.com/office/drawing/2014/main" id="{CA9A43E5-964A-E685-288D-BDC330406779}"/>
              </a:ext>
            </a:extLst>
          </p:cNvPr>
          <p:cNvSpPr txBox="1"/>
          <p:nvPr/>
        </p:nvSpPr>
        <p:spPr>
          <a:xfrm>
            <a:off x="7157158" y="2242716"/>
            <a:ext cx="570089" cy="230832"/>
          </a:xfrm>
          <a:prstGeom prst="rect">
            <a:avLst/>
          </a:prstGeom>
          <a:noFill/>
        </p:spPr>
        <p:txBody>
          <a:bodyPr wrap="square" rtlCol="0">
            <a:spAutoFit/>
          </a:bodyPr>
          <a:lstStyle/>
          <a:p>
            <a:pPr algn="ctr"/>
            <a:r>
              <a:rPr lang="en-US" sz="900" dirty="0"/>
              <a:t>47</a:t>
            </a:r>
          </a:p>
        </p:txBody>
      </p:sp>
      <p:sp>
        <p:nvSpPr>
          <p:cNvPr id="17" name="TextBox 16">
            <a:extLst>
              <a:ext uri="{FF2B5EF4-FFF2-40B4-BE49-F238E27FC236}">
                <a16:creationId xmlns:a16="http://schemas.microsoft.com/office/drawing/2014/main" id="{9F021A22-296C-417B-528C-012C2114EC51}"/>
              </a:ext>
            </a:extLst>
          </p:cNvPr>
          <p:cNvSpPr txBox="1"/>
          <p:nvPr/>
        </p:nvSpPr>
        <p:spPr>
          <a:xfrm>
            <a:off x="6152446" y="3545553"/>
            <a:ext cx="570089" cy="230832"/>
          </a:xfrm>
          <a:prstGeom prst="rect">
            <a:avLst/>
          </a:prstGeom>
          <a:noFill/>
        </p:spPr>
        <p:txBody>
          <a:bodyPr wrap="square" rtlCol="0">
            <a:spAutoFit/>
          </a:bodyPr>
          <a:lstStyle/>
          <a:p>
            <a:pPr algn="ctr"/>
            <a:r>
              <a:rPr lang="en-US" sz="900" dirty="0"/>
              <a:t>57</a:t>
            </a:r>
          </a:p>
        </p:txBody>
      </p:sp>
      <p:sp>
        <p:nvSpPr>
          <p:cNvPr id="36" name="TextBox 35">
            <a:extLst>
              <a:ext uri="{FF2B5EF4-FFF2-40B4-BE49-F238E27FC236}">
                <a16:creationId xmlns:a16="http://schemas.microsoft.com/office/drawing/2014/main" id="{64A27423-61E0-4537-725B-00BF0D693909}"/>
              </a:ext>
            </a:extLst>
          </p:cNvPr>
          <p:cNvSpPr txBox="1"/>
          <p:nvPr/>
        </p:nvSpPr>
        <p:spPr>
          <a:xfrm>
            <a:off x="6654802" y="3279328"/>
            <a:ext cx="570089" cy="230832"/>
          </a:xfrm>
          <a:prstGeom prst="rect">
            <a:avLst/>
          </a:prstGeom>
          <a:noFill/>
        </p:spPr>
        <p:txBody>
          <a:bodyPr wrap="square" rtlCol="0">
            <a:spAutoFit/>
          </a:bodyPr>
          <a:lstStyle/>
          <a:p>
            <a:pPr algn="ctr"/>
            <a:r>
              <a:rPr lang="en-US" sz="900" dirty="0"/>
              <a:t>75</a:t>
            </a:r>
          </a:p>
        </p:txBody>
      </p:sp>
      <p:sp>
        <p:nvSpPr>
          <p:cNvPr id="43" name="TextBox 42">
            <a:extLst>
              <a:ext uri="{FF2B5EF4-FFF2-40B4-BE49-F238E27FC236}">
                <a16:creationId xmlns:a16="http://schemas.microsoft.com/office/drawing/2014/main" id="{82A7FF24-9D2B-437B-1C7F-90528CE2C71C}"/>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03A13926-BC2F-45EC-6A01-72E2F99EDE9E}"/>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81F4F615-1C0F-80B5-6FE5-46DBE6AD7D3E}"/>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293581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0F967-FF8A-F855-68D8-4BDADE5BE0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A2A7EC-9ADC-CD1F-BD6B-8A9FD6E2F77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6FE4D4E-F9BF-FB1E-7239-1AB0EA61557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8099D26-C5E5-4993-9008-E7E16C89D1C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AACEB1-CE24-A1DE-80E4-0A6A86EB584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D7B9008-8A60-B8E3-8FA5-7A694696722F}"/>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CE17B190-48B0-A933-74EB-A2EEC40EC0AB}"/>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B0C4F5AB-1E88-1AB3-C028-3977EC3E44ED}"/>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07CA002F-808C-1FDD-0BA6-5FBCB62036B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CECE4F7A-D33E-2FFF-A878-6E3673ED3CB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F314EC18-BA0D-4F53-0BE0-33FD04E0BFB8}"/>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79145A2-8B01-269D-58A1-5C87B43A0FAF}"/>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8E07EF9-FD3C-7C7C-E8D8-7E19CEC02BFD}"/>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8504C27-3D97-25E1-BC1E-04F5D03B623F}"/>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61EF02B-20D1-DB04-0A10-F798059728D9}"/>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E7825B55-0C17-5683-E2A3-AB39D8F50597}"/>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1E84CE87-5C1A-D6B5-25EA-74F5DAE1BD68}"/>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AB61AD8E-5212-449C-67BB-8756B4E82D5E}"/>
              </a:ext>
            </a:extLst>
          </p:cNvPr>
          <p:cNvSpPr txBox="1"/>
          <p:nvPr/>
        </p:nvSpPr>
        <p:spPr>
          <a:xfrm>
            <a:off x="3138310" y="901933"/>
            <a:ext cx="570089" cy="230832"/>
          </a:xfrm>
          <a:prstGeom prst="rect">
            <a:avLst/>
          </a:prstGeom>
          <a:noFill/>
        </p:spPr>
        <p:txBody>
          <a:bodyPr wrap="square" rtlCol="0">
            <a:spAutoFit/>
          </a:bodyPr>
          <a:lstStyle/>
          <a:p>
            <a:pPr algn="ctr"/>
            <a:r>
              <a:rPr lang="en-US" sz="900" dirty="0"/>
              <a:t>47</a:t>
            </a:r>
          </a:p>
        </p:txBody>
      </p:sp>
      <p:sp>
        <p:nvSpPr>
          <p:cNvPr id="22" name="TextBox 21">
            <a:extLst>
              <a:ext uri="{FF2B5EF4-FFF2-40B4-BE49-F238E27FC236}">
                <a16:creationId xmlns:a16="http://schemas.microsoft.com/office/drawing/2014/main" id="{9876DDF6-CFB2-3417-1264-05DEEC156522}"/>
              </a:ext>
            </a:extLst>
          </p:cNvPr>
          <p:cNvSpPr txBox="1"/>
          <p:nvPr/>
        </p:nvSpPr>
        <p:spPr>
          <a:xfrm>
            <a:off x="3138310" y="1402877"/>
            <a:ext cx="570089" cy="230832"/>
          </a:xfrm>
          <a:prstGeom prst="rect">
            <a:avLst/>
          </a:prstGeom>
          <a:noFill/>
        </p:spPr>
        <p:txBody>
          <a:bodyPr wrap="square" rtlCol="0">
            <a:spAutoFit/>
          </a:bodyPr>
          <a:lstStyle/>
          <a:p>
            <a:pPr algn="ctr"/>
            <a:r>
              <a:rPr lang="en-US" sz="900" dirty="0"/>
              <a:t>6789</a:t>
            </a:r>
          </a:p>
        </p:txBody>
      </p:sp>
      <p:sp>
        <p:nvSpPr>
          <p:cNvPr id="25" name="TextBox 24">
            <a:extLst>
              <a:ext uri="{FF2B5EF4-FFF2-40B4-BE49-F238E27FC236}">
                <a16:creationId xmlns:a16="http://schemas.microsoft.com/office/drawing/2014/main" id="{B70DE8CC-7A45-B0FC-4F52-4817E184E000}"/>
              </a:ext>
            </a:extLst>
          </p:cNvPr>
          <p:cNvSpPr txBox="1"/>
          <p:nvPr/>
        </p:nvSpPr>
        <p:spPr>
          <a:xfrm>
            <a:off x="3138310" y="1903821"/>
            <a:ext cx="570089" cy="230832"/>
          </a:xfrm>
          <a:prstGeom prst="rect">
            <a:avLst/>
          </a:prstGeom>
          <a:noFill/>
        </p:spPr>
        <p:txBody>
          <a:bodyPr wrap="square" rtlCol="0">
            <a:spAutoFit/>
          </a:bodyPr>
          <a:lstStyle/>
          <a:p>
            <a:pPr algn="ctr"/>
            <a:r>
              <a:rPr lang="en-US" sz="900" dirty="0"/>
              <a:t>7698</a:t>
            </a:r>
          </a:p>
        </p:txBody>
      </p:sp>
      <p:sp>
        <p:nvSpPr>
          <p:cNvPr id="26" name="TextBox 25">
            <a:extLst>
              <a:ext uri="{FF2B5EF4-FFF2-40B4-BE49-F238E27FC236}">
                <a16:creationId xmlns:a16="http://schemas.microsoft.com/office/drawing/2014/main" id="{C434BE6D-694E-3DC6-E3A6-70A40021507F}"/>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27" name="TextBox 26">
            <a:extLst>
              <a:ext uri="{FF2B5EF4-FFF2-40B4-BE49-F238E27FC236}">
                <a16:creationId xmlns:a16="http://schemas.microsoft.com/office/drawing/2014/main" id="{98C8BD02-299F-809B-8191-D1EE64FB171E}"/>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358CADCD-D4F5-C2B8-5E01-661C403BC15D}"/>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76A5D8D4-1EBF-1FBF-537E-AE673D9F4199}"/>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BC10A10C-8711-DAAF-64FB-865244F2E789}"/>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3D4495F8-454D-989A-44A8-87226C897D99}"/>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594E9E15-C71F-6EC9-1E5E-003E10D3388A}"/>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D48C9551-C79C-CA3D-670A-0ED49A83CA6B}"/>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D2F6FA5D-CA2D-61F0-6C25-417B00ACC543}"/>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4C823A0C-12E0-DA7C-5FF3-052FBFC653A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5" name="TextBox 34">
            <a:extLst>
              <a:ext uri="{FF2B5EF4-FFF2-40B4-BE49-F238E27FC236}">
                <a16:creationId xmlns:a16="http://schemas.microsoft.com/office/drawing/2014/main" id="{9212CA36-B3B7-CBE6-A5C1-3B957C4B9101}"/>
              </a:ext>
            </a:extLst>
          </p:cNvPr>
          <p:cNvSpPr txBox="1"/>
          <p:nvPr/>
        </p:nvSpPr>
        <p:spPr>
          <a:xfrm>
            <a:off x="7157158" y="901933"/>
            <a:ext cx="570089" cy="230832"/>
          </a:xfrm>
          <a:prstGeom prst="rect">
            <a:avLst/>
          </a:prstGeom>
          <a:noFill/>
        </p:spPr>
        <p:txBody>
          <a:bodyPr wrap="square" rtlCol="0">
            <a:spAutoFit/>
          </a:bodyPr>
          <a:lstStyle/>
          <a:p>
            <a:pPr algn="ctr"/>
            <a:r>
              <a:rPr lang="en-US" sz="900" dirty="0"/>
              <a:t>479</a:t>
            </a:r>
          </a:p>
        </p:txBody>
      </p:sp>
      <p:sp>
        <p:nvSpPr>
          <p:cNvPr id="37" name="TextBox 36">
            <a:extLst>
              <a:ext uri="{FF2B5EF4-FFF2-40B4-BE49-F238E27FC236}">
                <a16:creationId xmlns:a16="http://schemas.microsoft.com/office/drawing/2014/main" id="{68AA41C2-CD4F-72C9-F734-3087E1FFDCC7}"/>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9D9039D-8A5D-A66C-0CE7-76191DCD395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7E9B5002-46B0-DC80-65B7-C68B773F5193}"/>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E21C9BDF-2247-9AAA-C53D-BCCF532FBBF4}"/>
              </a:ext>
            </a:extLst>
          </p:cNvPr>
          <p:cNvSpPr txBox="1"/>
          <p:nvPr/>
        </p:nvSpPr>
        <p:spPr>
          <a:xfrm>
            <a:off x="6654802" y="2054293"/>
            <a:ext cx="570089" cy="230832"/>
          </a:xfrm>
          <a:prstGeom prst="rect">
            <a:avLst/>
          </a:prstGeom>
          <a:no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E3667938-5717-A7FC-6E22-0A2786CF3FD3}"/>
              </a:ext>
            </a:extLst>
          </p:cNvPr>
          <p:cNvSpPr txBox="1"/>
          <p:nvPr/>
        </p:nvSpPr>
        <p:spPr>
          <a:xfrm>
            <a:off x="6152446" y="3545553"/>
            <a:ext cx="570089" cy="230832"/>
          </a:xfrm>
          <a:prstGeom prst="rect">
            <a:avLst/>
          </a:prstGeom>
          <a:noFill/>
        </p:spPr>
        <p:txBody>
          <a:bodyPr wrap="square" rtlCol="0">
            <a:spAutoFit/>
          </a:bodyPr>
          <a:lstStyle/>
          <a:p>
            <a:pPr algn="ctr"/>
            <a:r>
              <a:rPr lang="en-US" sz="900" dirty="0"/>
              <a:t>57</a:t>
            </a:r>
          </a:p>
        </p:txBody>
      </p:sp>
      <p:sp>
        <p:nvSpPr>
          <p:cNvPr id="36" name="TextBox 35">
            <a:extLst>
              <a:ext uri="{FF2B5EF4-FFF2-40B4-BE49-F238E27FC236}">
                <a16:creationId xmlns:a16="http://schemas.microsoft.com/office/drawing/2014/main" id="{C1EEAD11-3FD1-9FF1-565B-38EDE9F7237A}"/>
              </a:ext>
            </a:extLst>
          </p:cNvPr>
          <p:cNvSpPr txBox="1"/>
          <p:nvPr/>
        </p:nvSpPr>
        <p:spPr>
          <a:xfrm>
            <a:off x="6654802" y="3279328"/>
            <a:ext cx="570089" cy="230832"/>
          </a:xfrm>
          <a:prstGeom prst="rect">
            <a:avLst/>
          </a:prstGeom>
          <a:noFill/>
        </p:spPr>
        <p:txBody>
          <a:bodyPr wrap="square" rtlCol="0">
            <a:spAutoFit/>
          </a:bodyPr>
          <a:lstStyle/>
          <a:p>
            <a:pPr algn="ctr"/>
            <a:r>
              <a:rPr lang="en-US" sz="900" dirty="0"/>
              <a:t>75</a:t>
            </a:r>
          </a:p>
        </p:txBody>
      </p:sp>
      <p:sp>
        <p:nvSpPr>
          <p:cNvPr id="43" name="TextBox 42">
            <a:extLst>
              <a:ext uri="{FF2B5EF4-FFF2-40B4-BE49-F238E27FC236}">
                <a16:creationId xmlns:a16="http://schemas.microsoft.com/office/drawing/2014/main" id="{9863C5E8-0EE5-EC2B-D4A6-1278B5510559}"/>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4029DC34-B2AC-3258-108B-0C33F42CE82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43874BD7-1714-CC94-03C1-5CB14B6D05C3}"/>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90C168C7-34A2-8499-BA00-B4CB60C292FA}"/>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D8C7673C-4DAA-7A59-7E50-F2FF9A15D4BF}"/>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BB12613B-E139-3FEB-24E4-4F5C6A11A36C}"/>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A5C99EC5-A741-6B07-3662-0F1285AA51A4}"/>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428066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395FD-B9C8-60C0-154D-F892A85A47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BFF19E-76F1-D475-C254-C74AF7B52B1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BC37AE0-BF5F-8DA0-AB54-2B3E6D11D12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3050E75-9629-611A-D5BE-652C0DC16DC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A36CD13-D75B-9516-C88C-08B614B068B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CBAE1E0-29E1-972F-5E64-2738C28B7362}"/>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CFD0ED73-1CC9-07BB-96CA-4C491E4F5FA3}"/>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13" name="TextBox 12">
            <a:extLst>
              <a:ext uri="{FF2B5EF4-FFF2-40B4-BE49-F238E27FC236}">
                <a16:creationId xmlns:a16="http://schemas.microsoft.com/office/drawing/2014/main" id="{75531DFD-A2CE-398B-8887-9EFEEE19A5B9}"/>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14" name="TextBox 13">
            <a:extLst>
              <a:ext uri="{FF2B5EF4-FFF2-40B4-BE49-F238E27FC236}">
                <a16:creationId xmlns:a16="http://schemas.microsoft.com/office/drawing/2014/main" id="{A8E5873E-B3AB-B0D5-FA8E-E898464AF557}"/>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D9CE95ED-47C9-2499-6EE6-B97FB142746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0136BF33-6E23-5002-4CDC-96844368E1F2}"/>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7B76CDC-1114-A6DE-F84F-A79161D755DD}"/>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DF9957D5-3F33-7A01-64D9-8ABBA7E83BF8}"/>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E9655FA-BDE7-806E-50BE-76A1D80B40F6}"/>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589DFE6B-F39A-C446-EA95-650323EB9582}"/>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4060C2A1-F83F-48A7-619F-F91B1FD20943}"/>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C30ACBE2-799F-80CA-5C2F-4A7D193C416C}"/>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1DC3DB8B-7708-62F7-717F-B955D062CF50}"/>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25" name="TextBox 24">
            <a:extLst>
              <a:ext uri="{FF2B5EF4-FFF2-40B4-BE49-F238E27FC236}">
                <a16:creationId xmlns:a16="http://schemas.microsoft.com/office/drawing/2014/main" id="{95A5067D-B2C1-8EB0-1084-D6D20436390F}"/>
              </a:ext>
            </a:extLst>
          </p:cNvPr>
          <p:cNvSpPr txBox="1"/>
          <p:nvPr/>
        </p:nvSpPr>
        <p:spPr>
          <a:xfrm>
            <a:off x="3138310" y="1903821"/>
            <a:ext cx="570089" cy="230832"/>
          </a:xfrm>
          <a:prstGeom prst="rect">
            <a:avLst/>
          </a:prstGeom>
          <a:noFill/>
        </p:spPr>
        <p:txBody>
          <a:bodyPr wrap="square" rtlCol="0">
            <a:spAutoFit/>
          </a:bodyPr>
          <a:lstStyle/>
          <a:p>
            <a:pPr algn="ctr"/>
            <a:r>
              <a:rPr lang="en-US" sz="900" dirty="0"/>
              <a:t>98</a:t>
            </a:r>
          </a:p>
        </p:txBody>
      </p:sp>
      <p:sp>
        <p:nvSpPr>
          <p:cNvPr id="27" name="TextBox 26">
            <a:extLst>
              <a:ext uri="{FF2B5EF4-FFF2-40B4-BE49-F238E27FC236}">
                <a16:creationId xmlns:a16="http://schemas.microsoft.com/office/drawing/2014/main" id="{4DFB45C3-DF86-D1BD-6D17-292A08838673}"/>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92C55EB-51DB-4B13-7B92-A5A7A6C85F99}"/>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67B7F14A-020B-6267-6184-8F4805460EF7}"/>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95C5CC4C-91D6-60DA-1222-87B0CC3C5026}"/>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880E3B62-51A5-71BB-7541-C2AC26D5A579}"/>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F68F0355-3746-E4CF-25E2-A4F002DC156F}"/>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0930A8E1-40DC-B4C6-87CA-06E1CEF8962F}"/>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B22D6092-B411-0380-D755-26AC677CFEF8}"/>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C55F84BD-B1F2-0032-C734-71BCD667830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B503ABB6-3329-EE65-BEBB-CECB9946D48D}"/>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FAAD9EBE-3878-C5EA-5FB3-717EFBD3668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E808336D-EE72-E62D-90A0-C0F06349F3EC}"/>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6843950D-CCF9-5276-AF30-708F671BCC6C}"/>
              </a:ext>
            </a:extLst>
          </p:cNvPr>
          <p:cNvSpPr txBox="1"/>
          <p:nvPr/>
        </p:nvSpPr>
        <p:spPr>
          <a:xfrm>
            <a:off x="6654802" y="2054293"/>
            <a:ext cx="570089" cy="230832"/>
          </a:xfrm>
          <a:prstGeom prst="rect">
            <a:avLst/>
          </a:prstGeom>
          <a:no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5CCC9E0B-F6AC-814C-E427-BABF0CA9663E}"/>
              </a:ext>
            </a:extLst>
          </p:cNvPr>
          <p:cNvSpPr txBox="1"/>
          <p:nvPr/>
        </p:nvSpPr>
        <p:spPr>
          <a:xfrm>
            <a:off x="6152446" y="3545553"/>
            <a:ext cx="570089" cy="230832"/>
          </a:xfrm>
          <a:prstGeom prst="rect">
            <a:avLst/>
          </a:prstGeom>
          <a:noFill/>
        </p:spPr>
        <p:txBody>
          <a:bodyPr wrap="square" rtlCol="0">
            <a:spAutoFit/>
          </a:bodyPr>
          <a:lstStyle/>
          <a:p>
            <a:pPr algn="ctr"/>
            <a:r>
              <a:rPr lang="en-US" sz="900" dirty="0"/>
              <a:t>57</a:t>
            </a:r>
          </a:p>
        </p:txBody>
      </p:sp>
      <p:sp>
        <p:nvSpPr>
          <p:cNvPr id="36" name="TextBox 35">
            <a:extLst>
              <a:ext uri="{FF2B5EF4-FFF2-40B4-BE49-F238E27FC236}">
                <a16:creationId xmlns:a16="http://schemas.microsoft.com/office/drawing/2014/main" id="{193423ED-75AD-441E-F5E4-5A2E7E59AB4B}"/>
              </a:ext>
            </a:extLst>
          </p:cNvPr>
          <p:cNvSpPr txBox="1"/>
          <p:nvPr/>
        </p:nvSpPr>
        <p:spPr>
          <a:xfrm>
            <a:off x="6654802" y="3279328"/>
            <a:ext cx="570089" cy="230832"/>
          </a:xfrm>
          <a:prstGeom prst="rect">
            <a:avLst/>
          </a:prstGeom>
          <a:noFill/>
        </p:spPr>
        <p:txBody>
          <a:bodyPr wrap="square" rtlCol="0">
            <a:spAutoFit/>
          </a:bodyPr>
          <a:lstStyle/>
          <a:p>
            <a:pPr algn="ctr"/>
            <a:r>
              <a:rPr lang="en-US" sz="900" dirty="0"/>
              <a:t>75</a:t>
            </a:r>
          </a:p>
        </p:txBody>
      </p:sp>
      <p:sp>
        <p:nvSpPr>
          <p:cNvPr id="43" name="TextBox 42">
            <a:extLst>
              <a:ext uri="{FF2B5EF4-FFF2-40B4-BE49-F238E27FC236}">
                <a16:creationId xmlns:a16="http://schemas.microsoft.com/office/drawing/2014/main" id="{1ABA677F-42FB-1199-6F83-11F389EFAC7B}"/>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D12B2457-BB81-50F0-3728-91BF83F0FBE3}"/>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104EC5D2-B750-AA0D-E7C4-5647E6CF0490}"/>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22088A50-37AC-DFF7-A724-F07CCFD040D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4C4CDEEB-A5FD-E1B6-CF2D-B2D75AA978BA}"/>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DB30C394-B5FF-82BD-150C-1ED40BB7B256}"/>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2DC5948B-45FF-8DAE-E53F-95B55B00CDC2}"/>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9CF9E71A-F557-DD94-C8E1-B44906490037}"/>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0A4C1D53-0A3F-0EF0-027C-17600E5D73DD}"/>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A449AC0E-184F-8AEF-73EA-0EC947FD5CB5}"/>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208443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B27C-F475-AFDA-A238-3F2519EC98F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CDD337-DB21-A5E1-402B-136BC766A07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19423CA-C783-1AA6-DC8E-FA3825C6467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2B60E70-5A47-0C0C-AB14-90256737999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94FF6B1-EC3F-9ADD-F22A-3DABFB83018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44D1BC8-6A0D-4475-A532-884BD1B42529}"/>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3DBCB5E6-682D-9CB4-DE74-51D8D2E2423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44024A38-278C-914F-4576-FD53CCA7F74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DCB9CE4A-98DD-BD14-F96D-B1B2BA3F1E8B}"/>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B335514-95D1-6BA0-2A35-06D487A2CAE4}"/>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88BEC183-3F61-90BC-D414-77424B18B1C6}"/>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57D3D2C-E82E-E4AB-CC12-20F0F54BA7AF}"/>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AA5C643-5ECF-2DDB-AA19-80D2A7B6EA58}"/>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E5D35EDA-E17F-3F34-C91D-32EDA029046E}"/>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9E1E62C5-AFC9-033D-DAD6-02252F63E090}"/>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9C778FB9-A27E-648C-77CF-2D11B391DD6D}"/>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25" name="TextBox 24">
            <a:extLst>
              <a:ext uri="{FF2B5EF4-FFF2-40B4-BE49-F238E27FC236}">
                <a16:creationId xmlns:a16="http://schemas.microsoft.com/office/drawing/2014/main" id="{35B3D30B-C85A-293E-7FE9-93186B369D4B}"/>
              </a:ext>
            </a:extLst>
          </p:cNvPr>
          <p:cNvSpPr txBox="1"/>
          <p:nvPr/>
        </p:nvSpPr>
        <p:spPr>
          <a:xfrm>
            <a:off x="3138310" y="1903821"/>
            <a:ext cx="570089" cy="230832"/>
          </a:xfrm>
          <a:prstGeom prst="rect">
            <a:avLst/>
          </a:prstGeom>
          <a:noFill/>
        </p:spPr>
        <p:txBody>
          <a:bodyPr wrap="square" rtlCol="0">
            <a:spAutoFit/>
          </a:bodyPr>
          <a:lstStyle/>
          <a:p>
            <a:pPr algn="ctr"/>
            <a:r>
              <a:rPr lang="en-US" sz="900" dirty="0"/>
              <a:t>98</a:t>
            </a:r>
          </a:p>
        </p:txBody>
      </p:sp>
      <p:sp>
        <p:nvSpPr>
          <p:cNvPr id="27" name="TextBox 26">
            <a:extLst>
              <a:ext uri="{FF2B5EF4-FFF2-40B4-BE49-F238E27FC236}">
                <a16:creationId xmlns:a16="http://schemas.microsoft.com/office/drawing/2014/main" id="{46BDFC88-FDA0-E6CD-E26F-9E79BE6BEFA5}"/>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F9F06040-05CF-628A-4A04-0AE847EC6192}"/>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5A855EA7-9286-E67B-EA2F-5D411879BD2F}"/>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9DCA3CA7-F808-FD44-C4F9-F986C58BEE30}"/>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881C1649-0845-7BFA-3AC6-F6A4A5E9844A}"/>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63B90F08-D75F-9AF1-1BF2-64109F52688B}"/>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DC52F61C-6844-BB9A-6330-A9BB7E5AE780}"/>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030EC33D-BFFB-B7D1-8BF6-CF06FB1B9D89}"/>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0EA3020C-A14B-1ED6-92EF-726EA98AFC9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D694E433-1DC7-329B-1E06-CFD24E491056}"/>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8D7ABB10-4C88-C023-3274-E2E33DFABFC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BDBD059F-CA99-E4E1-2414-44F38762215A}"/>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BD6B05B0-329E-1F7F-0721-BA76A7562029}"/>
              </a:ext>
            </a:extLst>
          </p:cNvPr>
          <p:cNvSpPr txBox="1"/>
          <p:nvPr/>
        </p:nvSpPr>
        <p:spPr>
          <a:xfrm>
            <a:off x="6654802" y="2054293"/>
            <a:ext cx="570089" cy="230832"/>
          </a:xfrm>
          <a:prstGeom prst="rect">
            <a:avLst/>
          </a:prstGeom>
          <a:no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B490F3CE-FC1F-F569-1C83-80F6AC6635A9}"/>
              </a:ext>
            </a:extLst>
          </p:cNvPr>
          <p:cNvSpPr txBox="1"/>
          <p:nvPr/>
        </p:nvSpPr>
        <p:spPr>
          <a:xfrm>
            <a:off x="6152446" y="3545553"/>
            <a:ext cx="570089" cy="230832"/>
          </a:xfrm>
          <a:prstGeom prst="rect">
            <a:avLst/>
          </a:prstGeom>
          <a:noFill/>
        </p:spPr>
        <p:txBody>
          <a:bodyPr wrap="square" rtlCol="0">
            <a:spAutoFit/>
          </a:bodyPr>
          <a:lstStyle/>
          <a:p>
            <a:pPr algn="ctr"/>
            <a:r>
              <a:rPr lang="en-US" sz="900" dirty="0"/>
              <a:t>57</a:t>
            </a:r>
          </a:p>
        </p:txBody>
      </p:sp>
      <p:sp>
        <p:nvSpPr>
          <p:cNvPr id="36" name="TextBox 35">
            <a:extLst>
              <a:ext uri="{FF2B5EF4-FFF2-40B4-BE49-F238E27FC236}">
                <a16:creationId xmlns:a16="http://schemas.microsoft.com/office/drawing/2014/main" id="{0DF9ECD4-DD41-6D29-AEB8-23ECFEFC4442}"/>
              </a:ext>
            </a:extLst>
          </p:cNvPr>
          <p:cNvSpPr txBox="1"/>
          <p:nvPr/>
        </p:nvSpPr>
        <p:spPr>
          <a:xfrm>
            <a:off x="6654802" y="3279328"/>
            <a:ext cx="570089" cy="230832"/>
          </a:xfrm>
          <a:prstGeom prst="rect">
            <a:avLst/>
          </a:prstGeom>
          <a:noFill/>
        </p:spPr>
        <p:txBody>
          <a:bodyPr wrap="square" rtlCol="0">
            <a:spAutoFit/>
          </a:bodyPr>
          <a:lstStyle/>
          <a:p>
            <a:pPr algn="ctr"/>
            <a:r>
              <a:rPr lang="en-US" sz="900" dirty="0"/>
              <a:t>75</a:t>
            </a:r>
          </a:p>
        </p:txBody>
      </p:sp>
      <p:sp>
        <p:nvSpPr>
          <p:cNvPr id="43" name="TextBox 42">
            <a:extLst>
              <a:ext uri="{FF2B5EF4-FFF2-40B4-BE49-F238E27FC236}">
                <a16:creationId xmlns:a16="http://schemas.microsoft.com/office/drawing/2014/main" id="{1DE57D7E-5921-F721-5CC3-E84A929FFF85}"/>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C5B25A9E-D04D-6027-0484-AA616472ECCE}"/>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F9CE4A0A-7663-F0C2-1819-B2C97BCE9356}"/>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DCB09628-D94D-AA09-556D-EA77DE71F37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9C2CA34F-AD01-6A23-2952-E8ED91F28D8F}"/>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C8D1C591-4C2C-9740-0AA9-EAF1021045F9}"/>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43F7A3E4-E1A7-9552-4E5A-247A848E5F50}"/>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C136E19-58CB-51BE-497C-445CC8E8F3AA}"/>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799BC633-632B-467D-9CB8-9D1DB39720A5}"/>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9F908F4B-4270-983F-B6E4-FE4F7B38750B}"/>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B15B460C-870F-194C-EE5B-A6D074F51A4E}"/>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929F7491-600C-181E-8A18-BCA72B21E7B4}"/>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0001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D5895-3159-2E49-9D5B-F999F2740BA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AAA374-A034-7350-132B-CACD932A08F2}"/>
              </a:ext>
            </a:extLst>
          </p:cNvPr>
          <p:cNvSpPr>
            <a:spLocks noGrp="1"/>
          </p:cNvSpPr>
          <p:nvPr>
            <p:ph sz="half" idx="1"/>
          </p:nvPr>
        </p:nvSpPr>
        <p:spPr/>
        <p:txBody>
          <a:bodyPr>
            <a:normAutofit/>
          </a:bodyPr>
          <a:lstStyle/>
          <a:p>
            <a:r>
              <a:rPr lang="en-US" dirty="0"/>
              <a:t>The remaining digits in the upper right block (157) fit in only one way.</a:t>
            </a:r>
          </a:p>
        </p:txBody>
      </p:sp>
      <p:pic>
        <p:nvPicPr>
          <p:cNvPr id="4" name="Picture 3" descr="A grid of sudoku puzzle&#10;&#10;Description automatically generated">
            <a:extLst>
              <a:ext uri="{FF2B5EF4-FFF2-40B4-BE49-F238E27FC236}">
                <a16:creationId xmlns:a16="http://schemas.microsoft.com/office/drawing/2014/main" id="{C6786BF9-6EE5-BF82-F574-8A24AC29410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B74A418-2C13-18BB-66A2-3B36C9F7330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6EB3695-3162-5BD5-B134-E337C0FF6EC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269469B-8D85-4210-077C-AE5D47EF08E7}"/>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79B816D8-253D-3891-465E-331759E66492}"/>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8C7A08FE-D0C7-B8FB-64DC-5EAA1BF3B4A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258035EF-8BD7-1436-A995-3D6A8482541E}"/>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F507087-9328-4274-27B3-CA0764F8A477}"/>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A28C050C-FA73-2739-7525-406053F6E8ED}"/>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B168D25-E339-EDDE-0FB1-88E5B3971443}"/>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FD675DC-8B1A-EFED-ACAB-DD3EC5EE5481}"/>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5DB7F4E2-2657-29EA-0513-6F581CBA4CA2}"/>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0BC4A39C-F22F-9D4B-97F3-BDC8D0B71219}"/>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DF8971DE-D463-54D5-9EC1-00B574A8F013}"/>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25" name="TextBox 24">
            <a:extLst>
              <a:ext uri="{FF2B5EF4-FFF2-40B4-BE49-F238E27FC236}">
                <a16:creationId xmlns:a16="http://schemas.microsoft.com/office/drawing/2014/main" id="{99C8FCF3-7016-C732-67C0-04817FE0C51F}"/>
              </a:ext>
            </a:extLst>
          </p:cNvPr>
          <p:cNvSpPr txBox="1"/>
          <p:nvPr/>
        </p:nvSpPr>
        <p:spPr>
          <a:xfrm>
            <a:off x="3138310" y="1903821"/>
            <a:ext cx="570089" cy="230832"/>
          </a:xfrm>
          <a:prstGeom prst="rect">
            <a:avLst/>
          </a:prstGeom>
          <a:noFill/>
        </p:spPr>
        <p:txBody>
          <a:bodyPr wrap="square" rtlCol="0">
            <a:spAutoFit/>
          </a:bodyPr>
          <a:lstStyle/>
          <a:p>
            <a:pPr algn="ctr"/>
            <a:r>
              <a:rPr lang="en-US" sz="900" dirty="0"/>
              <a:t>98</a:t>
            </a:r>
          </a:p>
        </p:txBody>
      </p:sp>
      <p:sp>
        <p:nvSpPr>
          <p:cNvPr id="27" name="TextBox 26">
            <a:extLst>
              <a:ext uri="{FF2B5EF4-FFF2-40B4-BE49-F238E27FC236}">
                <a16:creationId xmlns:a16="http://schemas.microsoft.com/office/drawing/2014/main" id="{69BF46B5-AEFD-1302-1157-42B965085937}"/>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7CEDA47F-4936-F920-75FF-8EE312CDDCF1}"/>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F6C1F3AA-DA3D-0F2E-20BA-4CB74DECC4F1}"/>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FEB6C71C-50E1-141F-45A5-DD68CAB140B0}"/>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3E54FC0D-EE9F-971E-DEAF-10DFC72EE3A9}"/>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BB5AD32F-2632-439C-0A9A-3DEA598B31E2}"/>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6C54A6FA-5A3B-3F84-0A46-86A8DF3F6A34}"/>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69B14266-9300-8E2F-0E05-FEAE3855756F}"/>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F7FCE46D-D7B2-7673-1B33-CE90C4917E5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321B1EDF-2B24-7207-5F9A-3DC1D5A9AE30}"/>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57DC954-84B7-B275-55F3-EAB7041FB03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BDBED565-D2CA-5689-5807-D4EB047282AD}"/>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04E81B5C-98F7-0DB0-65BE-2F7B8EEDF7B4}"/>
              </a:ext>
            </a:extLst>
          </p:cNvPr>
          <p:cNvSpPr txBox="1"/>
          <p:nvPr/>
        </p:nvSpPr>
        <p:spPr>
          <a:xfrm>
            <a:off x="6654802" y="2054293"/>
            <a:ext cx="570089" cy="230832"/>
          </a:xfrm>
          <a:prstGeom prst="rect">
            <a:avLst/>
          </a:prstGeom>
          <a:noFill/>
        </p:spPr>
        <p:txBody>
          <a:bodyPr wrap="square" rtlCol="0">
            <a:spAutoFit/>
          </a:bodyPr>
          <a:lstStyle/>
          <a:p>
            <a:pPr algn="ctr"/>
            <a:r>
              <a:rPr lang="en-US" sz="900" dirty="0"/>
              <a:t>62</a:t>
            </a:r>
          </a:p>
        </p:txBody>
      </p:sp>
      <p:sp>
        <p:nvSpPr>
          <p:cNvPr id="17" name="TextBox 16">
            <a:extLst>
              <a:ext uri="{FF2B5EF4-FFF2-40B4-BE49-F238E27FC236}">
                <a16:creationId xmlns:a16="http://schemas.microsoft.com/office/drawing/2014/main" id="{B8125CEE-2D5F-D6AE-650E-13093A0D7D8F}"/>
              </a:ext>
            </a:extLst>
          </p:cNvPr>
          <p:cNvSpPr txBox="1"/>
          <p:nvPr/>
        </p:nvSpPr>
        <p:spPr>
          <a:xfrm>
            <a:off x="6152446" y="3545553"/>
            <a:ext cx="570089" cy="230832"/>
          </a:xfrm>
          <a:prstGeom prst="rect">
            <a:avLst/>
          </a:prstGeom>
          <a:noFill/>
        </p:spPr>
        <p:txBody>
          <a:bodyPr wrap="square" rtlCol="0">
            <a:spAutoFit/>
          </a:bodyPr>
          <a:lstStyle/>
          <a:p>
            <a:pPr algn="ctr"/>
            <a:r>
              <a:rPr lang="en-US" sz="900" dirty="0"/>
              <a:t>57</a:t>
            </a:r>
          </a:p>
        </p:txBody>
      </p:sp>
      <p:sp>
        <p:nvSpPr>
          <p:cNvPr id="36" name="TextBox 35">
            <a:extLst>
              <a:ext uri="{FF2B5EF4-FFF2-40B4-BE49-F238E27FC236}">
                <a16:creationId xmlns:a16="http://schemas.microsoft.com/office/drawing/2014/main" id="{94F9A86D-9D11-661D-5F95-B26C0161891B}"/>
              </a:ext>
            </a:extLst>
          </p:cNvPr>
          <p:cNvSpPr txBox="1"/>
          <p:nvPr/>
        </p:nvSpPr>
        <p:spPr>
          <a:xfrm>
            <a:off x="6654802" y="3279328"/>
            <a:ext cx="570089" cy="230832"/>
          </a:xfrm>
          <a:prstGeom prst="rect">
            <a:avLst/>
          </a:prstGeom>
          <a:noFill/>
        </p:spPr>
        <p:txBody>
          <a:bodyPr wrap="square" rtlCol="0">
            <a:spAutoFit/>
          </a:bodyPr>
          <a:lstStyle/>
          <a:p>
            <a:pPr algn="ctr"/>
            <a:r>
              <a:rPr lang="en-US" sz="900" dirty="0"/>
              <a:t>75</a:t>
            </a:r>
          </a:p>
        </p:txBody>
      </p:sp>
      <p:sp>
        <p:nvSpPr>
          <p:cNvPr id="43" name="TextBox 42">
            <a:extLst>
              <a:ext uri="{FF2B5EF4-FFF2-40B4-BE49-F238E27FC236}">
                <a16:creationId xmlns:a16="http://schemas.microsoft.com/office/drawing/2014/main" id="{2D8F472B-BCFB-6C0C-F979-0B554323C134}"/>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CD2840F4-8C7D-678E-1EDB-C37CF005A516}"/>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2FCC4B73-7202-A026-7333-41C8FA81E05C}"/>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7EF00CCC-1A73-468B-35F1-47C3E54B8F9D}"/>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E1FF3B94-1FCC-5E4A-C720-E311C47F7B15}"/>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E3B5FA67-1057-89F2-13CA-32A466AD47AA}"/>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330ACCA1-EC33-6AE8-BF84-5BA3E3EED018}"/>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E514E6B8-95A3-ED9E-F22C-0689275C21BF}"/>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E17ECDC2-1158-AEB6-48E5-ADF24DBA8D4B}"/>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B92C968E-2A0A-75AD-0885-B7A3511ABC02}"/>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7744E6B6-5D2B-1A82-18B4-065631AF504B}"/>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A936BB6-4C65-7C4B-AAA3-30DD58B4D408}"/>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FA264B42-DD32-4712-E6CD-AE6D1E5A8EEF}"/>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D00DA45D-F073-448C-6AF0-32E4FF956EE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2FC92EC2-50F1-884D-0A01-14BBAF2DCD26}"/>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938874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2898B-D652-2EB3-31DD-B2CD7B3F78E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6D5883-1733-064D-9B94-1840241EDBB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047F176-72DD-8B31-F605-A667E943B19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4065EBC-F3A1-4DE2-869D-D3D1CD797C6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8E14C6-6A9E-87B7-FF31-5DCBBB41862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7CAFB0D-1FBA-24A8-6956-7B8FB8703013}"/>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4EBF4E95-74FA-C21C-4E0C-28B21D86C30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E501D07B-0741-AC81-9CB6-60026510163A}"/>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239A9E46-D2D6-6E54-7781-22DBA5534281}"/>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74BD29D6-91F3-625F-1352-C605AA2241AB}"/>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09FEA668-9855-CC85-5400-994F73CCF03A}"/>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99F202A-9001-C615-8D1B-1F0F694DE56B}"/>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E68E624-1251-D90E-8E71-E32A9F3C18F8}"/>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8DF7D72D-4B76-7364-F386-CC66A101D95B}"/>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6FC1049F-67E7-193F-19D4-5F9402DA7B6C}"/>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A8381AAA-0B19-1E93-A017-664C0F7CAF3F}"/>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25" name="TextBox 24">
            <a:extLst>
              <a:ext uri="{FF2B5EF4-FFF2-40B4-BE49-F238E27FC236}">
                <a16:creationId xmlns:a16="http://schemas.microsoft.com/office/drawing/2014/main" id="{A750B469-AFC9-1C84-2111-C53E397223DE}"/>
              </a:ext>
            </a:extLst>
          </p:cNvPr>
          <p:cNvSpPr txBox="1"/>
          <p:nvPr/>
        </p:nvSpPr>
        <p:spPr>
          <a:xfrm>
            <a:off x="3138310" y="1903821"/>
            <a:ext cx="570089" cy="230832"/>
          </a:xfrm>
          <a:prstGeom prst="rect">
            <a:avLst/>
          </a:prstGeom>
          <a:noFill/>
        </p:spPr>
        <p:txBody>
          <a:bodyPr wrap="square" rtlCol="0">
            <a:spAutoFit/>
          </a:bodyPr>
          <a:lstStyle/>
          <a:p>
            <a:pPr algn="ctr"/>
            <a:r>
              <a:rPr lang="en-US" sz="900" dirty="0"/>
              <a:t>98</a:t>
            </a:r>
          </a:p>
        </p:txBody>
      </p:sp>
      <p:sp>
        <p:nvSpPr>
          <p:cNvPr id="27" name="TextBox 26">
            <a:extLst>
              <a:ext uri="{FF2B5EF4-FFF2-40B4-BE49-F238E27FC236}">
                <a16:creationId xmlns:a16="http://schemas.microsoft.com/office/drawing/2014/main" id="{B3EC1E70-3CBA-4759-AFD1-5069816481F4}"/>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E59C3E90-CE51-01F3-C008-76497C3F1884}"/>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CDD36F67-FCCA-B867-52FC-5A3A00055401}"/>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9AD75215-1145-D6BE-3036-870423DA8C56}"/>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A690DB15-2EA7-3491-5714-83033AF26A0D}"/>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C31094D3-E939-19C9-AE5F-F8CC2E1FF92F}"/>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E21E6C4D-9068-3B6F-0F88-86331B996410}"/>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6B98FD6B-30F5-AEAA-62D3-7E087972B543}"/>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FBBF6F0D-6F3D-CB46-B7E2-3F6FAD829B91}"/>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9A27AB4F-C782-221E-BE6B-4CFAD57DDD68}"/>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84A78956-3034-9459-740A-27991628BFD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3046765C-D43C-DED8-738D-D925B16A066E}"/>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8EDE11A5-90AB-EA06-FDBE-A01AD1D940B4}"/>
              </a:ext>
            </a:extLst>
          </p:cNvPr>
          <p:cNvSpPr txBox="1"/>
          <p:nvPr/>
        </p:nvSpPr>
        <p:spPr>
          <a:xfrm>
            <a:off x="6654802" y="2054293"/>
            <a:ext cx="570089" cy="230832"/>
          </a:xfrm>
          <a:prstGeom prst="rect">
            <a:avLst/>
          </a:prstGeom>
          <a:noFill/>
        </p:spPr>
        <p:txBody>
          <a:bodyPr wrap="square" rtlCol="0">
            <a:spAutoFit/>
          </a:bodyPr>
          <a:lstStyle/>
          <a:p>
            <a:pPr algn="ctr"/>
            <a:r>
              <a:rPr lang="en-US" sz="900" dirty="0"/>
              <a:t>62</a:t>
            </a:r>
          </a:p>
        </p:txBody>
      </p:sp>
      <p:sp>
        <p:nvSpPr>
          <p:cNvPr id="43" name="TextBox 42">
            <a:extLst>
              <a:ext uri="{FF2B5EF4-FFF2-40B4-BE49-F238E27FC236}">
                <a16:creationId xmlns:a16="http://schemas.microsoft.com/office/drawing/2014/main" id="{76CD2794-2892-3A5D-CD4C-3623900FE152}"/>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0FC18956-D049-752B-5134-ABB10319A99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B2164430-44AF-4B31-1A43-2B260DBB7C4C}"/>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E3EFDD3C-14D5-5DEC-E18E-BF462631AF4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0558F745-50AD-EA62-394D-096D2E39BB55}"/>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ADC39D8C-852D-8DA6-0268-AB2CC9AAAB1E}"/>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C919A4AA-E48C-A6AE-E4A2-8A88710F6787}"/>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95404281-6460-0B0E-D8E5-903E8C126BF2}"/>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F6A5082-8F85-0EFD-E045-A89E19D9350C}"/>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06116F32-6348-F2DF-C15E-C395C35059BA}"/>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76D496EC-ADAE-BACA-E699-BC61B3317214}"/>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9924470E-231A-691F-3A28-E0FE5CEDC767}"/>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1C187108-62A7-5A58-AB22-53B9B02D9245}"/>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F9958765-91D3-D70A-A9D5-E78E231E778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654BC684-458C-6550-F644-8E1A5A807F2B}"/>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348CE3E9-FF41-F059-0DB7-ECDE4923F3CC}"/>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8DFA4963-B8C2-A7B3-8B6D-84A365300CBC}"/>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42041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48AD0-F5C6-E98C-7957-5A8B1A2D6B7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38F8E2-DDA7-4D1E-1956-0A709E596005}"/>
              </a:ext>
            </a:extLst>
          </p:cNvPr>
          <p:cNvSpPr>
            <a:spLocks noGrp="1"/>
          </p:cNvSpPr>
          <p:nvPr>
            <p:ph sz="half" idx="1"/>
          </p:nvPr>
        </p:nvSpPr>
        <p:spPr/>
        <p:txBody>
          <a:bodyPr>
            <a:normAutofit lnSpcReduction="10000"/>
          </a:bodyPr>
          <a:lstStyle/>
          <a:p>
            <a:r>
              <a:rPr lang="en-US" dirty="0"/>
              <a:t>Last possible 1 in the lower right block (and Row 7).</a:t>
            </a:r>
          </a:p>
          <a:p>
            <a:r>
              <a:rPr lang="en-US" dirty="0"/>
              <a:t>Last possible 2 in the left center block.</a:t>
            </a:r>
          </a:p>
          <a:p>
            <a:r>
              <a:rPr lang="en-US" dirty="0"/>
              <a:t>Last possible 5 in the left center block.</a:t>
            </a:r>
          </a:p>
        </p:txBody>
      </p:sp>
      <p:pic>
        <p:nvPicPr>
          <p:cNvPr id="4" name="Picture 3" descr="A grid of sudoku puzzle&#10;&#10;Description automatically generated">
            <a:extLst>
              <a:ext uri="{FF2B5EF4-FFF2-40B4-BE49-F238E27FC236}">
                <a16:creationId xmlns:a16="http://schemas.microsoft.com/office/drawing/2014/main" id="{5F92A5DD-6BCD-929F-5E99-6BF3E5C2506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E3417A1-BBD4-FD41-F7B4-EDF6FDA457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C80BF53-8218-C139-D288-3AFE4359E64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271B91E-25A3-84AE-3AE0-14D886A74614}"/>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78775C9C-80EE-6595-2969-7168576C82E9}"/>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531FF803-87BB-1638-8EAD-118900E2A16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B5360958-75A7-67D5-D28C-D1BE92FF0319}"/>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D6BCA1CF-F9A6-FD9A-A7A4-66D03C0B530E}"/>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F193EEEC-2E15-5C19-894F-B715B271A9E7}"/>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0702F96-BE6F-015F-AC7A-137428798046}"/>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CEC3E2E-E112-3F5C-B6F0-ED4E64622326}"/>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DA2798C3-A22D-CE32-CBDB-1AF4074F4D4C}"/>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AA6CBF0F-8BE2-F044-CCB3-C2F3C9095453}"/>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33650331-BEF2-9AB3-328B-B9FFDF882823}"/>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25" name="TextBox 24">
            <a:extLst>
              <a:ext uri="{FF2B5EF4-FFF2-40B4-BE49-F238E27FC236}">
                <a16:creationId xmlns:a16="http://schemas.microsoft.com/office/drawing/2014/main" id="{BFA63D46-FD04-D0C5-E409-6FC5350C0371}"/>
              </a:ext>
            </a:extLst>
          </p:cNvPr>
          <p:cNvSpPr txBox="1"/>
          <p:nvPr/>
        </p:nvSpPr>
        <p:spPr>
          <a:xfrm>
            <a:off x="3138310" y="1903821"/>
            <a:ext cx="570089" cy="230832"/>
          </a:xfrm>
          <a:prstGeom prst="rect">
            <a:avLst/>
          </a:prstGeom>
          <a:noFill/>
        </p:spPr>
        <p:txBody>
          <a:bodyPr wrap="square" rtlCol="0">
            <a:spAutoFit/>
          </a:bodyPr>
          <a:lstStyle/>
          <a:p>
            <a:pPr algn="ctr"/>
            <a:r>
              <a:rPr lang="en-US" sz="900" dirty="0"/>
              <a:t>98</a:t>
            </a:r>
          </a:p>
        </p:txBody>
      </p:sp>
      <p:sp>
        <p:nvSpPr>
          <p:cNvPr id="27" name="TextBox 26">
            <a:extLst>
              <a:ext uri="{FF2B5EF4-FFF2-40B4-BE49-F238E27FC236}">
                <a16:creationId xmlns:a16="http://schemas.microsoft.com/office/drawing/2014/main" id="{D4231082-E051-6844-52E7-7A114F127F83}"/>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857773BC-3317-57A9-7B25-AA853D663698}"/>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EB0CD2F9-5826-97A4-6ADA-831BC87C13EB}"/>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0E423B53-47B6-6183-A60E-9DE73E04F1C2}"/>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D4C82646-0C1C-F702-89D1-51BAD5B3D510}"/>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78F830E8-D888-0C42-2108-5FC18E419FFF}"/>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1D7E7D42-EF23-8A96-11D5-67A1E5FF8D08}"/>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99AE3F93-DC5B-FD98-5380-EB0197E93F88}"/>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9B2D3E86-A309-80AF-2168-92DE67C01DF1}"/>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A8C049D6-A688-77C4-A2A8-27D667BF8838}"/>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368D809-1608-C3EB-A1A2-4A74D0E42EA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F277E478-2DF3-CE89-69DA-234FBE0714DD}"/>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2C5148F2-4B85-28AA-F080-F7C30C7F999A}"/>
              </a:ext>
            </a:extLst>
          </p:cNvPr>
          <p:cNvSpPr txBox="1"/>
          <p:nvPr/>
        </p:nvSpPr>
        <p:spPr>
          <a:xfrm>
            <a:off x="6654802" y="2054293"/>
            <a:ext cx="570089" cy="230832"/>
          </a:xfrm>
          <a:prstGeom prst="rect">
            <a:avLst/>
          </a:prstGeom>
          <a:noFill/>
        </p:spPr>
        <p:txBody>
          <a:bodyPr wrap="square" rtlCol="0">
            <a:spAutoFit/>
          </a:bodyPr>
          <a:lstStyle/>
          <a:p>
            <a:pPr algn="ctr"/>
            <a:r>
              <a:rPr lang="en-US" sz="900" dirty="0"/>
              <a:t>62</a:t>
            </a:r>
          </a:p>
        </p:txBody>
      </p:sp>
      <p:sp>
        <p:nvSpPr>
          <p:cNvPr id="43" name="TextBox 42">
            <a:extLst>
              <a:ext uri="{FF2B5EF4-FFF2-40B4-BE49-F238E27FC236}">
                <a16:creationId xmlns:a16="http://schemas.microsoft.com/office/drawing/2014/main" id="{0F158F94-EDB2-D605-76AC-6AC0A5793381}"/>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51371BD7-EEEA-CCC4-4C16-98FFE9182B9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3A443BC5-4A36-4512-EF34-970DE8919A18}"/>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EA694E55-A533-77F8-DB0E-8953491BC40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A982CE9C-6443-1A45-B797-4189AF346A67}"/>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16448DB0-1D15-BE60-EFEF-93FA4FBCCA38}"/>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AAED431F-4A2A-01A0-F69C-03290EA56421}"/>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DDC0100A-3FF0-AD0F-704D-F718D25CD897}"/>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5A5583C4-A7F8-5096-5707-14BB8BEFF37E}"/>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B176CDD8-C5A1-A444-3913-7DE9882EB978}"/>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3F4F46F0-6C87-9EF9-A89E-69FBC39C2E93}"/>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38388CCA-083C-1B93-E61F-C617291839A5}"/>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3C1F3CB1-703D-D5A9-AA96-7ED35E22318A}"/>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4D14623-DA5D-FFAB-5EB3-0F6BF681DF3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A1DB3C33-C54D-8200-A402-2A6DD22147EC}"/>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EECC2AF9-9EF7-27D3-6BE1-D260427891F6}"/>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192CECA4-0A7D-B967-CDE4-92E05396CE70}"/>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C3AFFB8B-6F77-8266-EFA9-2ECBEE5C262F}"/>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89ED4F8B-E9CB-80C0-D2CC-4AC7DCF59C9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FF12C873-3CE1-085A-FFC2-70826590DFA6}"/>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704527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910FD-F594-62A4-C3CE-7DAAB662FA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3E6308-7C35-C0B5-6421-DDF0D5B66DAF}"/>
              </a:ext>
            </a:extLst>
          </p:cNvPr>
          <p:cNvSpPr>
            <a:spLocks noGrp="1"/>
          </p:cNvSpPr>
          <p:nvPr>
            <p:ph sz="half" idx="1"/>
          </p:nvPr>
        </p:nvSpPr>
        <p:spPr/>
        <p:txBody>
          <a:bodyPr>
            <a:normAutofit lnSpcReduction="10000"/>
          </a:bodyPr>
          <a:lstStyle/>
          <a:p>
            <a:r>
              <a:rPr lang="en-US" dirty="0"/>
              <a:t>Last possible 8 in Column 2.</a:t>
            </a:r>
          </a:p>
          <a:p>
            <a:r>
              <a:rPr lang="en-US" dirty="0"/>
              <a:t>Then, last possible 9 in Column 2.</a:t>
            </a:r>
          </a:p>
          <a:p>
            <a:r>
              <a:rPr lang="en-US" dirty="0"/>
              <a:t>Then, remaining digits in left center block (346) fit in only one way.</a:t>
            </a:r>
          </a:p>
        </p:txBody>
      </p:sp>
      <p:pic>
        <p:nvPicPr>
          <p:cNvPr id="4" name="Picture 3" descr="A grid of sudoku puzzle&#10;&#10;Description automatically generated">
            <a:extLst>
              <a:ext uri="{FF2B5EF4-FFF2-40B4-BE49-F238E27FC236}">
                <a16:creationId xmlns:a16="http://schemas.microsoft.com/office/drawing/2014/main" id="{469BCC91-9EF1-FEDD-8B22-B8ECE8B921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D1216D0-B1FD-26EC-290E-DCFBC253819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14FE7C4-FD69-AABC-D52C-894FB6B6240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DCB99F4-6961-E288-17DF-0BAC13583150}"/>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AA181590-D720-F426-53E8-FE4EB6CA3BF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C0D314F7-2F9F-530D-02A6-891CBD03330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3289BA72-2152-CFE9-86BD-FBB6690FE867}"/>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86E40AC-C643-BA3E-1716-68EFC8CD64EA}"/>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950582DE-0353-FD57-DAFE-431DA8465687}"/>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7781473-6145-EB13-8A51-8BA04992E295}"/>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80A11B6-EADB-57B2-23D8-D3E70FD9B4C7}"/>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CF784783-1A37-1863-1E32-DB738797C4C1}"/>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26CE5036-F8CA-202A-9773-3FAF70B4ABFE}"/>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32A23AB2-B57F-6134-44D0-541299C3F531}"/>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25" name="TextBox 24">
            <a:extLst>
              <a:ext uri="{FF2B5EF4-FFF2-40B4-BE49-F238E27FC236}">
                <a16:creationId xmlns:a16="http://schemas.microsoft.com/office/drawing/2014/main" id="{DEF72D38-0915-98DF-602D-5F34B2541533}"/>
              </a:ext>
            </a:extLst>
          </p:cNvPr>
          <p:cNvSpPr txBox="1"/>
          <p:nvPr/>
        </p:nvSpPr>
        <p:spPr>
          <a:xfrm>
            <a:off x="3138310" y="1903821"/>
            <a:ext cx="570089" cy="230832"/>
          </a:xfrm>
          <a:prstGeom prst="rect">
            <a:avLst/>
          </a:prstGeom>
          <a:noFill/>
        </p:spPr>
        <p:txBody>
          <a:bodyPr wrap="square" rtlCol="0">
            <a:spAutoFit/>
          </a:bodyPr>
          <a:lstStyle/>
          <a:p>
            <a:pPr algn="ctr"/>
            <a:r>
              <a:rPr lang="en-US" sz="900" dirty="0"/>
              <a:t>98</a:t>
            </a:r>
          </a:p>
        </p:txBody>
      </p:sp>
      <p:sp>
        <p:nvSpPr>
          <p:cNvPr id="27" name="TextBox 26">
            <a:extLst>
              <a:ext uri="{FF2B5EF4-FFF2-40B4-BE49-F238E27FC236}">
                <a16:creationId xmlns:a16="http://schemas.microsoft.com/office/drawing/2014/main" id="{FA593764-C975-3BCA-A30F-1DD621C962D4}"/>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71A23181-E982-1B66-F29E-3A43C6103D7E}"/>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099672C7-41F6-8D37-D04F-23C36E3AFAA0}"/>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8E6A8A48-A935-7B24-7679-6B68C508DD21}"/>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E076D6EE-F069-D067-334E-5CB682A9D9BA}"/>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F2F485ED-2768-503F-6314-ADA9C922E094}"/>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BF6E9857-A723-DF26-B248-38253B5B3929}"/>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530EE70A-56E0-5BFD-BF03-204EC0E36D7A}"/>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D4FD2821-5DBD-90CD-BCBA-2793CBB49B7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2A1F7C8A-D227-FC97-64DA-E8BDD3BEF5EF}"/>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FE5F15C6-C011-A2F2-2986-339CCA95D8F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493597C8-9D49-6499-74FA-4F9AE47B4800}"/>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E7F271BB-99A9-9FFA-711B-2589E8B9741E}"/>
              </a:ext>
            </a:extLst>
          </p:cNvPr>
          <p:cNvSpPr txBox="1"/>
          <p:nvPr/>
        </p:nvSpPr>
        <p:spPr>
          <a:xfrm>
            <a:off x="6654802" y="2054293"/>
            <a:ext cx="570089" cy="230832"/>
          </a:xfrm>
          <a:prstGeom prst="rect">
            <a:avLst/>
          </a:prstGeom>
          <a:noFill/>
        </p:spPr>
        <p:txBody>
          <a:bodyPr wrap="square" rtlCol="0">
            <a:spAutoFit/>
          </a:bodyPr>
          <a:lstStyle/>
          <a:p>
            <a:pPr algn="ctr"/>
            <a:r>
              <a:rPr lang="en-US" sz="900" dirty="0"/>
              <a:t>62</a:t>
            </a:r>
          </a:p>
        </p:txBody>
      </p:sp>
      <p:sp>
        <p:nvSpPr>
          <p:cNvPr id="43" name="TextBox 42">
            <a:extLst>
              <a:ext uri="{FF2B5EF4-FFF2-40B4-BE49-F238E27FC236}">
                <a16:creationId xmlns:a16="http://schemas.microsoft.com/office/drawing/2014/main" id="{8E5F81EF-6A32-0CF3-F211-E840310C4C87}"/>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6DB55A32-1AB0-02FC-A04F-BEA347DF4FFC}"/>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046209B4-44E5-F1A0-BC5E-03C4335E8319}"/>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527AEF6C-7EF5-CF5A-A612-C8F7B9FBFB8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CCD7195A-0102-2E89-FAEA-A2FDAB0C12A8}"/>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5796443B-BB77-6FDF-65AC-A6ACE3A2946A}"/>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1819926A-5179-4AE9-F211-E87EF8366E33}"/>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B839A50C-A858-1641-126C-A3CAF1F359BF}"/>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27C8BA87-EB7A-5A1D-6D58-648E5262485B}"/>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ECFC4950-9A07-EB3D-7D8B-49FCAE3FFAE3}"/>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09CC8C13-3888-8085-6BAA-7F867AF5533B}"/>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A03D4DEC-5B1C-CCF3-DBA9-6FB2BA7318AC}"/>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AC9E8FB2-BD0F-C748-F1AE-C330C56D4DCB}"/>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17CE286F-07B6-FEF3-A80C-F6B341427647}"/>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705EE5D9-ED4C-72A6-A275-573F423640C2}"/>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D8C905CB-78C9-D1CC-BBFF-E4B693CE979F}"/>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D0ED82B8-BB0B-E869-2544-59C813A4081F}"/>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56526044-5FBE-4855-A5A0-AEAD4B8C8695}"/>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AABD93C3-1849-AC98-B02E-4843217D08C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C6809767-E474-B502-3DE5-FCB843E78B3A}"/>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85A170F7-1798-6C28-4112-6EF6DCADF8E2}"/>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8697782D-2746-8220-A60D-3D6F6786539B}"/>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9D4403B9-DCF0-4136-75C3-5E157D71CE14}"/>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E97C2B97-73E1-5885-F199-1B477E2EBC4C}"/>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4F28CAB3-1034-763E-3AED-863C8C5E5843}"/>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812347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F5FD0-5CCA-2F91-D958-87501D29D8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ABF05D-3812-3A57-90F9-2E3A1A1B5B0F}"/>
              </a:ext>
            </a:extLst>
          </p:cNvPr>
          <p:cNvSpPr>
            <a:spLocks noGrp="1"/>
          </p:cNvSpPr>
          <p:nvPr>
            <p:ph sz="half" idx="1"/>
          </p:nvPr>
        </p:nvSpPr>
        <p:spPr/>
        <p:txBody>
          <a:bodyPr>
            <a:normAutofit lnSpcReduction="10000"/>
          </a:bodyPr>
          <a:lstStyle/>
          <a:p>
            <a:r>
              <a:rPr lang="en-US" dirty="0"/>
              <a:t>Remaining digits in bottom left block (469) fit in only one way.</a:t>
            </a:r>
          </a:p>
          <a:p>
            <a:r>
              <a:rPr lang="en-US" dirty="0"/>
              <a:t>Last possible 7 in bottom right block.</a:t>
            </a:r>
          </a:p>
          <a:p>
            <a:r>
              <a:rPr lang="en-US" dirty="0"/>
              <a:t>Last possible 2 in upper center block.</a:t>
            </a:r>
          </a:p>
        </p:txBody>
      </p:sp>
      <p:pic>
        <p:nvPicPr>
          <p:cNvPr id="4" name="Picture 3" descr="A grid of sudoku puzzle&#10;&#10;Description automatically generated">
            <a:extLst>
              <a:ext uri="{FF2B5EF4-FFF2-40B4-BE49-F238E27FC236}">
                <a16:creationId xmlns:a16="http://schemas.microsoft.com/office/drawing/2014/main" id="{D668D03A-8B56-DEBD-DBBF-A5DC923135E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CF7DF5E-125C-B1DF-78EE-D31FD658BA3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42BCE4F-1BCB-063C-7B55-2D5820C188D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0BDDDF3-2DCA-65C3-7D57-BDE7A307D751}"/>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97B06D38-CF14-3752-9441-F32F570FA8C9}"/>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F2FAC95F-7662-9FCC-0E35-AB96FBFB8C6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38F3A4C6-0699-A2F4-02E1-A08866D1B539}"/>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0ABB4F1-F702-3CE9-17D6-811440F45914}"/>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3F9FE729-A43A-05BC-3542-5768AC4AB413}"/>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203793D-204D-9FAB-1194-10474174647C}"/>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2597BF78-E20D-5FF6-0311-776A8332E364}"/>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A83ECE5B-406C-1A71-83A0-48270630B87B}"/>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DB3D5802-A11C-2236-823C-499A753AC32A}"/>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C3244DB7-BB93-EF81-CEC2-974F2B692236}"/>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25" name="TextBox 24">
            <a:extLst>
              <a:ext uri="{FF2B5EF4-FFF2-40B4-BE49-F238E27FC236}">
                <a16:creationId xmlns:a16="http://schemas.microsoft.com/office/drawing/2014/main" id="{8F4E9229-4E77-4E45-18FB-CF0820DC4164}"/>
              </a:ext>
            </a:extLst>
          </p:cNvPr>
          <p:cNvSpPr txBox="1"/>
          <p:nvPr/>
        </p:nvSpPr>
        <p:spPr>
          <a:xfrm>
            <a:off x="3138310" y="1903821"/>
            <a:ext cx="570089" cy="230832"/>
          </a:xfrm>
          <a:prstGeom prst="rect">
            <a:avLst/>
          </a:prstGeom>
          <a:noFill/>
        </p:spPr>
        <p:txBody>
          <a:bodyPr wrap="square" rtlCol="0">
            <a:spAutoFit/>
          </a:bodyPr>
          <a:lstStyle/>
          <a:p>
            <a:pPr algn="ctr"/>
            <a:r>
              <a:rPr lang="en-US" sz="900" dirty="0"/>
              <a:t>98</a:t>
            </a:r>
          </a:p>
        </p:txBody>
      </p:sp>
      <p:sp>
        <p:nvSpPr>
          <p:cNvPr id="27" name="TextBox 26">
            <a:extLst>
              <a:ext uri="{FF2B5EF4-FFF2-40B4-BE49-F238E27FC236}">
                <a16:creationId xmlns:a16="http://schemas.microsoft.com/office/drawing/2014/main" id="{88090F81-AA33-15FF-2A93-B830F88FCBA8}"/>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14C4D68A-0116-3C50-AD63-B5E01B973C94}"/>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A2E4C8C3-F996-4D12-F1F7-32FCF45964E5}"/>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AF004EC3-2C00-E8C1-993F-D9D40937FFD4}"/>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EBE50F3D-7D5D-9E97-AF4A-C04CE91A0D11}"/>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118C9F60-D4D7-38B6-F2EE-D326948C6A75}"/>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EC0F3FD0-3284-C4C7-6965-DD645D008721}"/>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FF450A27-0D07-C577-FF6B-452DCC47754D}"/>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77C4AC30-E262-680B-63C9-096A632EB3D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08B39644-0A47-C675-81D9-6E8DEE7C335A}"/>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783F228F-B388-63ED-19FE-DC0A61AB657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251A98BB-1DF2-4BFD-AD48-3784EF7A134E}"/>
              </a:ext>
            </a:extLst>
          </p:cNvPr>
          <p:cNvSpPr txBox="1"/>
          <p:nvPr/>
        </p:nvSpPr>
        <p:spPr>
          <a:xfrm>
            <a:off x="6152446" y="1553349"/>
            <a:ext cx="570089" cy="230832"/>
          </a:xfrm>
          <a:prstGeom prst="rect">
            <a:avLst/>
          </a:prstGeom>
          <a:noFill/>
        </p:spPr>
        <p:txBody>
          <a:bodyPr wrap="square" rtlCol="0">
            <a:spAutoFit/>
          </a:bodyPr>
          <a:lstStyle/>
          <a:p>
            <a:pPr algn="ctr"/>
            <a:r>
              <a:rPr lang="en-US" sz="900" dirty="0"/>
              <a:t>26</a:t>
            </a:r>
          </a:p>
        </p:txBody>
      </p:sp>
      <p:sp>
        <p:nvSpPr>
          <p:cNvPr id="41" name="TextBox 40">
            <a:extLst>
              <a:ext uri="{FF2B5EF4-FFF2-40B4-BE49-F238E27FC236}">
                <a16:creationId xmlns:a16="http://schemas.microsoft.com/office/drawing/2014/main" id="{D9CBCCBA-B15B-D807-7B6D-FE9D116CA97E}"/>
              </a:ext>
            </a:extLst>
          </p:cNvPr>
          <p:cNvSpPr txBox="1"/>
          <p:nvPr/>
        </p:nvSpPr>
        <p:spPr>
          <a:xfrm>
            <a:off x="6654802" y="2054293"/>
            <a:ext cx="570089" cy="230832"/>
          </a:xfrm>
          <a:prstGeom prst="rect">
            <a:avLst/>
          </a:prstGeom>
          <a:noFill/>
        </p:spPr>
        <p:txBody>
          <a:bodyPr wrap="square" rtlCol="0">
            <a:spAutoFit/>
          </a:bodyPr>
          <a:lstStyle/>
          <a:p>
            <a:pPr algn="ctr"/>
            <a:r>
              <a:rPr lang="en-US" sz="900" dirty="0"/>
              <a:t>62</a:t>
            </a:r>
          </a:p>
        </p:txBody>
      </p:sp>
      <p:sp>
        <p:nvSpPr>
          <p:cNvPr id="43" name="TextBox 42">
            <a:extLst>
              <a:ext uri="{FF2B5EF4-FFF2-40B4-BE49-F238E27FC236}">
                <a16:creationId xmlns:a16="http://schemas.microsoft.com/office/drawing/2014/main" id="{0A7C076B-B5D2-7714-564C-2B5C5327C4F8}"/>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85634A05-4736-972C-95D0-6F2CA3F981C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6D918A8D-61CE-72EC-0F72-C0FDD92743F9}"/>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157B6C48-2248-677B-0699-4DD7634B4C80}"/>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CEE1CBE1-9295-46B2-96B5-F06E56C4BA87}"/>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F40053A0-1DEA-53B9-89FA-F68DF18464ED}"/>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10D64D66-CD50-C703-5770-B33DB64D9B31}"/>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F231C545-2BDE-CB04-DA07-29227D04004C}"/>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BA6A6042-759B-EF23-A507-617647F3D16F}"/>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D422BA70-4F1C-226B-6821-9306A504B92E}"/>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6AF97F38-300D-1D96-709E-B5189A9B2AEB}"/>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A9D183BF-F8C4-4BE0-2D58-8A883E3FAE45}"/>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071BF731-BD84-F19D-CAE0-437DDC1F5849}"/>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1F638D3-E5F5-B7A8-FF32-9A947E8BF70C}"/>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597ACEB8-C820-060E-D4BC-16BCE7BBECE0}"/>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787136B2-5F2F-C3B1-5E2C-330CA70D7DBB}"/>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289CDFC9-F95C-B152-90D6-93412466913B}"/>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4BCE314D-E76F-5E78-09C5-D6A14B5A812D}"/>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2F703579-2669-488A-B372-FCBDD3AD447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E2DD47B0-1E7F-5A07-1491-71FCAC90DCFE}"/>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A4948EB5-66CC-5056-3A6B-D23032CA113B}"/>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417D29D5-763B-2EBC-6AFA-2B8EA340FC57}"/>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4274E896-0037-E5DB-541B-751C344D685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37AEDCD8-50E9-F35E-B8F0-5D6D0B6B3566}"/>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685DF66F-FCFB-B154-5B18-240F3000898F}"/>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7FC199B5-79C6-D797-8B63-505AEE7AEC15}"/>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F2F268BD-3CE9-3FBD-ECC8-A32186914230}"/>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58" name="TextBox 57">
            <a:extLst>
              <a:ext uri="{FF2B5EF4-FFF2-40B4-BE49-F238E27FC236}">
                <a16:creationId xmlns:a16="http://schemas.microsoft.com/office/drawing/2014/main" id="{F42A9385-87EC-57F6-AD5C-CE7450D60E2A}"/>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9FE35AF1-C279-B4F3-60B8-1CD12ACD8E8C}"/>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E1417A51-CFDD-EEF8-750B-EE0F276E97F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528171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B17F0-FE54-5E33-4AE5-CF90C17574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C92CD7-29CF-696B-FD88-6D9EA5D09901}"/>
              </a:ext>
            </a:extLst>
          </p:cNvPr>
          <p:cNvSpPr>
            <a:spLocks noGrp="1"/>
          </p:cNvSpPr>
          <p:nvPr>
            <p:ph sz="half" idx="1"/>
          </p:nvPr>
        </p:nvSpPr>
        <p:spPr/>
        <p:txBody>
          <a:bodyPr>
            <a:normAutofit lnSpcReduction="10000"/>
          </a:bodyPr>
          <a:lstStyle/>
          <a:p>
            <a:r>
              <a:rPr lang="en-US" dirty="0"/>
              <a:t>Reduce.</a:t>
            </a:r>
          </a:p>
          <a:p>
            <a:r>
              <a:rPr lang="en-US" dirty="0"/>
              <a:t>Then, last possible 2 in bottom right block.</a:t>
            </a:r>
          </a:p>
          <a:p>
            <a:r>
              <a:rPr lang="en-US" dirty="0"/>
              <a:t>Then, last possible 2 in bottom center block.</a:t>
            </a:r>
          </a:p>
        </p:txBody>
      </p:sp>
      <p:pic>
        <p:nvPicPr>
          <p:cNvPr id="4" name="Picture 3" descr="A grid of sudoku puzzle&#10;&#10;Description automatically generated">
            <a:extLst>
              <a:ext uri="{FF2B5EF4-FFF2-40B4-BE49-F238E27FC236}">
                <a16:creationId xmlns:a16="http://schemas.microsoft.com/office/drawing/2014/main" id="{A2401472-DE50-9405-3D15-01A84A7DED2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490E58D-4AB1-4206-4E3C-0642C05DDA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D202277-81FA-ADB0-C5D4-F5277B6820F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EC15E54-D1B0-249A-A383-CC298287800C}"/>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E02FF0DA-90CC-777A-A295-054F2C7759B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33BB99F1-204C-52C6-FDB7-7C2F24B37443}"/>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CAA99457-E73F-41CC-5DB5-A656037EB0D3}"/>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0B5F9F7-D0F9-BD1D-438D-2E7E03C1BC4A}"/>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39766BBD-E0BD-0A84-7C0E-8627CEA91BD5}"/>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9A89A35A-7ED0-7DBD-2188-CC3E718E5CD7}"/>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93626DD-2943-D5EE-7EAD-3F26D3EC2863}"/>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906B75E3-16BE-C7E6-FB57-7E679FC29532}"/>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B6BE561C-39DD-6420-8391-38D32D880F42}"/>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9AFEA832-32AE-8D8C-2006-E432E06D879E}"/>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25" name="TextBox 24">
            <a:extLst>
              <a:ext uri="{FF2B5EF4-FFF2-40B4-BE49-F238E27FC236}">
                <a16:creationId xmlns:a16="http://schemas.microsoft.com/office/drawing/2014/main" id="{913DD3EC-4124-87A4-476B-8A95144677F5}"/>
              </a:ext>
            </a:extLst>
          </p:cNvPr>
          <p:cNvSpPr txBox="1"/>
          <p:nvPr/>
        </p:nvSpPr>
        <p:spPr>
          <a:xfrm>
            <a:off x="3138310" y="1903821"/>
            <a:ext cx="570089" cy="230832"/>
          </a:xfrm>
          <a:prstGeom prst="rect">
            <a:avLst/>
          </a:prstGeom>
          <a:noFill/>
        </p:spPr>
        <p:txBody>
          <a:bodyPr wrap="square" rtlCol="0">
            <a:spAutoFit/>
          </a:bodyPr>
          <a:lstStyle/>
          <a:p>
            <a:pPr algn="ctr"/>
            <a:r>
              <a:rPr lang="en-US" sz="900" dirty="0"/>
              <a:t>98</a:t>
            </a:r>
          </a:p>
        </p:txBody>
      </p:sp>
      <p:sp>
        <p:nvSpPr>
          <p:cNvPr id="27" name="TextBox 26">
            <a:extLst>
              <a:ext uri="{FF2B5EF4-FFF2-40B4-BE49-F238E27FC236}">
                <a16:creationId xmlns:a16="http://schemas.microsoft.com/office/drawing/2014/main" id="{2D465B89-B8DC-C734-61BA-1BC9E6EC3B98}"/>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8326C728-A8E2-D8A0-B2AD-E94B6BA75459}"/>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FF5E70E4-C2F4-CF09-10DB-E61796AB063D}"/>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C5219FB9-F80A-AD8C-EB86-D04C0C910A8C}"/>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059EC7C5-5071-5BD4-363A-64D98E470D97}"/>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BB1E0F33-1C35-87C4-F5AD-2E19AEAF03CE}"/>
              </a:ext>
            </a:extLst>
          </p:cNvPr>
          <p:cNvSpPr txBox="1"/>
          <p:nvPr/>
        </p:nvSpPr>
        <p:spPr>
          <a:xfrm>
            <a:off x="5147734" y="1402877"/>
            <a:ext cx="570089" cy="230832"/>
          </a:xfrm>
          <a:prstGeom prst="rect">
            <a:avLst/>
          </a:prstGeom>
          <a:noFill/>
        </p:spPr>
        <p:txBody>
          <a:bodyPr wrap="square" rtlCol="0">
            <a:spAutoFit/>
          </a:bodyPr>
          <a:lstStyle/>
          <a:p>
            <a:pPr algn="ctr"/>
            <a:r>
              <a:rPr lang="en-US" sz="900" dirty="0"/>
              <a:t>49</a:t>
            </a:r>
          </a:p>
        </p:txBody>
      </p:sp>
      <p:sp>
        <p:nvSpPr>
          <p:cNvPr id="32" name="TextBox 31">
            <a:extLst>
              <a:ext uri="{FF2B5EF4-FFF2-40B4-BE49-F238E27FC236}">
                <a16:creationId xmlns:a16="http://schemas.microsoft.com/office/drawing/2014/main" id="{47B0C341-7491-DD13-128A-4734931A6322}"/>
              </a:ext>
            </a:extLst>
          </p:cNvPr>
          <p:cNvSpPr txBox="1"/>
          <p:nvPr/>
        </p:nvSpPr>
        <p:spPr>
          <a:xfrm>
            <a:off x="5147734" y="2042719"/>
            <a:ext cx="570089" cy="230832"/>
          </a:xfrm>
          <a:prstGeom prst="rect">
            <a:avLst/>
          </a:prstGeom>
          <a:noFill/>
        </p:spPr>
        <p:txBody>
          <a:bodyPr wrap="square" rtlCol="0">
            <a:spAutoFit/>
          </a:bodyPr>
          <a:lstStyle/>
          <a:p>
            <a:pPr algn="ctr"/>
            <a:r>
              <a:rPr lang="en-US" sz="900" dirty="0"/>
              <a:t>94</a:t>
            </a:r>
          </a:p>
        </p:txBody>
      </p:sp>
      <p:sp>
        <p:nvSpPr>
          <p:cNvPr id="33" name="TextBox 32">
            <a:extLst>
              <a:ext uri="{FF2B5EF4-FFF2-40B4-BE49-F238E27FC236}">
                <a16:creationId xmlns:a16="http://schemas.microsoft.com/office/drawing/2014/main" id="{CCF930F8-8F1E-0248-C9C2-8ADD3F3439EE}"/>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DBDA9F54-0EA2-7F52-49CF-8853DEACF8F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22BB77BF-532E-3B2F-E803-386CF0228B86}"/>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01270E6-504E-ED4B-BC54-DF17D0D0472A}"/>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B586E1D7-FBEB-16BA-2DB3-3CC0EC0E3965}"/>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B64CE8CC-F12B-EA6A-D066-8744A4017EF4}"/>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6C8A75E1-CB9C-D082-DC80-7602D0AA423D}"/>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9FF65ECE-1FF1-E4CA-98EE-68A4F03F63EE}"/>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95E61DC4-98A2-3DF4-E00E-0661BC14CF8B}"/>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66A6DAE1-5616-0AD2-D61E-A3EE50AC7069}"/>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385610FA-E357-D0BB-A313-EEC7F115D1C5}"/>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53D9A38-A3E5-19BD-2CDF-BF09C9D4B3D9}"/>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A5DCE508-86AF-B1CF-9D06-4212CF68CD2D}"/>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75ABE9D5-4B98-69FC-2B3C-CBE7CE7837E2}"/>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4207F429-BA29-8825-A7DC-C778FE500D34}"/>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996913C2-75F6-7D62-666A-34B1E7CC5B7F}"/>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001EA4F9-EF47-CD9D-1A60-1C65951773BD}"/>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5C2F260-EED6-D1A5-31EF-E9EE13289800}"/>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6704A5E7-0581-F04D-B6F2-F7D03AB2399B}"/>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95FBDE08-6697-742F-9094-517DF70B3623}"/>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98A37A06-0B7C-9422-437A-FA9F193598F1}"/>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10A6845D-7969-CCD3-2C8A-14D6A1186338}"/>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FD9F0B33-A92F-2F43-59DA-0419B86774B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6D302E0A-52AF-A6FD-D79A-5C292081EE65}"/>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C52D3566-9E51-B37E-72B4-A589D0725D85}"/>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EEFEDCD3-22AB-6A15-9546-7E59B30342AC}"/>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5C222053-88CB-2D14-5E5B-7D6A4257892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D95A1DA9-C3ED-95C7-249C-15BD8C1BE295}"/>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909F970F-3DFC-2756-ABB2-FBCA42856E4B}"/>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B3454188-13D9-FDE8-9D8A-ACFC215456CC}"/>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6D59394E-1F70-2FA3-605B-B29EE6539070}"/>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58" name="TextBox 57">
            <a:extLst>
              <a:ext uri="{FF2B5EF4-FFF2-40B4-BE49-F238E27FC236}">
                <a16:creationId xmlns:a16="http://schemas.microsoft.com/office/drawing/2014/main" id="{E8B7CA49-D1CC-21B8-BCC9-8061B88AE275}"/>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42C0B943-0087-B855-0622-F02E1DFAE1F7}"/>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C0FB91B9-9905-0639-A92E-4AF084BB4FC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80AAF587-D724-1503-4780-8001D7DE244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8AEF6B09-19E4-0444-BEF3-28B7F72BF06F}"/>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315C5BAB-C792-6209-30BA-46ECD63A1993}"/>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4" name="TextBox 63">
            <a:extLst>
              <a:ext uri="{FF2B5EF4-FFF2-40B4-BE49-F238E27FC236}">
                <a16:creationId xmlns:a16="http://schemas.microsoft.com/office/drawing/2014/main" id="{EE1F36CF-1795-7EBD-EEB9-7F3491DCC228}"/>
              </a:ext>
            </a:extLst>
          </p:cNvPr>
          <p:cNvSpPr txBox="1"/>
          <p:nvPr/>
        </p:nvSpPr>
        <p:spPr>
          <a:xfrm>
            <a:off x="6214537"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013888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0DF03-1866-1E45-5692-7B590B8291E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1901F0-7926-30B7-3300-6F4BABE52FFF}"/>
              </a:ext>
            </a:extLst>
          </p:cNvPr>
          <p:cNvSpPr>
            <a:spLocks noGrp="1"/>
          </p:cNvSpPr>
          <p:nvPr>
            <p:ph sz="half" idx="1"/>
          </p:nvPr>
        </p:nvSpPr>
        <p:spPr/>
        <p:txBody>
          <a:bodyPr>
            <a:normAutofit lnSpcReduction="10000"/>
          </a:bodyPr>
          <a:lstStyle/>
          <a:p>
            <a:r>
              <a:rPr lang="en-US" dirty="0"/>
              <a:t>Remaining cells in upper left block (46) fit in only one way.</a:t>
            </a:r>
          </a:p>
          <a:p>
            <a:r>
              <a:rPr lang="en-US" dirty="0"/>
              <a:t>Remaining cells in upper center block (78) fit in only one way.</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4264729C-4841-37C4-992B-BE7F1824D25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DEDFEF7-774B-4603-2041-F944973DF84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FCF513F-E82E-B3A9-54C7-6FEE26BD7B0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5765F49-2301-EA4B-9D68-3B9E8C214D41}"/>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1048F65C-8138-46C9-5708-228033199407}"/>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F0EA4337-306C-0B04-C6CA-50E520068B5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035ACA36-76E0-B5FD-C460-4E9D087E067B}"/>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731E160-6D87-CC63-6BBE-748DAB3AEFA3}"/>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DC54CAD3-1A5A-ADFA-1BB0-1BA107BE1472}"/>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E451875-C758-196F-5C47-E751659711B8}"/>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133124C-C7E7-B419-761A-25017A484CB0}"/>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C560F911-6255-56CE-3664-98034534548A}"/>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D2CDD308-14F6-2639-2F7D-82866ABCDC0E}"/>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8131680B-1FE1-33AA-A89C-1157D2C853B9}"/>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2D5AA725-DE40-8088-F90F-430A5F02AAE0}"/>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5ACEFAFF-CA74-F30B-89E5-7496338F0981}"/>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6177A6DC-F613-04EE-BC9B-878C76975680}"/>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BD880DBC-4A63-C84A-D075-86E30F452FD2}"/>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43876CBC-A4F8-3370-6571-D3A4E29BC96C}"/>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C6A8225F-4FBE-F09B-3C66-229A8F0EB2C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705BFA1F-F1E6-7487-3F56-EE57CD76AA91}"/>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91ACA7EB-8FEB-AEA2-2D8B-E57CA8F597CC}"/>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BBC9A064-4736-1FDD-98A5-2FF85321167F}"/>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107BBB4F-4E7F-50AD-3338-1816E692DBE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06B5E4AA-C3BE-A6D8-DA6B-1C8DCAF77CC9}"/>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8EFA5C5E-4F12-9877-5009-7975A2BA91B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491E2540-FE50-4B8F-7854-9D1E184AB243}"/>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30FACB9A-6F65-96B7-3A7E-6C1A0F253881}"/>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2ED94381-6FB1-7434-05F3-F29D775EAA13}"/>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85F3A76A-50F5-735C-D332-7B8B1CD5D6BC}"/>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72567AC-F573-072A-BF24-78C5BF93A60D}"/>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C8D992A8-F0F3-5ED6-2A12-BDA9096D579A}"/>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209916BC-F482-5B5F-608E-A9210B8AE8D8}"/>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37E65B87-7279-C567-C0F8-708734795CD5}"/>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6A06EA7C-12FE-65ED-EC48-A61811D4D284}"/>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6C3D589C-82D7-0552-C857-1A49349641F3}"/>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131D87FF-B9B4-F660-FBA3-251CBDB26D3E}"/>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7ACFA9DC-52F3-B2EF-3863-A2212F89DECC}"/>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AA8FD16A-DE8F-2845-195B-36110D867118}"/>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707EEDF7-5A50-2B2C-650B-F7B0609F5F66}"/>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9011B9A3-0891-C03D-D54B-CFB0267F27D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D49A6483-E2A5-5BF3-5C95-40D5725D4201}"/>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0006439D-125D-1F8E-12DA-CCBDD2279E1A}"/>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95DB80CA-1BDD-79BD-D27D-189A8E010985}"/>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EB85E690-7A20-4C55-DD6D-961D1455DDB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2C5C0CCC-C91D-D82C-D9CD-47F4ABDBEB45}"/>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3C2D4728-796F-D65B-107A-E1DA413D1455}"/>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F8BBDFF3-5AC7-79DB-CC33-5E93B1F39D82}"/>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9B2BA08E-5CF4-5683-464F-41931D914267}"/>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58" name="TextBox 57">
            <a:extLst>
              <a:ext uri="{FF2B5EF4-FFF2-40B4-BE49-F238E27FC236}">
                <a16:creationId xmlns:a16="http://schemas.microsoft.com/office/drawing/2014/main" id="{3AA06C8B-84C8-F07F-34DE-6877075AB4E7}"/>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005C6941-7AF0-D557-ABBA-D8415B581400}"/>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F6B2D8DF-872D-9E4F-55EC-66562763DDF3}"/>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D034B5FD-7A33-FDE0-B52F-76F4BD541EA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CB23AEBF-4376-24D7-531B-8A526B93B82D}"/>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45CB1249-BFD2-D706-E268-2AF36411D8F5}"/>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4" name="TextBox 63">
            <a:extLst>
              <a:ext uri="{FF2B5EF4-FFF2-40B4-BE49-F238E27FC236}">
                <a16:creationId xmlns:a16="http://schemas.microsoft.com/office/drawing/2014/main" id="{D7072C7D-AA8B-62F4-AA03-0C7488317D65}"/>
              </a:ext>
            </a:extLst>
          </p:cNvPr>
          <p:cNvSpPr txBox="1"/>
          <p:nvPr/>
        </p:nvSpPr>
        <p:spPr>
          <a:xfrm>
            <a:off x="6214537"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27CAEC3E-518A-924D-438C-65DFBF5D2D68}"/>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3C42F2CE-9438-D3DD-1D68-44D166CFA10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1DEF861A-BAEF-EE45-7D2D-0BD8C1FBE18E}"/>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89F91E2F-95BB-4FD8-B921-DC8E1878AEB6}"/>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5BC1F780-BA64-20B4-ECBC-F7DD9E50B06C}"/>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CC72CD46-97D8-0814-E5ED-1FFCD7192581}"/>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69" name="TextBox 68">
            <a:extLst>
              <a:ext uri="{FF2B5EF4-FFF2-40B4-BE49-F238E27FC236}">
                <a16:creationId xmlns:a16="http://schemas.microsoft.com/office/drawing/2014/main" id="{CB261F43-3263-0EF6-65E1-9E07B48F836D}"/>
              </a:ext>
            </a:extLst>
          </p:cNvPr>
          <p:cNvSpPr txBox="1"/>
          <p:nvPr/>
        </p:nvSpPr>
        <p:spPr>
          <a:xfrm>
            <a:off x="4715935" y="172788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BA915473-27B4-640D-E468-53AFBFEF431D}"/>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563402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BD58E-A5B6-8D92-7CBB-89F8686E1C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0BF769-70CE-4BE6-807D-C55C32F54C85}"/>
              </a:ext>
            </a:extLst>
          </p:cNvPr>
          <p:cNvSpPr>
            <a:spLocks noGrp="1"/>
          </p:cNvSpPr>
          <p:nvPr>
            <p:ph sz="half" idx="1"/>
          </p:nvPr>
        </p:nvSpPr>
        <p:spPr/>
        <p:txBody>
          <a:bodyPr>
            <a:normAutofit lnSpcReduction="10000"/>
          </a:bodyPr>
          <a:lstStyle/>
          <a:p>
            <a:r>
              <a:rPr lang="en-US" dirty="0"/>
              <a:t>Remaining cells Column 4 (39) fit in only one way.</a:t>
            </a:r>
          </a:p>
          <a:p>
            <a:r>
              <a:rPr lang="en-US" dirty="0"/>
              <a:t>Then, complete Row 7</a:t>
            </a:r>
          </a:p>
          <a:p>
            <a:r>
              <a:rPr lang="en-US" dirty="0"/>
              <a:t>Last possible 9 in lower right block.</a:t>
            </a:r>
          </a:p>
        </p:txBody>
      </p:sp>
      <p:pic>
        <p:nvPicPr>
          <p:cNvPr id="4" name="Picture 3" descr="A grid of sudoku puzzle&#10;&#10;Description automatically generated">
            <a:extLst>
              <a:ext uri="{FF2B5EF4-FFF2-40B4-BE49-F238E27FC236}">
                <a16:creationId xmlns:a16="http://schemas.microsoft.com/office/drawing/2014/main" id="{018461E7-9846-5DE6-7DE8-8D092D75229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1049B19-76E9-9E99-74FF-E592DB04D00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0755EBF-D5BD-3022-3081-B5C5113844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D2DFADF-D4B1-EE98-9EF1-2B01F5FB3277}"/>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7D03A28A-1659-413E-817F-B5EB53E1C6D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E8164020-166C-B4A9-1E08-350922811D8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5EE95B7A-A191-4B85-B9FB-9BD47BC86083}"/>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7225DD4-26FF-C2AF-168B-BE5F21EFE8C6}"/>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F592FFC-07D7-86CA-C6C8-74F4C3CE0DCF}"/>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3F3F2AEB-0914-44A0-4DB2-693DA0BE27DB}"/>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DB05C84-CBF0-9A77-F4DE-0460F5C65FD9}"/>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366F02E8-69C7-B6F8-B28E-1F5E1D90FC4F}"/>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F9BB626C-446F-6B07-1BA7-47233856ADFA}"/>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C40EAA90-F70B-AFEC-809B-5851C78EDE7D}"/>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BE6F7A16-3EEA-F97B-DCF1-822FA4F02A77}"/>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66552E15-CE4E-AB57-4AC4-D011D31BCDF1}"/>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4F9FA37E-78CA-006D-6AB0-A4055E316553}"/>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14E5C503-1965-9A2B-D9F8-51A87DC2EFC3}"/>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1C91D166-127E-DA69-C1F5-9121BFEE092F}"/>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55B8AFBC-7726-1E74-11CA-509905C11D8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5536DC0-0109-145A-7852-E9BC7FFC794F}"/>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F9A71DF-D1E0-172F-B30F-B6FDF82F8945}"/>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382B021A-AB3D-706D-FA2F-438E540A9512}"/>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48FCEA78-5FD5-956D-897B-B15DDCD6D9A9}"/>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F2170165-DF1C-5A99-D5B5-588EE834CC9C}"/>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374695D4-0F70-4693-7824-01FCACC5BA5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5E5F8846-F729-12B8-4BD6-22524A4A47BE}"/>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C625A3FC-68C2-CADD-EC73-33A738215C46}"/>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C2A04847-751F-9A74-C3FA-836292EE824F}"/>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D18EB8FA-2B3E-078F-4738-D9094066E5F7}"/>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0D31C350-90C0-F54D-D19E-1790F6FD3041}"/>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5A2CAF98-743A-7468-3254-131FE48B0462}"/>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221D1FE7-3130-58E0-EDCA-91FF3842D722}"/>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DFB862CB-EC79-7359-F28E-810C6D634B1D}"/>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8EFA6CE8-0F33-7317-9DDB-BA2FEDB29336}"/>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1216D29C-DD38-733A-42E2-022F621DDD08}"/>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5224297D-FB82-B7E6-4D6B-913645A07428}"/>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AB601AA2-152D-4533-D9C7-49AC30CFD6E8}"/>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98A20E87-9A27-BB76-02A5-9C1D5D4962FE}"/>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13880699-2624-2355-A27C-FA519E078D21}"/>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1E9CFEAC-8C84-6E2B-7E93-792228E31EE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655C3741-8545-C953-AD12-6DDF0185BFC3}"/>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E74ECF3E-F53B-CEE3-B6F0-9C648080FC3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64D9F8CD-1C59-C42B-6EA1-348D03F9BF53}"/>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4D5A351C-CAD5-6DAF-5797-6AC0083E8334}"/>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199F446E-204D-ADF1-BE95-B24B16077C07}"/>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FECC308F-82FE-A9A5-342E-C5C770484CAC}"/>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6EC5C006-2B28-CEBA-556B-E580124DBC51}"/>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80B0D049-33DA-97B2-FDCD-7CBF3EAF872B}"/>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58" name="TextBox 57">
            <a:extLst>
              <a:ext uri="{FF2B5EF4-FFF2-40B4-BE49-F238E27FC236}">
                <a16:creationId xmlns:a16="http://schemas.microsoft.com/office/drawing/2014/main" id="{AAF7850A-EAD0-96BE-D80A-865234AA9285}"/>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64CA5EA5-2749-20D5-ECE1-8F8CE842F63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C34C3F64-9D02-1625-F46D-ADB00C34B220}"/>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900CA353-F132-D6CC-856E-F1CAB4AA5DC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C547EC58-F21B-F1AB-92A7-8A54659846B1}"/>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5CD65564-1FD5-BF09-B70F-383A7E8EF128}"/>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4" name="TextBox 63">
            <a:extLst>
              <a:ext uri="{FF2B5EF4-FFF2-40B4-BE49-F238E27FC236}">
                <a16:creationId xmlns:a16="http://schemas.microsoft.com/office/drawing/2014/main" id="{FC87A9EA-0318-C63C-5E8D-08FE317EBFF0}"/>
              </a:ext>
            </a:extLst>
          </p:cNvPr>
          <p:cNvSpPr txBox="1"/>
          <p:nvPr/>
        </p:nvSpPr>
        <p:spPr>
          <a:xfrm>
            <a:off x="6214537"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407766A1-68DD-BC64-CF00-9A22664D0753}"/>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977BB5FC-F6BB-39E4-7572-40F4EA6673EE}"/>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F0928E86-8563-E534-13BF-C108E7A79725}"/>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B30423D6-4541-8493-83C0-FDA3F0887B21}"/>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24DA4895-4423-30A2-223B-36BF6FBB5376}"/>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6B89D81A-9DBA-5377-FD5D-1A0BEEBE4DB4}"/>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69" name="TextBox 68">
            <a:extLst>
              <a:ext uri="{FF2B5EF4-FFF2-40B4-BE49-F238E27FC236}">
                <a16:creationId xmlns:a16="http://schemas.microsoft.com/office/drawing/2014/main" id="{CB1FCD46-428C-137C-D96E-136C48072A17}"/>
              </a:ext>
            </a:extLst>
          </p:cNvPr>
          <p:cNvSpPr txBox="1"/>
          <p:nvPr/>
        </p:nvSpPr>
        <p:spPr>
          <a:xfrm>
            <a:off x="4715935" y="172788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60D10F6C-105A-09F8-561E-9AB64E13FDAA}"/>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22" name="TextBox 21">
            <a:extLst>
              <a:ext uri="{FF2B5EF4-FFF2-40B4-BE49-F238E27FC236}">
                <a16:creationId xmlns:a16="http://schemas.microsoft.com/office/drawing/2014/main" id="{A9A8C10B-6C84-C67C-DC0F-5164E8C00E89}"/>
              </a:ext>
            </a:extLst>
          </p:cNvPr>
          <p:cNvSpPr txBox="1"/>
          <p:nvPr/>
        </p:nvSpPr>
        <p:spPr>
          <a:xfrm>
            <a:off x="4715935" y="374122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AC3C9B3-701F-5A7B-4975-C2909E0242ED}"/>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494C7EE1-4E55-B081-DE70-DC77627C8DB1}"/>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32" name="TextBox 31">
            <a:extLst>
              <a:ext uri="{FF2B5EF4-FFF2-40B4-BE49-F238E27FC236}">
                <a16:creationId xmlns:a16="http://schemas.microsoft.com/office/drawing/2014/main" id="{C93BA80A-3187-04D1-5E87-F5AA4C530F5B}"/>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59733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93EAA-B03C-CE48-716A-2389013C7B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82B1B5-23B5-2F6E-966D-5739C3EE0239}"/>
              </a:ext>
            </a:extLst>
          </p:cNvPr>
          <p:cNvSpPr>
            <a:spLocks noGrp="1"/>
          </p:cNvSpPr>
          <p:nvPr>
            <p:ph sz="half" idx="1"/>
          </p:nvPr>
        </p:nvSpPr>
        <p:spPr/>
        <p:txBody>
          <a:bodyPr>
            <a:normAutofit lnSpcReduction="10000"/>
          </a:bodyPr>
          <a:lstStyle/>
          <a:p>
            <a:r>
              <a:rPr lang="en-US" dirty="0"/>
              <a:t>Remaining cells in bottom center block (458) fit in only one way.</a:t>
            </a:r>
          </a:p>
          <a:p>
            <a:r>
              <a:rPr lang="en-US" dirty="0"/>
              <a:t>Remaining cells in bottom center block (468) fit in only one way.</a:t>
            </a:r>
          </a:p>
          <a:p>
            <a:r>
              <a:rPr lang="en-US" dirty="0"/>
              <a:t>Then, complete Columns 8 and 9.</a:t>
            </a:r>
          </a:p>
        </p:txBody>
      </p:sp>
      <p:pic>
        <p:nvPicPr>
          <p:cNvPr id="4" name="Picture 3" descr="A grid of sudoku puzzle&#10;&#10;Description automatically generated">
            <a:extLst>
              <a:ext uri="{FF2B5EF4-FFF2-40B4-BE49-F238E27FC236}">
                <a16:creationId xmlns:a16="http://schemas.microsoft.com/office/drawing/2014/main" id="{20D4B0D9-0E20-6256-105C-BEB32CE7D49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27B86E1-8065-C57A-BE8F-D1523C73697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FF93731-EEEA-180A-8E80-32E47A4F7DF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96387DC-0CF4-D51D-936C-C8548E843FA9}"/>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C2925E62-3C4A-0501-CC7C-5A26E7DA485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001A8CE8-187D-DE8E-729B-3841D750E563}"/>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BAB941BB-7605-C0EE-D055-334872665472}"/>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7864419-32B1-2DFF-28DC-D30755072C48}"/>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B7438B34-7731-D8FE-6B2D-9396D616AE02}"/>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9B6315F-488F-E2A8-F6BF-5860A48B061F}"/>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CD364E3-D2C7-0615-DD51-422969ADCE99}"/>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A6E8F0A2-8985-9EE7-5FF8-5812FD3308FE}"/>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132D4653-7105-4885-60D8-BF963A0140F8}"/>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72929279-3B91-2064-7A61-D038AA320047}"/>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9B81C7A9-ED2A-743D-3E19-CA28E55CBD9F}"/>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886E6117-D564-5F8E-8F1F-03A23E5567FF}"/>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89EF0E91-329A-698C-9EFA-927880A7D114}"/>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DEAA94A7-DEE1-0CF3-005C-20C54CD5D4FD}"/>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033C0E7F-AC73-4FED-CFB7-310F6C230F70}"/>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BA478C3A-A005-C7A2-376D-79A1C57BBF5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6842FC4-C12A-7983-5422-4EA1F1DEE539}"/>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4606A5B6-E00E-3193-8252-F2FB479974F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8161EB01-CABA-0B59-9275-5949F38C3757}"/>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0199C434-8A53-941C-2F88-F1E8CE70AD97}"/>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3E646F56-7945-317D-4CE2-2936461250E2}"/>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279EF238-A3BD-D889-21E9-0823792C078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0E0CB161-2BA1-C6BF-490A-69B6701D57F0}"/>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716B31E8-F37D-FDA5-F278-B0EA3E0B6C93}"/>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4E65FCE4-47C2-DCA1-5EDD-CCDE53EFB207}"/>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CC596FE-C285-8379-37E3-74D65B2B97EE}"/>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E97ACA5-96E7-C4F5-FB49-9FCA4D920409}"/>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64655EE7-26EA-E41F-ACB5-67146581E612}"/>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3D5345CC-C476-5CA3-DF49-1712E6051D91}"/>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7A753ACB-4945-02E7-12CB-86EEEED6E46C}"/>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2D646EB0-FCAE-8209-9D42-57CF94FDEAB7}"/>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0FD12B87-6C83-F7BE-69E0-9364AE47D20C}"/>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33E77601-2C57-3E1E-26AE-2A0CD912595A}"/>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BFD2EEAE-293E-7A2F-5C95-1AE94676D075}"/>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F0E84B37-5A37-6D31-C634-6A19F0AE2AD9}"/>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1EE0FCDE-BB98-8A05-59D7-AC8EB426E93F}"/>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F4ECA441-50DF-6F1C-0534-8C12DEB01DD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7566B628-0940-18A3-EED3-E19E34EAD9C9}"/>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4DF4384A-39AC-BBA1-1B79-13BE7758C2F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51139FF4-8B20-D27B-71F8-6340B472A2CF}"/>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A2B5C98-A5ED-6B57-75EE-ACEA4B24BA5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09D9CD75-86CA-4A9E-06D7-41D55BEF5711}"/>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910DB4FA-8B14-CBDC-C65B-78734E9E976A}"/>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B1F52968-C643-E2B1-54A4-FF246F882D30}"/>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119559AF-C462-9E9C-C6B1-8C875D815AB3}"/>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58" name="TextBox 57">
            <a:extLst>
              <a:ext uri="{FF2B5EF4-FFF2-40B4-BE49-F238E27FC236}">
                <a16:creationId xmlns:a16="http://schemas.microsoft.com/office/drawing/2014/main" id="{A9D0C01F-1AA8-E151-8835-CABAC6648451}"/>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2FD7FB36-C31F-926A-51FC-B9E1CB5DC4CB}"/>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3445F31E-0FB7-D89A-5ED4-9EE4D9DA46D2}"/>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FB27292D-7262-0DA0-C277-607CC7751405}"/>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9864B785-4310-4BE9-67BA-0704798BFD9C}"/>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E83DDEAB-4024-4808-6683-AA808A5E9B55}"/>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4" name="TextBox 63">
            <a:extLst>
              <a:ext uri="{FF2B5EF4-FFF2-40B4-BE49-F238E27FC236}">
                <a16:creationId xmlns:a16="http://schemas.microsoft.com/office/drawing/2014/main" id="{9FB93AAC-0BC0-D825-FA46-BDA961E9BB46}"/>
              </a:ext>
            </a:extLst>
          </p:cNvPr>
          <p:cNvSpPr txBox="1"/>
          <p:nvPr/>
        </p:nvSpPr>
        <p:spPr>
          <a:xfrm>
            <a:off x="6214537"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5725931E-D093-1639-6F51-7BECBEB8A70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ECD8F3CC-35B9-5624-0B20-59BE1562716C}"/>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171306D4-9B09-4FDE-057A-12BBF696012A}"/>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BD335162-241C-B339-A9F6-FD0C6A862836}"/>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3E57F9E6-36EF-7F03-3D74-00DACE29D7C5}"/>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1411245B-EFEF-FBD8-CC85-C6446B9A1702}"/>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69" name="TextBox 68">
            <a:extLst>
              <a:ext uri="{FF2B5EF4-FFF2-40B4-BE49-F238E27FC236}">
                <a16:creationId xmlns:a16="http://schemas.microsoft.com/office/drawing/2014/main" id="{02826D29-E3FB-4E6E-EBD3-D743F6497C1F}"/>
              </a:ext>
            </a:extLst>
          </p:cNvPr>
          <p:cNvSpPr txBox="1"/>
          <p:nvPr/>
        </p:nvSpPr>
        <p:spPr>
          <a:xfrm>
            <a:off x="4715935" y="172788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78958596-DDB6-F7B7-7FD4-544BA04705C0}"/>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22" name="TextBox 21">
            <a:extLst>
              <a:ext uri="{FF2B5EF4-FFF2-40B4-BE49-F238E27FC236}">
                <a16:creationId xmlns:a16="http://schemas.microsoft.com/office/drawing/2014/main" id="{24558111-EA7F-0F16-59C0-B506FC113BED}"/>
              </a:ext>
            </a:extLst>
          </p:cNvPr>
          <p:cNvSpPr txBox="1"/>
          <p:nvPr/>
        </p:nvSpPr>
        <p:spPr>
          <a:xfrm>
            <a:off x="4715935" y="374122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A6B6787D-F313-B34F-02DA-5398BF636277}"/>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90DE1CC7-695E-810D-DCC9-C1DCD7DDB6B2}"/>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32" name="TextBox 31">
            <a:extLst>
              <a:ext uri="{FF2B5EF4-FFF2-40B4-BE49-F238E27FC236}">
                <a16:creationId xmlns:a16="http://schemas.microsoft.com/office/drawing/2014/main" id="{D083EE10-61AA-7B98-CD76-2F92AD17AFE2}"/>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73471D5B-3D81-C96C-9999-DBA84F397917}"/>
              </a:ext>
            </a:extLst>
          </p:cNvPr>
          <p:cNvSpPr txBox="1"/>
          <p:nvPr/>
        </p:nvSpPr>
        <p:spPr>
          <a:xfrm>
            <a:off x="5715003" y="424456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14336872-1211-4A2E-C3A0-24D6C850AF9B}"/>
              </a:ext>
            </a:extLst>
          </p:cNvPr>
          <p:cNvSpPr txBox="1"/>
          <p:nvPr/>
        </p:nvSpPr>
        <p:spPr>
          <a:xfrm>
            <a:off x="6714071" y="424456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E974E26C-1831-1C4B-6DED-9E7378F3F5E5}"/>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74" name="TextBox 73">
            <a:extLst>
              <a:ext uri="{FF2B5EF4-FFF2-40B4-BE49-F238E27FC236}">
                <a16:creationId xmlns:a16="http://schemas.microsoft.com/office/drawing/2014/main" id="{AEC2F2E5-8EB9-51DD-141E-07A2E5773BF1}"/>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675C222C-08FE-765A-FDEB-E8AC42B65DA7}"/>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71FAE27D-EFA3-2C7B-90A0-FB4349CD1291}"/>
              </a:ext>
            </a:extLst>
          </p:cNvPr>
          <p:cNvSpPr txBox="1"/>
          <p:nvPr/>
        </p:nvSpPr>
        <p:spPr>
          <a:xfrm>
            <a:off x="7213604" y="4747898"/>
            <a:ext cx="462845" cy="584775"/>
          </a:xfrm>
          <a:prstGeom prst="rect">
            <a:avLst/>
          </a:prstGeom>
          <a:noFill/>
        </p:spPr>
        <p:txBody>
          <a:bodyPr wrap="square" rtlCol="0">
            <a:spAutoFit/>
          </a:bodyPr>
          <a:lstStyle/>
          <a:p>
            <a:pPr algn="ctr"/>
            <a:r>
              <a:rPr lang="en-US" sz="3200" dirty="0"/>
              <a:t>6</a:t>
            </a:r>
          </a:p>
        </p:txBody>
      </p:sp>
      <p:sp>
        <p:nvSpPr>
          <p:cNvPr id="77" name="TextBox 76">
            <a:extLst>
              <a:ext uri="{FF2B5EF4-FFF2-40B4-BE49-F238E27FC236}">
                <a16:creationId xmlns:a16="http://schemas.microsoft.com/office/drawing/2014/main" id="{742370DD-E8A9-501A-5671-F7D789D14C94}"/>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FA91FDBF-7723-651C-4F90-21685941FDD3}"/>
              </a:ext>
            </a:extLst>
          </p:cNvPr>
          <p:cNvSpPr txBox="1"/>
          <p:nvPr/>
        </p:nvSpPr>
        <p:spPr>
          <a:xfrm>
            <a:off x="7213604"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71012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1603E-13E2-D961-D878-DFCA37924F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0C808F-6701-A0D5-884C-E88711FC5DB9}"/>
              </a:ext>
            </a:extLst>
          </p:cNvPr>
          <p:cNvSpPr>
            <a:spLocks noGrp="1"/>
          </p:cNvSpPr>
          <p:nvPr>
            <p:ph sz="half" idx="1"/>
          </p:nvPr>
        </p:nvSpPr>
        <p:spPr/>
        <p:txBody>
          <a:bodyPr>
            <a:normAutofit lnSpcReduction="10000"/>
          </a:bodyPr>
          <a:lstStyle/>
          <a:p>
            <a:r>
              <a:rPr lang="en-US" dirty="0"/>
              <a:t>Remaining cells in Column 7 (89) fit in only one way.</a:t>
            </a:r>
          </a:p>
          <a:p>
            <a:r>
              <a:rPr lang="en-US" dirty="0"/>
              <a:t>Complete Row 6.</a:t>
            </a:r>
          </a:p>
          <a:p>
            <a:r>
              <a:rPr lang="en-US" dirty="0"/>
              <a:t>Then, finish puzzle.</a:t>
            </a:r>
          </a:p>
        </p:txBody>
      </p:sp>
      <p:pic>
        <p:nvPicPr>
          <p:cNvPr id="4" name="Picture 3" descr="A grid of sudoku puzzle&#10;&#10;Description automatically generated">
            <a:extLst>
              <a:ext uri="{FF2B5EF4-FFF2-40B4-BE49-F238E27FC236}">
                <a16:creationId xmlns:a16="http://schemas.microsoft.com/office/drawing/2014/main" id="{961FC7FD-AC5E-3FF1-DC16-77DCF17A2FE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CCF4973-737F-2F4C-9641-C2CB3181697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CF17AE1-CCA9-0F16-4E02-820B102BCA2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86E5DF2-D780-A233-9DF0-C6AD1C6BADAE}"/>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6C60CDDE-3474-B1E3-8B74-09E454665D5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AADF8C18-42BF-10D8-0FEF-C32B3800C37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3" name="TextBox 2">
            <a:extLst>
              <a:ext uri="{FF2B5EF4-FFF2-40B4-BE49-F238E27FC236}">
                <a16:creationId xmlns:a16="http://schemas.microsoft.com/office/drawing/2014/main" id="{C5BA1D94-DC01-B55A-5761-39998C978CA6}"/>
              </a:ext>
            </a:extLst>
          </p:cNvPr>
          <p:cNvSpPr txBox="1"/>
          <p:nvPr/>
        </p:nvSpPr>
        <p:spPr>
          <a:xfrm>
            <a:off x="4216401"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B97B002D-A03C-F0C5-2258-82155B71A26F}"/>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4C113665-7519-6DE7-F221-B46C56647623}"/>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DDECAE0C-769A-254C-D251-168572F907E6}"/>
              </a:ext>
            </a:extLst>
          </p:cNvPr>
          <p:cNvSpPr txBox="1"/>
          <p:nvPr/>
        </p:nvSpPr>
        <p:spPr>
          <a:xfrm>
            <a:off x="3217333" y="223122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CB5517C-5D89-B3EB-A155-82A5110CD90D}"/>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813B5A11-8B8B-5074-4750-2712B8ECA583}"/>
              </a:ext>
            </a:extLst>
          </p:cNvPr>
          <p:cNvSpPr txBox="1"/>
          <p:nvPr/>
        </p:nvSpPr>
        <p:spPr>
          <a:xfrm>
            <a:off x="5215469" y="3741226"/>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FE7ABF40-8296-F2E3-B393-FB8663BA3A2E}"/>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8D37BBB4-A797-CC88-F78D-11F98D075A03}"/>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2AB6C6A8-A399-9811-405D-83B1605E5590}"/>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83434B5B-9475-C2C1-968E-6E5F17499CE5}"/>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826B0601-F374-80F4-4221-B8EB5464FC0D}"/>
              </a:ext>
            </a:extLst>
          </p:cNvPr>
          <p:cNvSpPr txBox="1"/>
          <p:nvPr/>
        </p:nvSpPr>
        <p:spPr>
          <a:xfrm>
            <a:off x="5715003" y="72121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A23B9133-3E8E-F05C-3870-C763A30D22FB}"/>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1F83C4D0-ED5D-6DC8-89E6-5F39067B9DF9}"/>
              </a:ext>
            </a:extLst>
          </p:cNvPr>
          <p:cNvSpPr txBox="1"/>
          <p:nvPr/>
        </p:nvSpPr>
        <p:spPr>
          <a:xfrm>
            <a:off x="4216401" y="122455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0240DC4C-0166-E00B-751F-5F7AFF88146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10E6338-D48C-67F7-E2BC-F9388AB4E2FF}"/>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847BCE31-D240-BB71-3ACC-DC747EC93566}"/>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D538BADF-C3EE-4F2E-2D73-A6F5CE4A856F}"/>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A8537CD7-8802-36AA-D2EF-62D2C3F2FD26}"/>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496F79C5-B1D6-FE6B-EC6A-2D44356BAF64}"/>
              </a:ext>
            </a:extLst>
          </p:cNvPr>
          <p:cNvSpPr txBox="1"/>
          <p:nvPr/>
        </p:nvSpPr>
        <p:spPr>
          <a:xfrm>
            <a:off x="7213604" y="3741226"/>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C85CF282-7678-8139-BB61-7391B2A6162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D5C8C915-C3DE-94EC-B882-964EA5C24749}"/>
              </a:ext>
            </a:extLst>
          </p:cNvPr>
          <p:cNvSpPr txBox="1"/>
          <p:nvPr/>
        </p:nvSpPr>
        <p:spPr>
          <a:xfrm>
            <a:off x="7213604" y="2231221"/>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611023B0-55F6-13DB-8647-5745D1F55F28}"/>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01686F65-F0F5-B980-5039-059A0FEE0F58}"/>
              </a:ext>
            </a:extLst>
          </p:cNvPr>
          <p:cNvSpPr txBox="1"/>
          <p:nvPr/>
        </p:nvSpPr>
        <p:spPr>
          <a:xfrm>
            <a:off x="6214537" y="72121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EE23BB5-9F0F-6FE2-FFA7-E19BC28321FC}"/>
              </a:ext>
            </a:extLst>
          </p:cNvPr>
          <p:cNvSpPr txBox="1"/>
          <p:nvPr/>
        </p:nvSpPr>
        <p:spPr>
          <a:xfrm>
            <a:off x="3217333" y="72121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6871859A-1026-910A-397A-F2BEF49294C6}"/>
              </a:ext>
            </a:extLst>
          </p:cNvPr>
          <p:cNvSpPr txBox="1"/>
          <p:nvPr/>
        </p:nvSpPr>
        <p:spPr>
          <a:xfrm>
            <a:off x="7213604"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C7156E56-379D-4BE9-9CA7-919B023936DF}"/>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32BE0693-2D69-6BA3-5243-45B8C800D1F9}"/>
              </a:ext>
            </a:extLst>
          </p:cNvPr>
          <p:cNvSpPr txBox="1"/>
          <p:nvPr/>
        </p:nvSpPr>
        <p:spPr>
          <a:xfrm>
            <a:off x="3716867" y="4244561"/>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8D5BCECB-B2F7-2856-9DC1-EFD964F7993C}"/>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44DA777A-E928-B50E-2C87-FEA1FCC30A99}"/>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32E10D89-A5E3-29B7-4D3B-31CDA0077CDC}"/>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1CE801F0-2D35-E772-D93A-021711333FD1}"/>
              </a:ext>
            </a:extLst>
          </p:cNvPr>
          <p:cNvSpPr txBox="1"/>
          <p:nvPr/>
        </p:nvSpPr>
        <p:spPr>
          <a:xfrm>
            <a:off x="7213604" y="172788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7142D82B-F882-727D-09D6-FFA87479446E}"/>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794E6EE3-7346-371C-E888-D345A5305705}"/>
              </a:ext>
            </a:extLst>
          </p:cNvPr>
          <p:cNvSpPr txBox="1"/>
          <p:nvPr/>
        </p:nvSpPr>
        <p:spPr>
          <a:xfrm>
            <a:off x="6714071" y="3237891"/>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3C5DAB5E-70E4-F393-8995-67D7020905E4}"/>
              </a:ext>
            </a:extLst>
          </p:cNvPr>
          <p:cNvSpPr txBox="1"/>
          <p:nvPr/>
        </p:nvSpPr>
        <p:spPr>
          <a:xfrm>
            <a:off x="6214537" y="3741226"/>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6B0706E1-547F-5338-4F77-5C89FF141BE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2B9D6CB6-31B5-3347-96D5-6200E5127C6D}"/>
              </a:ext>
            </a:extLst>
          </p:cNvPr>
          <p:cNvSpPr txBox="1"/>
          <p:nvPr/>
        </p:nvSpPr>
        <p:spPr>
          <a:xfrm>
            <a:off x="3716867" y="2734556"/>
            <a:ext cx="462845" cy="584775"/>
          </a:xfrm>
          <a:prstGeom prst="rect">
            <a:avLst/>
          </a:prstGeom>
          <a:noFill/>
        </p:spPr>
        <p:txBody>
          <a:bodyPr wrap="square" rtlCol="0">
            <a:spAutoFit/>
          </a:bodyPr>
          <a:lstStyle/>
          <a:p>
            <a:pPr algn="ctr"/>
            <a:r>
              <a:rPr lang="en-US" sz="3200" dirty="0"/>
              <a:t>5</a:t>
            </a:r>
          </a:p>
        </p:txBody>
      </p:sp>
      <p:sp>
        <p:nvSpPr>
          <p:cNvPr id="51" name="TextBox 50">
            <a:extLst>
              <a:ext uri="{FF2B5EF4-FFF2-40B4-BE49-F238E27FC236}">
                <a16:creationId xmlns:a16="http://schemas.microsoft.com/office/drawing/2014/main" id="{2B1E28E0-8DC5-8CD5-CADC-B7815589266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F3D8B81C-4991-177F-B7F7-17DD3B71A03A}"/>
              </a:ext>
            </a:extLst>
          </p:cNvPr>
          <p:cNvSpPr txBox="1"/>
          <p:nvPr/>
        </p:nvSpPr>
        <p:spPr>
          <a:xfrm>
            <a:off x="3716867" y="323789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003041C1-F204-E312-98CC-E442F5A0631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4376616F-D975-A321-9718-B11718853474}"/>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A7D0BD9B-80A4-6CBE-E533-43231DD9627D}"/>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56" name="TextBox 55">
            <a:extLst>
              <a:ext uri="{FF2B5EF4-FFF2-40B4-BE49-F238E27FC236}">
                <a16:creationId xmlns:a16="http://schemas.microsoft.com/office/drawing/2014/main" id="{E5ED9830-413D-EFCB-F1D9-BF376EC8EE3D}"/>
              </a:ext>
            </a:extLst>
          </p:cNvPr>
          <p:cNvSpPr txBox="1"/>
          <p:nvPr/>
        </p:nvSpPr>
        <p:spPr>
          <a:xfrm>
            <a:off x="3217333" y="374122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F68E6BF2-1FBD-A019-E01D-E39CEE586ED7}"/>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58" name="TextBox 57">
            <a:extLst>
              <a:ext uri="{FF2B5EF4-FFF2-40B4-BE49-F238E27FC236}">
                <a16:creationId xmlns:a16="http://schemas.microsoft.com/office/drawing/2014/main" id="{74A32596-EC75-5EC5-4D6D-1E93AB68A71E}"/>
              </a:ext>
            </a:extLst>
          </p:cNvPr>
          <p:cNvSpPr txBox="1"/>
          <p:nvPr/>
        </p:nvSpPr>
        <p:spPr>
          <a:xfrm>
            <a:off x="4216401" y="4244561"/>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B5154819-EB37-613A-C4BE-146295422E2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977083FD-CE73-8D65-478E-32946729CD93}"/>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11616246-9D00-02FD-D0F5-8D8EB92DBF3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82C9FB15-7A3B-FBCD-6429-98D2B5B36C23}"/>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084DEDA1-02CE-9855-87B3-B1246475B879}"/>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4" name="TextBox 63">
            <a:extLst>
              <a:ext uri="{FF2B5EF4-FFF2-40B4-BE49-F238E27FC236}">
                <a16:creationId xmlns:a16="http://schemas.microsoft.com/office/drawing/2014/main" id="{6812FAFD-64B3-9CDE-C435-75BAECD68FEF}"/>
              </a:ext>
            </a:extLst>
          </p:cNvPr>
          <p:cNvSpPr txBox="1"/>
          <p:nvPr/>
        </p:nvSpPr>
        <p:spPr>
          <a:xfrm>
            <a:off x="6214537"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17946E72-627B-24A4-BBE3-82289137712F}"/>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74195B70-DF81-4D13-FE4C-3AAC63B1C451}"/>
              </a:ext>
            </a:extLst>
          </p:cNvPr>
          <p:cNvSpPr txBox="1"/>
          <p:nvPr/>
        </p:nvSpPr>
        <p:spPr>
          <a:xfrm>
            <a:off x="3716867" y="1224551"/>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13417918-EE9F-5782-8615-6EC3B752EB97}"/>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E787C090-E186-8C21-3C37-1D55A1195699}"/>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67" name="TextBox 66">
            <a:extLst>
              <a:ext uri="{FF2B5EF4-FFF2-40B4-BE49-F238E27FC236}">
                <a16:creationId xmlns:a16="http://schemas.microsoft.com/office/drawing/2014/main" id="{0923DE3E-78E1-B7CB-1190-F20CAE8D49A7}"/>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8CD35287-321A-408F-D122-3721379AB13B}"/>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69" name="TextBox 68">
            <a:extLst>
              <a:ext uri="{FF2B5EF4-FFF2-40B4-BE49-F238E27FC236}">
                <a16:creationId xmlns:a16="http://schemas.microsoft.com/office/drawing/2014/main" id="{1C169C7E-9019-D45F-E9B3-181B7AC4DCF2}"/>
              </a:ext>
            </a:extLst>
          </p:cNvPr>
          <p:cNvSpPr txBox="1"/>
          <p:nvPr/>
        </p:nvSpPr>
        <p:spPr>
          <a:xfrm>
            <a:off x="4715935" y="172788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CCEE4130-725B-B3DB-2F8A-4826A06AB570}"/>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22" name="TextBox 21">
            <a:extLst>
              <a:ext uri="{FF2B5EF4-FFF2-40B4-BE49-F238E27FC236}">
                <a16:creationId xmlns:a16="http://schemas.microsoft.com/office/drawing/2014/main" id="{D4921EC9-37C3-6376-54DA-4400F80AD03F}"/>
              </a:ext>
            </a:extLst>
          </p:cNvPr>
          <p:cNvSpPr txBox="1"/>
          <p:nvPr/>
        </p:nvSpPr>
        <p:spPr>
          <a:xfrm>
            <a:off x="4715935" y="374122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A637200E-3EF5-F62D-7275-D8A183487EF4}"/>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13FDBBE3-07CD-BBC5-6F12-019395AFF02E}"/>
              </a:ext>
            </a:extLst>
          </p:cNvPr>
          <p:cNvSpPr txBox="1"/>
          <p:nvPr/>
        </p:nvSpPr>
        <p:spPr>
          <a:xfrm>
            <a:off x="5715003" y="3741226"/>
            <a:ext cx="462845" cy="584775"/>
          </a:xfrm>
          <a:prstGeom prst="rect">
            <a:avLst/>
          </a:prstGeom>
          <a:noFill/>
        </p:spPr>
        <p:txBody>
          <a:bodyPr wrap="square" rtlCol="0">
            <a:spAutoFit/>
          </a:bodyPr>
          <a:lstStyle/>
          <a:p>
            <a:pPr algn="ctr"/>
            <a:r>
              <a:rPr lang="en-US" sz="3200" dirty="0"/>
              <a:t>7</a:t>
            </a:r>
          </a:p>
        </p:txBody>
      </p:sp>
      <p:sp>
        <p:nvSpPr>
          <p:cNvPr id="32" name="TextBox 31">
            <a:extLst>
              <a:ext uri="{FF2B5EF4-FFF2-40B4-BE49-F238E27FC236}">
                <a16:creationId xmlns:a16="http://schemas.microsoft.com/office/drawing/2014/main" id="{890B469D-1010-D551-2466-35A2113FBA91}"/>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D773307F-FCC2-ED89-C639-0FCEFF34EECE}"/>
              </a:ext>
            </a:extLst>
          </p:cNvPr>
          <p:cNvSpPr txBox="1"/>
          <p:nvPr/>
        </p:nvSpPr>
        <p:spPr>
          <a:xfrm>
            <a:off x="5715003" y="424456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219FFEEF-3A00-2B10-41BF-10585373C525}"/>
              </a:ext>
            </a:extLst>
          </p:cNvPr>
          <p:cNvSpPr txBox="1"/>
          <p:nvPr/>
        </p:nvSpPr>
        <p:spPr>
          <a:xfrm>
            <a:off x="6714071" y="424456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058A9246-C2AA-144C-662D-347FAF8E3A95}"/>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74" name="TextBox 73">
            <a:extLst>
              <a:ext uri="{FF2B5EF4-FFF2-40B4-BE49-F238E27FC236}">
                <a16:creationId xmlns:a16="http://schemas.microsoft.com/office/drawing/2014/main" id="{F54956F5-B8E1-D430-D157-9671AD704284}"/>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DA442434-44B7-8991-D2AB-1B5ADD07183E}"/>
              </a:ext>
            </a:extLst>
          </p:cNvPr>
          <p:cNvSpPr txBox="1"/>
          <p:nvPr/>
        </p:nvSpPr>
        <p:spPr>
          <a:xfrm>
            <a:off x="5715003" y="4747898"/>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89F1DC9B-F38E-30EA-7BD8-A4E0D49865E2}"/>
              </a:ext>
            </a:extLst>
          </p:cNvPr>
          <p:cNvSpPr txBox="1"/>
          <p:nvPr/>
        </p:nvSpPr>
        <p:spPr>
          <a:xfrm>
            <a:off x="7213604" y="4747898"/>
            <a:ext cx="462845" cy="584775"/>
          </a:xfrm>
          <a:prstGeom prst="rect">
            <a:avLst/>
          </a:prstGeom>
          <a:noFill/>
        </p:spPr>
        <p:txBody>
          <a:bodyPr wrap="square" rtlCol="0">
            <a:spAutoFit/>
          </a:bodyPr>
          <a:lstStyle/>
          <a:p>
            <a:pPr algn="ctr"/>
            <a:r>
              <a:rPr lang="en-US" sz="3200" dirty="0"/>
              <a:t>6</a:t>
            </a:r>
          </a:p>
        </p:txBody>
      </p:sp>
      <p:sp>
        <p:nvSpPr>
          <p:cNvPr id="77" name="TextBox 76">
            <a:extLst>
              <a:ext uri="{FF2B5EF4-FFF2-40B4-BE49-F238E27FC236}">
                <a16:creationId xmlns:a16="http://schemas.microsoft.com/office/drawing/2014/main" id="{4CB2AD08-10C8-2AE8-F20A-367E93B1994A}"/>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57BBD4E3-5032-967D-0959-0D749624B6D2}"/>
              </a:ext>
            </a:extLst>
          </p:cNvPr>
          <p:cNvSpPr txBox="1"/>
          <p:nvPr/>
        </p:nvSpPr>
        <p:spPr>
          <a:xfrm>
            <a:off x="7213604" y="3237891"/>
            <a:ext cx="462845" cy="584775"/>
          </a:xfrm>
          <a:prstGeom prst="rect">
            <a:avLst/>
          </a:prstGeom>
          <a:noFill/>
        </p:spPr>
        <p:txBody>
          <a:bodyPr wrap="square" rtlCol="0">
            <a:spAutoFit/>
          </a:bodyPr>
          <a:lstStyle/>
          <a:p>
            <a:pPr algn="ctr"/>
            <a:r>
              <a:rPr lang="en-US" sz="3200" dirty="0"/>
              <a:t>3</a:t>
            </a:r>
          </a:p>
        </p:txBody>
      </p:sp>
      <p:sp>
        <p:nvSpPr>
          <p:cNvPr id="79" name="TextBox 78">
            <a:extLst>
              <a:ext uri="{FF2B5EF4-FFF2-40B4-BE49-F238E27FC236}">
                <a16:creationId xmlns:a16="http://schemas.microsoft.com/office/drawing/2014/main" id="{6B72AB33-EEA3-2F74-D096-D6A1F81000CD}"/>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80" name="TextBox 79">
            <a:extLst>
              <a:ext uri="{FF2B5EF4-FFF2-40B4-BE49-F238E27FC236}">
                <a16:creationId xmlns:a16="http://schemas.microsoft.com/office/drawing/2014/main" id="{0EE96BC0-5945-6637-FD44-7730A1541475}"/>
              </a:ext>
            </a:extLst>
          </p:cNvPr>
          <p:cNvSpPr txBox="1"/>
          <p:nvPr/>
        </p:nvSpPr>
        <p:spPr>
          <a:xfrm>
            <a:off x="5715003" y="2231221"/>
            <a:ext cx="462845" cy="584775"/>
          </a:xfrm>
          <a:prstGeom prst="rect">
            <a:avLst/>
          </a:prstGeom>
          <a:noFill/>
        </p:spPr>
        <p:txBody>
          <a:bodyPr wrap="square" rtlCol="0">
            <a:spAutoFit/>
          </a:bodyPr>
          <a:lstStyle/>
          <a:p>
            <a:pPr algn="ctr"/>
            <a:r>
              <a:rPr lang="en-US" sz="3200" dirty="0"/>
              <a:t>3</a:t>
            </a:r>
          </a:p>
        </p:txBody>
      </p:sp>
      <p:sp>
        <p:nvSpPr>
          <p:cNvPr id="81" name="TextBox 80">
            <a:extLst>
              <a:ext uri="{FF2B5EF4-FFF2-40B4-BE49-F238E27FC236}">
                <a16:creationId xmlns:a16="http://schemas.microsoft.com/office/drawing/2014/main" id="{42C782BC-90F9-2DB9-0743-406852628ECF}"/>
              </a:ext>
            </a:extLst>
          </p:cNvPr>
          <p:cNvSpPr txBox="1"/>
          <p:nvPr/>
        </p:nvSpPr>
        <p:spPr>
          <a:xfrm>
            <a:off x="6214537" y="2231221"/>
            <a:ext cx="462845" cy="584775"/>
          </a:xfrm>
          <a:prstGeom prst="rect">
            <a:avLst/>
          </a:prstGeom>
          <a:noFill/>
        </p:spPr>
        <p:txBody>
          <a:bodyPr wrap="square" rtlCol="0">
            <a:spAutoFit/>
          </a:bodyPr>
          <a:lstStyle/>
          <a:p>
            <a:pPr algn="ctr"/>
            <a:r>
              <a:rPr lang="en-US" sz="3200" dirty="0"/>
              <a:t>9</a:t>
            </a:r>
          </a:p>
        </p:txBody>
      </p:sp>
      <p:sp>
        <p:nvSpPr>
          <p:cNvPr id="82" name="TextBox 81">
            <a:extLst>
              <a:ext uri="{FF2B5EF4-FFF2-40B4-BE49-F238E27FC236}">
                <a16:creationId xmlns:a16="http://schemas.microsoft.com/office/drawing/2014/main" id="{8FEA1D8F-4E60-5BC6-9836-C91673370E1D}"/>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A960DE59-B369-63B1-7E13-E04342850B66}"/>
              </a:ext>
            </a:extLst>
          </p:cNvPr>
          <p:cNvSpPr txBox="1"/>
          <p:nvPr/>
        </p:nvSpPr>
        <p:spPr>
          <a:xfrm>
            <a:off x="5715003" y="2734556"/>
            <a:ext cx="462845" cy="584775"/>
          </a:xfrm>
          <a:prstGeom prst="rect">
            <a:avLst/>
          </a:prstGeom>
          <a:noFill/>
        </p:spPr>
        <p:txBody>
          <a:bodyPr wrap="square" rtlCol="0">
            <a:spAutoFit/>
          </a:bodyPr>
          <a:lstStyle/>
          <a:p>
            <a:pPr algn="ctr"/>
            <a:r>
              <a:rPr lang="en-US" sz="3200" dirty="0"/>
              <a:t>9</a:t>
            </a:r>
          </a:p>
        </p:txBody>
      </p:sp>
      <p:sp>
        <p:nvSpPr>
          <p:cNvPr id="84" name="TextBox 83">
            <a:extLst>
              <a:ext uri="{FF2B5EF4-FFF2-40B4-BE49-F238E27FC236}">
                <a16:creationId xmlns:a16="http://schemas.microsoft.com/office/drawing/2014/main" id="{4F3CBE85-719B-A49B-3495-021A6325684A}"/>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85" name="TextBox 84">
            <a:extLst>
              <a:ext uri="{FF2B5EF4-FFF2-40B4-BE49-F238E27FC236}">
                <a16:creationId xmlns:a16="http://schemas.microsoft.com/office/drawing/2014/main" id="{44AB9570-45E8-991C-9CB0-23006CA7B110}"/>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903681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a:extLst>
            <a:ext uri="{FF2B5EF4-FFF2-40B4-BE49-F238E27FC236}">
              <a16:creationId xmlns:a16="http://schemas.microsoft.com/office/drawing/2014/main" id="{BB448996-5502-DB67-37C6-F5B23084BAB4}"/>
            </a:ext>
          </a:extLst>
        </p:cNvPr>
        <p:cNvGrpSpPr/>
        <p:nvPr/>
      </p:nvGrpSpPr>
      <p:grpSpPr>
        <a:xfrm>
          <a:off x="0" y="0"/>
          <a:ext cx="0" cy="0"/>
          <a:chOff x="0" y="0"/>
          <a:chExt cx="0" cy="0"/>
        </a:xfrm>
      </p:grpSpPr>
    </p:spTree>
    <p:extLst>
      <p:ext uri="{BB962C8B-B14F-4D97-AF65-F5344CB8AC3E}">
        <p14:creationId xmlns:p14="http://schemas.microsoft.com/office/powerpoint/2010/main" val="54269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3D7EA2-9D0B-0F8A-5F8D-FAC88757C8CE}"/>
              </a:ext>
            </a:extLst>
          </p:cNvPr>
          <p:cNvSpPr>
            <a:spLocks noGrp="1"/>
          </p:cNvSpPr>
          <p:nvPr>
            <p:ph sz="half" idx="1"/>
          </p:nvPr>
        </p:nvSpPr>
        <p:spPr/>
        <p:txBody>
          <a:bodyPr/>
          <a:lstStyle/>
          <a:p>
            <a:endParaRPr lang="en-US"/>
          </a:p>
        </p:txBody>
      </p:sp>
      <p:sp>
        <p:nvSpPr>
          <p:cNvPr id="3" name="TextBox 2">
            <a:extLst>
              <a:ext uri="{FF2B5EF4-FFF2-40B4-BE49-F238E27FC236}">
                <a16:creationId xmlns:a16="http://schemas.microsoft.com/office/drawing/2014/main" id="{5545F530-01C0-8F2D-2647-E7CDD2A7F8F3}"/>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4" name="TextBox 3">
            <a:extLst>
              <a:ext uri="{FF2B5EF4-FFF2-40B4-BE49-F238E27FC236}">
                <a16:creationId xmlns:a16="http://schemas.microsoft.com/office/drawing/2014/main" id="{B2E0DB11-79AF-5889-2ACA-5ED711A72451}"/>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5" name="TextBox 4">
            <a:extLst>
              <a:ext uri="{FF2B5EF4-FFF2-40B4-BE49-F238E27FC236}">
                <a16:creationId xmlns:a16="http://schemas.microsoft.com/office/drawing/2014/main" id="{A9A6A9F2-023B-EE13-2AB7-67189BD912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 name="TextBox 5">
            <a:extLst>
              <a:ext uri="{FF2B5EF4-FFF2-40B4-BE49-F238E27FC236}">
                <a16:creationId xmlns:a16="http://schemas.microsoft.com/office/drawing/2014/main" id="{AB924E1A-E8BF-0C4E-2CD5-C07B794BAC6D}"/>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7" name="TextBox 6">
            <a:extLst>
              <a:ext uri="{FF2B5EF4-FFF2-40B4-BE49-F238E27FC236}">
                <a16:creationId xmlns:a16="http://schemas.microsoft.com/office/drawing/2014/main" id="{59586AF8-3B01-7D52-5D31-2C4E546D1127}"/>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3ADD7D98-7B6F-F7EB-1963-2DD72923449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05A51F9-18BC-9695-9691-38716A5CEBD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C71C0538-23C4-F643-E005-AF0FBFAC7CA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975B7721-00C4-F6F9-D2E5-1C1A1FFC7E0A}"/>
              </a:ext>
            </a:extLst>
          </p:cNvPr>
          <p:cNvSpPr txBox="1"/>
          <p:nvPr/>
        </p:nvSpPr>
        <p:spPr>
          <a:xfrm>
            <a:off x="7213604" y="1224551"/>
            <a:ext cx="462845" cy="584775"/>
          </a:xfrm>
          <a:prstGeom prst="rect">
            <a:avLst/>
          </a:prstGeom>
          <a:noFill/>
        </p:spPr>
        <p:txBody>
          <a:bodyPr wrap="square" rtlCol="0">
            <a:spAutoFit/>
          </a:bodyPr>
          <a:lstStyle/>
          <a:p>
            <a:pPr algn="ctr"/>
            <a:r>
              <a:rPr lang="en-US" sz="3200" dirty="0"/>
              <a:t>8</a:t>
            </a:r>
          </a:p>
        </p:txBody>
      </p:sp>
      <p:sp>
        <p:nvSpPr>
          <p:cNvPr id="14" name="TextBox 13">
            <a:extLst>
              <a:ext uri="{FF2B5EF4-FFF2-40B4-BE49-F238E27FC236}">
                <a16:creationId xmlns:a16="http://schemas.microsoft.com/office/drawing/2014/main" id="{00E145A9-AC46-07E4-A6C0-59ED454080C8}"/>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2318098D-D15B-BB4F-20F9-FE49F18B4E08}"/>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239E079-7972-8424-05C9-E3BF920EA93C}"/>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716C0B9F-0EF4-3087-4A92-A46D40330CF7}"/>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A28C3F92-9238-221D-AD0E-EFD5BAD062FB}"/>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9" name="TextBox 18">
            <a:extLst>
              <a:ext uri="{FF2B5EF4-FFF2-40B4-BE49-F238E27FC236}">
                <a16:creationId xmlns:a16="http://schemas.microsoft.com/office/drawing/2014/main" id="{6871BBF3-4EDB-428B-FEEE-11FDD9F7FEF3}"/>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B00D9B5B-E54C-776D-E032-6C06B9A86232}"/>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EC6D261-0273-A3EC-962D-0CC15FBBB459}"/>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86077096-8A83-D387-D695-B38D3EE3C67A}"/>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1D0FA921-C9B8-9A3E-E302-4E73F4C2850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395E837A-EF8C-912D-CF33-DC322ACCDF7A}"/>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466842E1-E53F-5E12-03DC-DD938863A207}"/>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27" name="TextBox 26">
            <a:extLst>
              <a:ext uri="{FF2B5EF4-FFF2-40B4-BE49-F238E27FC236}">
                <a16:creationId xmlns:a16="http://schemas.microsoft.com/office/drawing/2014/main" id="{23ED3893-D236-1B53-BCB2-4356F7CB21C3}"/>
              </a:ext>
            </a:extLst>
          </p:cNvPr>
          <p:cNvSpPr txBox="1"/>
          <p:nvPr/>
        </p:nvSpPr>
        <p:spPr>
          <a:xfrm>
            <a:off x="4715935"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4B6E1EE3-2AB9-1EE8-ABF2-45939F23CB26}"/>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4C636C3-F4C1-7206-C902-91DA657474B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D8077B04-F90B-A0CC-9ACD-FC227BF4E86C}"/>
              </a:ext>
            </a:extLst>
          </p:cNvPr>
          <p:cNvSpPr txBox="1"/>
          <p:nvPr/>
        </p:nvSpPr>
        <p:spPr>
          <a:xfrm>
            <a:off x="6214537" y="1727886"/>
            <a:ext cx="462845" cy="584775"/>
          </a:xfrm>
          <a:prstGeom prst="rect">
            <a:avLst/>
          </a:prstGeom>
          <a:noFill/>
        </p:spPr>
        <p:txBody>
          <a:bodyPr wrap="square" rtlCol="0">
            <a:spAutoFit/>
          </a:bodyPr>
          <a:lstStyle/>
          <a:p>
            <a:pPr algn="ctr"/>
            <a:r>
              <a:rPr lang="en-US" sz="3200" dirty="0"/>
              <a:t>8</a:t>
            </a:r>
          </a:p>
        </p:txBody>
      </p:sp>
      <p:sp>
        <p:nvSpPr>
          <p:cNvPr id="31" name="TextBox 30">
            <a:extLst>
              <a:ext uri="{FF2B5EF4-FFF2-40B4-BE49-F238E27FC236}">
                <a16:creationId xmlns:a16="http://schemas.microsoft.com/office/drawing/2014/main" id="{C642D92D-0411-86FD-FD42-E076D9EE110A}"/>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8374C64D-7C1A-926D-1DC1-6A6414FDBA25}"/>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5245EE08-A98D-01FA-2171-AC26286AAED1}"/>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07750C40-5D09-BF2D-F68E-81566136605A}"/>
              </a:ext>
            </a:extLst>
          </p:cNvPr>
          <p:cNvSpPr txBox="1"/>
          <p:nvPr/>
        </p:nvSpPr>
        <p:spPr>
          <a:xfrm>
            <a:off x="3716867" y="223122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6BEA972C-0DA0-4103-57DF-7C9A7F9B06F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19CA2BF3-7C64-8FFC-493A-CD5FA047483D}"/>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09DC838-6EA7-2D9B-C352-B2C84D16ED4B}"/>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4651584D-1439-EC66-CB5E-C86A2E97F446}"/>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1DA50FB8-CE35-4761-A6B0-BE16819394EF}"/>
              </a:ext>
            </a:extLst>
          </p:cNvPr>
          <p:cNvSpPr txBox="1"/>
          <p:nvPr/>
        </p:nvSpPr>
        <p:spPr>
          <a:xfrm>
            <a:off x="6214537" y="223122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6B505374-5116-C2E6-9C18-87B5537E1B85}"/>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AD198AF0-1895-C0DD-EC92-CDAB9B09043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092803FD-DA48-9709-45DB-33484C41E748}"/>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21C0C67-CA29-B06E-396E-7A36969B8E78}"/>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1FD75AC8-9E2D-D9CA-F432-E1EF59692617}"/>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CEBB1DFA-2C92-38A8-8D03-7A08226FBE03}"/>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6F83141-CD08-5B31-4F44-5DE0A22A0EC4}"/>
              </a:ext>
            </a:extLst>
          </p:cNvPr>
          <p:cNvSpPr txBox="1"/>
          <p:nvPr/>
        </p:nvSpPr>
        <p:spPr>
          <a:xfrm>
            <a:off x="5215469" y="273455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0BD09B68-5DCD-1930-6026-8DEC57FB5550}"/>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F72594FE-277C-5973-94EE-AA3BE44A34F7}"/>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C2833383-2619-8AE1-E22E-EFFB76B969DF}"/>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2599D6A1-CC8E-6CC2-B3F7-4326B230021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72900A5E-6D76-587C-2DFD-92EFA48157D7}"/>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7E234C15-D43D-7905-5E6D-8AB06EB39258}"/>
              </a:ext>
            </a:extLst>
          </p:cNvPr>
          <p:cNvSpPr txBox="1"/>
          <p:nvPr/>
        </p:nvSpPr>
        <p:spPr>
          <a:xfrm>
            <a:off x="3716867"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BB2701EA-E576-BD64-46C7-6B254099F3E9}"/>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57" name="TextBox 56">
            <a:extLst>
              <a:ext uri="{FF2B5EF4-FFF2-40B4-BE49-F238E27FC236}">
                <a16:creationId xmlns:a16="http://schemas.microsoft.com/office/drawing/2014/main" id="{3741FDD4-FA46-9AC6-95A6-FDFC78139B7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8" name="TextBox 57">
            <a:extLst>
              <a:ext uri="{FF2B5EF4-FFF2-40B4-BE49-F238E27FC236}">
                <a16:creationId xmlns:a16="http://schemas.microsoft.com/office/drawing/2014/main" id="{04F08D5B-239E-1FF0-4FCC-7AC6DEF18DFC}"/>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6C510B19-3198-6775-4DB8-2969F74BB93A}"/>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FC63EBB7-8DEA-A035-671B-095EFE94FBD9}"/>
              </a:ext>
            </a:extLst>
          </p:cNvPr>
          <p:cNvSpPr txBox="1"/>
          <p:nvPr/>
        </p:nvSpPr>
        <p:spPr>
          <a:xfrm>
            <a:off x="6214537" y="323789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07A408D1-2795-2A51-8BEF-F3518493AC53}"/>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1A778707-033E-7FA2-42DF-480BFEF412A3}"/>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B2B1692B-0E77-4376-C7FF-6BEDD63BF2D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1053752-9030-C29D-9833-883262A51684}"/>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37147F7-AE3B-012E-53BB-889E5E744C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AD2CEC6-2C4F-D2FE-6FE4-CFE4011CB0B2}"/>
              </a:ext>
            </a:extLst>
          </p:cNvPr>
          <p:cNvSpPr txBox="1"/>
          <p:nvPr/>
        </p:nvSpPr>
        <p:spPr>
          <a:xfrm>
            <a:off x="4715935" y="374122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080537B0-8323-1A64-DF09-39FB32AAC48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69" name="TextBox 68">
            <a:extLst>
              <a:ext uri="{FF2B5EF4-FFF2-40B4-BE49-F238E27FC236}">
                <a16:creationId xmlns:a16="http://schemas.microsoft.com/office/drawing/2014/main" id="{68D6592A-F37B-D23D-AD44-F04E1DAAF64C}"/>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D2C1DE1F-157A-4870-A897-AD5741D3D062}"/>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E2B2FA07-D551-8692-E1B6-CE27DBF0E8CD}"/>
              </a:ext>
            </a:extLst>
          </p:cNvPr>
          <p:cNvSpPr txBox="1"/>
          <p:nvPr/>
        </p:nvSpPr>
        <p:spPr>
          <a:xfrm>
            <a:off x="6714071" y="374122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DBF17E8-18BD-C042-E6F2-603E8EE78A32}"/>
              </a:ext>
            </a:extLst>
          </p:cNvPr>
          <p:cNvSpPr txBox="1"/>
          <p:nvPr/>
        </p:nvSpPr>
        <p:spPr>
          <a:xfrm>
            <a:off x="7213604" y="3741226"/>
            <a:ext cx="462845" cy="584775"/>
          </a:xfrm>
          <a:prstGeom prst="rect">
            <a:avLst/>
          </a:prstGeom>
          <a:noFill/>
        </p:spPr>
        <p:txBody>
          <a:bodyPr wrap="square" rtlCol="0">
            <a:spAutoFit/>
          </a:bodyPr>
          <a:lstStyle/>
          <a:p>
            <a:pPr algn="ctr"/>
            <a:r>
              <a:rPr lang="en-US" sz="3200" dirty="0"/>
              <a:t>8</a:t>
            </a:r>
          </a:p>
        </p:txBody>
      </p:sp>
      <p:sp>
        <p:nvSpPr>
          <p:cNvPr id="74" name="TextBox 73">
            <a:extLst>
              <a:ext uri="{FF2B5EF4-FFF2-40B4-BE49-F238E27FC236}">
                <a16:creationId xmlns:a16="http://schemas.microsoft.com/office/drawing/2014/main" id="{59053E0A-1A09-D426-1081-D848E9FE3760}"/>
              </a:ext>
            </a:extLst>
          </p:cNvPr>
          <p:cNvSpPr txBox="1"/>
          <p:nvPr/>
        </p:nvSpPr>
        <p:spPr>
          <a:xfrm>
            <a:off x="3217333" y="424456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CBFA6531-FBE6-5D53-5C12-5684C04762A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253DA081-0DE0-137F-7136-8DADDE0F2CA8}"/>
              </a:ext>
            </a:extLst>
          </p:cNvPr>
          <p:cNvSpPr txBox="1"/>
          <p:nvPr/>
        </p:nvSpPr>
        <p:spPr>
          <a:xfrm>
            <a:off x="4216401" y="4244561"/>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5367410F-ADD1-8006-218E-1093B4ED303A}"/>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78" name="TextBox 77">
            <a:extLst>
              <a:ext uri="{FF2B5EF4-FFF2-40B4-BE49-F238E27FC236}">
                <a16:creationId xmlns:a16="http://schemas.microsoft.com/office/drawing/2014/main" id="{271A5C86-5ECE-083E-5505-4004ED2BCCE3}"/>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9C34CEAD-D4FB-A94A-B119-4E470D0323A1}"/>
              </a:ext>
            </a:extLst>
          </p:cNvPr>
          <p:cNvSpPr txBox="1"/>
          <p:nvPr/>
        </p:nvSpPr>
        <p:spPr>
          <a:xfrm>
            <a:off x="5715003" y="424456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118432DD-6D87-FFE3-332E-6C529044D634}"/>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C034B78B-C7C1-C652-6232-B07315E13A39}"/>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AAA7508F-BC5C-BD63-FE35-CF0C611C8C7D}"/>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77441B13-F709-9820-92EB-A0AEF4B46CA8}"/>
              </a:ext>
            </a:extLst>
          </p:cNvPr>
          <p:cNvSpPr txBox="1"/>
          <p:nvPr/>
        </p:nvSpPr>
        <p:spPr>
          <a:xfrm>
            <a:off x="3217333" y="4747898"/>
            <a:ext cx="462845" cy="584775"/>
          </a:xfrm>
          <a:prstGeom prst="rect">
            <a:avLst/>
          </a:prstGeom>
          <a:noFill/>
        </p:spPr>
        <p:txBody>
          <a:bodyPr wrap="square" rtlCol="0">
            <a:spAutoFit/>
          </a:bodyPr>
          <a:lstStyle/>
          <a:p>
            <a:pPr algn="ctr"/>
            <a:r>
              <a:rPr lang="en-US" sz="3200" dirty="0"/>
              <a:t>8</a:t>
            </a:r>
          </a:p>
        </p:txBody>
      </p:sp>
      <p:sp>
        <p:nvSpPr>
          <p:cNvPr id="85" name="TextBox 84">
            <a:extLst>
              <a:ext uri="{FF2B5EF4-FFF2-40B4-BE49-F238E27FC236}">
                <a16:creationId xmlns:a16="http://schemas.microsoft.com/office/drawing/2014/main" id="{26CD92CE-63A8-D4B6-DDCC-0CA41368B0E0}"/>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5AF486AD-8C07-4391-8BC5-1CF73DB284CE}"/>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E0D8D130-CB07-06CB-9DF3-77ABEFBEB746}"/>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5342847E-040E-264F-0ED3-75738365A16F}"/>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ADD8AEEE-6363-1C8A-6CDF-CD7FCF7D5FD4}"/>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90" name="TextBox 89">
            <a:extLst>
              <a:ext uri="{FF2B5EF4-FFF2-40B4-BE49-F238E27FC236}">
                <a16:creationId xmlns:a16="http://schemas.microsoft.com/office/drawing/2014/main" id="{DFA86441-FB97-7C14-B21D-EFB4F3D80E6B}"/>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0375B3B4-6CBC-7F70-1236-9F1B5FE11D8E}"/>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67CBCBB2-88D7-BCE3-7916-11F0F236BF4A}"/>
              </a:ext>
            </a:extLst>
          </p:cNvPr>
          <p:cNvSpPr txBox="1"/>
          <p:nvPr/>
        </p:nvSpPr>
        <p:spPr>
          <a:xfrm>
            <a:off x="7213604"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436419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454D7-CEE4-838B-D109-D776E2EA1CEE}"/>
              </a:ext>
            </a:extLst>
          </p:cNvPr>
          <p:cNvSpPr>
            <a:spLocks noGrp="1"/>
          </p:cNvSpPr>
          <p:nvPr>
            <p:ph sz="half" idx="1"/>
          </p:nvPr>
        </p:nvSpPr>
        <p:spPr/>
        <p:txBody>
          <a:bodyPr/>
          <a:lstStyle/>
          <a:p>
            <a:endParaRPr lang="en-US"/>
          </a:p>
        </p:txBody>
      </p:sp>
      <p:sp>
        <p:nvSpPr>
          <p:cNvPr id="84" name="TextBox 83">
            <a:extLst>
              <a:ext uri="{FF2B5EF4-FFF2-40B4-BE49-F238E27FC236}">
                <a16:creationId xmlns:a16="http://schemas.microsoft.com/office/drawing/2014/main" id="{FF60C56B-03A8-4A01-C370-4161AC79EB30}"/>
              </a:ext>
            </a:extLst>
          </p:cNvPr>
          <p:cNvSpPr txBox="1"/>
          <p:nvPr/>
        </p:nvSpPr>
        <p:spPr>
          <a:xfrm>
            <a:off x="3640666" y="901933"/>
            <a:ext cx="570089" cy="230832"/>
          </a:xfrm>
          <a:prstGeom prst="rect">
            <a:avLst/>
          </a:prstGeom>
          <a:noFill/>
        </p:spPr>
        <p:txBody>
          <a:bodyPr wrap="square" rtlCol="0">
            <a:spAutoFit/>
          </a:bodyPr>
          <a:lstStyle/>
          <a:p>
            <a:pPr algn="ctr"/>
            <a:r>
              <a:rPr lang="en-US" sz="900" dirty="0"/>
              <a:t>123456</a:t>
            </a:r>
          </a:p>
        </p:txBody>
      </p:sp>
      <p:sp>
        <p:nvSpPr>
          <p:cNvPr id="85" name="TextBox 84">
            <a:extLst>
              <a:ext uri="{FF2B5EF4-FFF2-40B4-BE49-F238E27FC236}">
                <a16:creationId xmlns:a16="http://schemas.microsoft.com/office/drawing/2014/main" id="{BF9BFDB4-9AD7-FA30-A0F2-18859BAA297D}"/>
              </a:ext>
            </a:extLst>
          </p:cNvPr>
          <p:cNvSpPr txBox="1"/>
          <p:nvPr/>
        </p:nvSpPr>
        <p:spPr>
          <a:xfrm>
            <a:off x="4143022" y="901933"/>
            <a:ext cx="570089" cy="230832"/>
          </a:xfrm>
          <a:prstGeom prst="rect">
            <a:avLst/>
          </a:prstGeom>
          <a:noFill/>
        </p:spPr>
        <p:txBody>
          <a:bodyPr wrap="square" rtlCol="0">
            <a:spAutoFit/>
          </a:bodyPr>
          <a:lstStyle/>
          <a:p>
            <a:pPr algn="ctr"/>
            <a:r>
              <a:rPr lang="en-US" sz="900" dirty="0"/>
              <a:t>123456</a:t>
            </a:r>
          </a:p>
        </p:txBody>
      </p:sp>
      <p:sp>
        <p:nvSpPr>
          <p:cNvPr id="86" name="TextBox 85">
            <a:extLst>
              <a:ext uri="{FF2B5EF4-FFF2-40B4-BE49-F238E27FC236}">
                <a16:creationId xmlns:a16="http://schemas.microsoft.com/office/drawing/2014/main" id="{1640DD29-1195-EF1F-8B16-EF9A84420D30}"/>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123456</a:t>
            </a:r>
          </a:p>
        </p:txBody>
      </p:sp>
      <p:sp>
        <p:nvSpPr>
          <p:cNvPr id="87" name="TextBox 86">
            <a:extLst>
              <a:ext uri="{FF2B5EF4-FFF2-40B4-BE49-F238E27FC236}">
                <a16:creationId xmlns:a16="http://schemas.microsoft.com/office/drawing/2014/main" id="{3E2A5CBA-3D0B-3A96-9C98-B514696923EE}"/>
              </a:ext>
            </a:extLst>
          </p:cNvPr>
          <p:cNvSpPr txBox="1"/>
          <p:nvPr/>
        </p:nvSpPr>
        <p:spPr>
          <a:xfrm>
            <a:off x="5147734" y="901933"/>
            <a:ext cx="570089" cy="230832"/>
          </a:xfrm>
          <a:prstGeom prst="rect">
            <a:avLst/>
          </a:prstGeom>
          <a:noFill/>
        </p:spPr>
        <p:txBody>
          <a:bodyPr wrap="square" rtlCol="0">
            <a:spAutoFit/>
          </a:bodyPr>
          <a:lstStyle/>
          <a:p>
            <a:pPr algn="ctr"/>
            <a:r>
              <a:rPr lang="en-US" sz="900" dirty="0"/>
              <a:t>123456</a:t>
            </a:r>
          </a:p>
        </p:txBody>
      </p:sp>
      <p:sp>
        <p:nvSpPr>
          <p:cNvPr id="88" name="TextBox 87">
            <a:extLst>
              <a:ext uri="{FF2B5EF4-FFF2-40B4-BE49-F238E27FC236}">
                <a16:creationId xmlns:a16="http://schemas.microsoft.com/office/drawing/2014/main" id="{A1FC491A-E2DD-10AD-68CE-6D3EEEB4EF94}"/>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123456</a:t>
            </a:r>
          </a:p>
        </p:txBody>
      </p:sp>
      <p:sp>
        <p:nvSpPr>
          <p:cNvPr id="89" name="TextBox 88">
            <a:extLst>
              <a:ext uri="{FF2B5EF4-FFF2-40B4-BE49-F238E27FC236}">
                <a16:creationId xmlns:a16="http://schemas.microsoft.com/office/drawing/2014/main" id="{80609A37-C41C-8535-9A55-84CA0EE83E45}"/>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123456</a:t>
            </a:r>
          </a:p>
        </p:txBody>
      </p:sp>
      <p:sp>
        <p:nvSpPr>
          <p:cNvPr id="90" name="TextBox 89">
            <a:extLst>
              <a:ext uri="{FF2B5EF4-FFF2-40B4-BE49-F238E27FC236}">
                <a16:creationId xmlns:a16="http://schemas.microsoft.com/office/drawing/2014/main" id="{A5A078A7-AA12-A695-6E1C-F4ADCC0563A3}"/>
              </a:ext>
            </a:extLst>
          </p:cNvPr>
          <p:cNvSpPr txBox="1"/>
          <p:nvPr/>
        </p:nvSpPr>
        <p:spPr>
          <a:xfrm>
            <a:off x="6654802" y="901933"/>
            <a:ext cx="570089" cy="230832"/>
          </a:xfrm>
          <a:prstGeom prst="rect">
            <a:avLst/>
          </a:prstGeom>
          <a:noFill/>
        </p:spPr>
        <p:txBody>
          <a:bodyPr wrap="square" rtlCol="0">
            <a:spAutoFit/>
          </a:bodyPr>
          <a:lstStyle/>
          <a:p>
            <a:pPr algn="ctr"/>
            <a:r>
              <a:rPr lang="en-US" sz="900" dirty="0"/>
              <a:t>123456</a:t>
            </a:r>
          </a:p>
        </p:txBody>
      </p:sp>
      <p:sp>
        <p:nvSpPr>
          <p:cNvPr id="91" name="TextBox 90">
            <a:extLst>
              <a:ext uri="{FF2B5EF4-FFF2-40B4-BE49-F238E27FC236}">
                <a16:creationId xmlns:a16="http://schemas.microsoft.com/office/drawing/2014/main" id="{4E91BCC9-7513-6620-4D5A-3AF70159AADC}"/>
              </a:ext>
            </a:extLst>
          </p:cNvPr>
          <p:cNvSpPr txBox="1"/>
          <p:nvPr/>
        </p:nvSpPr>
        <p:spPr>
          <a:xfrm>
            <a:off x="7157158" y="901933"/>
            <a:ext cx="570089" cy="230832"/>
          </a:xfrm>
          <a:prstGeom prst="rect">
            <a:avLst/>
          </a:prstGeom>
          <a:noFill/>
        </p:spPr>
        <p:txBody>
          <a:bodyPr wrap="square" rtlCol="0">
            <a:spAutoFit/>
          </a:bodyPr>
          <a:lstStyle/>
          <a:p>
            <a:pPr algn="ctr"/>
            <a:r>
              <a:rPr lang="en-US" sz="900" dirty="0"/>
              <a:t>123456</a:t>
            </a:r>
          </a:p>
        </p:txBody>
      </p:sp>
      <p:sp>
        <p:nvSpPr>
          <p:cNvPr id="92" name="TextBox 91">
            <a:extLst>
              <a:ext uri="{FF2B5EF4-FFF2-40B4-BE49-F238E27FC236}">
                <a16:creationId xmlns:a16="http://schemas.microsoft.com/office/drawing/2014/main" id="{5E04531A-D14B-3018-AA2E-66D8F2ECA708}"/>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123456</a:t>
            </a:r>
          </a:p>
        </p:txBody>
      </p:sp>
      <p:sp>
        <p:nvSpPr>
          <p:cNvPr id="95" name="TextBox 94">
            <a:extLst>
              <a:ext uri="{FF2B5EF4-FFF2-40B4-BE49-F238E27FC236}">
                <a16:creationId xmlns:a16="http://schemas.microsoft.com/office/drawing/2014/main" id="{8A3750D2-4D6A-C174-AB75-74C97E3EEC1C}"/>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123456</a:t>
            </a:r>
          </a:p>
        </p:txBody>
      </p:sp>
      <p:sp>
        <p:nvSpPr>
          <p:cNvPr id="96" name="TextBox 95">
            <a:extLst>
              <a:ext uri="{FF2B5EF4-FFF2-40B4-BE49-F238E27FC236}">
                <a16:creationId xmlns:a16="http://schemas.microsoft.com/office/drawing/2014/main" id="{BD3B98C3-B2F4-A745-E9FE-7302EBAADA10}"/>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123456</a:t>
            </a:r>
          </a:p>
        </p:txBody>
      </p:sp>
      <p:sp>
        <p:nvSpPr>
          <p:cNvPr id="97" name="TextBox 96">
            <a:extLst>
              <a:ext uri="{FF2B5EF4-FFF2-40B4-BE49-F238E27FC236}">
                <a16:creationId xmlns:a16="http://schemas.microsoft.com/office/drawing/2014/main" id="{53D9B785-7EEC-3C3E-D9D3-00ADFA3FA1B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123456</a:t>
            </a:r>
          </a:p>
        </p:txBody>
      </p:sp>
      <p:sp>
        <p:nvSpPr>
          <p:cNvPr id="98" name="TextBox 97">
            <a:extLst>
              <a:ext uri="{FF2B5EF4-FFF2-40B4-BE49-F238E27FC236}">
                <a16:creationId xmlns:a16="http://schemas.microsoft.com/office/drawing/2014/main" id="{2FB47043-5E04-FAB4-05BF-0CC87CA5EDF9}"/>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123456</a:t>
            </a:r>
          </a:p>
        </p:txBody>
      </p:sp>
      <p:sp>
        <p:nvSpPr>
          <p:cNvPr id="99" name="TextBox 98">
            <a:extLst>
              <a:ext uri="{FF2B5EF4-FFF2-40B4-BE49-F238E27FC236}">
                <a16:creationId xmlns:a16="http://schemas.microsoft.com/office/drawing/2014/main" id="{1938E445-20DD-4F66-5EA3-45A33BAAC00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123456</a:t>
            </a:r>
          </a:p>
        </p:txBody>
      </p:sp>
      <p:sp>
        <p:nvSpPr>
          <p:cNvPr id="100" name="TextBox 99">
            <a:extLst>
              <a:ext uri="{FF2B5EF4-FFF2-40B4-BE49-F238E27FC236}">
                <a16:creationId xmlns:a16="http://schemas.microsoft.com/office/drawing/2014/main" id="{E6226C55-846A-2224-F06C-4C411BC81432}"/>
              </a:ext>
            </a:extLst>
          </p:cNvPr>
          <p:cNvSpPr txBox="1"/>
          <p:nvPr/>
        </p:nvSpPr>
        <p:spPr>
          <a:xfrm>
            <a:off x="6152446" y="1402877"/>
            <a:ext cx="570089" cy="230832"/>
          </a:xfrm>
          <a:prstGeom prst="rect">
            <a:avLst/>
          </a:prstGeom>
          <a:noFill/>
        </p:spPr>
        <p:txBody>
          <a:bodyPr wrap="square" rtlCol="0">
            <a:spAutoFit/>
          </a:bodyPr>
          <a:lstStyle/>
          <a:p>
            <a:pPr algn="ctr"/>
            <a:r>
              <a:rPr lang="en-US" sz="900" dirty="0"/>
              <a:t>123456</a:t>
            </a:r>
          </a:p>
        </p:txBody>
      </p:sp>
      <p:sp>
        <p:nvSpPr>
          <p:cNvPr id="101" name="TextBox 100">
            <a:extLst>
              <a:ext uri="{FF2B5EF4-FFF2-40B4-BE49-F238E27FC236}">
                <a16:creationId xmlns:a16="http://schemas.microsoft.com/office/drawing/2014/main" id="{4AAA4F56-A9E2-9990-B932-EE4C5C4BB33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123456</a:t>
            </a:r>
          </a:p>
        </p:txBody>
      </p:sp>
      <p:sp>
        <p:nvSpPr>
          <p:cNvPr id="102" name="TextBox 101">
            <a:extLst>
              <a:ext uri="{FF2B5EF4-FFF2-40B4-BE49-F238E27FC236}">
                <a16:creationId xmlns:a16="http://schemas.microsoft.com/office/drawing/2014/main" id="{DDA1384E-A2DB-85D7-DAF7-C45E7EA0BC93}"/>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123456</a:t>
            </a:r>
          </a:p>
        </p:txBody>
      </p:sp>
      <p:sp>
        <p:nvSpPr>
          <p:cNvPr id="103" name="TextBox 102">
            <a:extLst>
              <a:ext uri="{FF2B5EF4-FFF2-40B4-BE49-F238E27FC236}">
                <a16:creationId xmlns:a16="http://schemas.microsoft.com/office/drawing/2014/main" id="{8A36C789-DA72-4617-34D7-CC915BF2F28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123456</a:t>
            </a:r>
          </a:p>
        </p:txBody>
      </p:sp>
      <p:sp>
        <p:nvSpPr>
          <p:cNvPr id="105" name="TextBox 104">
            <a:extLst>
              <a:ext uri="{FF2B5EF4-FFF2-40B4-BE49-F238E27FC236}">
                <a16:creationId xmlns:a16="http://schemas.microsoft.com/office/drawing/2014/main" id="{F20473C0-11CD-45EB-4B77-C4D593C934E5}"/>
              </a:ext>
            </a:extLst>
          </p:cNvPr>
          <p:cNvSpPr txBox="1"/>
          <p:nvPr/>
        </p:nvSpPr>
        <p:spPr>
          <a:xfrm>
            <a:off x="3640666" y="1903821"/>
            <a:ext cx="570089" cy="230832"/>
          </a:xfrm>
          <a:prstGeom prst="rect">
            <a:avLst/>
          </a:prstGeom>
          <a:noFill/>
        </p:spPr>
        <p:txBody>
          <a:bodyPr wrap="square" rtlCol="0">
            <a:spAutoFit/>
          </a:bodyPr>
          <a:lstStyle/>
          <a:p>
            <a:pPr algn="ctr"/>
            <a:r>
              <a:rPr lang="en-US" sz="900" dirty="0"/>
              <a:t>123456</a:t>
            </a:r>
          </a:p>
        </p:txBody>
      </p:sp>
      <p:sp>
        <p:nvSpPr>
          <p:cNvPr id="106" name="TextBox 105">
            <a:extLst>
              <a:ext uri="{FF2B5EF4-FFF2-40B4-BE49-F238E27FC236}">
                <a16:creationId xmlns:a16="http://schemas.microsoft.com/office/drawing/2014/main" id="{B59BC938-D3FB-69C9-58B2-FBFF7673D167}"/>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123456</a:t>
            </a:r>
          </a:p>
        </p:txBody>
      </p:sp>
      <p:sp>
        <p:nvSpPr>
          <p:cNvPr id="107" name="TextBox 106">
            <a:extLst>
              <a:ext uri="{FF2B5EF4-FFF2-40B4-BE49-F238E27FC236}">
                <a16:creationId xmlns:a16="http://schemas.microsoft.com/office/drawing/2014/main" id="{33281FCE-CA0D-882E-1770-68B5DDD6277A}"/>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123456</a:t>
            </a:r>
          </a:p>
        </p:txBody>
      </p:sp>
      <p:sp>
        <p:nvSpPr>
          <p:cNvPr id="108" name="TextBox 107">
            <a:extLst>
              <a:ext uri="{FF2B5EF4-FFF2-40B4-BE49-F238E27FC236}">
                <a16:creationId xmlns:a16="http://schemas.microsoft.com/office/drawing/2014/main" id="{54D09948-1B45-CE41-35EA-332C0AB89FDB}"/>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123456</a:t>
            </a:r>
          </a:p>
        </p:txBody>
      </p:sp>
      <p:sp>
        <p:nvSpPr>
          <p:cNvPr id="109" name="TextBox 108">
            <a:extLst>
              <a:ext uri="{FF2B5EF4-FFF2-40B4-BE49-F238E27FC236}">
                <a16:creationId xmlns:a16="http://schemas.microsoft.com/office/drawing/2014/main" id="{EABA7E41-188E-7074-BD6B-4A804753155E}"/>
              </a:ext>
            </a:extLst>
          </p:cNvPr>
          <p:cNvSpPr txBox="1"/>
          <p:nvPr/>
        </p:nvSpPr>
        <p:spPr>
          <a:xfrm>
            <a:off x="5650090" y="1903821"/>
            <a:ext cx="570089" cy="230832"/>
          </a:xfrm>
          <a:prstGeom prst="rect">
            <a:avLst/>
          </a:prstGeom>
          <a:noFill/>
        </p:spPr>
        <p:txBody>
          <a:bodyPr wrap="square" rtlCol="0">
            <a:spAutoFit/>
          </a:bodyPr>
          <a:lstStyle/>
          <a:p>
            <a:pPr algn="ctr"/>
            <a:r>
              <a:rPr lang="en-US" sz="900" dirty="0"/>
              <a:t>123456</a:t>
            </a:r>
          </a:p>
        </p:txBody>
      </p:sp>
      <p:sp>
        <p:nvSpPr>
          <p:cNvPr id="110" name="TextBox 109">
            <a:extLst>
              <a:ext uri="{FF2B5EF4-FFF2-40B4-BE49-F238E27FC236}">
                <a16:creationId xmlns:a16="http://schemas.microsoft.com/office/drawing/2014/main" id="{72621310-1D87-C359-D210-913EB69A2EE8}"/>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123456</a:t>
            </a:r>
          </a:p>
        </p:txBody>
      </p:sp>
      <p:sp>
        <p:nvSpPr>
          <p:cNvPr id="111" name="TextBox 110">
            <a:extLst>
              <a:ext uri="{FF2B5EF4-FFF2-40B4-BE49-F238E27FC236}">
                <a16:creationId xmlns:a16="http://schemas.microsoft.com/office/drawing/2014/main" id="{83098FE2-EA54-5D61-2C32-CBE3755DCF0D}"/>
              </a:ext>
            </a:extLst>
          </p:cNvPr>
          <p:cNvSpPr txBox="1"/>
          <p:nvPr/>
        </p:nvSpPr>
        <p:spPr>
          <a:xfrm>
            <a:off x="6654802" y="1903821"/>
            <a:ext cx="570089" cy="230832"/>
          </a:xfrm>
          <a:prstGeom prst="rect">
            <a:avLst/>
          </a:prstGeom>
          <a:noFill/>
        </p:spPr>
        <p:txBody>
          <a:bodyPr wrap="square" rtlCol="0">
            <a:spAutoFit/>
          </a:bodyPr>
          <a:lstStyle/>
          <a:p>
            <a:pPr algn="ctr"/>
            <a:r>
              <a:rPr lang="en-US" sz="900" dirty="0"/>
              <a:t>123456</a:t>
            </a:r>
          </a:p>
        </p:txBody>
      </p:sp>
      <p:sp>
        <p:nvSpPr>
          <p:cNvPr id="112" name="TextBox 111">
            <a:extLst>
              <a:ext uri="{FF2B5EF4-FFF2-40B4-BE49-F238E27FC236}">
                <a16:creationId xmlns:a16="http://schemas.microsoft.com/office/drawing/2014/main" id="{E14006A6-26D4-D65B-E5E2-AE741EE5E69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123456</a:t>
            </a:r>
          </a:p>
        </p:txBody>
      </p:sp>
      <p:sp>
        <p:nvSpPr>
          <p:cNvPr id="113" name="TextBox 112">
            <a:extLst>
              <a:ext uri="{FF2B5EF4-FFF2-40B4-BE49-F238E27FC236}">
                <a16:creationId xmlns:a16="http://schemas.microsoft.com/office/drawing/2014/main" id="{6D6ACA82-4B0E-6FF8-BE11-0CF8C041C6B1}"/>
              </a:ext>
            </a:extLst>
          </p:cNvPr>
          <p:cNvSpPr txBox="1"/>
          <p:nvPr/>
        </p:nvSpPr>
        <p:spPr>
          <a:xfrm>
            <a:off x="3138310" y="1903821"/>
            <a:ext cx="570089" cy="230832"/>
          </a:xfrm>
          <a:prstGeom prst="rect">
            <a:avLst/>
          </a:prstGeom>
          <a:noFill/>
        </p:spPr>
        <p:txBody>
          <a:bodyPr wrap="square" rtlCol="0">
            <a:spAutoFit/>
          </a:bodyPr>
          <a:lstStyle/>
          <a:p>
            <a:pPr algn="ctr"/>
            <a:r>
              <a:rPr lang="en-US" sz="900" dirty="0"/>
              <a:t>123456</a:t>
            </a:r>
          </a:p>
        </p:txBody>
      </p:sp>
      <p:sp>
        <p:nvSpPr>
          <p:cNvPr id="115" name="TextBox 114">
            <a:extLst>
              <a:ext uri="{FF2B5EF4-FFF2-40B4-BE49-F238E27FC236}">
                <a16:creationId xmlns:a16="http://schemas.microsoft.com/office/drawing/2014/main" id="{F98BE1F8-A8A1-B970-06DB-7B5C6C9890BD}"/>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123456</a:t>
            </a:r>
          </a:p>
        </p:txBody>
      </p:sp>
      <p:sp>
        <p:nvSpPr>
          <p:cNvPr id="116" name="TextBox 115">
            <a:extLst>
              <a:ext uri="{FF2B5EF4-FFF2-40B4-BE49-F238E27FC236}">
                <a16:creationId xmlns:a16="http://schemas.microsoft.com/office/drawing/2014/main" id="{C086882C-989E-3F24-421F-95B5067DE38E}"/>
              </a:ext>
            </a:extLst>
          </p:cNvPr>
          <p:cNvSpPr txBox="1"/>
          <p:nvPr/>
        </p:nvSpPr>
        <p:spPr>
          <a:xfrm>
            <a:off x="4143022" y="2404765"/>
            <a:ext cx="570089" cy="230832"/>
          </a:xfrm>
          <a:prstGeom prst="rect">
            <a:avLst/>
          </a:prstGeom>
          <a:noFill/>
        </p:spPr>
        <p:txBody>
          <a:bodyPr wrap="square" rtlCol="0">
            <a:spAutoFit/>
          </a:bodyPr>
          <a:lstStyle/>
          <a:p>
            <a:pPr algn="ctr"/>
            <a:r>
              <a:rPr lang="en-US" sz="900" dirty="0"/>
              <a:t>123456</a:t>
            </a:r>
          </a:p>
        </p:txBody>
      </p:sp>
      <p:sp>
        <p:nvSpPr>
          <p:cNvPr id="117" name="TextBox 116">
            <a:extLst>
              <a:ext uri="{FF2B5EF4-FFF2-40B4-BE49-F238E27FC236}">
                <a16:creationId xmlns:a16="http://schemas.microsoft.com/office/drawing/2014/main" id="{C49099AA-E57F-1DF2-3785-1A001BB1C70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123456</a:t>
            </a:r>
          </a:p>
        </p:txBody>
      </p:sp>
      <p:sp>
        <p:nvSpPr>
          <p:cNvPr id="118" name="TextBox 117">
            <a:extLst>
              <a:ext uri="{FF2B5EF4-FFF2-40B4-BE49-F238E27FC236}">
                <a16:creationId xmlns:a16="http://schemas.microsoft.com/office/drawing/2014/main" id="{CC6495DA-918C-4230-9D51-E7479351102E}"/>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119" name="TextBox 118">
            <a:extLst>
              <a:ext uri="{FF2B5EF4-FFF2-40B4-BE49-F238E27FC236}">
                <a16:creationId xmlns:a16="http://schemas.microsoft.com/office/drawing/2014/main" id="{A7E7D0D1-94B5-DEDF-0E2F-C3DD2654636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120" name="TextBox 119">
            <a:extLst>
              <a:ext uri="{FF2B5EF4-FFF2-40B4-BE49-F238E27FC236}">
                <a16:creationId xmlns:a16="http://schemas.microsoft.com/office/drawing/2014/main" id="{F7324CDE-A25D-D9AB-9F51-93CD86EE0759}"/>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123456</a:t>
            </a:r>
          </a:p>
        </p:txBody>
      </p:sp>
      <p:sp>
        <p:nvSpPr>
          <p:cNvPr id="121" name="TextBox 120">
            <a:extLst>
              <a:ext uri="{FF2B5EF4-FFF2-40B4-BE49-F238E27FC236}">
                <a16:creationId xmlns:a16="http://schemas.microsoft.com/office/drawing/2014/main" id="{26B144A0-6A62-2178-F93B-F1E912D7E91A}"/>
              </a:ext>
            </a:extLst>
          </p:cNvPr>
          <p:cNvSpPr txBox="1"/>
          <p:nvPr/>
        </p:nvSpPr>
        <p:spPr>
          <a:xfrm>
            <a:off x="6654802" y="2404765"/>
            <a:ext cx="570089" cy="230832"/>
          </a:xfrm>
          <a:prstGeom prst="rect">
            <a:avLst/>
          </a:prstGeom>
          <a:noFill/>
        </p:spPr>
        <p:txBody>
          <a:bodyPr wrap="square" rtlCol="0">
            <a:spAutoFit/>
          </a:bodyPr>
          <a:lstStyle/>
          <a:p>
            <a:pPr algn="ctr"/>
            <a:r>
              <a:rPr lang="en-US" sz="900" dirty="0"/>
              <a:t>123456</a:t>
            </a:r>
          </a:p>
        </p:txBody>
      </p:sp>
      <p:sp>
        <p:nvSpPr>
          <p:cNvPr id="122" name="TextBox 121">
            <a:extLst>
              <a:ext uri="{FF2B5EF4-FFF2-40B4-BE49-F238E27FC236}">
                <a16:creationId xmlns:a16="http://schemas.microsoft.com/office/drawing/2014/main" id="{81C64677-8826-3E39-7AF4-21CB0CCF5788}"/>
              </a:ext>
            </a:extLst>
          </p:cNvPr>
          <p:cNvSpPr txBox="1"/>
          <p:nvPr/>
        </p:nvSpPr>
        <p:spPr>
          <a:xfrm>
            <a:off x="7157158" y="2404765"/>
            <a:ext cx="570089" cy="230832"/>
          </a:xfrm>
          <a:prstGeom prst="rect">
            <a:avLst/>
          </a:prstGeom>
          <a:noFill/>
        </p:spPr>
        <p:txBody>
          <a:bodyPr wrap="square" rtlCol="0">
            <a:spAutoFit/>
          </a:bodyPr>
          <a:lstStyle/>
          <a:p>
            <a:pPr algn="ctr"/>
            <a:r>
              <a:rPr lang="en-US" sz="900" dirty="0"/>
              <a:t>123456</a:t>
            </a:r>
          </a:p>
        </p:txBody>
      </p:sp>
      <p:sp>
        <p:nvSpPr>
          <p:cNvPr id="123" name="TextBox 122">
            <a:extLst>
              <a:ext uri="{FF2B5EF4-FFF2-40B4-BE49-F238E27FC236}">
                <a16:creationId xmlns:a16="http://schemas.microsoft.com/office/drawing/2014/main" id="{4588FC59-0908-97A5-21AB-5F6F09BAE727}"/>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123456</a:t>
            </a:r>
          </a:p>
        </p:txBody>
      </p:sp>
      <p:sp>
        <p:nvSpPr>
          <p:cNvPr id="125" name="TextBox 124">
            <a:extLst>
              <a:ext uri="{FF2B5EF4-FFF2-40B4-BE49-F238E27FC236}">
                <a16:creationId xmlns:a16="http://schemas.microsoft.com/office/drawing/2014/main" id="{586C48C3-3F20-4B17-FA41-C4741506D5B3}"/>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123456</a:t>
            </a:r>
          </a:p>
        </p:txBody>
      </p:sp>
      <p:sp>
        <p:nvSpPr>
          <p:cNvPr id="126" name="TextBox 125">
            <a:extLst>
              <a:ext uri="{FF2B5EF4-FFF2-40B4-BE49-F238E27FC236}">
                <a16:creationId xmlns:a16="http://schemas.microsoft.com/office/drawing/2014/main" id="{936E54B7-6F97-FEF2-F03B-7AAAC01D3E2B}"/>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123456</a:t>
            </a:r>
          </a:p>
        </p:txBody>
      </p:sp>
      <p:sp>
        <p:nvSpPr>
          <p:cNvPr id="127" name="TextBox 126">
            <a:extLst>
              <a:ext uri="{FF2B5EF4-FFF2-40B4-BE49-F238E27FC236}">
                <a16:creationId xmlns:a16="http://schemas.microsoft.com/office/drawing/2014/main" id="{E7C25FD9-9D4C-557E-C6E5-AE3416E50F87}"/>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128" name="TextBox 127">
            <a:extLst>
              <a:ext uri="{FF2B5EF4-FFF2-40B4-BE49-F238E27FC236}">
                <a16:creationId xmlns:a16="http://schemas.microsoft.com/office/drawing/2014/main" id="{64BDD1AE-DB4B-3CA5-431D-DA60E23D2FD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129" name="TextBox 128">
            <a:extLst>
              <a:ext uri="{FF2B5EF4-FFF2-40B4-BE49-F238E27FC236}">
                <a16:creationId xmlns:a16="http://schemas.microsoft.com/office/drawing/2014/main" id="{106A23A5-E07D-6AD3-A25E-E208CD6EA386}"/>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123456</a:t>
            </a:r>
          </a:p>
        </p:txBody>
      </p:sp>
      <p:sp>
        <p:nvSpPr>
          <p:cNvPr id="130" name="TextBox 129">
            <a:extLst>
              <a:ext uri="{FF2B5EF4-FFF2-40B4-BE49-F238E27FC236}">
                <a16:creationId xmlns:a16="http://schemas.microsoft.com/office/drawing/2014/main" id="{62D20885-59F5-D5EF-192A-38A4DDB2A2F6}"/>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123456</a:t>
            </a:r>
          </a:p>
        </p:txBody>
      </p:sp>
      <p:sp>
        <p:nvSpPr>
          <p:cNvPr id="131" name="TextBox 130">
            <a:extLst>
              <a:ext uri="{FF2B5EF4-FFF2-40B4-BE49-F238E27FC236}">
                <a16:creationId xmlns:a16="http://schemas.microsoft.com/office/drawing/2014/main" id="{0E2FA26F-0294-745E-AC34-3565C142AA52}"/>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123456</a:t>
            </a:r>
          </a:p>
        </p:txBody>
      </p:sp>
      <p:sp>
        <p:nvSpPr>
          <p:cNvPr id="132" name="TextBox 131">
            <a:extLst>
              <a:ext uri="{FF2B5EF4-FFF2-40B4-BE49-F238E27FC236}">
                <a16:creationId xmlns:a16="http://schemas.microsoft.com/office/drawing/2014/main" id="{3B15544F-BE52-A2FE-4074-37906CE3AEBE}"/>
              </a:ext>
            </a:extLst>
          </p:cNvPr>
          <p:cNvSpPr txBox="1"/>
          <p:nvPr/>
        </p:nvSpPr>
        <p:spPr>
          <a:xfrm>
            <a:off x="7157158" y="2905709"/>
            <a:ext cx="570089" cy="230832"/>
          </a:xfrm>
          <a:prstGeom prst="rect">
            <a:avLst/>
          </a:prstGeom>
          <a:noFill/>
        </p:spPr>
        <p:txBody>
          <a:bodyPr wrap="square" rtlCol="0">
            <a:spAutoFit/>
          </a:bodyPr>
          <a:lstStyle/>
          <a:p>
            <a:pPr algn="ctr"/>
            <a:r>
              <a:rPr lang="en-US" sz="900" dirty="0"/>
              <a:t>123456</a:t>
            </a:r>
          </a:p>
        </p:txBody>
      </p:sp>
      <p:sp>
        <p:nvSpPr>
          <p:cNvPr id="133" name="TextBox 132">
            <a:extLst>
              <a:ext uri="{FF2B5EF4-FFF2-40B4-BE49-F238E27FC236}">
                <a16:creationId xmlns:a16="http://schemas.microsoft.com/office/drawing/2014/main" id="{80FDCC57-DE1D-E76B-839F-85D9E51752F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123456</a:t>
            </a:r>
          </a:p>
        </p:txBody>
      </p:sp>
      <p:sp>
        <p:nvSpPr>
          <p:cNvPr id="135" name="TextBox 134">
            <a:extLst>
              <a:ext uri="{FF2B5EF4-FFF2-40B4-BE49-F238E27FC236}">
                <a16:creationId xmlns:a16="http://schemas.microsoft.com/office/drawing/2014/main" id="{47E407FD-7F9A-2A98-FC1F-6A88834BE97A}"/>
              </a:ext>
            </a:extLst>
          </p:cNvPr>
          <p:cNvSpPr txBox="1"/>
          <p:nvPr/>
        </p:nvSpPr>
        <p:spPr>
          <a:xfrm>
            <a:off x="3640666" y="3406653"/>
            <a:ext cx="570089" cy="230832"/>
          </a:xfrm>
          <a:prstGeom prst="rect">
            <a:avLst/>
          </a:prstGeom>
          <a:noFill/>
        </p:spPr>
        <p:txBody>
          <a:bodyPr wrap="square" rtlCol="0">
            <a:spAutoFit/>
          </a:bodyPr>
          <a:lstStyle/>
          <a:p>
            <a:pPr algn="ctr"/>
            <a:r>
              <a:rPr lang="en-US" sz="900" dirty="0"/>
              <a:t>123456</a:t>
            </a:r>
          </a:p>
        </p:txBody>
      </p:sp>
      <p:sp>
        <p:nvSpPr>
          <p:cNvPr id="136" name="TextBox 135">
            <a:extLst>
              <a:ext uri="{FF2B5EF4-FFF2-40B4-BE49-F238E27FC236}">
                <a16:creationId xmlns:a16="http://schemas.microsoft.com/office/drawing/2014/main" id="{F2B603FB-9593-8853-522A-B1FD932C7C50}"/>
              </a:ext>
            </a:extLst>
          </p:cNvPr>
          <p:cNvSpPr txBox="1"/>
          <p:nvPr/>
        </p:nvSpPr>
        <p:spPr>
          <a:xfrm>
            <a:off x="4143022" y="3406653"/>
            <a:ext cx="570089" cy="230832"/>
          </a:xfrm>
          <a:prstGeom prst="rect">
            <a:avLst/>
          </a:prstGeom>
          <a:noFill/>
        </p:spPr>
        <p:txBody>
          <a:bodyPr wrap="square" rtlCol="0">
            <a:spAutoFit/>
          </a:bodyPr>
          <a:lstStyle/>
          <a:p>
            <a:pPr algn="ctr"/>
            <a:r>
              <a:rPr lang="en-US" sz="900" dirty="0"/>
              <a:t>123456</a:t>
            </a:r>
          </a:p>
        </p:txBody>
      </p:sp>
      <p:sp>
        <p:nvSpPr>
          <p:cNvPr id="137" name="TextBox 136">
            <a:extLst>
              <a:ext uri="{FF2B5EF4-FFF2-40B4-BE49-F238E27FC236}">
                <a16:creationId xmlns:a16="http://schemas.microsoft.com/office/drawing/2014/main" id="{99173C26-DABF-28BB-EBE2-D16BF5CA43E7}"/>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123456</a:t>
            </a:r>
          </a:p>
        </p:txBody>
      </p:sp>
      <p:sp>
        <p:nvSpPr>
          <p:cNvPr id="138" name="TextBox 137">
            <a:extLst>
              <a:ext uri="{FF2B5EF4-FFF2-40B4-BE49-F238E27FC236}">
                <a16:creationId xmlns:a16="http://schemas.microsoft.com/office/drawing/2014/main" id="{B75A6AEB-6650-CFA4-9CEA-2023F1ADBC58}"/>
              </a:ext>
            </a:extLst>
          </p:cNvPr>
          <p:cNvSpPr txBox="1"/>
          <p:nvPr/>
        </p:nvSpPr>
        <p:spPr>
          <a:xfrm>
            <a:off x="5147734" y="3406653"/>
            <a:ext cx="570089" cy="230832"/>
          </a:xfrm>
          <a:prstGeom prst="rect">
            <a:avLst/>
          </a:prstGeom>
          <a:noFill/>
        </p:spPr>
        <p:txBody>
          <a:bodyPr wrap="square" rtlCol="0">
            <a:spAutoFit/>
          </a:bodyPr>
          <a:lstStyle/>
          <a:p>
            <a:pPr algn="ctr"/>
            <a:r>
              <a:rPr lang="en-US" sz="900" dirty="0"/>
              <a:t>123456</a:t>
            </a:r>
          </a:p>
        </p:txBody>
      </p:sp>
      <p:sp>
        <p:nvSpPr>
          <p:cNvPr id="139" name="TextBox 138">
            <a:extLst>
              <a:ext uri="{FF2B5EF4-FFF2-40B4-BE49-F238E27FC236}">
                <a16:creationId xmlns:a16="http://schemas.microsoft.com/office/drawing/2014/main" id="{E6574ACB-29E9-A27A-5747-5085F358A12E}"/>
              </a:ext>
            </a:extLst>
          </p:cNvPr>
          <p:cNvSpPr txBox="1"/>
          <p:nvPr/>
        </p:nvSpPr>
        <p:spPr>
          <a:xfrm>
            <a:off x="5650090" y="3406653"/>
            <a:ext cx="570089" cy="230832"/>
          </a:xfrm>
          <a:prstGeom prst="rect">
            <a:avLst/>
          </a:prstGeom>
          <a:noFill/>
        </p:spPr>
        <p:txBody>
          <a:bodyPr wrap="square" rtlCol="0">
            <a:spAutoFit/>
          </a:bodyPr>
          <a:lstStyle/>
          <a:p>
            <a:pPr algn="ctr"/>
            <a:r>
              <a:rPr lang="en-US" sz="900" dirty="0"/>
              <a:t>123456</a:t>
            </a:r>
          </a:p>
        </p:txBody>
      </p:sp>
      <p:sp>
        <p:nvSpPr>
          <p:cNvPr id="140" name="TextBox 139">
            <a:extLst>
              <a:ext uri="{FF2B5EF4-FFF2-40B4-BE49-F238E27FC236}">
                <a16:creationId xmlns:a16="http://schemas.microsoft.com/office/drawing/2014/main" id="{E4C414D4-8A91-C39B-9BA6-73BB7F2CBE61}"/>
              </a:ext>
            </a:extLst>
          </p:cNvPr>
          <p:cNvSpPr txBox="1"/>
          <p:nvPr/>
        </p:nvSpPr>
        <p:spPr>
          <a:xfrm>
            <a:off x="6152446" y="3406653"/>
            <a:ext cx="570089" cy="230832"/>
          </a:xfrm>
          <a:prstGeom prst="rect">
            <a:avLst/>
          </a:prstGeom>
          <a:noFill/>
        </p:spPr>
        <p:txBody>
          <a:bodyPr wrap="square" rtlCol="0">
            <a:spAutoFit/>
          </a:bodyPr>
          <a:lstStyle/>
          <a:p>
            <a:pPr algn="ctr"/>
            <a:r>
              <a:rPr lang="en-US" sz="900" dirty="0"/>
              <a:t>123456</a:t>
            </a:r>
          </a:p>
        </p:txBody>
      </p:sp>
      <p:sp>
        <p:nvSpPr>
          <p:cNvPr id="141" name="TextBox 140">
            <a:extLst>
              <a:ext uri="{FF2B5EF4-FFF2-40B4-BE49-F238E27FC236}">
                <a16:creationId xmlns:a16="http://schemas.microsoft.com/office/drawing/2014/main" id="{5704EC94-AE00-8414-53CA-BCBBEF23DD53}"/>
              </a:ext>
            </a:extLst>
          </p:cNvPr>
          <p:cNvSpPr txBox="1"/>
          <p:nvPr/>
        </p:nvSpPr>
        <p:spPr>
          <a:xfrm>
            <a:off x="6654802" y="3406653"/>
            <a:ext cx="570089" cy="230832"/>
          </a:xfrm>
          <a:prstGeom prst="rect">
            <a:avLst/>
          </a:prstGeom>
          <a:noFill/>
        </p:spPr>
        <p:txBody>
          <a:bodyPr wrap="square" rtlCol="0">
            <a:spAutoFit/>
          </a:bodyPr>
          <a:lstStyle/>
          <a:p>
            <a:pPr algn="ctr"/>
            <a:r>
              <a:rPr lang="en-US" sz="900" dirty="0"/>
              <a:t>123456</a:t>
            </a:r>
          </a:p>
        </p:txBody>
      </p:sp>
      <p:sp>
        <p:nvSpPr>
          <p:cNvPr id="142" name="TextBox 141">
            <a:extLst>
              <a:ext uri="{FF2B5EF4-FFF2-40B4-BE49-F238E27FC236}">
                <a16:creationId xmlns:a16="http://schemas.microsoft.com/office/drawing/2014/main" id="{ECA0350D-563D-6630-7304-097E019173D7}"/>
              </a:ext>
            </a:extLst>
          </p:cNvPr>
          <p:cNvSpPr txBox="1"/>
          <p:nvPr/>
        </p:nvSpPr>
        <p:spPr>
          <a:xfrm>
            <a:off x="7157158" y="3406653"/>
            <a:ext cx="570089" cy="230832"/>
          </a:xfrm>
          <a:prstGeom prst="rect">
            <a:avLst/>
          </a:prstGeom>
          <a:noFill/>
        </p:spPr>
        <p:txBody>
          <a:bodyPr wrap="square" rtlCol="0">
            <a:spAutoFit/>
          </a:bodyPr>
          <a:lstStyle/>
          <a:p>
            <a:pPr algn="ctr"/>
            <a:r>
              <a:rPr lang="en-US" sz="900" dirty="0"/>
              <a:t>123456</a:t>
            </a:r>
          </a:p>
        </p:txBody>
      </p:sp>
      <p:sp>
        <p:nvSpPr>
          <p:cNvPr id="143" name="TextBox 142">
            <a:extLst>
              <a:ext uri="{FF2B5EF4-FFF2-40B4-BE49-F238E27FC236}">
                <a16:creationId xmlns:a16="http://schemas.microsoft.com/office/drawing/2014/main" id="{37336222-6EA2-349F-6352-AD6A1D558833}"/>
              </a:ext>
            </a:extLst>
          </p:cNvPr>
          <p:cNvSpPr txBox="1"/>
          <p:nvPr/>
        </p:nvSpPr>
        <p:spPr>
          <a:xfrm>
            <a:off x="3138310" y="3406653"/>
            <a:ext cx="570089" cy="230832"/>
          </a:xfrm>
          <a:prstGeom prst="rect">
            <a:avLst/>
          </a:prstGeom>
          <a:noFill/>
        </p:spPr>
        <p:txBody>
          <a:bodyPr wrap="square" rtlCol="0">
            <a:spAutoFit/>
          </a:bodyPr>
          <a:lstStyle/>
          <a:p>
            <a:pPr algn="ctr"/>
            <a:r>
              <a:rPr lang="en-US" sz="900" dirty="0"/>
              <a:t>123456</a:t>
            </a:r>
          </a:p>
        </p:txBody>
      </p:sp>
      <p:sp>
        <p:nvSpPr>
          <p:cNvPr id="145" name="TextBox 144">
            <a:extLst>
              <a:ext uri="{FF2B5EF4-FFF2-40B4-BE49-F238E27FC236}">
                <a16:creationId xmlns:a16="http://schemas.microsoft.com/office/drawing/2014/main" id="{9829D046-E18D-DB3D-78CE-D4D546B417E7}"/>
              </a:ext>
            </a:extLst>
          </p:cNvPr>
          <p:cNvSpPr txBox="1"/>
          <p:nvPr/>
        </p:nvSpPr>
        <p:spPr>
          <a:xfrm>
            <a:off x="3640666" y="3907597"/>
            <a:ext cx="570089" cy="230832"/>
          </a:xfrm>
          <a:prstGeom prst="rect">
            <a:avLst/>
          </a:prstGeom>
          <a:noFill/>
        </p:spPr>
        <p:txBody>
          <a:bodyPr wrap="square" rtlCol="0">
            <a:spAutoFit/>
          </a:bodyPr>
          <a:lstStyle/>
          <a:p>
            <a:pPr algn="ctr"/>
            <a:r>
              <a:rPr lang="en-US" sz="900" dirty="0"/>
              <a:t>123456</a:t>
            </a:r>
          </a:p>
        </p:txBody>
      </p:sp>
      <p:sp>
        <p:nvSpPr>
          <p:cNvPr id="146" name="TextBox 145">
            <a:extLst>
              <a:ext uri="{FF2B5EF4-FFF2-40B4-BE49-F238E27FC236}">
                <a16:creationId xmlns:a16="http://schemas.microsoft.com/office/drawing/2014/main" id="{0190BB7A-527D-5AC8-9CAD-4789CA2E5515}"/>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123456</a:t>
            </a:r>
          </a:p>
        </p:txBody>
      </p:sp>
      <p:sp>
        <p:nvSpPr>
          <p:cNvPr id="147" name="TextBox 146">
            <a:extLst>
              <a:ext uri="{FF2B5EF4-FFF2-40B4-BE49-F238E27FC236}">
                <a16:creationId xmlns:a16="http://schemas.microsoft.com/office/drawing/2014/main" id="{0B4627CC-56EB-967A-C511-2FBE82171B6A}"/>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123456</a:t>
            </a:r>
          </a:p>
        </p:txBody>
      </p:sp>
      <p:sp>
        <p:nvSpPr>
          <p:cNvPr id="148" name="TextBox 147">
            <a:extLst>
              <a:ext uri="{FF2B5EF4-FFF2-40B4-BE49-F238E27FC236}">
                <a16:creationId xmlns:a16="http://schemas.microsoft.com/office/drawing/2014/main" id="{2F178DE4-AF7E-3303-A825-0C6D7E363911}"/>
              </a:ext>
            </a:extLst>
          </p:cNvPr>
          <p:cNvSpPr txBox="1"/>
          <p:nvPr/>
        </p:nvSpPr>
        <p:spPr>
          <a:xfrm>
            <a:off x="5147734" y="3907597"/>
            <a:ext cx="570089" cy="230832"/>
          </a:xfrm>
          <a:prstGeom prst="rect">
            <a:avLst/>
          </a:prstGeom>
          <a:noFill/>
        </p:spPr>
        <p:txBody>
          <a:bodyPr wrap="square" rtlCol="0">
            <a:spAutoFit/>
          </a:bodyPr>
          <a:lstStyle/>
          <a:p>
            <a:pPr algn="ctr"/>
            <a:r>
              <a:rPr lang="en-US" sz="900" dirty="0"/>
              <a:t>123456</a:t>
            </a:r>
          </a:p>
        </p:txBody>
      </p:sp>
      <p:sp>
        <p:nvSpPr>
          <p:cNvPr id="149" name="TextBox 148">
            <a:extLst>
              <a:ext uri="{FF2B5EF4-FFF2-40B4-BE49-F238E27FC236}">
                <a16:creationId xmlns:a16="http://schemas.microsoft.com/office/drawing/2014/main" id="{F010D4D1-FB85-E67C-79E4-FE89CFF4AD63}"/>
              </a:ext>
            </a:extLst>
          </p:cNvPr>
          <p:cNvSpPr txBox="1"/>
          <p:nvPr/>
        </p:nvSpPr>
        <p:spPr>
          <a:xfrm>
            <a:off x="5650090" y="3907597"/>
            <a:ext cx="570089" cy="230832"/>
          </a:xfrm>
          <a:prstGeom prst="rect">
            <a:avLst/>
          </a:prstGeom>
          <a:noFill/>
        </p:spPr>
        <p:txBody>
          <a:bodyPr wrap="square" rtlCol="0">
            <a:spAutoFit/>
          </a:bodyPr>
          <a:lstStyle/>
          <a:p>
            <a:pPr algn="ctr"/>
            <a:r>
              <a:rPr lang="en-US" sz="900" dirty="0"/>
              <a:t>123456</a:t>
            </a:r>
          </a:p>
        </p:txBody>
      </p:sp>
      <p:sp>
        <p:nvSpPr>
          <p:cNvPr id="150" name="TextBox 149">
            <a:extLst>
              <a:ext uri="{FF2B5EF4-FFF2-40B4-BE49-F238E27FC236}">
                <a16:creationId xmlns:a16="http://schemas.microsoft.com/office/drawing/2014/main" id="{714B53DC-0572-2585-B837-63D13EA41433}"/>
              </a:ext>
            </a:extLst>
          </p:cNvPr>
          <p:cNvSpPr txBox="1"/>
          <p:nvPr/>
        </p:nvSpPr>
        <p:spPr>
          <a:xfrm>
            <a:off x="6152446" y="3907597"/>
            <a:ext cx="570089" cy="230832"/>
          </a:xfrm>
          <a:prstGeom prst="rect">
            <a:avLst/>
          </a:prstGeom>
          <a:noFill/>
        </p:spPr>
        <p:txBody>
          <a:bodyPr wrap="square" rtlCol="0">
            <a:spAutoFit/>
          </a:bodyPr>
          <a:lstStyle/>
          <a:p>
            <a:pPr algn="ctr"/>
            <a:r>
              <a:rPr lang="en-US" sz="900" dirty="0"/>
              <a:t>123456</a:t>
            </a:r>
          </a:p>
        </p:txBody>
      </p:sp>
      <p:sp>
        <p:nvSpPr>
          <p:cNvPr id="151" name="TextBox 150">
            <a:extLst>
              <a:ext uri="{FF2B5EF4-FFF2-40B4-BE49-F238E27FC236}">
                <a16:creationId xmlns:a16="http://schemas.microsoft.com/office/drawing/2014/main" id="{ACC99F2D-20FD-91BB-AFCF-1BDAA2C7CAC2}"/>
              </a:ext>
            </a:extLst>
          </p:cNvPr>
          <p:cNvSpPr txBox="1"/>
          <p:nvPr/>
        </p:nvSpPr>
        <p:spPr>
          <a:xfrm>
            <a:off x="6654802" y="3907597"/>
            <a:ext cx="570089" cy="230832"/>
          </a:xfrm>
          <a:prstGeom prst="rect">
            <a:avLst/>
          </a:prstGeom>
          <a:noFill/>
        </p:spPr>
        <p:txBody>
          <a:bodyPr wrap="square" rtlCol="0">
            <a:spAutoFit/>
          </a:bodyPr>
          <a:lstStyle/>
          <a:p>
            <a:pPr algn="ctr"/>
            <a:r>
              <a:rPr lang="en-US" sz="900" dirty="0"/>
              <a:t>123456</a:t>
            </a:r>
          </a:p>
        </p:txBody>
      </p:sp>
      <p:sp>
        <p:nvSpPr>
          <p:cNvPr id="152" name="TextBox 151">
            <a:extLst>
              <a:ext uri="{FF2B5EF4-FFF2-40B4-BE49-F238E27FC236}">
                <a16:creationId xmlns:a16="http://schemas.microsoft.com/office/drawing/2014/main" id="{A681B4FA-13DF-E7EA-AEDD-539F1C5A6863}"/>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123456</a:t>
            </a:r>
          </a:p>
        </p:txBody>
      </p:sp>
      <p:sp>
        <p:nvSpPr>
          <p:cNvPr id="153" name="TextBox 152">
            <a:extLst>
              <a:ext uri="{FF2B5EF4-FFF2-40B4-BE49-F238E27FC236}">
                <a16:creationId xmlns:a16="http://schemas.microsoft.com/office/drawing/2014/main" id="{8F4E1726-459B-BA4F-257C-46D897E29F45}"/>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155" name="TextBox 154">
            <a:extLst>
              <a:ext uri="{FF2B5EF4-FFF2-40B4-BE49-F238E27FC236}">
                <a16:creationId xmlns:a16="http://schemas.microsoft.com/office/drawing/2014/main" id="{98CFC7CE-FA28-1A2E-31D2-BBAEDC468CCB}"/>
              </a:ext>
            </a:extLst>
          </p:cNvPr>
          <p:cNvSpPr txBox="1"/>
          <p:nvPr/>
        </p:nvSpPr>
        <p:spPr>
          <a:xfrm>
            <a:off x="3640666" y="4408541"/>
            <a:ext cx="570089" cy="230832"/>
          </a:xfrm>
          <a:prstGeom prst="rect">
            <a:avLst/>
          </a:prstGeom>
          <a:noFill/>
        </p:spPr>
        <p:txBody>
          <a:bodyPr wrap="square" rtlCol="0">
            <a:spAutoFit/>
          </a:bodyPr>
          <a:lstStyle/>
          <a:p>
            <a:pPr algn="ctr"/>
            <a:r>
              <a:rPr lang="en-US" sz="900" dirty="0"/>
              <a:t>123456</a:t>
            </a:r>
          </a:p>
        </p:txBody>
      </p:sp>
      <p:sp>
        <p:nvSpPr>
          <p:cNvPr id="156" name="TextBox 155">
            <a:extLst>
              <a:ext uri="{FF2B5EF4-FFF2-40B4-BE49-F238E27FC236}">
                <a16:creationId xmlns:a16="http://schemas.microsoft.com/office/drawing/2014/main" id="{E476A475-2835-A999-0397-DC5453A255A4}"/>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157" name="TextBox 156">
            <a:extLst>
              <a:ext uri="{FF2B5EF4-FFF2-40B4-BE49-F238E27FC236}">
                <a16:creationId xmlns:a16="http://schemas.microsoft.com/office/drawing/2014/main" id="{11DFBA62-EDF5-5E66-D6C2-CEFB9B6EB6F4}"/>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123456</a:t>
            </a:r>
          </a:p>
        </p:txBody>
      </p:sp>
      <p:sp>
        <p:nvSpPr>
          <p:cNvPr id="158" name="TextBox 157">
            <a:extLst>
              <a:ext uri="{FF2B5EF4-FFF2-40B4-BE49-F238E27FC236}">
                <a16:creationId xmlns:a16="http://schemas.microsoft.com/office/drawing/2014/main" id="{1CDAE45F-FE33-B2CA-5F56-FB8074081DF5}"/>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123456</a:t>
            </a:r>
          </a:p>
        </p:txBody>
      </p:sp>
      <p:sp>
        <p:nvSpPr>
          <p:cNvPr id="159" name="TextBox 158">
            <a:extLst>
              <a:ext uri="{FF2B5EF4-FFF2-40B4-BE49-F238E27FC236}">
                <a16:creationId xmlns:a16="http://schemas.microsoft.com/office/drawing/2014/main" id="{347E677D-6A96-11F9-1CC6-6869D0DB1900}"/>
              </a:ext>
            </a:extLst>
          </p:cNvPr>
          <p:cNvSpPr txBox="1"/>
          <p:nvPr/>
        </p:nvSpPr>
        <p:spPr>
          <a:xfrm>
            <a:off x="5650090" y="4408541"/>
            <a:ext cx="570089" cy="230832"/>
          </a:xfrm>
          <a:prstGeom prst="rect">
            <a:avLst/>
          </a:prstGeom>
          <a:noFill/>
        </p:spPr>
        <p:txBody>
          <a:bodyPr wrap="square" rtlCol="0">
            <a:spAutoFit/>
          </a:bodyPr>
          <a:lstStyle/>
          <a:p>
            <a:pPr algn="ctr"/>
            <a:r>
              <a:rPr lang="en-US" sz="900" dirty="0"/>
              <a:t>123456</a:t>
            </a:r>
          </a:p>
        </p:txBody>
      </p:sp>
      <p:sp>
        <p:nvSpPr>
          <p:cNvPr id="160" name="TextBox 159">
            <a:extLst>
              <a:ext uri="{FF2B5EF4-FFF2-40B4-BE49-F238E27FC236}">
                <a16:creationId xmlns:a16="http://schemas.microsoft.com/office/drawing/2014/main" id="{07B0AC8A-C41D-56EC-5EF0-754BBB160E72}"/>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123456</a:t>
            </a:r>
          </a:p>
        </p:txBody>
      </p:sp>
      <p:sp>
        <p:nvSpPr>
          <p:cNvPr id="161" name="TextBox 160">
            <a:extLst>
              <a:ext uri="{FF2B5EF4-FFF2-40B4-BE49-F238E27FC236}">
                <a16:creationId xmlns:a16="http://schemas.microsoft.com/office/drawing/2014/main" id="{90BEB1FD-B867-9020-CDAC-CA451823349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123456</a:t>
            </a:r>
          </a:p>
        </p:txBody>
      </p:sp>
      <p:sp>
        <p:nvSpPr>
          <p:cNvPr id="162" name="TextBox 161">
            <a:extLst>
              <a:ext uri="{FF2B5EF4-FFF2-40B4-BE49-F238E27FC236}">
                <a16:creationId xmlns:a16="http://schemas.microsoft.com/office/drawing/2014/main" id="{4FDCDC74-3BE5-350D-3561-28BD95A47BFB}"/>
              </a:ext>
            </a:extLst>
          </p:cNvPr>
          <p:cNvSpPr txBox="1"/>
          <p:nvPr/>
        </p:nvSpPr>
        <p:spPr>
          <a:xfrm>
            <a:off x="7157158" y="4408541"/>
            <a:ext cx="570089" cy="230832"/>
          </a:xfrm>
          <a:prstGeom prst="rect">
            <a:avLst/>
          </a:prstGeom>
          <a:noFill/>
        </p:spPr>
        <p:txBody>
          <a:bodyPr wrap="square" rtlCol="0">
            <a:spAutoFit/>
          </a:bodyPr>
          <a:lstStyle/>
          <a:p>
            <a:pPr algn="ctr"/>
            <a:r>
              <a:rPr lang="en-US" sz="900" dirty="0"/>
              <a:t>123456</a:t>
            </a:r>
          </a:p>
        </p:txBody>
      </p:sp>
      <p:sp>
        <p:nvSpPr>
          <p:cNvPr id="163" name="TextBox 162">
            <a:extLst>
              <a:ext uri="{FF2B5EF4-FFF2-40B4-BE49-F238E27FC236}">
                <a16:creationId xmlns:a16="http://schemas.microsoft.com/office/drawing/2014/main" id="{1F11623A-5281-10E1-02C5-67D61644E2E4}"/>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123456</a:t>
            </a:r>
          </a:p>
        </p:txBody>
      </p:sp>
      <p:sp>
        <p:nvSpPr>
          <p:cNvPr id="165" name="TextBox 164">
            <a:extLst>
              <a:ext uri="{FF2B5EF4-FFF2-40B4-BE49-F238E27FC236}">
                <a16:creationId xmlns:a16="http://schemas.microsoft.com/office/drawing/2014/main" id="{2682B44B-DA2F-482D-8445-E24A812F6CA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123456</a:t>
            </a:r>
          </a:p>
        </p:txBody>
      </p:sp>
      <p:sp>
        <p:nvSpPr>
          <p:cNvPr id="166" name="TextBox 165">
            <a:extLst>
              <a:ext uri="{FF2B5EF4-FFF2-40B4-BE49-F238E27FC236}">
                <a16:creationId xmlns:a16="http://schemas.microsoft.com/office/drawing/2014/main" id="{A8894DEB-CF9E-546B-EB23-999174D037FB}"/>
              </a:ext>
            </a:extLst>
          </p:cNvPr>
          <p:cNvSpPr txBox="1"/>
          <p:nvPr/>
        </p:nvSpPr>
        <p:spPr>
          <a:xfrm>
            <a:off x="4143022" y="4909484"/>
            <a:ext cx="570089" cy="230832"/>
          </a:xfrm>
          <a:prstGeom prst="rect">
            <a:avLst/>
          </a:prstGeom>
          <a:noFill/>
        </p:spPr>
        <p:txBody>
          <a:bodyPr wrap="square" rtlCol="0">
            <a:spAutoFit/>
          </a:bodyPr>
          <a:lstStyle/>
          <a:p>
            <a:pPr algn="ctr"/>
            <a:r>
              <a:rPr lang="en-US" sz="900" dirty="0"/>
              <a:t>123456</a:t>
            </a:r>
          </a:p>
        </p:txBody>
      </p:sp>
      <p:sp>
        <p:nvSpPr>
          <p:cNvPr id="167" name="TextBox 166">
            <a:extLst>
              <a:ext uri="{FF2B5EF4-FFF2-40B4-BE49-F238E27FC236}">
                <a16:creationId xmlns:a16="http://schemas.microsoft.com/office/drawing/2014/main" id="{9256DDD0-CB71-FF08-1010-15DEE7B70F24}"/>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123456</a:t>
            </a:r>
          </a:p>
        </p:txBody>
      </p:sp>
      <p:sp>
        <p:nvSpPr>
          <p:cNvPr id="168" name="TextBox 167">
            <a:extLst>
              <a:ext uri="{FF2B5EF4-FFF2-40B4-BE49-F238E27FC236}">
                <a16:creationId xmlns:a16="http://schemas.microsoft.com/office/drawing/2014/main" id="{424EA77B-D2FD-45E3-204C-60FB3D79A469}"/>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123456</a:t>
            </a:r>
          </a:p>
        </p:txBody>
      </p:sp>
      <p:sp>
        <p:nvSpPr>
          <p:cNvPr id="169" name="TextBox 168">
            <a:extLst>
              <a:ext uri="{FF2B5EF4-FFF2-40B4-BE49-F238E27FC236}">
                <a16:creationId xmlns:a16="http://schemas.microsoft.com/office/drawing/2014/main" id="{1E16BB3C-AC1E-82D8-06AE-1D6C2284F52E}"/>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123456</a:t>
            </a:r>
          </a:p>
        </p:txBody>
      </p:sp>
      <p:sp>
        <p:nvSpPr>
          <p:cNvPr id="170" name="TextBox 169">
            <a:extLst>
              <a:ext uri="{FF2B5EF4-FFF2-40B4-BE49-F238E27FC236}">
                <a16:creationId xmlns:a16="http://schemas.microsoft.com/office/drawing/2014/main" id="{C5623CD4-A44B-2A55-FCF5-2A5B925F2A89}"/>
              </a:ext>
            </a:extLst>
          </p:cNvPr>
          <p:cNvSpPr txBox="1"/>
          <p:nvPr/>
        </p:nvSpPr>
        <p:spPr>
          <a:xfrm>
            <a:off x="6152446" y="4909484"/>
            <a:ext cx="570089" cy="230832"/>
          </a:xfrm>
          <a:prstGeom prst="rect">
            <a:avLst/>
          </a:prstGeom>
          <a:noFill/>
        </p:spPr>
        <p:txBody>
          <a:bodyPr wrap="square" rtlCol="0">
            <a:spAutoFit/>
          </a:bodyPr>
          <a:lstStyle/>
          <a:p>
            <a:pPr algn="ctr"/>
            <a:r>
              <a:rPr lang="en-US" sz="900" dirty="0"/>
              <a:t>123456</a:t>
            </a:r>
          </a:p>
        </p:txBody>
      </p:sp>
      <p:sp>
        <p:nvSpPr>
          <p:cNvPr id="171" name="TextBox 170">
            <a:extLst>
              <a:ext uri="{FF2B5EF4-FFF2-40B4-BE49-F238E27FC236}">
                <a16:creationId xmlns:a16="http://schemas.microsoft.com/office/drawing/2014/main" id="{1D89E19F-9755-F643-1830-EB37CAECB7C9}"/>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123456</a:t>
            </a:r>
          </a:p>
        </p:txBody>
      </p:sp>
      <p:sp>
        <p:nvSpPr>
          <p:cNvPr id="172" name="TextBox 171">
            <a:extLst>
              <a:ext uri="{FF2B5EF4-FFF2-40B4-BE49-F238E27FC236}">
                <a16:creationId xmlns:a16="http://schemas.microsoft.com/office/drawing/2014/main" id="{14D70CDE-B490-E358-E7D2-A1A45E2D2908}"/>
              </a:ext>
            </a:extLst>
          </p:cNvPr>
          <p:cNvSpPr txBox="1"/>
          <p:nvPr/>
        </p:nvSpPr>
        <p:spPr>
          <a:xfrm>
            <a:off x="7157158" y="4909484"/>
            <a:ext cx="570089" cy="230832"/>
          </a:xfrm>
          <a:prstGeom prst="rect">
            <a:avLst/>
          </a:prstGeom>
          <a:noFill/>
        </p:spPr>
        <p:txBody>
          <a:bodyPr wrap="square" rtlCol="0">
            <a:spAutoFit/>
          </a:bodyPr>
          <a:lstStyle/>
          <a:p>
            <a:pPr algn="ctr"/>
            <a:r>
              <a:rPr lang="en-US" sz="900" dirty="0"/>
              <a:t>123456</a:t>
            </a:r>
          </a:p>
        </p:txBody>
      </p:sp>
      <p:sp>
        <p:nvSpPr>
          <p:cNvPr id="173" name="TextBox 172">
            <a:extLst>
              <a:ext uri="{FF2B5EF4-FFF2-40B4-BE49-F238E27FC236}">
                <a16:creationId xmlns:a16="http://schemas.microsoft.com/office/drawing/2014/main" id="{335508B5-6B0F-5193-AF19-4B3C12FA6976}"/>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123456</a:t>
            </a:r>
          </a:p>
        </p:txBody>
      </p:sp>
    </p:spTree>
    <p:extLst>
      <p:ext uri="{BB962C8B-B14F-4D97-AF65-F5344CB8AC3E}">
        <p14:creationId xmlns:p14="http://schemas.microsoft.com/office/powerpoint/2010/main" val="2598633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10537</TotalTime>
  <Words>1824</Words>
  <Application>Microsoft Macintosh PowerPoint</Application>
  <PresentationFormat>Widescreen</PresentationFormat>
  <Paragraphs>1172</Paragraphs>
  <Slides>30</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396</cp:revision>
  <cp:lastPrinted>2025-12-02T00:08:17Z</cp:lastPrinted>
  <dcterms:created xsi:type="dcterms:W3CDTF">2024-03-19T02:13:08Z</dcterms:created>
  <dcterms:modified xsi:type="dcterms:W3CDTF">2026-10-30T04:49:53Z</dcterms:modified>
</cp:coreProperties>
</file>