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5" r:id="rId25"/>
    <p:sldId id="556" r:id="rId26"/>
    <p:sldId id="557" r:id="rId27"/>
    <p:sldId id="558" r:id="rId28"/>
    <p:sldId id="559" r:id="rId29"/>
    <p:sldId id="562" r:id="rId30"/>
    <p:sldId id="563" r:id="rId31"/>
    <p:sldId id="564" r:id="rId32"/>
    <p:sldId id="560" r:id="rId33"/>
    <p:sldId id="561" r:id="rId34"/>
    <p:sldId id="565" r:id="rId35"/>
    <p:sldId id="566" r:id="rId36"/>
    <p:sldId id="567" r:id="rId37"/>
    <p:sldId id="568" r:id="rId38"/>
    <p:sldId id="569" r:id="rId39"/>
    <p:sldId id="570" r:id="rId40"/>
    <p:sldId id="574" r:id="rId41"/>
    <p:sldId id="575" r:id="rId42"/>
    <p:sldId id="576" r:id="rId43"/>
    <p:sldId id="571" r:id="rId44"/>
    <p:sldId id="572" r:id="rId45"/>
    <p:sldId id="577" r:id="rId46"/>
    <p:sldId id="578" r:id="rId47"/>
    <p:sldId id="579" r:id="rId48"/>
    <p:sldId id="580" r:id="rId49"/>
    <p:sldId id="581" r:id="rId50"/>
    <p:sldId id="582" r:id="rId51"/>
    <p:sldId id="583" r:id="rId52"/>
    <p:sldId id="584" r:id="rId53"/>
    <p:sldId id="585" r:id="rId54"/>
    <p:sldId id="586" r:id="rId55"/>
    <p:sldId id="587" r:id="rId56"/>
    <p:sldId id="590" r:id="rId57"/>
    <p:sldId id="591" r:id="rId58"/>
    <p:sldId id="592" r:id="rId59"/>
    <p:sldId id="588" r:id="rId60"/>
    <p:sldId id="589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33FD4-C67B-7DB9-C866-76BF36795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C7B04-6D45-9FF4-6E48-AADDB8ECC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63919-8E72-2950-5AD9-96243BAAC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7269E-1AEB-7507-8F57-ADE72E6BA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66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19A50-C3D9-2218-ED28-86E9BB409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13F7C-A3CF-462D-B770-9C1B0FE45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0A833-049E-77E0-C033-3C0827B02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5B7A3-FE42-4D53-D6ED-0FD3AD7BE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61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9D52-28FC-724E-624B-190CE119D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45673-8B23-F18B-2DCD-4F0A2E3D2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A3EB4-9B5A-A767-C24F-23D540975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1286A-FD01-2FA1-9ADA-7AC2FA347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91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3A03-EB02-799C-100F-F3BABEBC8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E34AD-02B8-C59D-81C3-95C96343B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C6B38-0B48-63A5-DF21-E04B4CE3C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941E4-A1FC-C2DE-3287-29A74B6E6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37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B5EFC-7F20-8ABA-701F-0C609DB9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BEFBE-1BFE-0857-CA88-644ED6719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32554-2A01-3227-0CEE-D7368E96C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E4547-4651-D77A-7FA7-FBEEE4062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59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75294-FCA8-296F-5436-3C1CC0B1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FE082-0323-7910-8B98-8DD9B99F9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58290-2489-6CB6-B1F0-EC9E5E804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2804D-47EF-026D-B1E5-24692775B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64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518C0-65EB-8A4B-4539-A1BFB954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A4098-8D15-A26A-3B27-B50120C72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D697EE-B814-ED62-711C-36125CF14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943ED-6319-69D6-EA56-028E621F7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70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D4AD-07CE-09BF-8C47-FCBE97451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0B1AA-E379-2815-A818-56037653E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B0A47-6BEA-8EF1-A8B1-9C9D13D6A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7787E-2EFE-22B0-9926-64C41308E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858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E88E2-878F-78FE-7EDA-B0F6D0CC3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646C2-201B-59EC-8F42-9D97127E9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E154B-8C51-1103-E862-15D99A84C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B6905-F7E2-6C18-3FB0-2B1814D11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80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8BEA-65F2-FE63-C205-979CD783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C7975-6DE0-FCF3-9911-42F253299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4D376-F5A1-F442-E978-9A84A9A47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EF2E5-04F4-5E63-4D44-20D8A6E04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11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009A9-2FEA-B83B-695E-F0E00DFC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D0E18-5284-89EB-CA8F-C5C1EA710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72B9B-6E39-C8EB-DAB0-D2FA7474F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6BFD7-B386-B763-6B4F-14C6BEF8E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16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35DF-5F6C-81BB-E4BB-C38B652B8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5533F-21BC-B704-1C40-9FD723D69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6D797-3C77-9962-0CEF-5137233A7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E4010-156D-A14D-ECB5-0FE19F23C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84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377BF-4439-B335-CB36-8CBFE049F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00E04-BF25-C2D8-652D-7EB8D7BB7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A6DD1-BB17-A7E4-909B-51E11A100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50731-83BD-CA4D-9A69-B9E3295F3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79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8D03-CAC0-419D-0C1C-9443D985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AC6E7-3016-0CAC-C84A-550D7B790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52338-EE9B-70B5-C123-126FC01AD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863D9-5B67-037B-3B67-96BC1FBB8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836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933DD-D60E-F1E9-7C08-7EC23B32C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A1545-AA39-022D-73AC-79DF35EF6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5A318-6477-F115-BEAA-F10C45396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2D3B2-52F5-6AF7-A365-700458867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52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7454C-A7BC-DAD3-4777-53DAEB26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DF42F-4188-61ED-4FA1-CC5489AA3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4F8ED-42F5-15D6-C1C6-62F35291D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AAD98-7C0A-54B6-24F2-8B9E0200D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73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2F687-69E0-BABB-8525-DC82FB72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85CA0-15DB-25F8-F097-2090BD304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11C24F-71FC-0953-3C9C-477A70EE6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AC601-B10E-3B20-4C02-839B5D92E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423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6C304-4AC9-EE3D-06D2-58ACF6369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47336-012C-BB11-3FA3-4C2F92A90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AF9CE-2D53-C947-5FD5-B3B6DABD9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29CE8-358C-3179-E7E0-17F4667C6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528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068FC-E2CC-0C38-455A-38FDCAF0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41631-B459-EF28-50EF-5EEC338C8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64ACD-1715-121E-0809-04ADC2F63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0AD39-EE5F-F66B-7782-D53AADFEF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272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05F8-FBFB-0FEF-0DC8-FE6D43C4A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9F360-0F8A-28FA-322A-F45329913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E3885-A1A8-D29E-35AE-848BF00D5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ED322-46B4-C4C3-DE4A-945EFC0ED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436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D5006-D7A0-FECD-6248-0EA17D8A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A2C14-1F09-7BB1-A797-B450F7688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F0313-2829-E3BD-DEEA-9DB2591C9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C155-E1BF-C81C-9E8D-970E59E4F4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552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54E07-EC8A-8FBF-1D78-D5994320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EF83B-2419-3284-B815-A91691655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D64A9-FD7E-89F5-B621-AE94EE265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A8DD1-B09E-8C42-D5D1-D5E9B585D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266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4690-6190-8E90-FE97-49FD7C4A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F7802-5A03-F6E5-D5F5-B4C4B97AE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3997A-468B-58E5-70A8-DA6448AE0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42BFE-B33F-6E5D-9801-EBD1B3AB1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504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095EC-38E4-8952-D32C-F220BE52E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DB486-3FD6-0D65-1E34-D25E93641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A80BF-6E61-A059-B7A9-67265B7B7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7749F-8981-07AE-CF81-BE3A2C5A6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846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0C85E-C437-B26C-4E51-70AC17DC3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61E2CC-E4A8-4CAD-8BAB-F0E870A7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723A8-B11D-1D2E-1861-540539A97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2725D-31F4-2E10-E95E-EE0A54D8B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249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4B1EE-E3D2-9CC6-4D4E-3B42CDB17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D8CFA-A032-5E5E-A322-6684AC2CF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F1874-99E1-16BB-AE33-48D1EBAA2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6D123-1884-032A-12DC-DE90F0472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063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91EFB-7BAB-975B-8978-34310DEE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53460-9CC0-42E9-C8F2-0C3C9868D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34E0C-4865-19C7-D287-F1ECAFE65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F1873-11C4-5CBA-8B4F-E6796FC47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168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88507-AF8A-9AB8-5710-2A8979844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56538-74B3-59BC-C09C-E15C1D0C3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9E1F9-FE64-3B89-FBDA-3381D3747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DCE8B-A0DE-B8A7-6B2B-64AA31DBC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584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42AF8-CEB4-6452-1CBA-81748F171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8CB0A-A356-8D8A-2BA1-630D67CB2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A7F5C2-DC4D-BF3B-5E7D-98FF87BAF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0AE45-7581-0D11-95A8-F166CF2F3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383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3875C-BF1A-740B-FE1D-299F6AE5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A1C66-2804-6DCE-E35C-B89CEF1FB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BA0B0-DA49-D463-63EA-22DA6651E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A4CF7-01F5-7D56-144F-EACED2E0D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246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07A1A-198D-BE01-33DA-7CAD50F7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78D04-A1E8-48E0-26E7-F30F3C0BE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E1EAC-407E-B12C-5F1C-04D339356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D9794-2942-C756-3DE8-4CB4689F3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739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7B1B3-9335-3EE9-4182-DFD084ED2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89182-28D5-7C67-8FDB-0D2626D9D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AF0F1-2878-82B7-C7F8-443EA1B2F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979CA-823A-D535-B7EF-3783A8EF4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197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B107B-1FE2-47EB-A6E1-5E116A5B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24DC3-D825-07D1-5031-53AEA55A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D665E-31BD-2F6D-AF82-A178A4578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02F54-7BB8-634E-0DDD-AD357200B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440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6D0C-C33A-E314-BDCB-59D203F0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BDE6C-8364-4202-8D95-C9F3C4E56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5474B-BC31-A463-181F-398A108D7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A60BF-E655-2459-EDC8-A383FFDEF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654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B1007-C639-3852-FC54-19D60E6A3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6C148-CE93-C1CD-E4A9-7D033090B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7B539-5BE5-B80F-406E-7E59B3379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44F7F-ECAF-3C5E-C2F7-0B6F33681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721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B472B-4CCC-ADC4-B798-8EF1ED99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12F21-9269-144B-3FF1-1A94FA9FA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C7242-B1AF-04EA-1EF2-C50C09774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913F2-81EC-E93A-88FA-64C2665CE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733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40753-370E-ABB2-E2B2-E80E00D30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F6F6B-6C81-D814-E0BE-38128966E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6C7B6-302C-8AED-2B3F-2D032ABBD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7BB4D-3E58-F4F6-6971-22BD745EC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515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CDA91-DB02-0604-1DCD-C6A522927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CB9D2-0C0D-1C69-E163-7E312BBAD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D59F4-7EB3-A524-42BC-018CA3004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39EF8-F522-876E-702E-F0264ED99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513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F6B6-3BE6-A100-BA75-7B102D05C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E89D2-1C90-1F37-94E2-650057257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6C2BA-0A93-E767-0893-8C1CEAFAC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B0443-1C8F-5A38-4DC2-2AB572691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94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82FE-6F72-798E-90C1-73646F36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8A7B7-1701-365F-08B5-C1FB0836F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FEEC5-742D-07D2-5305-4A65ED92F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448C1-4259-0824-47C3-D42E23202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403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032A-F82D-B865-ED4E-D60C5093B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7BD2F-995F-D972-8A00-B72D15AB8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2E4C2-9ADC-CEAA-8537-667B350F4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0047-F3CA-4CC0-D5DE-A67A0E740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344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808DE-9DD4-1402-41BA-FA18C4709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17962-EE93-E847-C616-1C3DC4574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B06E8-F262-5F70-823B-4D9EB2413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80546-EB87-73B8-E736-66AD8B4D7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182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36AA-EE8D-AD04-440B-08FE1E602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1CD41-6C7F-1632-00B6-B5FB231C6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5D90D-564D-B58A-1855-BF896FE91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93EDB-3159-2751-F1A5-301CCE560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7326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6507D-5C3E-642B-ABCC-DA686900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884D9-7251-4A63-81E4-F978B2409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FEF8C-2A28-D170-5463-7D007FD4B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CE6A5-FCD4-0BCA-54FE-45D3142AD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605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419F8-C5EE-3E3F-D6A3-5E0A14906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1B3CD-A238-BFD2-6C48-0A97F3E93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8D769-895B-EABD-E2BC-FE8C09530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011A0-79CD-297C-20C7-EE53ADAB2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23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E2CEC-4097-9673-239E-F4DE20C98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DCE6B-8692-49D0-23A7-60412B6C7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6CC60-C477-F7B6-3886-15DEFC152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3B146-2359-A15C-C11C-F56E49169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316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B4458-345E-6021-73BC-7655965F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DD5A8-08DE-8AF4-9204-40A291845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A2BAD-1FE4-B904-D8B4-AE700B2D3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95459-0062-6FC8-E6F5-A0B12D368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472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2B07D-C664-59EE-5AB1-BF8AD3933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9A41D-B064-D794-FE12-41A4ABC83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89890-0E11-D806-FD90-AD0D479D3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F1A80-368F-8729-4ACD-EFDCA4FE3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778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AF85-92C2-631E-EAA2-2832021AC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18F65-94C7-F137-8CD2-148DC7391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3CF36-13EF-3D85-D746-E8EAD340B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DDDF4-C12F-DEA7-BA36-A02704ECC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335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D1C28-30FF-4B4C-5D43-3423008AC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D0A48-6298-E3CC-F171-38F7E62B0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BC6AE-13F5-FC8D-882A-A272B70C2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0F9FA-B118-EDAB-A755-36C4F6F35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5070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48732-26F6-9311-6896-CB438A084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EC7B2-90AB-AE51-6075-85F64BB9F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9D249-9D18-2859-67BA-44BDE56D9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29E8A-02CE-8D64-FA6D-894C628A7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627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D1CC2-836E-8D1F-6463-36BD2BB9C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AF870-D103-F904-E8AD-975EE66AE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A2664-73EB-A2AD-CC36-DF0B92891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1961B-3B43-E08E-90AC-6A0FA702E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3370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B8818-D410-D588-4514-9E35892AC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5A317-D66A-D6F6-7C34-572FDDA9D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8B7EC7-5221-6A60-B2E7-57D373272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A7E7E-1965-9E9F-7A6E-4FB263FB0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476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ED042-6698-C954-F87F-C3AB4BC46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AE935-78FA-761F-5AA8-25E135F8B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00A0A-6AEC-FE9F-0DCA-B11D4C8EC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FD38A-4385-74A2-FDBB-1416A9983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50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CA53-EF91-E742-966F-081DF417D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4ED17-E471-9C27-3B2A-AA02FB136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F7564-91C8-6249-7054-908745DB7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F7F99-CEB1-DF27-A2E6-CF0CB9453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5066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1F90-546B-569B-00F7-3D901ED92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8287F-A36C-6B4F-138D-812389B70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30306-6F31-AA5D-97F6-4809BFE81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2590-0330-FD4C-B2C1-E465F9818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3025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CBFA1-A228-065F-26C5-427EB25A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A96A7-5524-4DDE-A84F-B8899CC5C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1DA97-2D6D-08A8-4912-EA8125957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33150-D4D7-EA4E-D156-B31E51F7C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6462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F6F66-73A2-73F9-D808-412A4D924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72FEB-2D92-6720-CC3D-BF3180879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167A8-4B1A-4D14-ABCD-7D63BE913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E38B7-67E6-F393-F5DF-DCDAE0897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3886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7E26-53B0-9493-B488-CB5628C82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8FA4B-F17A-2E17-160E-F24E2C4DF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5F969-E712-4E21-BE2C-792398242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3E953-71C9-1462-FF37-94317CDC4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39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25CBE6-8F7E-37F6-F242-DFD2BCB19C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122179"/>
            <a:ext cx="4543224" cy="517582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2884-6B64-A3C3-4381-7E5E072FE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DC29A2-C339-56B7-7973-A836FBEBEA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[21 in 6] is 123456. [39 in 6] is 456789.</a:t>
            </a:r>
          </a:p>
          <a:p>
            <a:r>
              <a:rPr lang="en-US" dirty="0"/>
              <a:t>Then, complete upper right and lower left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0C09D5-A39B-EFDA-0B0E-20BFA4821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5E78BF-63DB-BC26-63B7-AD6D4DCFC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06AB9B-6840-1F94-343D-226E403356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CB931D-514E-F0E7-5C4A-EADE28BB0E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B0CE5E-E12F-3A8B-6DF2-3190C8D517E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EDEDD-0056-918E-37AE-E425A9BA753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620FD9-CD5E-0A53-D48A-6BAC5EB131C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7D9DC7-48ED-0E86-D0C5-43FEBADD735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81FC4D-8C32-22EC-A067-68B51417D20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3EA84E-A7ED-D8D7-209A-5CA15AA9E07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5B0F51-FA67-AA21-4638-F9EBAF6F0708}"/>
              </a:ext>
            </a:extLst>
          </p:cNvPr>
          <p:cNvSpPr txBox="1"/>
          <p:nvPr/>
        </p:nvSpPr>
        <p:spPr>
          <a:xfrm>
            <a:off x="6152446" y="1777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AD070E-60CE-0901-20E0-901314155CB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953998-30AE-3BAF-8B82-7F79E8EBD2B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E99AFA-A9AB-B543-1A92-BB65A849FEB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C14F15-6B88-81AC-BFA9-2AED9E72517A}"/>
              </a:ext>
            </a:extLst>
          </p:cNvPr>
          <p:cNvSpPr txBox="1"/>
          <p:nvPr/>
        </p:nvSpPr>
        <p:spPr>
          <a:xfrm>
            <a:off x="4143022" y="40337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07239-3B41-DDC5-AAAF-ED67C887AF2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DA6AB8-96F3-E4D3-B250-518C9287394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234822-B6DC-56E1-AB7D-CA73CFFE5F2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EE624D-EFAD-929B-A3FF-3B0CC3A9E35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F103FE-90CD-8710-EA5B-9373C4E3108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8201BD-7B7F-5515-8AA1-A2CC79426EE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ABD94E-1D26-7C98-990B-EA664777F39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</p:spTree>
    <p:extLst>
      <p:ext uri="{BB962C8B-B14F-4D97-AF65-F5344CB8AC3E}">
        <p14:creationId xmlns:p14="http://schemas.microsoft.com/office/powerpoint/2010/main" val="2343222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5DA2C-11C2-2C87-742A-1C422B3F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BAD0B2-17D5-2CF4-B0F2-B48688ACCD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diagonal line must be the digits from 3 to 7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5C0D081-10F9-596B-18AC-41146C35C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DB04E9C-09FD-230A-44CB-6354F3009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10F93A-D696-19CE-F3FD-73BDF2918C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A5807B2-E09F-980B-82F0-17FE5E0116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297D8-1A9B-78A6-1E54-6E7D3358C1B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809496-9C8E-25FC-4A37-0BB3143DEEF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EF302-6F08-CF3B-A424-01A3E3C0CED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9EA81F-8F5A-6C99-F101-B674C180F1B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974BBA-A35B-88E9-BA56-E05A3218974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8BE0F8-CB31-889D-8965-0B65D568A31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77E4C0-18E7-AB78-849F-8B51CB266FB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2CEAA7-8D66-71B2-760C-687A21C3850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EC2084-DB4C-9EE0-94D9-43EB2D22F8C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4E8558-5B43-13FF-2722-868C0D07F84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664877-CCDD-828E-73DE-DF5A784DC59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E48E89-B46F-967F-2C59-8891862637A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755EFC-E6F7-AE95-A74F-B792BBAF772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E4EEA0-4918-9BC3-9E62-7AD49184F63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F5DC59-FBD4-BA38-7BB8-CEBC09E24B9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3DBA7C-2A72-EB60-98C9-BACFE0B0E79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563D17-B7DE-C1F8-F4F9-A26B61DE789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AEFF5C-C980-0392-202E-D62BBEDA755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0240CB-0FB9-2295-462F-266B51B653A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B6AB8C-6FA0-2068-3477-1C6E7177A2DA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6451BA-7160-0F31-6DB0-A55F2BBFB2E0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</p:spTree>
    <p:extLst>
      <p:ext uri="{BB962C8B-B14F-4D97-AF65-F5344CB8AC3E}">
        <p14:creationId xmlns:p14="http://schemas.microsoft.com/office/powerpoint/2010/main" val="3920167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6BCF6-C42D-5B02-DE6A-83607D127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78009E-325B-45A5-1D97-1A15318C25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cages touching the center block. (Note that [21 in 3] could be 489, 579, or 678—one of 456 and two of 789.)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174319D-7091-0F39-0B96-DDDF02AE2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B25DCBF-88AA-961F-9242-F72151873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F67730C-C2D3-0731-4BAA-9EB50FAFD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F7091C0-F771-0A78-11FD-9C84DA799D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39609B-2547-988B-BB98-B0DDAA5C294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DE20CD-082E-261F-3CB0-4D461AB0713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ADCF7-F7BF-59C5-F939-F963DF7EF46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8A86CD-52DA-50B1-AD09-4B1DE07D8C1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4DAF71-A478-CECA-1A41-257A59C76F9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1F5D6E-DAE2-3C71-E706-D75D0ECB121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661978-7475-27B8-FEFD-E19D7E47D69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25EF1B-383F-216C-EC05-F85F64C68BF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438175-8498-30BE-AD07-BD9D4556CF2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F12CE5-04AB-3BAC-6E1C-0775A434989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F3567E-42F2-6778-6456-1A53357FC80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A69467-79C2-6A19-E04B-281077643FB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715179-8D17-9E8B-17AA-5B880B23A67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FB62B9-D573-937C-A6CE-90F5CD846A0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38FE13-9F8E-626E-C7BE-7FE92B3C230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A1C8D6-8829-A9BE-2931-22BEB7FACF2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EE0A47-8CDD-E001-2BAA-61C1F2DB676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F5490D-A899-A413-3D6C-B593BD61D39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76E41A-8FE0-6006-B35B-E9961493C2D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B28A40-7F83-8FA0-D17A-8D409FB866C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D947E5-6169-7208-0DAA-74A3BF50E1D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C564A0-75F8-A261-900B-F0350EB3773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7E0E7F-95B6-8790-7B89-6975707FD95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79CDB1-7295-C774-A1BA-69FEAAD9B43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3DFCA9-DC75-06FA-2DA4-AC551E261E1E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081483-495B-17F0-C67B-562BAB0F71EE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6D17C6-35D9-8CF1-78A0-FD6349C78643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983003-F365-F8E6-4663-5358E1595727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731483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84D5-D60B-F4AD-8436-F8347718D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5FEF72-D9AC-FA42-F1D9-BB7E02A4FB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line of length 6 (a 6-line) must contain 456.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51712E-8E3B-ABFE-0990-FF40926AD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97531E0-7849-865B-C2BE-5D3FA360B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8FFD02-154E-0D53-9CF6-A8785947C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82A41D-27B1-C922-E302-FE6F5C9F1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3C0106-A088-416C-2C63-FEF34997B99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EB4AB3-AAD3-7EC2-B2B3-75A91563E44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A3A7C6-FD78-ECC1-68BC-979B33299E6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4964E5-DE3C-1440-CC56-56802516780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E2E21-92E9-70AB-5547-7ED1BAE1B19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CB6BCC-B724-5857-0D9D-2F72F3DD242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3071EF-EC5A-8DC4-756D-FC2C779846B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972780-5C21-BC0D-6A14-5BFC70194F9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26DEF8-6503-F6D3-DBDB-5A9608F02BB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591113-F560-2549-8700-4D8ADC9E327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D2D583-0E31-8AC9-103B-C21CE8CDEC3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D17A98-D26A-4DE3-F6BD-2C80193D153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CC2653-1D0A-BA20-B8B4-37464036F3A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7D3ECD-9FCA-0990-5274-27207C3A874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58F8C5-31C5-9ECB-7F53-E6A1CFE6D91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6FF34C-D483-2B24-F636-1022B57582F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A96227-7205-69DF-A1CA-DD03EF1AE60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A02C33-884D-1944-24DD-DAC231B8670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DDA660-4FF0-8C15-0C52-E081C374D89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7A9149-07D6-FE8C-2363-C49097AC66A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4114F2-3135-5226-BCC5-1F8D7AC69DF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1D1B00-047E-3982-4760-153F0003FF1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B1E585-677A-A5C8-A05A-651837D6921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29A18E-1BF5-EA46-6282-ACF0407F7CD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11DD5D-E6C5-8433-F978-B17F3943FCF7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53E8EF-6200-FF16-4A6A-35D22B28BC49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C2146B-E518-B46B-13A0-9B399901A325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E7503E-C00D-08D9-3D17-61BC8B798CCD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83267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B2193-85C0-C8B5-0F12-5EF3ED305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77C476-DB3F-D848-A1C4-27C211D300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upper 6-line cannot contain 1, because it would also have to contain 2 and 3. It cannot contain 2, because it would also have to contain 3. These conflict with the pair of 123 cells. It cannot contain 9 because it would also have to contain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839019-1382-0370-73DF-1CA4C0342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EB90D0-0172-62C5-27C5-63295928A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751FFA5-FFA0-BA8B-239D-CAE87B369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D4C7A9-C638-FF82-19A9-79363335E5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EF6463-4AD0-5DA6-1056-0036922E1A9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BB0B5A-5D99-842B-F441-21E1466363F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26344-6E4E-42F2-9D16-6DEDF289760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20BA64-488F-7228-7A7B-1FE24D57C59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22E8D-EB28-752E-3C5E-9C5ECB25D56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43A03C-2ABC-0F8E-2219-F4B6160E6F1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EB390D-2B1F-5D46-FCB0-A6EA21CE345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2466FC-8B15-53C9-39CE-A1DBF9C8D41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804F27-5928-D774-27C1-CE66592D293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40CC60-E134-66C8-FB86-BAE6C23813A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A7FB1D-7AFC-BC4F-1573-1B115E375BE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ED57BF-6AC7-0B85-14C6-037D3ECD4D4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AB9447-ED27-81DB-D55A-FBD3E2F336A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8FCBF2-912F-36BA-8E7E-67C347021FF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3A1E67-8954-C752-16B5-66ABB374CE1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79E84A-25CF-3064-4325-C23E2139B70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578D17-F322-436D-32F5-82B28040B8E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C9294D-9150-00DB-22E7-B0BCA442C21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C7F90B-404D-3D96-1002-28F69C50D1FA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28CC66-9281-F3D0-A9A2-CF9929AD9DC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71B7CE-E290-77CF-549D-73F928668D6C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710D22-3559-6E62-A5A4-4444598A5E6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2CA107-DF2D-8B3B-3C15-3212D66EF6C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08B617-9958-CE87-3933-75F2316FE69F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69021B-18DE-057E-2B89-4625CA39B5E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63B8BD-2E6F-2E06-2EDC-2A3899E4CAE6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0608CD-2D63-592A-1E7A-477FF1ED834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64F188-20C5-AA9C-959F-3674B786C26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E345B0-7063-3A0C-413B-ABA78E4BF7BE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46AB66-35FF-8B7F-D8A9-F0809A9C5B0C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7B179B-186F-2B10-3A03-D2E47FCF77F1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23225F-7A3B-F9C8-0FDC-FA204FCFD65B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F3548F-22D5-0E47-6B78-3651A903CE2D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80A4FD-D197-ED23-BA33-36930BF79E99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</p:spTree>
    <p:extLst>
      <p:ext uri="{BB962C8B-B14F-4D97-AF65-F5344CB8AC3E}">
        <p14:creationId xmlns:p14="http://schemas.microsoft.com/office/powerpoint/2010/main" val="1903683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96B20-28A3-118F-073D-246A534B9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2B837A-4E06-B7C7-EEB3-3684015267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lower 6-line cannot contain 9, because it would also have to contain 8 and 7. It cannot contain 8, because it would also have to contain 7. These conflict with the pair of 789 cells. It cannot contain 1 because it would also have to contain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469A8B-951B-F796-EBB1-A9D15BB7F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10342F-252A-3B6E-06E3-ABF5D63C3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E4C8F2B-0F32-43FE-3DBF-2F1395A928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E4804B-FC09-CABE-66B0-3D494DA1A2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3DB80D-F043-26DA-298A-0BC35914383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983DE-69A3-79CB-2831-A49F7BE913B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A9A32-68D2-6082-EDDA-7D30407477D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8172DD-F6D7-FA01-4328-B3096354582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FFCD9-065C-B006-321C-D82F2B744D0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F9C176-756E-AA4A-8A5D-DA31DF4450D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74A89-28C0-2444-7A85-5CDA469C0AA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87EDBD-135F-F545-3637-E34A708ABAE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D2CEA6-96D9-2031-E3B8-F440AFEC2A1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F4CAAD-9AE0-3498-B07F-D802DAB131F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807876-3BAD-3A1F-B564-8ECB5DA2A63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543192-2509-E9EB-E447-F4E8AF4833F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D87B68-A833-4B76-0DDB-1DC6EB232D1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9919DA-30E5-7F11-E3F8-ABDE45E939D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2F65BF-89BC-ADC0-DDF8-AD76A47144C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300C17-D6A9-57BA-44EA-42F111DD7E1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3F3A08-C86C-759C-C1A6-F6DED19C0C8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13D515-261F-F857-3FC4-8FCB11215B5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538589-2FD8-D8E5-9CE2-B27F1A3D10CE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08BBFD-C0A8-09E4-98C9-FB3369F3894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FF559A-7A8D-B19B-FFDA-AEA3DA502F43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2508E1-06EF-2F2F-36D7-2D9E728E567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B83DB6-710D-2C69-28C1-67494E7BC9E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827C78-8167-5669-3530-95A9E93A6852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185B42-A1C0-2C8B-BC56-8BFC9322DD1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3D4113-BA8E-DAFB-E553-91CDAB394434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826CC-E263-EF10-EFF3-0F2DDFBD851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B5D62D-485D-E49F-7DA2-019CC1C90DC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BB9BC7-D209-EB87-84F6-0147550DC53B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DFC8D8-6263-B52A-8150-90F0C2DE6979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1995A-1B4B-E403-EA34-06EE8AF5B6D4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CC456F-5566-3352-ECF1-139BF0689DEB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947FD9-9F17-B498-26CC-041093087042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EA8053-9B2F-22A8-BE83-7789C6F2F8BE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3F29B4-E730-3CD8-06AC-9CF1F4F2F010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789FC1-032C-81EA-7B8F-CF9A5ECA148B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3A49F2-CAE4-AB83-AF95-468E5DF34036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19EFD3-50B8-5304-047E-3D42CDC1C9D3}"/>
              </a:ext>
            </a:extLst>
          </p:cNvPr>
          <p:cNvSpPr txBox="1"/>
          <p:nvPr/>
        </p:nvSpPr>
        <p:spPr>
          <a:xfrm>
            <a:off x="6152446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A83F5D-22DC-31AF-E10D-B4B40FB00FF2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53AAED-9243-A2CF-33D0-7DB52BB6209F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</p:spTree>
    <p:extLst>
      <p:ext uri="{BB962C8B-B14F-4D97-AF65-F5344CB8AC3E}">
        <p14:creationId xmlns:p14="http://schemas.microsoft.com/office/powerpoint/2010/main" val="543838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09B3D-3C7C-66EC-187F-F183EBE30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18E6E9-1CE8-3209-7E5E-4413412BA5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698DDA-F29C-BF5A-DE83-2E53881A3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20FB7A-ED9E-DD08-083B-7A076B5F5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D4F2687-70AC-5716-5F38-36367C4B8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5893E69-EFCE-80EE-1B8E-C0FCE2DD0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FC1F82-5BDE-BFAB-19AE-00E0E63A97D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B694B-C77B-C830-6D60-15054D96DFE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02472C-DABE-49A7-7056-D5F86E78C9E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FFCD61-00CE-7D24-048D-43E5B9CDE0B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1127D5-314C-D19C-A116-3442266D844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E66B6F-CA15-DA54-4905-A3D15D8B43A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DE2B96-4F8C-1C9B-4D1E-8395CFAF373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EB9FCC-CADF-99A5-3591-D6AD850B172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46A860-D3FF-B2A6-3FF6-CEEB0279B51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1B9AA7-9F77-3F3F-6276-5EC3E12EFE4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3377AD-C3A1-BA53-4BFE-F26C9881BDA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D29EA0-DE13-9DB6-13D5-ED110C2C545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7C7820-F32B-87C1-D979-978588C1202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360637-59E2-4D4A-BD7C-4CCCB244383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D2FB82-B822-98A6-26A9-42BCC1074976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C53BB8-3B8C-A094-9B46-BE53AAF6CC3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24C42C-6F46-2328-B134-70AA9AEA723C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A27FFF-2E43-7F20-944C-E3ED28D3FB5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6D4E13-E222-7AD6-B353-1BA55849BA4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D379BC-7987-5650-3B48-3107C02D7EDD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3D731B-D4D9-D1C6-2356-7B797CA9F99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E7F27D-F5BD-C765-0D4C-DD8DF06400FA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BB8FAC-B3E9-979B-2831-A87A2BEDDD4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7411D1-A2DD-5004-DDFA-DE0D3F5283E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ED0366-0EF6-61AA-2573-517C98CDC4FD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B620BA-AFE9-58DE-F738-773B86B30FE0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B638CD-39D0-75A8-559F-946DB85B8F77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51442A-7604-AA28-22F6-5378D7C92178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24B8F7-F8A2-6396-BB8D-6171633A3189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9E7605-A9B8-E09B-D2DE-36F843E0EFD9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1478F4-8D2F-794C-07CF-28A494830F39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565EAB-1250-F350-30BF-413EDD2AF352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84C991-721C-72C8-9F1D-3C67555A5BFC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B3EEF0-1578-C9D0-119C-7CD5EAE99D8A}"/>
              </a:ext>
            </a:extLst>
          </p:cNvPr>
          <p:cNvSpPr txBox="1"/>
          <p:nvPr/>
        </p:nvSpPr>
        <p:spPr>
          <a:xfrm>
            <a:off x="6152446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BF9147-76EC-A434-B0B7-68E0394F964B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ADC3C7-F410-63FE-7C1C-60C5D8840429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553FB8-5A80-FCA1-24B9-259F44C5729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9A0EE6-0FB5-1198-3EB8-13786E6589D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9787D8-22D1-292C-1A3E-3B3DD448705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4CEFD4-7655-F94E-E4EF-F82CE3D6CC7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23146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26C87-3DA9-7E02-6D22-0D38C8226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02EA52-8943-2158-6D8B-2DF117BED7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AAA406-C184-F131-645C-D66679EB2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135E18-1652-1F18-98CC-2404A7CB3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F2409F-1A42-1F88-F5A8-20D838A06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B9070E6-C38A-8518-0DBA-5360861604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8BA71C-256C-8A71-627A-D17EC652EFF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A71BA-4B24-F6C6-1884-AE847194C6C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1C8AC7-E10A-0386-9ADB-F2C15E78C3F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41ACA-32C4-9C49-2728-9677011D6F3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550A7-C7B7-7ABB-BD47-B05E6EC7BE4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D4D24D-8416-6F07-489F-00972DAC1F8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A0DAFE-8738-95B2-1A30-33852A90A4F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121FD8-2E1E-9D91-045F-53395D920FA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6AEBAA-1119-18F6-E430-0726ACFD295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0EF1BF-10B8-4CA7-5396-A31DE26C1B7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F2943F-C747-1716-9E05-C0E5C731B1F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086010-A359-AC7D-F88A-C4A8681D1A1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B31346-3A7B-52F4-F14C-35AEC6E8245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8E8FBB-62EB-4C8A-9225-8041DD85650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A6E11D-AD2C-A4EA-8290-0BB8F85542B7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F8ACD2-F5CD-9729-5A74-832D1768E61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6E7CC9-FFEE-1BDF-EC9D-82F43F1328CA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EF6E0-EF47-D37A-7D6D-97B30A99CA0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83237A-92D0-86A7-D075-8B85044A164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DB8BCA-F2E1-2550-06ED-7C77B1F46C67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81348F-9241-C008-34A9-D141C442268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E2EF3F-35F7-4120-CEB3-710B99BE555C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95F4A3-BF76-41BB-576A-9554150685D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29973D-5711-0F3D-63D4-51275F87237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B8C009-881F-491A-C93D-9E1CB610CF14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A71E41-BD3D-ED51-CBFF-0FEA08CA0CBC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0FD172-4BB6-62E6-C156-22F6B44D3075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ABD0AE-F153-6FC0-F6FE-1B42793483B6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A48A80-8280-2C43-05DA-9FDCC45705C4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8FE0D7-F942-84FE-ED5B-3DAED6CD5B25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CA678C-8EBC-CA39-C6A2-5617BADF33EF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ACB663-5C4D-ABDF-6A24-18518FD53BFC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3B9009-C8D3-904D-7836-71E608C85B5E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81E57F-7DFE-03BA-8AA3-0832AC0E54AB}"/>
              </a:ext>
            </a:extLst>
          </p:cNvPr>
          <p:cNvSpPr txBox="1"/>
          <p:nvPr/>
        </p:nvSpPr>
        <p:spPr>
          <a:xfrm>
            <a:off x="6152446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194606-F7FB-8C80-6CE1-34A24DA598B9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5288E6-D93C-5463-5198-15DBCFA5D8DF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108B68-33E7-CCC4-4363-0BA35463138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F29ADB-63E9-BD29-3DA7-071D689A019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AB393A-2852-3E17-B9E5-C5F83AC2859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63CCA0-4F61-C85F-69F0-A8BD0B06976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74976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CB31C-DFC5-92F6-9106-1D3F349D6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C4526F-EAC4-B3C7-A613-B84BE98923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4-line containing 7,8, or 9 could be 4-7, 5-8, or 6-9—all of which contain 67.</a:t>
            </a:r>
          </a:p>
          <a:p>
            <a:r>
              <a:rPr lang="en-US" dirty="0"/>
              <a:t>A 4-line containing 3 or 2 could be 1-4, 2-5, or 3-6—all of which contain 34.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6988C4-224C-8905-0ADA-B1C387EFB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2FE54F-E879-7157-D3B4-932186488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924224-7667-A0D6-67EE-2C5634C65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348551-2439-4382-48F3-E4FAF19E1B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A967C3-7F8C-0E22-BC2D-CCE9A0D8AC8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D3D098-6924-D3A2-21ED-4B5E46BBD9E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A80E57-B92D-39E8-F7E1-88175A9A9ED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3FEBE-139B-A218-F5FC-873C21D61E6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5F8031-85FD-D7AA-CDA7-6E21972EF36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D5D512-A7AA-E01C-2BCA-A83F53BD5E9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AA206F-D4BD-C001-FA68-881B4556038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3AB99A-BFD5-BFBA-9545-22F4B6C4145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67704-BEB4-1DC2-952A-8FE403A4C28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5CA337-C2FF-FFFA-4729-DA675E7D2E2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57548B-23F3-792D-B538-62CB8B0818B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90D435-B478-108B-0EAE-E7015F2D913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A7D913-956D-6BA9-720B-B410916471E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C79D57-11EE-9813-928C-6B7871BA2B2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F0A823-C55C-80C5-0170-A479CADBC5E1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1CDB92-6963-910B-E487-74B74B71D06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0C2B9E-A4AF-7B4B-5D4E-AE2069065F3A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B50408-E828-AD8C-8590-8CEB2E15BF4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E4275F-AD5F-1A17-52B7-CABC130BD33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38E24E-C2B6-433C-DBD8-B16B85E41AD6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BCF8DF-1F47-F1C0-C9C4-DFCC39AF8EE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BB619F-1AB6-0591-21E8-9175C96E8F1A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36970F-ABE7-D342-A4E5-608FE54C57A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1B1CB9-1BA3-0C82-1D23-64D8A0D3744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2B4DFD-8B3F-8A2D-2AEF-B9F50D143375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77C06F-6CF6-87C3-60B3-8520FD011D84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0ABB35-21D5-FA9C-4502-82112E5CC84E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AE428D-070F-6901-B1F6-05E96061AB48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80B6D3-D405-1B8D-91A7-593E545FF06F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FF6A16-4515-3223-1A02-9ECAD635B0C7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3B77A5-211E-223E-3D39-7A8CBCD5075E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42A02D-C79D-5D5F-DE13-BD15917DB8A5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76755F-0F10-AD1D-4100-75F671DC0242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095C9E-2C72-E755-65D2-85A78B8D1710}"/>
              </a:ext>
            </a:extLst>
          </p:cNvPr>
          <p:cNvSpPr txBox="1"/>
          <p:nvPr/>
        </p:nvSpPr>
        <p:spPr>
          <a:xfrm>
            <a:off x="6152446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A0B2DD-43C1-3D76-FC4C-88798A22C88C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6595FF-AFB9-D60D-9A6A-E57ABC903484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E92334-2AC3-2511-74D7-74E9DEEFA2B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17C368-37F3-3890-5EC6-61C3DEB9EA2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3981E7-AEC9-3B44-C2A1-5867A3A1E47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7D3653-103D-F3B4-7DC2-D75985B1842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0F692-9269-E7FC-601F-4BE04E753FDF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892DD0-7D00-BABC-4EAE-F8C92F2F9FD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91018C-8140-EC91-E291-950B9B8A81D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E36E2E-02E5-B16E-F4C6-A3C383A9E0E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6E2EA9-11BE-FCF8-1946-E97AFB9CCEC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3EF0D8-565F-A9B4-42FF-432B015E667D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1217334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3F768-79C8-8845-AFFB-E9859CF83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38A6C1-6034-33D8-4539-21C7C25C37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3 and 7 and the attached 2-cages.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36EFAA-57D5-CDE0-5ABB-75F93B21B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DCFC9BD-CD20-541E-8AFF-DABD9BBB0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3BBF2E-FF5E-8896-37DA-5022C8C78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770CB9-103A-C7D1-028A-8EE7C4AF1F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B3E34D-C26E-5CA5-90F4-C7E92028D7B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2ADCBE-725A-61A1-D4FC-9DD89B64933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53BDF7-60CA-D0B2-67A0-8AFB56A4C6B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7E3388-981C-6ECE-9680-0ED6DE75664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17073-8415-7661-BA57-8025B1B9285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F65207-1BC7-9F9B-3009-7194231DBDF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38CB5C-D81F-495F-6645-16954CE0489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05FED1-FE42-68C8-9BC5-8DBB435FA8F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529B9A-C14C-6EDA-9BFE-98D6F34379A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7434B8-774E-E951-9652-F60F575D9CC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D071D5-9422-A1CB-9B16-EF893D535C8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8F81F7-DF82-3CA1-0E2C-92540CE1285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9140F1-89E7-6716-4F6A-07BF4BDEF60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C056D6-1B88-8281-439A-0ACADFA95E3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6FF03-800C-8734-C105-DEC3AA4F6A0D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8C9568-3E46-4956-55C1-27687222DAB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DE725D-D839-459D-5D73-63CFDB8265D9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ACB3FF-B020-EEED-70AB-AEC10D1530F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66C6FE-F736-7A91-B3AC-A6310617D7B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F506E6-8111-F698-121C-33982D1D4D5D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26ABC0-9252-012B-8BDF-E1E51C53882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797889-1766-4A1D-9F62-890914566684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522D0A-BE89-7D17-5C69-BB2D86B4C96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612AB3-F648-7310-D567-7D906DC1281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3E86F8-B290-B97D-5A35-2593E6BF093C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8A16E4-5864-0A1D-A907-45E8A5B94811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C1249F-69B9-0472-D0AB-43D45830FEC1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F050A3-EE01-4976-96C0-D8D477293B85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4757A9-F626-3ABD-EAAB-124591B2533A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6B8E7C-84AC-5C24-C705-CD7AD45626E0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DDB989-5C06-016A-E979-178F70D1075D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B30FBE-E252-8D9A-72D8-0D419803D6F2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F31EAF-F2B2-4C6B-360C-D65AD11A3FA4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4934AA-CED2-E9CC-6F01-020622529224}"/>
              </a:ext>
            </a:extLst>
          </p:cNvPr>
          <p:cNvSpPr txBox="1"/>
          <p:nvPr/>
        </p:nvSpPr>
        <p:spPr>
          <a:xfrm>
            <a:off x="6152446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1D4A49-2C69-73C3-7D30-BD088FEF890E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39B509-0393-A53F-FB8C-F94F825F0ACA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2F1CEE-202F-13F1-6BD3-5DB5EDC0C10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0BD5BF-097C-12D7-EB6B-78559851A7A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A53EB3-FA27-4793-41CC-7197BA45FA7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323632-6125-FAA1-3F69-1C706F5F9DC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F7EB0F-66EC-2041-A35F-D58CFFE92956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CFE0A8-2276-507E-8B67-636D545F5C4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49C243-443D-BD97-22DA-4BE7D14C200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12A1F9-1E44-F9DE-3DE7-0B7CEA26F02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33FB7B-27DF-3447-056A-D3B498F7039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DC2982-B075-A998-DA05-222313BB437D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DA5467-D691-26AF-45D6-AC7A43A6D0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FD0022-5636-271E-B375-ED014F226FB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FBBE94-654F-35A6-D77B-5F187082C34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4A0622-4609-8CCA-45DF-DEEF7419AC7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3143508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41D7-BD49-8873-176D-275EC7E84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B2D10A-EAC6-E5B8-9525-47F4053FF3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left center block, the 7 is in Column 3. So, the 3-line can’t contain 7, 8, or 9. It also can’t contain 6 because 456 would conflict with the 4567 cells, below.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97FB82-5301-A90D-4281-86ED5EB61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92D87B-5E29-5591-0109-5B4F7F8A1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3E2ECC-DEE4-1F6D-9350-890E0B7B0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B419E41-4FB7-B1B3-69F8-C80A2037F6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F80FA0-8C26-5783-6C61-E3CC547482A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DEC40-AF7E-2D7C-6690-0623553CA27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953775-61FF-BEC6-9D37-0ED926E159C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03C9BB-2DB6-4F9E-8C76-1ADBA995C53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B64D2A-D980-AB5A-EE92-466CE74B2A2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A04911-1E36-0117-C3F0-BB4F75886F2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AFBF8B-85F8-826A-BF22-56D2528F986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8437A9-991E-7FF2-1C79-CAB7A369662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80DDAA-3B91-42B6-EA1C-942AB7E0F93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25E5CA-453C-8E8A-1AAD-894555A6818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EC643E-41B0-163C-F0A2-EE21D37C8BB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FE8885-9163-74CD-CD87-26AEF6D2500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88FA80-4B81-6795-9EC4-65FCC0FB7DD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F7145B-8E0F-08F8-3202-B036F1DB779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61DD51-6481-3BC7-9004-D61FC177C0EA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E0C7B4-71C6-0D9D-79FA-85E306EA638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7694F0-B157-6F77-AA1B-2C70758CB245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AE2E9B-696E-87BE-1CFC-E9DE8E923F9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562C3E-1789-220A-9169-E5DA7931C25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94614C-5F94-E564-2FEF-890539FCB4E0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5708B6-4718-D457-4110-04BC14E14F9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EEEE45-63C0-F3C5-3559-6259A8BEDA12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A87B3A-F6CE-AC09-C713-58C369B4C2B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3FB6F0-144B-4548-7416-93FA821EEE3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92C07E-8337-281A-87CE-7239E8550970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2B18B4-C469-D729-E4EF-925FD0E69AE6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C4D818-9A2F-1F3B-7A80-1E9F2911CAC3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36D1B0-F538-AC32-BE15-2BDAC7C646CA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222812-38B6-07A3-6529-AF01F77ECD81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EDFA15-1169-6F98-14E5-5C598A636B2D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E22A58-14A5-6885-E8F9-F06AC1BA4889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EA21B8-B5D2-99EF-21DF-CC44807EF93B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BC6ADE-71EB-3EB2-48ED-97A874C92796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F37217-DB31-D61E-E148-1D070900B7DA}"/>
              </a:ext>
            </a:extLst>
          </p:cNvPr>
          <p:cNvSpPr txBox="1"/>
          <p:nvPr/>
        </p:nvSpPr>
        <p:spPr>
          <a:xfrm>
            <a:off x="6152446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D23DBC-C662-6232-7259-9E6F5F8916B0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DBA22E-DA19-75EC-94AC-191C67AEC358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8DF6BC-67B4-6D3C-D1E0-2C520C21C8D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895BE8-A9DE-8734-DB10-96061D41D88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E1C99F-4B3E-B910-AB0E-50045557E47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0B0F26-A890-3579-064B-361AE18695B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B6D1A-A741-6A3A-542C-70A095366395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A9BA9-2089-B94D-2779-60878925AA1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E0A1ED-41CE-8EB3-46CA-5121B711EF6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12EAD4-B8D1-E9CB-5EA1-90CDB382858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6F29CF-9D90-4EF8-500C-41D6BE32CDC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768D1C-A42C-A776-FFAF-0E71CF376AE8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27953E-2AE5-4FE2-92C7-811AD45A081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E47FAD-3AD4-B80E-9967-1F17DFE9D1B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6658FA-CB41-D0A7-D284-21E32745B0F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48BAFF-3383-F3EF-0269-E0C7D9F4A96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D764BB-C803-090A-E73C-829AB96E7234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BEC6E4-6BD5-E6AF-E7A3-F8AD1D296E6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E9BFCC-D08D-D283-8153-8A84C8320F84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1442027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BEC92-B9B0-DB93-2A2F-B2FBF41F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0B6AFE-0FEA-432D-9D65-B8D6E5C3DB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the right center block, the 3 is in Column 7. The 3-line can’t contain 1, 2, or 3</a:t>
            </a:r>
            <a:br>
              <a:rPr lang="en-US" dirty="0"/>
            </a:br>
            <a:r>
              <a:rPr lang="en-US" dirty="0"/>
              <a:t>It also can’t contain 4 because 456 would conflict with the 3456 cells, above.</a:t>
            </a:r>
            <a:br>
              <a:rPr lang="en-US" dirty="0"/>
            </a:br>
            <a:r>
              <a:rPr lang="en-US" dirty="0"/>
              <a:t>It can’t contain 5 because 567 would force 34 above, with nothing left for 73, below.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8DCCE36-5F22-555C-08B4-142783F51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A1808C-6895-B874-EBE1-CB6351447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1A4078C-5CB8-2F0C-82BF-066EC42EB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7B1BBE-A0BE-5A24-6B02-D36D14E2ED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9F7F82-FB91-9917-5E2E-4EC71F8FA26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6D78C-0DFE-EEC2-86B9-7286797DCE4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F59ACC-324F-5E64-8D31-B052E707B8D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86F78A-E567-242A-96EE-09FE08260C0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757E58-6BD1-C525-9121-A5419E03E8C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4B07F4-D838-1BEA-E818-7F149B105FC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526DFB-AADC-68F0-1128-40E24B00A01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115D45-FECE-56F3-1C8B-283E3F061B1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6CEA2E-A8B6-2ECC-A23C-E85704909F2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9447D1-F3C4-6CD7-38A7-6D767352273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F408D7-950B-E361-B9FB-EEF0C159450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DEDA97-24E5-89D4-9A7C-206F2ABB353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EE4457-49D1-ABB1-C19D-FAB479BA84D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5F7497-62FE-55EF-A9CC-95538A4685E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8F3DEA-CBE6-23B0-66A6-5D6784C11810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E5545D-F703-D5DF-F10D-82E22424D57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C48AC6-096A-9B5F-5B63-A8DE73F994DC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DA3EC0-741E-A780-4DB8-6507D3F0416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3DC78A-7EE4-0F55-A7DE-6266457BF30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A8A0C4-BB06-FA20-E7E3-C1FE20778EA3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4546DA-D0DC-B414-5B17-9EDC313629E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11A806-EF93-8EDE-7288-60C880667BA7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B378DD-F930-CC0A-FBAF-A414F688E27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24A714-82E9-4645-86A3-E37CA4F161C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C9441B-A608-D3A0-2BE6-9A29AC6BBAE1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6D7BDB-87D0-0B75-079A-3A345B16A6C9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9CF379-7D3F-BE73-6843-CEBB9C18C51B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E9D043-1B92-ED19-6110-B152C4E04424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D4A962-30AC-DD7A-FF63-76679F2213FD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F57187-5736-5C3A-955A-93B46EFD9DC2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AB9A0F-FE15-B190-FB2F-696741EAE9F8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0C1257-BBE0-513A-4083-BEA59A2B7F53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2E1E0D-D08D-BF6D-A12A-6C64F2C9B82E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9C5F13-3F81-97EF-892C-03EC5B76AE53}"/>
              </a:ext>
            </a:extLst>
          </p:cNvPr>
          <p:cNvSpPr txBox="1"/>
          <p:nvPr/>
        </p:nvSpPr>
        <p:spPr>
          <a:xfrm>
            <a:off x="6152446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CF03A2-5C36-6EDB-1523-312C72CB9195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6E7A09-2457-706A-D391-8D848229B0CD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4AFF3C-965D-6718-6A1B-9B26EAD8EE5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A42CC9-399D-1A61-18B4-5541522FBC2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D45F82-B5C7-AACD-8CF4-444D732746A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EBE745-CD0B-771E-5E8D-187BF1B905E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7DC04-EC67-0939-671E-2092B8461A35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F1DA7D-5CCA-6EDE-9ABB-F11A09F9B30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56D2E1-4758-8494-8319-1800FB0B982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13F395-84FA-C5C6-4CF8-D715DF23580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082A4D-084C-38EF-5725-95A896049CE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CD76F4-1B0A-A7F0-D344-7F0E95206726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037B23-22ED-B0D3-7B1E-ADBC0E4B776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8AC849-A1BD-0B39-F55C-80F45EA1877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08E039-B41D-8B7C-FA4B-75F402344E6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C09E82-9FFA-CC79-B763-011DE35E536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21287E-138B-66D7-8751-9DE2DAE0A81D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4553E55-036E-6679-E732-DFAC5805E5D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3280EF-40BD-5CA6-1669-92FFADC97B0C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55399D-B853-BD9F-4384-252FB5734A98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D5F8E7E-30B7-63A2-C69E-1062B54E997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81EFFBF-B92D-6B45-AFAE-1E1B6F5ACFBE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</p:spTree>
    <p:extLst>
      <p:ext uri="{BB962C8B-B14F-4D97-AF65-F5344CB8AC3E}">
        <p14:creationId xmlns:p14="http://schemas.microsoft.com/office/powerpoint/2010/main" val="3750945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2709C-AEFA-142A-95B3-75B4203B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230F78-5450-11F0-D80E-C438F47BB1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 8, the 3-line must contain 78.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E9A7F9-FC8D-1390-2107-B7A87DB23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FE927B-EDF4-1B6D-E608-55870EFA9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880B1F5-8AB4-B5AA-F583-F9EBBC19C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35B999-5750-A78D-40BC-0B237F34EC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86D220-4F03-0E40-E9B2-A3803F0D043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BD92B-918E-616C-BBDD-74765C34FD7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A6A3E-0157-20C8-A381-558B4AE3B7E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228801-5FAE-F190-8C31-AA84692CEF2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889F07-7EC6-C435-282E-8E68D305167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D39323-033F-48F4-8B2D-99AA57FAD98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3FA65A-3257-2C05-23A9-77EDB6D6850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51A22D-D47D-3855-150A-E4682AB3992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442355-A878-8D84-5AA8-6FAEB38C285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6BA987-3A54-C783-83F7-2D19672D350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ACD02D-FA77-DED7-A868-0807CDD9A69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97A0C9-EA78-46C0-CB25-219021B8B4D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B46BCC-1859-207F-DDFB-1B8DBB2EB22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B3F6CC-E28F-C778-1F35-896D65B59AB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674671-3364-DF68-34BA-7D0CE1F23E08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3D05FD-EC89-4D66-A0D8-417C6FF46A5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E69E48-83AE-B6DF-5374-78024050CC48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4ADA13-B20F-35EA-9129-526D5255254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F60C6B-AA97-5C91-2C09-B3CBE1F351C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71F452-FB83-7D05-2666-D114AFCCBB38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3C0907-1FCB-D4B5-73AD-D8DF964A937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435F0F-B3BB-0D1B-A9F0-FB92AB931BF3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14DC6C-235F-B1C1-1907-E1F246F5623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3112E2-15A7-668D-76C3-3BD6E671A7F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F6137A-314D-79E7-EF98-611F21C11E3E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CF53BD-525A-5283-FFA7-28896083DEFF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84B119-35E0-DB1C-2821-FAA0D529B554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A31F31-9387-03A1-325C-010364082274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6F04E4-3CE3-271F-A83B-A99D1118FECA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FFA092-BABC-5005-6EFE-6CA185F6531E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B747F0-5B51-D033-0028-F4AF19287CE0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BE8470-6275-0D25-3819-FD65B1BAE843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31EA06-41CE-943A-55E2-A965EF6FFB63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DA7D27-A67E-9C64-44E9-172657F395E9}"/>
              </a:ext>
            </a:extLst>
          </p:cNvPr>
          <p:cNvSpPr txBox="1"/>
          <p:nvPr/>
        </p:nvSpPr>
        <p:spPr>
          <a:xfrm>
            <a:off x="6152446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8C436D-C352-B0CC-89DA-D2D7DEC7CBC3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F2B9A2-B68E-588B-B134-3F6CBD3266D3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BF2303-98A2-047A-CAC8-24DBADCDE63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ABD3AC-5B96-DDA8-7A6D-975B8F72689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60021A-BF5E-35A5-2212-B92DBFED28F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219B28-53BC-D07C-297A-9D3B7E204BD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2C517-AF1E-7D1E-1CA9-90DD6AC96297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D21F59-A3EA-C414-BAED-4180731B75E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41A150-52E9-38E4-65C9-E250AAA3B9E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FF6D2F-6433-A955-B621-01E51E9105A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233A86-DF1F-4B6A-D03A-20D7A46B481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1C92A4-E880-002F-0A5A-A67B11E5A3D3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F4658-CB98-519C-049E-A5E5428797E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452350-246E-10A4-54FE-5DCA28156FE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E496AF-4DC9-09C6-DD35-26A237EEF19A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373C1-F82D-CF30-FCD5-9F750D524A6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810677-12AA-1422-0A89-D5B7A1C1B4EB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81011C-E356-6852-72E4-F368C0910B09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3D1949-EB7A-E51F-3756-742E069DB48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3DD7A54-B55D-99A8-569C-49ACE717198A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6789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945160D-BE1C-5E2A-5F2A-AD8A09737BA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224EC2-CD9A-5CB7-1867-CA625387CFC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7191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C5794-1802-0FE3-8BB4-A390B9E42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D22E56-F883-CC4F-A9BE-FFE83AA3D1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(If the 4-line can’t contain 5, it can’t contain 6 either.)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C6A3173-C228-C285-060C-94D3A7D1D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61FF15-49D1-08ED-93ED-CBA34B6F0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036F77-B75E-9305-D4C4-880B88ED3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4F7425-EAFB-528B-0D24-5F4E6C1234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E0A912-5623-311B-9A55-47FCF3FCD75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65852-FA44-DB5D-405E-D07611120FC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E6A63-DF40-62A5-BED2-83DC7BDBAB8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A83CE2-3C97-12F0-FC36-46BB5147938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F476EE-EB1E-232B-C8A9-B536094194C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4092C7-ACF0-9D61-4099-C0C3DA42088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B0C73A-F49B-086C-74CC-A434DF9D631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25A478-1ED7-8BB9-B1A1-E9E4765046D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823623-1601-AB32-9C5B-C540B2A2B58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2A49F9-2931-F134-01D8-14307AC70A0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7C66A7-EAC8-C9A6-7358-7C34999B766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20B3B2-C885-56A1-663B-910FF0F8E80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F8D410-CCB6-E226-86CD-6137B2BDB28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1C7296-2B99-9364-66BC-2FECDE4F034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D431E2-2176-25C7-3CD7-62616AAA4688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B14048-B84C-CC2D-6E4A-85D465EBA1F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683C09-7BEC-3D2B-3499-4BB346512567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221AE9-1291-2B44-F547-A00DC40D73E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621A39-7E28-2E96-E248-99DF134D084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F1A3AB-5E36-E170-3CC1-BAA7E9EC74D3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07FFD6-D6BB-2BE5-7458-C803902B32E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FCDB81-62AA-6733-C913-A99D6D3E6AA2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DFA563-F38D-1330-9FE1-8BFC2EB30E1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1AC178-B259-15E3-DA61-297A9AA91A0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9FC5B0-8304-BE2D-1C4C-3B8ECCE5EEFB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770DD4-FD27-1BB7-9AF8-91D631C6D2C3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5B28ED-3C44-DB8E-7F3D-E110935F7BEE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4C7687-2537-96F8-FCBF-FC67E3D394E5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955138-7E77-2621-EF93-A0FCC32C8AED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B8CFFF-8675-4925-03A9-4CA8679EFFB4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3A8626-5476-00CE-D1A1-F50AA802D6B4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5CA435-ED99-DB4C-FA70-0DC3E85A0CAD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3D3D79-AB21-8291-78BA-A65067230617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0F7727-204F-B7EF-43D7-3A3B2A354B0B}"/>
              </a:ext>
            </a:extLst>
          </p:cNvPr>
          <p:cNvSpPr txBox="1"/>
          <p:nvPr/>
        </p:nvSpPr>
        <p:spPr>
          <a:xfrm>
            <a:off x="6152446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33BE73-6B69-8B12-A42A-8AFE3E74B36E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DB53ED-0665-A6B0-8792-370C898476D9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8A69EA-4225-9EBA-E9B9-43415BD35EF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ECF760-FCBF-3BCA-4755-119011FDBE6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D7AD61-7FC3-C3E1-DBF8-BE2D1ADEFC5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EF7502-5F2B-B3D2-78B5-12D0F93F295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17D63D-A024-FDE3-0AEA-B669A9C04587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853F3-AE26-1C77-4AAD-CD5319EBFC9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BF0B31-E794-D64C-82D8-C205E12FC41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3E0146-B2A7-04D7-5E97-57B3DE599F2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E0C4FA-8F6E-3F13-E78D-8DE2B494818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B4626A-B7E5-C0AD-FB51-5F6DE769819D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C015AB-8896-295C-5C61-8B3705E31FF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B6BAA1-0EC9-6FA9-BAFC-EC3C938A1B7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03BD79-FC0C-2C0D-7DDC-8A937CFE0EC2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18D899-8C91-E64B-9FAD-6CF01AB47B7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180FF82-A8D6-343B-8838-61E6D75C1849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51CBB2-BB5F-7552-2955-C2AAF1D43784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ABF477-D849-2114-83CC-35789A2458E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629929-EED4-80D8-33B7-C9CFF8EB5AC5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6789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69A081-0E85-6038-8CEF-B7D6D8D7583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14EB6E4-6C8D-B260-4359-2DE18243C5F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82791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653FE-BFC7-2CAB-C515-B6467E5CB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2EABC3-99A4-F099-3691-41C55EA3F1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4FB9A7-488D-937B-7C30-69CB3F6AF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5ECF2B-6258-27EA-4800-EEED7CEBD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87F44B-7314-6163-2FAA-FAE5A1D31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AC669AD-9A78-369A-BE20-E7F67CF0AF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381E1C-11DF-AAA1-FA10-2FF610B9C4B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21026E-6587-DFFE-F2C5-479AFF0555B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E85AE-31E7-AED9-995E-B305FFBF73B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C8211-373C-169B-CF31-5957F9E82EC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6CF500-9EA2-D585-3C0F-274510DAB9E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90A910-7D37-BDC4-8904-DBC843B7DBC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8587DF-6B8D-F760-8D3E-B57B29E56F2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23C327-6DBE-2068-386F-C6D2D09CAEE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3E5EE9-F538-ED0F-2AAB-FB5C11809FE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028EF3-AA1F-043A-C815-B48CC27F86C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D34E5F-CB99-C6BE-A0A4-89EC68B595B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FA588B-863A-418A-8A08-DBD1643C53F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56276F-FFE9-2470-B2CD-2220BD952DC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700221-1C76-2216-B4CD-21109DBE9D9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A115AE-0659-CCFC-3AC0-6E0376AF2BA0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A3FAF4-AF4B-66CF-BBBE-FFDF7F13B4A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ABE94E-787C-464E-3DE2-5B149C8BA74A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697BC1-A0C2-F9FB-DB86-2B9E880AA8D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B9BAD9-C312-E713-0D76-1FCD2434EFA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660C23-06B6-B429-81FF-4D0A097B6F19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02EB77-30E2-4F8F-AD37-C102B5CF8EE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F8F23D-CE07-8509-279F-AB58A411C39D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50A006-2DCE-4595-6EAB-EDD7F393D01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F167D4-D8C0-350E-32EB-1686F9B777C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714A3D-87BC-A618-2514-F7C24E8234A3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E27AF0-1685-F926-C801-BC348C99D8EA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47496A-378C-24E6-8EA3-E4BCCC15A0F6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359F08-C6DD-F8EC-45AA-9EA0D74A0822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06AA79-08E9-8946-C663-62B7D3F69CCE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1D3CA4-61A0-44B3-28DF-0A9A8E87D0B6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097F50-CB04-FB86-F81D-A5D0C7C321CE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B522F9-B8C2-1810-DC68-F40FA582B181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168E40-AA85-1182-CCD7-40097DA3413E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945C6-36F1-BFE9-2A28-14ECD82C0F0C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A9EE6E-10A9-367F-5AB4-818BB9051F3C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94C3AA-57D1-7C13-6691-77310A9CBFB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F02B38-7B4D-0F1E-4B5A-F2194009FCB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78EE39-D8A4-3E8E-E302-1BCF3FAB9BD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E608E0-5AAB-BC2F-976F-0407C6A39F7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DEFB02-E1E4-7627-CA7E-C3DBE9A8765B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442E1-E67D-8630-2A87-FDB3A8724D3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7C94E8-BC5D-57EC-1858-406DAF7D9A7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BD0F01-52C2-A436-2A3B-88DC5AE8811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305F2F-5E4D-8A59-01C3-C9A714DDA3E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DBFBC0-DB1B-07CA-FB37-709A039B4A8F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2B50AC-8A41-2AB1-D90F-F5408B307F4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006E5D-C581-30A2-E5C3-083FEF6E389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AA92D2-1BBA-1F2E-1CAD-8B321E22F9BD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2B63A0-E73E-1B5E-78D9-7C0254E9942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AEB64D-CE26-0E95-67A9-5E654EB0D4D3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35DABD-8848-3A67-1C5D-6D25CA60C2B1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890ECE-68C0-F105-A7F6-B857DC166ED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1CC42C2-0C82-009A-0870-A72271410FD6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6789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EBA570-4764-BF12-4B81-F9A5069AB9D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C602B4-8BC2-9620-5E34-CA226710BD2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904391-555C-66E2-287C-E7218EBCF5B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95395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0A0F9-E237-DF80-5F94-4823C7DF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C091A5-85E3-9D16-758B-7AAFB4C0F9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B5042C2-25CB-DB6C-6049-D463B8111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02B68D-BC04-EEC9-EDEA-40AB7215F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87AB1AA-BF5B-8140-DBB8-E3CFA3BCD6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0CACC7-0CA0-604F-808E-D9F5AE346D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386720-C7CC-B7E5-CE22-2259E30F550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886B5-0B3C-7EFF-304C-1A0DC4D35D7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08346B-884A-783D-E33F-1DE783CB738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680AD-6FF2-23CF-48FC-708172F26C2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94BCDB-8DB3-6B7B-47B6-B446A3A99E0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74C7B2-9245-C7E4-48E5-D8684DC863C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733149-2532-D1AE-44B7-4E17FD5CDE4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CE1297-D506-97BD-46B3-49C85086156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606D97-84A7-05C0-D0BA-31574CADDDA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8FD914-DE2F-0A04-CFEF-5AFBE6205E2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2F535F-97A7-3130-98D5-8734B7D861B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47D40C-04D9-3055-84AF-ADA43573FA6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C1D733-83FE-594D-F710-E9A8209E60D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5D0BA7-BFFA-ADA5-7D4C-081859BAD66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F4AA45-166F-00FD-1DE6-CEAC083EE8A4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476CE7-4413-3A29-892B-37B54EE51A8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672261-6F6E-7C4E-76A0-6FC36D6B61D7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21ED8-A9CA-347F-2DAE-A51BC581D15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4F3E8F-6611-AFA6-6848-CCA34CC80A4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B5C624-ADB1-2406-6B1F-23B6CBBBC565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5BF576-5046-1A96-DA3E-9DCB0BE1DBF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323940-A9A3-F81A-0506-3DD27D43FB62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0687EC-22DA-1608-F314-44B4A17608D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005627-E1F2-701B-6052-30A17AA70A0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91B3CD-F832-F4C7-CC54-65E2A52A1DB8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31CDA7-7C24-4820-B346-4F3D1CF7C496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D011C3-80CC-AD61-ECF0-6F6F96D594D1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CA5B03-D99B-4D1F-D556-5C08519B466D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A7706E-5DA0-AA9E-51CD-DD18F423A576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9EEBE5-01AC-685C-9A29-3078583A33D3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B79A80-90ED-BFC8-AC1A-D96B65105A23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2B2013-9260-AAF5-95D5-7452AC1BDB93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7A887E-837A-7BFA-3403-0AA403BBC235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1CFE1C-6E8C-F1F2-CECF-46D148F8AA11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EA8B53-09E1-84BD-FBA1-244BAA24F49D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7C3AEF-0C85-0298-E68F-C6DC5C644C8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874505-0E1E-3385-7467-07B5640471A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4837CE-4862-6CC4-4D7C-A527D500FB1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D264BE-8ED6-6E5D-90DE-6AF3CC1BFCD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F4D35-1C5E-5930-75B5-EB236154A71D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DB9E35-9965-18FE-25F5-3DA908DA055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6912AB-6392-9ED1-595D-9C1AC5C30BC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D10C5A-5D44-7988-34F8-8681C34C2A6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49CF1C-03E5-7E35-45C0-0DEF2549770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142A60-C4D1-0FB2-CABB-07AE05191AD3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97D271-3116-E1E2-3732-817F0EC0FC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72BFF1-4E7C-AE83-3192-E762702A1BE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6A7D46-C8D9-4CFF-65D8-2FA67975B249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A8A7AE-65FB-BFA4-A0EC-76FA193A38C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02CA2E-8AFF-4D7C-5591-EF3997C44C5F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EDF4A9-DFDC-2A14-2DD6-3C6219DBC706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05AC18-E757-18A0-EE72-A03B99BC59F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5402CF-FAB9-437A-5957-B5D18B8A97E2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6789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0986898-050E-E4EA-7FD6-9F830FEC156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6BB640-2FC4-1198-553D-9037E254D69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A1F53B-4019-0920-EB8C-5EDA80452D6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14132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030B6-F316-4834-9F25-7402CF27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282D94-7882-69D2-382B-6821883BC8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bottom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5522177-5E9E-DF22-D0E4-5206A6E79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5F064F-9EBE-DC89-0A16-597D937BC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FF89E20-F3A6-567E-0199-2D46F9499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2B53E5-4D22-B364-84CC-2A9B3F38E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6A563C-8E50-88DF-F041-9B8F96B398D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86FDE-3DC1-B461-4B95-05ACB2A3FB5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9665D-02C0-E5B5-5DC0-C429430CFB7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A70830-5261-F654-F8BE-1BEC69843A5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343A0B-6EFC-8CCB-2930-961E7BD4443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0ACADB-8BA1-6980-F691-2BA69E8AABA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62F7F4-8F31-3625-085A-6CBEA83E4D9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E91E38-1DB5-B7DA-2E01-EC431EE004F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E6F1C3-5EFC-FBDB-6A10-F1E2B2449E2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68C298-E7DC-1313-C480-2A15EF88C01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648133-1088-AE43-F4D6-19BD53CEB36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D869C5-6CD4-9610-BDF5-2BEC666194A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15BB69-3CA3-9533-9C22-E1AFC42E345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D71EC7-959A-0256-1E9E-ECE6D45F302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E597AE-36A3-AD9E-4BC8-1C8400146A6F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51AC56-378D-1D15-D78A-C6293B2078B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5076E0-F938-1CA0-AF42-3489A3D83A42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5FC64B-3972-8003-316F-5A09932F786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25062B-84E8-7FA9-B2BD-9221DA033C6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5E90E8-162B-C0DF-272A-7D0063DE66AB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4DF39B-FA63-F3D8-6C2D-69A39945327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912EC6-D730-0631-73E1-3602112F32BC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DFA22C-A53F-21C2-A137-5ED1B47CD3A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76C399-5AA9-0B9A-CE3E-0FDF4E774EF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73FE35-DB3C-B209-E9C0-666E30BAD9AA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DF310A-5221-F002-99CB-A68E5A3EC924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0505AD-79AF-38B0-3AA9-0A0565D1FEE1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BC3047-0FF4-B7CC-5B91-B8CE1AD6CA49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5523F2-7F71-BCB4-B270-D3969AE44EAF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3B782D-8E75-D464-AA5D-54E2B4920F71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84A148-72B1-5382-4B5A-F3D7AE8872D8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9BC962-8F52-0E66-CAF0-2DE2FF666C1B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B27258-AE99-727E-9E9A-BB6DB0993D7B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C8E31F-FAD6-EA70-9FFB-642C0C0BD02D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DD21D4-8BDE-75CB-3413-DFE5B62E68F2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CD1010-1176-4774-E2B8-2A6D2F7FD10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B6E520-81EB-DD3D-082C-3964C916107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02E649-127E-4582-9213-F85FD95A075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CDE989-8305-0D41-0350-DB2C4260F2E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47A23-F2AC-121D-8F09-0A2682176452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DDB385-CA4A-0F92-DDF1-7BB6FB478C5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F07134-BBE7-1CAD-2DFC-BD911E7CD3F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B06D17-7B74-A03D-006A-EE94B9F17CB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35F531-2A4E-5A01-57B5-93769E87AD8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6688DD-6A8E-F6A3-27C1-37DF59A57FCD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91DD02-D505-A957-610B-A8DA9575550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01EB46-5677-2BDD-376E-625AC350CD6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AFB114-28DB-E7BC-7C6C-481C1EA6F1A0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459780-3BED-5B4E-3817-2C77A7E43AF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2D8A7D-504D-B6DB-F4A1-390AD8BC3F9C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396568-D048-CFF0-0AD0-8C9ADEB30428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915E30-3DC3-D110-BF4E-4C84603186C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491696-DAC4-EDEF-EB2C-4AE84C8EF3E6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6789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3B5168-AD11-FA59-EC32-02FA26259C9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65BFFD2-FCCE-9F09-7306-5D77B59740A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BB92F9-A126-2585-80F0-3CC28E76A33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5F694E-8E60-02F9-529D-1154DEF006C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A1F29F-701A-1C5E-6731-CBF4CBCB9AD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8ACF5D-BB5F-DBB8-2DC5-A71A30970F7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</p:spTree>
    <p:extLst>
      <p:ext uri="{BB962C8B-B14F-4D97-AF65-F5344CB8AC3E}">
        <p14:creationId xmlns:p14="http://schemas.microsoft.com/office/powerpoint/2010/main" val="1568632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3EE44-A251-9AF6-CFFA-230B4457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AA4E0B-C766-6509-BC69-C240DE0981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8, beyond the obvious, the 3-line can’t contain 1 or 4 because of the lack of consecutive digits. It also can’t contain 6 (being 678) because of the 467 cells to the left.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F48C1E-921E-058C-530C-B76200F7F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901A37D-A8B1-2E1B-DF01-44C5EDBA3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2F8623-24F0-8E0B-706A-5A9DDD361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A5D3059-ECB5-6EB8-0F85-BF5A9189D7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0783E2-6920-419C-5E43-BF9289568BE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31B5C6-1C70-F93A-F737-09DC74A32C8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ADE8D-8D7D-A9E5-8FCE-C84D6BED680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600A04-65D0-7137-8AEE-E02141A5A01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D82E98-7FA7-AE10-7F4A-D5BEBCBA746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A38B8C-314E-D63C-CBEC-40D656732AF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4DEC-1FDA-756D-6F51-A50427162E7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104D65-6F18-220F-8464-83B2B62B688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D2DC1A-618B-29D3-F79F-39F4710FF2B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B41954-5154-E5A9-A45B-075B1F11163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9FA6A3-6F2E-1E72-31AE-11ABC757830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5E2732-89D7-09E9-89FE-57D636471D3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2F6D52-C5DB-1D8E-76C7-C100CDB0983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8463C8-ACB4-62F2-D9E7-8B244E14708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283B99-52FA-17D5-F6D6-3120AEA19E93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6AED1C-2473-0986-E111-D8A523A018D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A7F383-45EC-2E06-B33A-794B0D826EDC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EDDDFC-52FD-DFE7-1580-0A0DE8919CE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7267F9-1BD0-E682-7081-BCC05346033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C6ACDD-E301-F270-90C9-5990E7139B20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EE78D0-1DA3-1D6D-1C9F-F9680A994D3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3AE6A9-899C-D97E-E5FC-3ECB3E3C6E5B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946F7D-A5ED-F4DE-F8A5-63C3B71618E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688FEB-3FA0-61F8-3C09-5687A412C65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2B2734-B392-01D6-69A5-B3135822B148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BB95D0-A313-C351-4804-3CF2607BDE92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3E1037-271D-312F-4401-8154E5BD7BB3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FB0620-D005-F411-BB6A-9BD15D44599D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61CFF0-29A3-9983-F93F-CB7436C628ED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98BA21-EF8F-CF40-BD92-63D38602241C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BEBAB5-4EE8-C94F-83D7-45CA3A3E47D1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217EF3-AE81-6CDD-2796-FB9CB3D86444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31603A-51FF-B9CA-9A6D-0D3B4F4E7047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306F5A-49C8-74F0-7483-5C2BF605CCB1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7D274B-818A-17E5-D033-AF2F4BF59EF8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E5324A-F347-9422-5B50-CCA2CB60126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89CA24-F212-C515-E77F-E25B4DBC8CC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227770-65EC-6712-CED4-156059504C7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54B046-CD98-2AB9-A5BE-2F4C3262934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66DB17-DEDC-7F1E-F7A7-BC93C764D699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AD29AE-E173-BE78-24DC-5A6A8CAE28D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26FF00-0F3F-C2AC-E708-0BE7155D5C6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BF4C7C-A67F-C07A-6834-F60FFFD2653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BF6CC3-5F59-C129-DC84-B74405CEDA4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DFA319-84C5-EC34-5EC0-2D0A60E0101A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998441-FD4B-19D1-A029-B21488D6C21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FEF211C-254A-B82D-BEAA-11E2FE76D38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97C27F-0F3C-6576-07EF-DF71912A9D57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B46E09-2916-2C5A-BE4E-813B385981D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749FBD-6532-BC1A-9993-2DD2A340260B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F08499A-FEB9-1177-8B1C-C61BB2558E35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8976EE-8293-A9E7-F7B8-1E9EEE630E7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4EF3FA-432B-E022-E79B-821F3AA2BD75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6789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CF3387-D9FA-0F30-918D-55E64F403A1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09AC83F-DBA3-D382-9D40-3F201C502B5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3E7CF8-1847-3474-C8E4-A9358571ECF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A17F1F-FA8F-3DCF-4C49-4BF83018F7D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6634D9-F999-9510-7CD5-2C3788A8745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67B573-89EA-B725-9E88-6589CC36731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A0761A-601F-A878-771F-3F27A9DDA462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8785471-D377-B6E9-CA8E-6E3E3949A23B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800AEE9-993C-C98D-B17E-A3A1CADAAC7C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2902529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82CA-9DAF-C0C0-CB66-0F12C66A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C55BB4-4D9E-558B-D0CE-A35CFD41B0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D10191-F683-5185-C569-4815DF5BF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A49C39-9C87-8315-3AA6-4987DEE08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2941D7-053B-7A04-6976-E59C17FC9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DB03C2-4CBF-9CD1-9D5A-1F9A9E694F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CE755B-6FC7-8F61-9E03-B7311594330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A9405E-15ED-0C8F-0CE0-D983D5BB01B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79D3AB-425D-03AB-2FC8-6A3567127A2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AA022D-24FB-F90E-63E6-AE409903183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2D93F9-8818-3DB0-96E0-7151DBF3E4D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35C594-9C2D-314F-1FA6-75354503BD1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38A787-B653-364B-5E92-44411BD4C00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88DBA5-2DC0-550D-93A5-BD1A9E8F15E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704D0A-028B-4898-D061-445E56C8360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27B3DD-D481-566C-6FF0-F823FEF3825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ADB719-D60C-A399-9FFE-F276AAEECC8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845132-0CA1-612A-9881-8D74A313430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5491A6-C129-C05A-1E27-E2ED4834A3F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782C03-4374-760D-2615-C9FF6052FD4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457C76-A9DB-C2DF-9035-C97CF96EAFD1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15E3D6-65F5-503D-079A-76BAB056257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EA460A-0CD0-0B3F-954B-2E384AF5F75B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428FDE-DB23-D6EB-1F53-3A98D463FF1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7ABB6C-8F96-F4D5-6DE5-FDED29A6044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BB6098-A427-DB4C-A5AD-D33B1285F5AD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B63EC4-35DB-87FA-4340-A48E1C4805D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26430E-467D-A284-C6F0-360C761DE478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5D0A09-F1D3-27A9-F512-C0AC7A99185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2D91B8-BACA-CDF7-2D07-F92D7E5CDBB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539F14-8F31-5513-2FDF-0B938BBC5612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BAAA4B-F349-2C2B-1D2E-D068CF834DA4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29C0BD-0D72-D263-F1F4-AE3E58301409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4491EC-4A08-36B0-A491-66CCA4283155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B6EA69-4E2E-D525-472B-3FB5642CC025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011BFD-86AB-7A11-AD70-C61A7176BD7B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B5D35D-5A7A-2D39-CBF0-C0751FEF36E2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304048-284B-9DC1-1923-B4C9A2FE826A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E46351-C3D5-58C4-1D51-B012BD984C2A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C4C69B-F0FB-AAAE-3BBA-659C2E093765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5209D3-D816-AF3F-1810-8E995C54C915}"/>
              </a:ext>
            </a:extLst>
          </p:cNvPr>
          <p:cNvSpPr txBox="1"/>
          <p:nvPr/>
        </p:nvSpPr>
        <p:spPr>
          <a:xfrm>
            <a:off x="715715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2730E1-6CEA-A9BF-7381-20DAAB57128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55FB16-AA0D-F43E-F6B2-C5C563E2CD3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C2BAAA-1B38-7BA5-26EE-7A777F3D96D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1B37FD-C2DB-86AE-5434-E2A6580F568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BA13BF-0F00-3226-B3E4-B194CE818A36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D78E9-2CFE-1E7C-C7B0-72C6EE63BCE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5996E6-D4E9-EEE7-364E-B07B7234B54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A93E34-9569-1F82-3413-B8A7627388E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E26615-A9D4-BF70-2CBE-730EA5F5DDB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F638EC-E598-303B-DA8B-FE847B1E2D83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3B2162-5E5E-C036-7A39-69102D544B4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16ECE0-9155-08DF-5F01-FBF8543D0A7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E310BF-FA4B-3968-88CB-D10E356450D5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FA3243D-78B4-81BA-155A-1DE0B959715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AA98C5-99A3-D424-B5B8-7F78C1AA3385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B86D94-EFC6-4F97-D1F8-2BCE4312930D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C775E3-1721-6359-AF07-E9872867951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AC59B7-443A-9698-9798-3F477C525A37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6789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586E02-D0F3-81B6-84BD-FB15425AFBC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D4AA9E-A4FB-FC34-8C8E-3322FFCCC4A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C2811E-DCC4-1CAF-237F-FB711A040A4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99B2AA-5FDF-E16D-146C-463E33AD621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24D39A-255A-9501-0857-6DD64DD7765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0A582D-BDFC-0A01-140F-38B3D23DE71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C40E07-DA3C-4099-37AA-74CA6274BF20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B696B3-5BDE-0688-8458-DF4A46A2B59E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8F677D-E2A5-C647-D914-CB154F8FD197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1276943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3EE0-1092-0071-3E96-404F9E50E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1B0E1B-016F-2419-66CA-D58E37D076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4FE859-E91F-D59E-59EE-25C48A6AD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0AA615-2066-BE83-915E-D097FD3BE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80F246E-7961-F177-DE0C-AC3AF2BAB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697E41-1D0A-C1F7-D42F-700A2CA4F5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C0C037-7B98-0DF7-432B-86E9463433C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E759A-C7FC-0F74-D682-E728D10C5E7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91240-63E1-6129-4D7A-811A772A80B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F710F7-DCD0-5795-E8AE-4543126D97B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53637-787F-5536-0479-108FE8751D4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5E6FFF-D505-4991-C494-3990E4DBD51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AEFA8F-A48D-41B9-2709-84CAD84F5B1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F8428B-1032-84E4-79EF-DF2E4D7983C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39AD00-21C2-1B13-643A-9E96BFECE90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07E3EE-5081-479C-33AB-6289940B53D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B49800-FFC2-E636-9BE6-EBCAB4E50E7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F96E66-9937-54A6-AC67-D1B8505B7DD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EA500A-55F1-ACB6-B0F6-72BACBEB6DF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CB2C8F-DB4A-A274-FDD2-21D1B984D59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12E2A0-C5DD-91ED-57C0-EEB6303FA036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7B4FD3-A4AE-A862-500A-5B7A868ED07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083872-908E-F488-6A04-7798926C03FC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C90B89-AE4D-DFFF-B37D-A118F14A425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061E44-DA3E-FC55-A681-86A960A8625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F9FA1F-1FEC-851F-A58E-C7B38EFEA590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85FEF8-BC98-FAC2-C3AB-9A3D74165FF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FB27D7-F215-B2A6-242F-C7D92D28DCF7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249A13-F607-25BC-2253-07E3442F145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521625-4E95-326C-5826-9EC90C1BC8C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EA9357-0C9A-27F7-572A-A59BE2FC14BA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6CA034-058B-21F8-2E68-18B1A399FF5E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26E1D6-64B4-C0B5-CA46-2DB05A210ACC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EBF257-4318-5474-6619-AA7ABBD7E3E5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B6FAE7-E41C-71A2-EEEF-5F4E7ACADD34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0B52F7-FD65-CA53-E126-2C1CC033792A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68F8EF-ADE5-F680-86D6-EE61C9DF4D43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E40413-8BC6-20C6-71F9-43E53B5D1307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B1759E-C219-9FA0-EE90-DC7D40E2BB6B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13D6FD-6E80-140F-F0B2-50B72055C8B6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A0EB3D-1819-CB79-77BC-0CF1DB1DFC5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9436C0-7A29-6F57-E33A-F0B13373D7F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5177B4-DA7A-7DE8-2ADF-6F3E4D9CA35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B43614-543D-57A5-5CF5-DEC5818AE79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6BDDE-B5EC-7E98-7F77-29E415CF7A7D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8B16F7-2E8D-371D-11FC-6C12FCFCF9F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C896E8-51A6-A010-1842-828AE5066AA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11921E-A916-B8A3-21C7-6D8F3F763D1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F86D4D-3E92-281D-35D5-AFB292102E2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C0A8E5-C87D-DDC5-9724-EDE77353F9BD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1F16AC-8C40-398F-431E-AED6F4A24AD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9B2417-456B-4842-7AB0-EC4B905B135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0E1BF0-63EA-2BB2-1478-2B01262113A8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5AE843-BDAE-5C34-ACC2-E1CBE923C1D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621D25-7EDF-44F0-7887-525A4A6371C0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C171DC-A5CA-B505-29D0-76E1EA4661B1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A788C59-921C-E32A-D61E-9AC34EDDFE6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F8EBF5-891B-C18D-BFB6-B41D5392152A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6789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F41FFE-6113-262A-FBCB-EB16F213A86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B57C46-512D-6EE4-08D9-B442B634E2A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240B7D-F37D-8B85-BF2E-A30AA26E9EC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27124B-E8D2-02F2-E4F9-1E8EA95F91E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1FB4FB-0CC2-2B26-7532-FAFC26BE2A6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B777F0-3D5F-2F32-3973-1D74ACAE8828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1C2E19-0A01-556C-0BD2-C5775A7B2B6E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B6A914-7507-3EA3-A818-E67D44C04CF3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A29918-115B-F229-55B1-3D9DC1BC506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4B7C02E-5595-AD80-F151-A1A6309E6F2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7226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1AF0-E643-3970-F027-A4EA0E98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CBF0AE-80C5-EAD2-24C9-422F0A9743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5EEEFA-8C9B-CF2E-DBAE-10554A34A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CF7B98-065F-9D38-4427-9E82F0064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56AD79-AF36-1C87-F563-6DB381F0B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C50FAD-7E5C-3D99-640A-E6BB90A5EF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5DC94C-1999-F55D-C4B3-9ED33E2E7AF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672C32-2FF3-9628-27DA-B70EC2D6EF6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8C8CC9-3F9C-8D34-E399-558D6D47538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46567B-A170-EC8E-45CF-261275063A5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136939-21E8-8491-835B-0BAE58C5FFB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61E54E-6FE0-DFD9-6C9E-BADD2E57377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1528AA-AC5B-0893-2197-5D2BFEE7F0B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7B8279-44F3-05DF-DAC3-065F3A89D7D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0454B5-4D7E-C48B-91A7-9E37BE4CC1B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AED249-10D7-EAFA-6924-C6CDDC769BD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8AC614-CB34-90FF-DFB5-53C2C5C8E00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9F18C9-1801-C742-411E-0042E0F0C71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0474F5-EF75-1E4A-F703-C21F4F0CA5E6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6A144E-780D-8617-6F7C-C7878666141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970D3C-30D9-3FC6-B1A4-5A2C14AE347F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47A5F-17FC-3248-C26A-435C27E1F0F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BB5C0F-EA22-1588-EA87-89013F0FC26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4197F5-374F-6670-7C8A-2169BF8EB951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9FD1D4-BBAD-CAF7-B61D-491BE9FC9D1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907D97-82C5-46A0-8A9A-1E0147B2BD23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7FD6DC-06BD-D33A-F2C9-AFAC8822B16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8434E5-6C09-3D48-ECBE-6BECA08556A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F44139-7D4A-130B-F0D2-0F2BF65D1A5C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C8E9C7-328C-5EA4-4CDC-148A263EB93D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794DEF-1D19-41BB-E073-21655B6D8A16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6AC731-5784-1CAE-FCFD-3D7DFC3E7C7B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ECE16A-3AF0-44CB-B22E-0966A4A682BE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F0A381-EA8B-E492-E74B-82D7AD743240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778B67-3456-2B42-AE8F-CB51D5238125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233F7E-015A-57D6-78E0-5EE0E2162107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C5ADC6-216F-3002-6665-55B93DAD8412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5BDDFD-56D4-2EE3-9001-800D43D34F3E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D5C4FF-DD3A-172F-10CA-D2842BD942A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6FD976-BDF8-764D-0B0A-373CB96F637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0809FF-E2D1-7FBB-43F8-AECD2813568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616E9C-DCB9-FD9C-2C86-600C408BDEB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97464-9D57-66DA-14F9-CACEA725079C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868B67-227E-0581-9F13-9C7E48EF190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684683-5A17-7969-5271-95645BA3B15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E14B2E-68CD-649A-5D21-7878FF67396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722EB2-D864-FB2E-2A61-E59F6F5229A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CFF274-2B26-5D25-2505-88B454801904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65F740-E900-E95E-AFF5-55321F189BC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75F8FF-A793-4093-646C-D695B52DE53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551F37-CA10-BCA0-5835-18DEBD1BF6BE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EC3987-D13A-48C2-722F-C07CBE2CC7A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349BFD5-6A5D-6471-17BA-D66D06C0325B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6CA611-7C26-45DD-04A7-798867280310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EA7FD7-2597-22B9-7ABB-A9B6D8E0CCD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B3F724-A800-2016-F297-4C4ACD59D667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6789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F9105F-49BB-52BE-6807-A092287E4FA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4B4312-FCD7-B29A-FE6A-E40724D6F58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FB3C87-CCCE-97C4-A3C6-4A6043E6D36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7F3C44-E691-9105-1794-757B59F93CD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1860D5-BA39-F49C-EBE0-270BA8ED3F6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59227A-FB0F-BDF4-C4D8-F893A00B22A7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C30623-4C63-A83A-BEBB-2BDC64064385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F63AA66-4E96-A82E-76D9-65487C2DC4AD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222B93-8BA9-A025-CEA8-9CD7DA3D1FA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6CE4683-25C6-6A7C-75D5-E0564588642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3A7E87-9057-2562-F69A-EFEE4B39561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BFC414-334A-0E57-BA41-5ADC8A8B8CF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79940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A1AB1-0DAF-3876-1316-58249623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F95B80-58CB-F4B5-B308-1662B09115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D4B9474-F216-76A3-81C7-114FC0812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3ED094-34F1-E2D1-1957-CF1DC8B6A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89B466-CB0D-4202-0638-43DDC1057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56AD28-4660-06D8-63AB-C8F38C1A9D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2FBC36-304A-CCFE-84C6-798917A21C7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763D9-0009-A6D0-0868-1034206FF7B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3D035F-F4B1-BE21-2812-03636EC3717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FC5ED2-B8DB-4BEE-EBE2-26F03913F8F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6C8C4C-5F1E-EB68-7DA0-457352EA5C3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92F864-51EC-B319-0F7A-04DE974B1AA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76D27B-3798-B619-06DF-A2FF4434502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15069B-E54C-0EC8-CD7C-B21DCF6584D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8C4C5D-4CBB-975F-9430-EEFF3A10E91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B259F8-FBCB-046D-C8D8-364C76D4FA4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41D6D7-0221-BF42-379F-F53D0E38AA5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D22F43-B1D8-21A1-7925-822C0FE6123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11D994-7404-D466-D35B-A7C07549C06E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D5F045-5929-03A2-5845-AF9790075A2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3BEBB1-716C-8EA0-967C-62FBE7D3FC37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58952-6739-B09D-0B6B-550275AD196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5A34AB-9727-7EF4-005D-4808ECF9BB7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265E3F-B36A-E73C-2ED6-D17F4FBAB7F4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E80518-1CB5-CE69-06A3-D2DD14BE494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3A0E1B-DE0D-A50B-3CF1-D40B997E3EC7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3D155B-F782-FF59-92FF-5A5175A3BD2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F5E9A7-5C31-8D0C-9030-5EF1A86E38B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7E3395-3F52-8B3D-7CD2-2A03D90844F0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EBD945-2AD9-31FB-5EBC-9E328DBA83DB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2518A7-EB7D-2E5C-3780-06E480E76AF1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505935-7BA8-7834-E85B-6414F22E90C0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D50F55-5670-3375-CDEF-C8D48234706E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41B486-7F37-C1C2-6FAD-E7FD52ED88DC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2848F3-7035-01CE-60EC-D0AF1968A93D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509E45-B82C-5BA9-28DD-69BF6D16006D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70F2F3-C6D8-2329-7480-420C1643DA7C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986D36-0277-B371-850D-228ACA0ED6F3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19B0BB-090F-D5BC-F63D-029348FACFD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1B3827-E2DC-0361-307B-B1DD2A9617B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EE1ECC-FFA3-0A83-5E37-9DDF8E6FC7A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580C2B-B602-7A13-7C5E-B7FADD75016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689967-6F27-E2C3-BCC2-FF167FDB2BF4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BFF1C-6C8E-AF54-5607-5234BDFD4B3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D4BDC3-ECCC-356D-8B8A-FF5C06959A8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684249-A191-95AD-0213-43CC94B467F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891A3D-63D4-3FB8-3D2B-71362579728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4E3524-23AB-5E9E-9BC2-15B709C3513E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BE3176-AE86-3867-19CF-7E62345D2E1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C70D56-EC52-F6AA-C391-B0AC5BB1C01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45FEE0-1C3C-A0DA-E27B-66CAA7CA513E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97E96A-C491-4AF7-0475-63B9FA4AB54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EE5D63-4788-A0AD-593F-5110E9ABF0A4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FA1D17-FAB5-1BEF-85F7-66FF9E9DD3D6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253F49E-CBCF-D0C6-7D13-C00CE3A2F14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670134-CA4A-D1CD-8FCC-DF01FFAF682F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6789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1CD7BA-73C2-894F-6FF5-93623AD3429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9AF9B9-A5BD-34E6-EF87-77108E42EDC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493A7F-3F3F-B840-8697-0B3DF5159D9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86C666-0099-6282-E139-1E0FE89FB6A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BAA488-EB80-42AF-7661-66EBBAB19E00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AC1EAA-7C70-7A0B-B054-3E3D1AB66E1E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95C7B2-99F2-793E-A300-F7B9E65AD7C3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701344-CEBD-2DCB-3F96-5C9EFAD7DB6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EC446BE-2C9E-C94A-DA65-1557553C437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C2FE90-BFB2-FF79-2822-0BC0B494770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864AFA-BD63-718A-115A-226C76A34B2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B6A6B-6992-C3C8-32B8-36B610221C5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3693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262DD-1BFB-34E9-C4C4-4B0223686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2FD2D1-BB2C-A51D-44B3-1CE4F5852F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B97CD1-AFAC-348E-6B46-8DB37C741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3A9BA69-218F-C759-7518-4FC730E7A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A0E63C-A2EB-A83C-8985-7B05A75B1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1C360A-FB0C-CC2D-45C1-BBC1AF5798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2A5614-3624-D241-89A4-4BB722F6A89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8C1DBC-7B4F-BFED-55A0-40429548E02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81F9DE-1638-1118-2BD7-CE6F6CAD677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7233DE-ED42-23BB-AB81-6BE1CAD2114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7A3496-33C5-5FE2-3C40-5D9D2766C60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3D96A9-B12A-5437-7174-A9558C7725C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D471E-A0E9-B2B7-6FFF-C4A0105CBC8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B158A7-8C81-05E5-B48D-5CF3119507B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94962-32AE-C911-FF3C-E00BE6DCCEF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5B2519-6A3C-59CF-F6E6-8EEE2B03371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BE4E6D-8F32-8064-2B43-434F54F91F2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BB1BE2-A286-EABD-EAD2-BF18C0BDA3F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E39FB1-35D0-6E42-3CA9-6EAC5F5B0CEA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F3CC6C-3B57-9424-C666-8FF1C56A210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DFBF0F-219D-BF8A-AB11-A6C4768ABF91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4AFC89-2D6B-C193-7206-5AE4C25A762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19824B-BA3C-FF0E-8C5C-F9B9A39CD28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BBEC91-78BF-0663-01F2-3DC0959FB88E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22F5C5-2A41-F5ED-EB8B-3008827F8B4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A059E8-9A56-33D3-980A-601CDFDD0492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431E23-35ED-1ED2-DEC9-CC8B1D1DD77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DE7533-DC0F-9CB3-86AB-A15C4CFB69B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D6B5D4-9A4E-5CD6-64AB-55B231677A5B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54910E-F5CE-A426-37FD-1CFB8E5FF0C2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6B6DCB-C0E7-716E-F3BE-7DA188EC2CF3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B99CFE-60B9-0139-BEE3-DC796D14E99C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69EE48-3A83-9916-6E4D-399987BC6431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8A470F-32C3-560F-C8D1-557CBE74A98D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B7374F-0FB7-CE57-EFAB-7173C9387EB3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B658BA-0156-59F6-A705-CBEB6BEC0321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E42A8D-6B4C-183F-F952-D0FB57A6E8EC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F46C90-901D-A046-68C7-DAEFB4948D54}"/>
              </a:ext>
            </a:extLst>
          </p:cNvPr>
          <p:cNvSpPr txBox="1"/>
          <p:nvPr/>
        </p:nvSpPr>
        <p:spPr>
          <a:xfrm>
            <a:off x="6654802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E08936-4204-07AE-DCC4-E1C1F24657B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8E673B-BDB3-EBD0-CCA0-6AC6FF8BDE2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E68036-4AA2-7366-FF40-6F56D85CF8C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4504F4-C0D8-BD74-47E3-26113DDFA6B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6DC72-4D9C-C7F1-73B6-F9E312A30111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B0B13-1FCA-AF61-9C39-97B7BB8AD7E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FCF356-6792-E914-C62E-90678C9D9AC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B95364-C000-B000-7203-DEA46CDAF21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2B19E4-3F32-1FAF-9EC9-7A99AB3DAB1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7ADE0E-6EB2-E644-2D55-B315281E6EE1}"/>
              </a:ext>
            </a:extLst>
          </p:cNvPr>
          <p:cNvSpPr txBox="1"/>
          <p:nvPr/>
        </p:nvSpPr>
        <p:spPr>
          <a:xfrm>
            <a:off x="6152446" y="4041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AA4790-B16F-F1D2-5C7D-EA1256414D5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55D382-7E7E-9347-AD5D-CF2D5FF8B69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F30564-041A-8083-2A5C-233A584F2B01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B1F123-EFD4-81AE-A6CD-9C8800A9334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C10DFC-7A9D-1E76-7ACD-A9FBA4B72B24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59AE21-B9BB-5BB1-9F5F-23A7DDC7472E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BD83BBE-8265-2EAD-A740-7EC7CBA3BC6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593A4D-BF46-8020-460A-16FD03C83AEA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820737-6CBB-C0E2-D5E8-37918C28AA2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66816A-1002-49E0-42BF-82F848E08AC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B733C8-2F11-60B4-57DD-ED954FD435B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BDF3398-3773-E799-4EDE-766141BCF812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5A023E-F905-0F3E-725E-563A1A1D3829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239620-F8BE-E9BB-F6DB-5CB38F7B9117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6AC8E34-FB90-8442-F967-511CB8CFB97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628DE2-A70E-EEA9-9311-022DACDBB66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6EC476-FEB3-FDFB-C88E-718C25C9B13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F6E9B6A-351F-CE8B-2126-46AA9738066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4FE6F-1A65-FC23-C801-CCBAF5E02AE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8425C9-01C9-3D1D-ABBE-8EB6CE31294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07310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D91CC-D64F-40AB-363F-F02B852BB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9C4BF5-F83D-F4DA-3C17-F892A9C767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6064856-C051-1843-61AF-13E472201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99BA0D1-E775-73D3-E49D-1818E42E6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ED99ACA-E37E-89D9-0E16-E7AF0C373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26B1F0D-3225-14FE-22CC-B98D133216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33CC90-1482-2E22-CED5-4605D9C23BD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6152F3-515A-1E82-9B49-34AE70626F5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B6792A-ED67-9C4C-A8F4-43B6FAFD115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09A249-91C9-E5A5-08E9-ED4813AEB4C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778106-FE54-262E-36DF-66A3A51B4D1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74E214-07F6-7BA3-3878-F0626E38ADF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2A3FF1-8ADE-44D9-EDBC-C116E0EE0B5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CB2743-327C-838C-326E-41B8D58CBF7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29D8E5-C882-0146-BF05-96A0B2F9AAC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FED1DF-60D0-3B81-F695-94A259A4C8E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5346D3-A3C7-3C62-82FA-9A2A9233A70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1A43B2-640E-A64C-8F75-5507D39B804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7A6A94-C898-4963-BA2B-349321EE2F58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F133FF-DFE4-BBF8-924F-9942C5F3102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76FE1F-894F-B8C6-8A1B-E8F8EC7802E4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C36AA-5CA8-218F-9D22-B33DDE8E3B4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6B6382-E82E-66A4-F28B-57EF168F487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792742-96F6-D4C3-5F6D-3205BB23AB54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A4A89D-4981-0A08-E8BE-3EBC4B794C6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A213CD-725A-2E37-E493-7784D464F0FC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BD1F8C-1BF8-AE9A-F90D-765CE479057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CD434D-693D-2CCF-1EED-5F7BAEB89DA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984BB5-1CEB-4DCF-CEBE-96DA6BCF2BBF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5FCFE6-F427-4AA5-0A1F-09AFBD048ABA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EA1DBD-A80C-AD39-BA36-2A4FB1CC9569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6B41A4-1C26-E81A-E372-98CBC76E24E6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00336B-737D-A68B-9078-3899BD97D92C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CD143C-F1BD-F0D3-D3A7-F0A99D4BA994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54DA52-CCDE-AD90-7980-E03EC28FB5D1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7F8A7F-6BD2-EDED-471E-E724D20703C1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370294-0DDE-1981-3978-B10685790384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2AD12E-A170-CADA-A44D-CE8CB6A6463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F8B931-BD22-B9F1-5F9B-45D6E616BE4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EF0618-87E6-8587-DD68-85B8C633278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97DB15-92A5-A135-1EBC-D31FEB0DAB2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B7DDCB-6B3F-5498-407B-57A2A748D3AC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3D298-E808-3C1D-D455-E331E83D41A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E863AC-DD00-B732-1C50-1C2FBDAE9B3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1CE133-47C9-2DE4-C4FD-94616DA6FDC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A939BF-44F2-0CE5-3543-6697EFD6F68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A5799A-E6DC-78EA-03F8-A5BE350612D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3E4FBB-8610-FA78-927C-D2ED0AEB1B3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837FCF-C76E-B0D4-71D9-577841D32F3C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C0DF902-F137-360F-511E-F9CEE4545B1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A658D70-6CC9-3257-9C4E-7A7BED9110E1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AB3080-91F5-9980-929E-2C4FA8E57560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4B338E-5D3F-40F1-54F2-A4B64CF1561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C0769E-0BF8-91B0-E70A-0E6CE172B410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B73035-FC1D-6938-F0C0-D87172F9D73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FB441E-89CE-2926-E1D3-37DD18617A7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75F8A2-77C5-34A5-CED3-2F46EB3680A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099703E-76CD-C339-A822-60A0B5A8BEB4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05CE3C5-9164-FA30-E5E1-0F7D700B93BE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65884E-85BD-155A-7E95-ED5936DBE49D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3FD4BC0-1B0A-7A5E-D0DF-53A995BFE57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88D6E18-416B-0942-25F0-44BE219EB4E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45A4CD-6F3D-7523-31CC-A0AB9C1F035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872F11-6661-2088-64B6-B20A798856A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15328-B4A6-7A41-8CF7-A9E1D7D2106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06377-221F-E992-97D4-D606E87486C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E74D2F-CCC4-4225-554B-EAC79B41E80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B53525-0B92-6A07-3DA4-D409F578A97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21956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2B98C-C516-0551-B93C-31BEF1C6B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6786CE-F5D9-FCF0-2733-6C3F0DB826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979358B-87B2-0FA9-56AE-501A9C897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EC46BFD-976A-CD2A-8E91-F9AC0A821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AA5BB26-9519-67AD-52FF-42A67B533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49CEB3-9A52-6361-B80A-6BFDD0572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B6E2EE-BEC8-50C2-673A-E47482EC51D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09DBB7-2C28-D637-E927-D2DC4498B93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B8C84-2DEB-4E03-CCFD-D4D78AD723E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4CF888-68EB-2A80-1744-5EE42875199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DE5E9E-6C58-4E71-B7A6-0BDA6E7DB09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DD2B80-BD6D-FE34-1738-9489AA67710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5ED08F-E82E-0751-D1DA-A303C232422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274D39-D17E-E70C-E978-FCC3B6204B7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20D74-DDBC-A01F-2886-B8AD27D2861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6CEFDE-F002-F175-CC09-E6BC434AF65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C4A0F4-4C8F-5A3F-30A7-F64BFA653D0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92B1AC-63EC-CD22-396C-67208C5B788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7BAE2B-8F31-BE2F-EC67-34ABC9173BAD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BAF36B-DB61-D9E0-318F-1AAD38D57E2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B9E1CF-1B2C-4998-151B-C92E2103B095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18A848-A8C5-AB4E-D4B1-28903296BB2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9AD6E1-FB1E-D406-8083-B3C53AF8BC6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63080E-7CA6-D20C-5C10-2AB59D20AD06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C74325-1432-D62E-DAA4-D00D066CD9D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B832FE-C328-359D-EF2E-A3A260C86728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BEBA9C-AACE-8C2E-8E74-7C55A2EC5CA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A9C0E3-828C-C2F6-BF5F-8A8037974F8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4E063A-A7E6-DEA8-2F2D-16C48A3E9D1A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FEBA70-AD18-BE4A-7475-CFE8A7DFA7BB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2E922A-9107-ADE5-18F3-9845C006D559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40791E-1278-62F9-8B39-602C793201EB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4A1610-6FF2-1D16-400B-4F078A165DCD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4C8B88-C6FC-CFD4-2F48-AC42A042853E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B80350-0E1B-6C9C-36C2-EAE7E1385DBB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E6DD3E-233A-7CB7-5BEC-BC010855D865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C838C9-C6DA-E9AA-8A83-451261FB71A5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43B676-768D-E7B7-090B-7EFF2CD2800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F1D812-4335-F201-F3AC-653D925126D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D20A4C-7DD0-6864-FA4D-8EE11933CD5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F7D3A2-AE73-5BFC-E7A8-F85378EED67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4A33CA-83C3-24C1-3FBC-4D14153D72FA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3B0E16-05B8-74C4-1252-F9251043B73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F80CB6-573C-8731-D3DA-9DAC4CBF242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A96965-9BF5-7067-352F-C0753605B85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C50045-9525-1DA5-6EC1-3F3C4309F40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3E8F4F-1E0C-168A-3F87-93C8458A898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0F3F55-1866-723A-CF0F-D495E8D1438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B945E4-53BF-4A74-6089-6017A2409B61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E5B980-20EC-9021-5C4D-6E065D6C7DA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6E57FD-D007-BD66-CBD3-C5C7CECD03D3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563AA8-F165-E428-9B6C-6C5250691C41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68CE259-D267-436B-916B-3F5B3AD7DD0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26A9A2-1792-2A03-1C5E-2E434D6FBA61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44581D-230E-91B3-01CB-F1B956DD9F2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09E649-D329-3236-2B33-29B947D50C9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B0E6535-F2BC-C0CB-60CB-63CC3614283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F44C12-1918-7DD8-D38E-D4DBA0BBAF3F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A826D3B-CB45-C111-C14B-157808772921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4B5FAC-D3DF-04F6-2706-8E1ED128D55F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A19C6C-E39B-9119-C267-CEDF8D01976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D165AE-989A-ED70-BD63-27242254650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26626E-1F9C-A4F7-9BC2-7DC4589FDC5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4F018B-2216-2B89-9364-A1DBFB8FAB9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6FF51-9A2A-A1D2-8837-8F58F3F0A51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CE71A1-BE30-5360-B2DE-3EA61313CB8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E8EC16-4455-3041-CC65-5E3863DF97E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C929C5-4843-5963-E538-982C1AADD70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20404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67781-C371-814A-ABF5-5F7ED66E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AACA24-3B33-C1A8-F835-8CF87C66E8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9. 9 can’t be on the 2-line because 8 is elsewhere.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2E5DCF-E245-DE28-4735-A6DF25288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0B1AA7-C8B5-ABDD-E4AA-A3894B2EE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EA47E4B-8482-E29A-60F9-9ED8A1948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592D242-40C2-8A50-DE8A-38D4FEB8F4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0743AB-1C81-4AFD-0173-72B59A900AC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E96417-E2EE-4AFE-419B-42F9E1A95E2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7DB653-13B3-E34C-2DEB-3E76EDEC26C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DBF95-00E4-6FB0-ED5D-080A9701923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8CF8DF-1A5B-5540-1AED-21B7C6DBDB5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78C243-312F-4F31-BA88-951730FEF36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5291FB-7B9A-3876-4064-8EC90C80194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08AF8D-9D79-3835-B556-2FAA0D0E36C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88115B-1AE9-D107-1E99-A9026284A23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F5481B-8D0A-7567-84AB-436341BEA92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F3FE22-AEE5-026A-A38A-CA4ED2AA797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FBC879-C3B6-2155-2CC2-576B666C60D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786D4F-209C-DB94-D65C-87E2C207DD8D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F0242F-69C7-C31A-F527-5B3D32314C6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62FB91-72BB-D8F5-DA68-9BDA840A7F00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E6BA8-087D-D0C4-5F10-CE1B72E5DDD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620254-2068-2F5E-89E5-41629E88CA0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37BB63-4216-8027-E988-7C310143A93B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E7824C-0869-CCA0-465F-44353E2D5AD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2E18DE-79EC-B9B4-7118-004005D17527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11C4C7-45D6-007E-A432-055DD44C9C9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54536B-CE7F-F289-2D5D-14A6791C527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F16D85-32A5-6419-358C-74487EF19488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DB947B-9D22-332B-7D2D-512BC0B491F0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5D7BEE-CA2B-0C3B-77E5-8EF2754A0F89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EDBBBB-5E29-6A94-1E4B-CF6B8A9C4092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DBBA29-02C2-C311-48B1-39CC0381716E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437D07-374C-32B0-308F-03801717568F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4C5118-34D6-2F09-597C-FEB3890D141D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7444FC-0B09-EBEB-6601-F74C330F341D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D09434-320D-C0C8-C359-383DA9EDA838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CC736D-DF0C-65EF-6AD4-C1A5388A6CC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DEAA3A-6F35-226E-8983-8C49C5C1928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301FCB-A465-121C-2C5F-9A991F861C3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1F14ABD-A262-19D2-7F47-7FCD60B0685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6C30E-0F43-83AE-2C91-BEEC6F12CE01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B2315D-E6D8-E366-3CF6-20A0C6B1351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EAE1EE-43AD-A542-C6D1-BE298245813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54A528-C3CF-1AB4-C999-96F61BBB5E0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996868-7CF1-F436-03A9-FBCFEAC661E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96C73A-6DF9-AB89-1861-44B80497D8B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A2616D-D403-6A31-3ECE-BA4AC1A10DD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479719-FE4C-0229-BF01-C861FE260CD4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6A55EF-08B1-0DD4-D9FD-252E4798ADC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85E2BC-3E38-8C87-80D8-27D64BD52982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D8ACEB-E0F7-ACA9-79E5-D4728293688E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0886B0-6992-7294-9E63-C46ECC1E591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14026C-D657-E6FD-3084-094A692A99E0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CA5225-DD8E-B173-B5F7-0BA36220389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4FF6AC-B165-21D8-C748-801D03936C9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EE5BE0A-8AC1-4B2D-79B1-CD1F617C206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CB05F0-99AA-86FC-1FD8-3FB15E8284CB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2B7689-4071-7986-E493-CA877CD36CFC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53D8B5-BCB8-2E02-BD9B-98DFDE703814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F2D525-832E-91E7-D11B-2ACA88A925C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EEDB60-09AF-69CB-F720-41A67E68A5C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FC7F37-541D-D422-0083-39F7ACF3D1E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A4F00F-75C4-07FF-B667-27A7D48CD63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02A1A5-A3EE-7F4D-B94D-2DFE79A9611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0B352-231B-0360-21A8-57A72EB3D92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E5EB34-E5A2-C4A1-6941-AF14EBC1EB0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CE4DAF4-56B4-D113-EBA5-1E02E7560AF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7C31CC-C4C6-9573-D7DE-EA831812E7B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F48755-068B-FF49-F846-2BF6B966A44C}"/>
              </a:ext>
            </a:extLst>
          </p:cNvPr>
          <p:cNvSpPr txBox="1"/>
          <p:nvPr/>
        </p:nvSpPr>
        <p:spPr>
          <a:xfrm>
            <a:off x="7157158" y="22707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CC3A90-C9B8-2468-9F1A-7A8B5A3C2F39}"/>
              </a:ext>
            </a:extLst>
          </p:cNvPr>
          <p:cNvSpPr txBox="1"/>
          <p:nvPr/>
        </p:nvSpPr>
        <p:spPr>
          <a:xfrm>
            <a:off x="7157158" y="30397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281221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2B5AB-3434-CC8E-D369-34718F6CB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C6F9E-7B36-6FEE-0735-379D06C537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59B130-113B-73C9-32CA-900DB6428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B78F2E7-6254-E186-3217-E76C76EB9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C54AC8-ED6E-815D-A244-A3F2711F1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B043FC3-2C07-D452-E068-B29CFC16F2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7A8F3F-607D-A056-DB32-2CBC5572C33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38A83-004D-2E4D-51F7-827E682E5E1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31E17A-2728-49FC-3842-93B4E50202F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3112F1-9B1B-8D4E-AB74-665428BA7EF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094F6C-EEEF-0F97-CD5F-C7E75B694C4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DAA71-8887-5647-B068-7CEF703E6E0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86F9AD-BB33-664E-9EFE-6233B500BE8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DB3FB9-A5E7-CF93-ABC3-BE597D46367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9A8702-5E7F-A8D3-C169-16DC50A1C7A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1B0A02-AFFC-F678-EB42-BA819419DA9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9B1F66-C38F-4444-E2B6-0963D4DAD06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053BA8-86B4-8551-5159-65792059CB5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B4D82F-E9D6-79F6-6ECD-9B4FEE2A0673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03F587-8059-6A13-B5B4-2F3F29BE9E9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E298C8-8BE6-101B-B08F-29FA768E1158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5F4BCF-C348-0780-075C-9BFE974AFDB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33B1F3-F683-4FEE-6D52-28EE11A45D3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DD7B5A-D9D5-942D-4A34-F1AA27E41213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E05C27-D4CC-7F19-B74F-347A2AFA32E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850250-684C-0F72-8E7B-262115211F7D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5F869B-08BB-CAA7-BEA6-5D77D5AED53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408B09-0480-35EC-6A93-C948338D676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52B9FB-480D-F379-7C8F-91F5388DC675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67473F-9A42-F5E3-FFA0-CA3049E9499C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5288C4-A207-8133-9218-7B449A24AF38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C70C45-F344-5594-2D58-D04D08C1BB6D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608F1A-AFDA-30D7-FB8E-CC2959CF58BA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7D0681-3564-967B-53A4-FEE539AE919C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A56917-15DC-557A-FCA8-EB55DD87EC96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3BB76E-FC6C-048F-1EEB-9B534DA42C80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09B6A6-8ACB-5111-3B9C-D8F218EFC846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58680F-3B16-3887-C124-EE17F9DF74A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117EB5-104E-DDB9-6362-C33757B0378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9BEA53-B33A-8B96-BA9A-6A157036EB7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649B23-AF0A-ECFE-97AD-C2224A052CF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EA4F40-B794-6364-0C56-DD563D5B200A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CBCC15-5C4E-4624-458B-F1754BA3B29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ABABE6-3489-70B4-0D19-2C52E89E52B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4E81FD-1251-14A4-B388-4B78AE226B1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BFA10E-B9F7-07B8-1FCE-E51C39FFBFE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43DFDD-938B-AE98-08E8-4FA18679660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6CB5AC-A7FD-C086-324F-936594A356A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0405B3-257C-FC96-6E06-D35C6A9CAC2D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82582E-9031-0E8F-E360-D0326B08464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47ACED-8CFB-762E-7B96-891D2066A0CE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44AA14-84EC-282A-FEDF-3F3977BEE32D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ABEDC2-5CD3-E348-ABA7-A05968787B6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4710FC-20AA-FB48-E50C-E1E0F0EEDEE5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278E1E-1D97-9BCE-3CA5-949F1C988AA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543BB2-D24A-8630-4E5E-F8CB4D47846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B8BB4F-6072-75CC-9915-580CCD9E587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57D046-AB3F-F040-73BC-E2D9D8E6921C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EF74DA-5C77-50DA-F2C0-76E5A37D0453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DBC46D-2B4D-7C48-96CF-3D71AE1134E4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952862A-CE84-7E09-5727-55FC3F48708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1C979EC-9F3A-5AB8-B724-75E0A682AD9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9A2680-83BA-F052-1B0B-EE95422820D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AFCB79-0196-EA0D-3BC8-1BDF2D75636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4EF7D-D678-6D48-43FF-E815A5B1961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018593-4744-8374-F83D-9F2508829BE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F60474-D9CF-BD0C-0C80-A79CA4B18BB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71AD34-B310-5849-7F0F-484618A481E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5953EA-09BE-F980-6BEE-1F81D820118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873314-E66B-A140-AC1E-06A000494B32}"/>
              </a:ext>
            </a:extLst>
          </p:cNvPr>
          <p:cNvSpPr txBox="1"/>
          <p:nvPr/>
        </p:nvSpPr>
        <p:spPr>
          <a:xfrm>
            <a:off x="7157158" y="22707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3B2538-8C6E-63DF-4123-42F70D034124}"/>
              </a:ext>
            </a:extLst>
          </p:cNvPr>
          <p:cNvSpPr txBox="1"/>
          <p:nvPr/>
        </p:nvSpPr>
        <p:spPr>
          <a:xfrm>
            <a:off x="7157158" y="30397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694886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9E53-1692-D10F-77E5-77ABA5BB4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361AA2-94B1-182C-6B3B-76C9DEEC4E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A846572-CC52-F058-E6D2-7C56433C1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9A2B20-BE62-CD9B-729A-C7A2FAFC9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2960F6-788D-41F3-1299-CF804FC2E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3C02AB-BC4E-A237-6C7E-B7D6E029D1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997BF3-B243-9244-D736-1F43089E164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331E9D-CAB1-937E-DCE4-CB5E013CC67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CDA2C-5617-CE0C-137D-42DFA172FF1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D211C9-13B3-D5F0-5411-A7587062D5A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A785B0-6EBA-CFDA-92B7-C1997405F5A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24140F-BAAB-08C2-81C5-C256FDDA9D7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9D12F1-6A8C-E8C4-0EB7-C5E0ACBC94F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0B560D-5F24-3EAE-AE96-ED95E004709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5DC59F-89E0-7170-B302-380F98100EA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D20E3C-0CE1-620F-2AA2-A43A0776CA3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B20A54-87C7-0B49-0FB7-CFEABC9AEBF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159069-864D-B043-993C-17C0EFB127D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A44CC2-55B8-8A24-07DF-64219147800C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B8A65D-DB16-76A4-7C64-3756D7E88F3A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D71EDC-52D9-EAD8-220D-A4AEA13334C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AF51DE-E7BD-5C93-C290-94DFF9CAA1B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E75225-ED42-FDD8-819F-8E988B0ECB67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2E08D4-1C6A-860F-D549-5F6CF6BBD02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DB8D5E-13DD-214E-DCE8-2739312EA1F5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015749-C9D8-5CB9-C6BF-7AB904CDE08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61874C-0D3A-9E93-9B47-A514BB113FC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46360D-8914-F928-2604-48B7BB5FDDBD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97096D-4319-2465-7B61-7D2541FAD6F9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A995A8-9309-53DA-041A-D57C9978E1C3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85DDB5-039D-D997-F40C-A7131BB7B0B1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616933-6B83-DDB8-D08F-77CFDD5B1B91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52371D-ABCB-199A-A905-74DFABEC4245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58B01B-16E6-3481-5303-21AB346D046A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00A170-BA48-FAB9-CE50-A14BAC5D6CCB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8F67F6-6E0B-A0D4-F88C-B541C3FBE015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AAE650-9F9D-C5EA-DF23-0E0F1E103A7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56F223-058A-599E-15DA-7711E602BF5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D1FF76-D63F-486D-65D2-54D3F064762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8AD5B4-3C3B-6138-8919-DC8CB29D21C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72F0E-A6C8-0741-F5C9-CAAC7192F508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1BCCBB-D939-F5BB-618D-F6E76C45C94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23988E-25EF-62A5-0C2D-96BE0913666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84DF84-2944-0AA0-05BF-F1D7F0BC87A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D03150-7B89-6FED-D8B3-A42EB1B8907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9FEDDF-8041-BF50-92DD-80BB775133D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A77F32-54BB-B1F8-F2D1-A19BAF5664E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ABC2AFB-C6CF-C3A7-836D-9AB5C3745013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240784-A632-AF4A-05DA-3D8A22F3738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831AC2-1811-252F-0451-A371DE12F506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E56B44-ECD8-4ED1-D1E1-A3F62FDFD1A7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40ABF5D-C66D-78EA-15E0-4A2C6D722EF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FBEE3E-1EC0-C42F-E271-68113154B3E3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BFC967-3B44-2142-6A0A-3583AC5D97E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63779B-B270-B444-1F86-D0A4B8B1159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EBD46D-1CBF-3B4A-7E1C-10E0E32BE08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49A53D-B31E-1D0E-E7D9-06F011A5C155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FB83E2-E580-714A-3C95-E71A5D038B25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3A86E1-6617-299D-7D65-E9F3318166B1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6FE48B-6730-8A0F-B982-016AB0DAE6A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F8158C-B256-31B4-4DB2-3DE5D1195F0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27805F-2384-B93A-81A0-E2EA122384A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28D4066-F02E-49E9-229F-E2274FBA1A0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648A5D-D4CC-F44C-012E-E2AB4E9B3FB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A9C2FD-E73E-722B-0891-EC3B4057AAE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B76C6A-2246-C2FA-6203-83DE2F7FB4D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19F424-FA8C-8F37-AD93-1EF712AEA65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F621A0-E4E6-8777-732F-82385ED848B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3963F2-2B19-9FC0-20DD-C189DD369F1B}"/>
              </a:ext>
            </a:extLst>
          </p:cNvPr>
          <p:cNvSpPr txBox="1"/>
          <p:nvPr/>
        </p:nvSpPr>
        <p:spPr>
          <a:xfrm>
            <a:off x="7157158" y="22707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6FEFA01-16C9-63B0-EF28-B4878989796D}"/>
              </a:ext>
            </a:extLst>
          </p:cNvPr>
          <p:cNvSpPr txBox="1"/>
          <p:nvPr/>
        </p:nvSpPr>
        <p:spPr>
          <a:xfrm>
            <a:off x="7157158" y="30397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D5BEFC-D943-0E21-24DC-9072227AE5C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71000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0D68-3033-35B7-7179-4FC2EBDB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DFB7FB-403F-8022-9204-C8797C8943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035DB6-CD7B-DB7C-1B89-D9F4207B1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440E40-AF36-E8BC-4E42-FCD48FE33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FACD554-C551-A21D-7765-BBED185E4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3E64782-E984-DE33-33C4-E329F2C2EA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A4A76E-C358-64DC-D5A0-6857C51A2A6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B2AE8A-3F55-EE71-E2CD-741C99E2DE3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5CF059-0BF5-139F-0478-B1DBA004356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AB59AD-8729-2B05-B968-667DA111466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63BB5B-E8B8-453D-1405-A25E901052A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E902B5-32D4-A458-BEDE-4D3721DB535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9ECA14-C2C1-6DD1-62C4-F86EFBD9022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660BB4-48F6-77B4-D587-C541B452F4D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1E34F5-AC22-94F2-8650-0C545335338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99975F-E1F7-7043-9835-F47E944E817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9B5E26-9361-6926-4BC3-4D3008280B1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F8A2B1-9F1F-3307-D400-4FC1D249AC9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B1E345-664D-DA3E-C920-89668317585A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DB68D2-AEE9-1B16-35D5-9A11117C2DB2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28F192-1439-C701-78A1-65EC01D4617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88249C-D585-035B-270E-E9D021BED4E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3CE5B0-DB87-CF7E-14B3-938FECAC238D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E2AA1D-26EC-DA73-A59E-665C25BB0A5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C60CAE-27BB-902A-ECCA-EAB975D2B393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AA019E-0EAA-2467-9E38-444BD12907E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0119BA-9409-4ADA-4059-8D3E8522FB4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9A5598-22F4-D820-2806-AB1E8DCBD3EA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01668A-3431-88A1-AE21-2473F06AB43C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298041-0509-E30D-10A2-91703E2E18DB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465C74-ED54-10CE-6A34-EBAD2B87F6A9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14757C-848E-137A-F04C-910CC17764C6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40793-43DE-6E92-1453-BE3B7973291D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0961E4-25CF-E227-4325-BB8A291B1780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B48EF7-7635-075B-CCB7-5002B4EA38B0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6C9020-B571-C8AB-D892-082072F82BB5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F06973-CC68-ABBF-84F9-5D6DA0E9378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BD47A3-8F84-1A76-AD99-DE267EFC32C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12D7C2-1855-CA03-777D-5E080F8437B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030679-FAC8-52CF-1D8A-C8567AAAAF5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28C8D6-08F2-7BB0-837A-3AEEBF7BCD67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8F548E-36DC-6B17-2B68-263EA48C35B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AEBA3D-7CB5-30F5-4B6E-BF134E50BDA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AC5E10-1C7C-9F54-9208-B4586F987EC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9E33C6-7381-9E89-9537-87099ADB75B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57ECE7-0321-4718-41A7-BD350B6BB7A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3ECD9D-E3F1-897A-DFF6-6203786BEA7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CC1867-DF2B-13C5-2064-8D685963A618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8A93E1-C557-7FE0-D1F6-03070DF06BA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38593A-E54E-4962-48AB-128A568B72FE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2A5C30-D5A5-04DD-3597-02BD56D58576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63F102-E607-FFCF-04F8-16D9AD1F9C9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989CFF-1868-0A32-1D66-B9BBA8032987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A31097-7634-D966-E82B-ADE910FCFDD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A08D5C-21D8-15AD-7BD9-F002A4D66A8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8D0703-2F1C-9967-ECC6-6FD8EBA56E6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EB7FDA-479A-E223-A11E-0A9C9C8104B3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F82E35-900A-558D-073D-26CF108CB3B9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1AEB17-CED9-BB8F-B931-AAD41F8516A5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19A375-DF52-4DA9-5BC5-BE681D348B4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72AFE0-0BBB-5AD5-2F1A-8E4813CC60C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027D7E-5A53-2FEF-B14D-BDC5636ABBE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1A61B0-D65C-4C50-8DA8-32D091DB567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3CC76-FA7A-1582-F6CF-B5A00FADEB8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4728E-587F-7475-607F-EC944D71C1B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8BD711-0942-8CCE-BC37-C4F113F603E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C34508-B548-B276-2E84-1E9A54C6BA8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00B0F7-B4AC-216E-1BF8-179FDB4EE82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DA9E3A-7141-9EED-32CB-078510897A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D7AB60-EDAC-C3E5-787E-A18D2B3F61F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3860EB-8E0B-4DBC-4FF5-EE98FCA7E4A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908852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6D0DC-DEED-DB74-B0DF-A5493692F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A5B689-A67F-05B2-FBB2-56FE190CF2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1EFD45-05D0-9B68-65C5-80ECCE719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5CD23F-D367-F84C-916C-A62ED30EC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340116A-EA23-5576-D307-C0A6B7706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DDE7A4-EDEE-C9CD-C428-281C02103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6D7088-981B-4269-D81A-DA2A4D2327C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60C49-0D36-FD31-99C2-4F6EECDEE5F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FC6542-69C9-4228-7FAE-46A2B54021A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DF15CA-CD2A-35DE-B4A7-F022E3C65D7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348300-6130-EC3C-B1BD-5D1798B5879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4F2DBC-DAD7-0E97-8EAE-685057EA902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403204-D32C-1F6D-9B7F-A279CA760C5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3408D7-0FC5-5B9A-1CFE-00756D96795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284685-F350-9440-D976-96E88FBDA7D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3F42C8-5071-400D-4263-19F9B822163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234867-A343-74E8-38B4-ADBC2793620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A184BC-E202-548F-D0A3-29EA67387E0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FA3B54-3BED-3A34-9F66-0A4964F5C1E4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ACE6EF-59D9-4119-99A6-780391B4DD65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F57906-8A64-5E0D-20F0-31210178C55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E74F89-B940-02E3-66FD-048EFF925E0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6E4A1B-F4D3-5AA0-C29C-9AF4BF95C03B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AF42C8-3CE4-D388-518F-D0E406D491D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71910D-259F-FC36-0447-2F977C8E2DDA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04517F-7300-01A0-0878-C777EFC98D9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3672D5-ACC7-BF43-CDFB-937C84CA434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AECEF6-0706-1F61-E9E7-6EF24587AC46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41CE07-934C-8C66-C80F-5217385ECC83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F4FC82-B499-F896-A165-2B2ABA016614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5FBCC9-EAA7-877E-506C-54496B2E886F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9B7F6E-6D61-CE4D-4BF2-72B60515D307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7D82BE-B530-C37D-1074-4C83BB14BE7F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519B0D-A3BC-C10B-0F60-0F7B6AF2D142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F18AA9-FE82-5D02-F75A-38DB43AFBD65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EC43F2-7BC2-0DBD-E32A-792C91CC23E5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2A3091-99F6-42C8-B634-582ABA8A688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713CEB-4C84-3584-78D6-46F6FC41245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F18C1C-5465-E368-A0BC-B43544B80B4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D432DF-6C4E-89BF-4450-E77ADA5B2CA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29689-2C74-7B06-F1F9-18CE7A5F40F2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F66BA-9156-6578-1EEB-80AD35EFB70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BB71B5-57F5-8DB7-8D54-FBB2B251967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C5A64B-C873-FCC4-3586-077ABC6DF01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AF9C84-6AE2-769A-2826-E8986C1FCDD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58E182-6BDA-353E-0C40-E559BAC4011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DB55BE-2339-9827-B9DB-49B912CBA42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F41996-AF7B-7D3C-3C06-67DA7D87913F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0D2D1A-FBDC-5254-B296-E9C1E471D6F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27B4BB-C479-6DD5-A144-D116960AA9A4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46CDDD-E762-B06C-9428-B91F12716EFA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4AAFD7-7E9F-C798-99D6-03AFD2FA206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39CF9A-1542-799D-DF14-84776734B8A0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F4F2994-145E-A3C8-B803-030B8D05F22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4EEF7F-7EDB-7761-C9AF-C5B92CBD7A0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4AE6BE-0EBF-BEDD-9C4E-0DB90A6C802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C2533C-D118-E999-379B-143A4B36B3B7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7C18710-7A18-2AFD-0E9C-5EB03CE2BFF3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0E0528-9C45-9CCD-2CF3-920646B83CE7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542B01-324D-1365-60D1-10989761FE1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B3C7043-CD8E-DFA0-D7D4-B94A0D931F4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96B079-4DF2-A72B-4769-CA423DF39D7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4293FC-751E-E7EC-282A-8C9EF81881A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D445B1-27EB-D147-66B4-76CE3B8BEC6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60533-AEAC-EC0C-2C62-58F424D241F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102F50-D6DC-EF74-78F4-79E1FE87A48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D92B24-9B08-5E97-4E40-5882157DD58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5E4733-AA86-C4E6-69BB-945B9C20C8D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00426B-C7CF-1448-DD3D-C0837898A4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9C01B7-EDCD-54D1-95FC-1FB148681D9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C2EB4B-7CE2-84A2-3C27-B9479905CF3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64319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3125-E0B2-C3DD-807F-CA5B9A31C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0B19EC-2B01-A657-ADCB-18324F5DD5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CE4C4A-5E87-5A82-76DC-172986C11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D63B73-CC60-5EBF-0E75-120987F73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EDF52D-2D5C-6B12-70EB-F49697B07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942E43-2287-BAFB-195C-201284865C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B19975-E6E6-39A2-3777-8007DAE209A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9EFBAD-114F-78CB-85F9-9A785C9DBE7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6CCDD-B628-B09C-1328-B95A241CADD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3E0CF-720C-D2E9-8952-C0E1755A8E5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A45A97-3978-A9EF-B0A1-EBE92DA382B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AC0375-3654-1E67-A5F4-31D67D3581F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F69C4F-A1DC-CCF0-3B4B-34FF32D4B80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AB3370-C653-7AA6-3C65-D2333CFB7CE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82CA5F-E029-2640-0B5A-02188FD430F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CA7EE4-FBB7-01EC-3015-FB5A52E22E8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6E47F2-1015-8A4A-0ECF-A3BCF0D25F6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57F43B-3EF8-75B7-68AB-E14A47D5C25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22C171-A255-51EB-B6C0-8158A94C9EEB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265C0D-1957-BE85-2EDE-76C79EBFE50C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900AC0-D2AE-AFF9-3924-68EF89FA07F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B7C22D-7B8D-9E0B-3C26-711A2CEE18D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6A7737-3813-4D9B-D354-AC48C902970D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0ED2BD-E476-CCFF-6F9E-9AFF57C9F07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1C9DF4-D138-9E33-4F6F-FC2BFF225D18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BE2690-BDDA-3CED-F235-C9004A5C2CF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A44AD1-834E-189E-AB83-8DA1148DD06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8A3BBB-076C-75FB-C7F7-B1EF9F8C33AF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C41F87-A58A-160C-4FBF-CEB9AA55A48A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156FA1-1FBC-9221-C074-6378C4B0B9A7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55398C-904D-0C1E-5B79-76CC40F34BC3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25A2A6-D9A5-B575-93B9-B02DD862ECFE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5995CF-79EB-F53F-CC58-13173C7D1C32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EDDEAA-E5B0-2161-25A0-E2D86E0522A7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C2385D-C4DD-A5F2-87DF-015BDB460FF0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773D84-8339-BF46-AA85-277EA776A299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02FAD5-9E32-3777-A12F-53AA5D62B5C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BB9661-2974-5830-B16F-046593A8016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BF9A7B-0A7D-7B79-586B-FF923599EAB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B64B77-7F8D-A43B-9A27-5599E299777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50CDD-7799-E861-C201-8B7E6F4EFFE2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6BDF9-C4A1-693E-A259-A2A9B2A9335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43E805-16B6-B089-05A1-A8D424B73A5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DA6D66-4BD9-9140-1A29-B29901AACA6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505997-A42A-9D10-456B-C5F30555380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6CDA98-BBE7-C339-E3E4-109AA910914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480CD2-F2DF-A127-7544-B86F03E1337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6984C-D9B8-CFBC-51CA-430D122BA59D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3B653CF-CB4D-258B-EBDB-F39B9C81CBF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AC4368E-57BE-709A-0AA1-0BB368721607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39581A-CDBE-EA49-969C-198EF959936B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2E60B2-3801-C091-9B95-DC0D085224B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463FE8-F448-7984-8110-C7CE63AA24A8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F9119E-033C-0745-EAC9-711E1F4420B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176892-B8F6-FBFA-BE64-EAA91E7C3B1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A61502-EAC3-9447-24C2-97AED18B5D1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8C52249-796D-FB3D-0D2F-A364908D8369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6FF806-E548-D8E5-EFA6-414A2672864E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77D4A6-EC12-3DAD-6536-CC3BB152BFA7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C37367-9FE2-DCE3-BD7C-C8EEA97237A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F50905-000C-5953-5AB0-7EA868F711D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23439C-37A0-781D-84F6-1C01062CEC4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9002E8-D040-0054-1834-F95EC73101D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510C8B-1D3C-C0A8-98E4-ED9AA9CC14C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EAB731-C437-F211-E620-D0EB97488AF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5C326E-74E1-A83F-E37B-F7BBF0E1DD5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46BCE4-D834-37B2-DDA7-F8C7EAD637A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32EBC5-DB06-7AF9-A073-2C56E8D52B6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D06D4E-60A2-888C-2C85-8252948C5964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E75115-1A1E-EF35-EC86-3AF8F26142A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EDE5EA-1C84-7010-0767-7046F93579C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EB6C82-90E0-9B69-C6D4-CEAC2D48B86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78760A-A0F6-B84B-F1AA-B3288E951CE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9239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43DC7-5832-19C5-2546-3B62501B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9B967E-79C3-A902-5B81-E4E3BF97DF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7.</a:t>
            </a:r>
          </a:p>
          <a:p>
            <a:r>
              <a:rPr lang="en-US" dirty="0"/>
              <a:t>Then, complete the 2-line.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FFA230-0071-AAFB-7BCF-D2D96B182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98EAD73-C777-46BD-A368-8EA451893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37335DE-0C6A-C8C1-AB87-EABC94C86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9698D3-248E-27AD-9227-8807CECB8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043E4F-63C8-2A6E-0253-23EC4F2F82D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C39B73-B76B-E52B-A2E5-F2A8F24ABE2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DDD4AD-B71E-5867-C1B9-CEB6F8DD522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31B899-028E-FF5F-0264-B2E4EEDD54C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578BC-04F9-4DC8-57E3-CE96C7791F5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1341F2-07F2-953A-7B8D-AC2A93D740C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2B8F3A-8CDF-BB99-2856-9159DBEB15A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65E0BC-3C46-EB68-52D4-E9C91929533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9C8A49-9316-61D1-AD9E-14866C4807C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206E65-08F0-D2B8-EA46-4F2C08DFB42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10EE4-546B-9AA8-D98D-51BDAE00206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706E86-FE1C-E63B-8C10-133CB3B9E29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36D6BC-5181-3D4E-BFC9-FF580868F979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D8168F-3156-F423-0D1A-DA51300762C2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D8492D-BDB9-AF4D-A6E3-DCD9B1484F0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62BC2E-27F2-DCE7-7FB4-635D49977CF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8C16B1-A754-260F-A5E2-4C2D06725C4D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BCEEC9-9AFE-521C-349A-DDCE6F12AFA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56716A-E533-B50F-5E97-EBA466C058CF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B1CE2B-7E8D-1314-2F3C-3DA727C4C57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8E1FA7-FFF9-0D11-F994-F81456AA918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06732C-0DC6-1CA0-F009-5CAD54257DC5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021A8A-598B-2812-63D1-55ADFCCF5243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22E4E4-5B93-1750-FC1E-F3C7CA96559A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9C91E5-F35A-C399-86BC-187C9795F5A7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746C29-AE69-7AD7-452B-E6B580289ED7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CC85F6-C913-06D5-07CA-92FC3B432DE6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B71E0A-84D0-EA92-7C0B-ED3F7A3B7C88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2DDB2F-5AE8-0E74-2DB8-6362E4F5460B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E3547F-644C-7261-BF74-ED650F740A00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6FCD88-22C7-27FA-BAF3-85D70C26B24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80F199-9AE4-DC39-736B-A8B6C1A2CB5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6DC15A-4DB8-709E-5C82-AFFB9CFA433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B7AA26-5145-371C-14B0-FA825B408CE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5C323-8B06-CDD9-AE75-F0B697B28B55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A0330-8726-CCA8-AAB1-3AAFD56AF10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15B402-F03B-B56C-F984-49675A300A3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D78E72-CDD7-D20F-0617-81DE60C9722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96FE6A-50A9-212A-216F-91523C4C2C7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D7C73F-1423-8E79-550A-27D1C5E2782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C6E374-2DAA-34E1-CEC9-48104066D79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C45721-21E2-DF3A-4129-798DA250E278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FA87DC3-3E70-E78E-6DFF-7D06CDFDB7D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FB938AE-B543-F50F-7F16-87DEDFC42C86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4C58F1-19A3-5E85-6CDC-C9E7C4883C41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F2613B-6D37-57A6-133A-C235A23B4EA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0C02F4-2992-98B7-D7CE-E9D52EC92E83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60162F8-2078-1E82-0D2E-9A86A8A9933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151095-1C80-FD80-018D-F48FC2137AF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A48256-BC76-722F-6380-90F3295729A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C5BCEC1-1DBD-B951-8B6D-CE519E92DEFF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FFFEF8-B5CE-B05E-7374-36D5A672825E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46D46A-B388-A3F3-1777-2E5523DDA292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35439E-7EFE-89E2-EEA2-83A22604C4B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7C2DD3-A491-3A49-647D-3F6C012E26E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31E96C-CA7D-A87C-9FEC-556A7CFF52B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6CD29F-C2FE-760D-6D13-158A4DA8653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191D8-9D14-0A9A-4BCC-71431DF3F44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2AD45-4B06-9CF6-A1CC-7DE6C98D313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8F1632-2824-2FE0-3D82-999B6A19EC0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E8B23F-35C1-7F0F-C947-2B2D6E92489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29F833-CA77-1669-A430-802D239D5C8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72B33C3-42E7-9B58-A38B-5E36F867B553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7B81D5-C150-B41F-DBA1-512A130E30C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EC763E-F559-5A33-6BE4-517EE5843570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976DCD4-1C6E-0944-CEF2-6B01A93EB1E9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F377185-4524-D0AA-F545-4B64F315660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2D2B3E-D81B-04E3-4800-58722D97107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DB3C75B-8CC4-C5DF-78D1-5B64AF7304A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14608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80B02-517D-23BA-5052-7EE1DDB9A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AD7E32-9C6A-740C-EAB0-2E47880A1A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3-line could be 123 or 234.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2858A5A-65E2-C14B-4EDA-2CCDB60D3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259AC2-6D6A-F60F-16BF-EC0CF1DEA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2F0BD7-BCCC-BA28-6F66-E321AD6B4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59AD58A-D186-BA1C-F889-1D5114B72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64D2B1-BFC6-5832-A118-3513D2A7016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36B275-7C9F-56C3-C132-619C4D93A85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F38FE5-53E6-420D-922B-41D349A673B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679BE1-97DE-65BD-05D9-4D20A6F4BC0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1E9E87-3098-806F-F7FA-7C6B9AC9BDA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3F9E82-5601-BEA9-98CF-8AF1326ACD9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B419BC-C364-459B-8E3D-A4053020E05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8CBB31-3CDE-2125-000D-4265F11E74F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8F1CE2-FECD-4519-6C36-1EFE468CE16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C44C5E-CF5F-8866-787C-3918D075A3C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731E92-9371-A2E0-5FC9-3FA24A5F31E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C56CA4-F23B-FC64-E022-0BF7559CB60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EEC25-85D5-EF1B-D1E9-3611C95A038B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272303-A22D-E287-0B39-46EF7B8E78B1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19E5C1-1B24-159E-35D1-674CD544ED8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E8CF9C-961F-104D-92BF-747569C45FA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AF4B41-BA20-B3C1-76CA-3139B9707A41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91FD0D-2B1F-7D2F-42C7-D3CEFCCC9C0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C808D3-F134-D4D0-415D-9092E436021E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E88132-5997-201A-FDA0-2F6BB0C5CCA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587E73-F79F-F72D-0631-E25DDBB6DD6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CF01DB-48D5-E6F6-D386-F0419DB23915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6ABCBE-DA64-E92E-FCCC-7C4D975040E7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59978C-B8D0-F56C-D496-C666DC467595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B30CC2-D3D1-E098-E0E6-4530E6FE10D0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A6FA92-75A2-B697-2F4D-FBE2B89B57D3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96F6BC-D70E-73D9-E8C6-A673A54F0EDB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D97B43-C8E2-CD53-E64D-9B64542FF179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4496CF-DD9E-B9E1-2B45-DD3E34303887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D556C9-8EDF-80B7-E5E1-03D3AB9E0F72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F8E765-5F8D-5F7D-FA36-4BF68AF42D4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0F5B66-93BB-6B65-ACDC-DAC0E3799D1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FC3DD7-637A-198F-CA30-B368625DED3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EA8425-3723-BF3A-417A-5C00F8B5DCA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E240FC-5627-8A14-8A11-809C3F7D7D37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EC9DC6-E36C-8A66-90AC-869B6FAE44F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3D80E2-BD60-A7F2-0F4D-86FA0762BEE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095B59-3879-171F-311B-F966F7479F4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00807A-4E1A-5A55-3563-F562C404602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DCDFAB-9943-9122-9270-CB3EEB16922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0BAD8E-066B-E42B-F18A-A2C7DC6F922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CC1B4C-A00F-0102-23FE-57341CDB275B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5D82679-75D9-16CD-5C83-89C3DFC5A82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ADDDC8-C9ED-1D1E-838A-B3015CCA4F90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D50717-0507-B332-D2F2-6256185A0258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B8ED51-DA1D-A412-B117-E5ED7F5A448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D166DA-5E72-B0BB-0A17-571A7812A4A3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BFBA00-5B41-6BAA-AD1D-732DE6D9DFC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56EF64-44FB-2B26-8A1C-26E90EC7340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2C1F29-D426-06B9-4FCC-48D4F934567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1FEFC1-8F15-32D6-3F92-9E252942840B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674269-9005-ECF6-AF2C-DECD14057774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F15E1A-956C-05AC-ED16-A2880DCDA982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C8972BB-55FE-0F11-9FF1-7000D940704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2A050C-C2B7-FAE7-1DD1-EA8F1961219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407016-1D43-8E68-A2CB-EE0966F7711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249791-EB36-2DD2-B28A-76090F6640E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60F504-3726-056B-A88B-D920CC4AEC0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57428-5129-F81E-9E7D-0C1D29FA2D3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7C20BC-E4D8-ECBA-C98F-2EE2268CDB4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8F4236-CE7D-9513-F0BA-3CF627A5E33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4E9CAB-4750-B53B-D563-433B22710CA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66395AE-DDAB-AFED-400E-B0752DC23664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6533F8-03B4-F18F-8BE4-7EBB4CF8766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C172A5A-150D-CE25-5E05-F30FE0F96A03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DB8FD2-4F8C-97FB-249C-513A975A4631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CECC93-5700-1F6D-011C-9F1C051E191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E826D5-8984-4290-4A0B-EC2114728DD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A3962E6-4E3C-B1CD-E2ED-68D2C60613D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F2EF95-0F5C-2A5E-50C7-32A86D1FC932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4A8B7C-6518-A345-7202-2229916BC4DC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1063740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3F633-CCED-5D9F-54CA-F16BB8BBD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49EE86-E0A8-69C7-C04B-DEB91335D5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3-line must contain 2 and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7A93B1-7272-41AD-336F-5EF06414F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30FF96-D57D-75A2-AE0D-09BB9B62D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E3E0C2-C879-BEB2-1FAF-2B7A9F015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F6C250-51F9-81B5-148B-B561B758EF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12D2BC-5F59-7CE5-7B81-C2A0F6C3541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AB2D8C-91CE-AAFB-576A-ADDA5F6B649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63D580-78EE-9B85-9124-C1E70538417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FEBD41-EAE5-9904-8E3F-24D93007290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3293FA-F183-794F-96AB-94A891DAC77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67B9DD-0212-72DE-1AAE-490882AB817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0A368B-FA62-CF73-DE4F-EF7FFDE2F05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A16377-5978-2F55-F516-28E59BEF5DA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AF1362-9D81-3D89-21EF-7CE13B48EAA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CEC9A4-7D75-0C22-4C26-D166497A2DF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82F0A4-ED65-65B2-E68E-C89ACF13137B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C74FAC-350F-62D1-B0D0-C44A96A58207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C03B07-2306-39A0-6C2E-9C8A1BCC3A8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2320D3-33E0-B57D-CCA8-F5BABC20EA2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BC685F-CBEC-771F-A713-6ABF6E6CA490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5BDC9C-C4F8-D0C8-3DCB-D477B01DEBE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E231D2-2F72-2B54-ACA2-190E4E02D821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FC4229-58F7-C212-264B-1C806DC27CF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A234C4-B240-9134-E3AF-D800642C1EC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225460-6845-C844-691C-72A174B2F004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F64F5F-36FA-DB67-3755-5AB902C17CF8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A10921-7D8E-326E-1828-F71C7C43BF0C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D60457-8BDA-C4EE-FB4A-298314F74D0C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74F064-AFD1-47BC-4527-771E771538EF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D86A74-493C-D7F6-9F88-A70B3B12EE41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2C7EB5-301F-F7E0-DB4D-59CDC789EC91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9E5E35-D34A-16E0-C8E9-0523177F2A95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19F02C-6590-D9E1-69DF-3AE109608D14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DF52A9-3208-7E3B-A1AE-1C9C09626CE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882D7-BCA7-6BD1-A22F-ABBEB7A3148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A6E573-E325-D5EF-6D1A-1BC337E1AA7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A1D557-858A-A045-17DD-98C2B5897EF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158D9C-9F7F-22D7-FAC0-8FCF34756000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560A35-01A9-9C2E-BED1-EC05E7C0F3B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156D69-9B37-E888-A366-5155CC9F35F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6204BA-8D42-351D-4231-55404BDDF6E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90F4230-1DFD-79D4-C3D4-66BDD815380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A5CD87-9B7D-226B-ADED-2A07D6652B2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94E5C0-E78C-D35B-C0BB-ADB58E64D8D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489B3A-8650-A6FB-123E-58F16C4703E0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17FD08-8D40-B8C0-4D8B-E67EA6A82D0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4B685F-776C-2288-ACC2-06D7E0B0A68B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7BBCE3-4032-133C-E6E4-2A1E743DC0BB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EEB0BB-EBDA-7AB5-8805-122D7450347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79DDD8-4516-9019-F3A2-E872B9B0EED2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9370FC6-3AB8-DC7C-4EA2-F51A22DFD5A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C5DE59-4E4C-8315-BF6F-0166B3ADB46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FCE3F0-3407-6E24-FCD9-0D0A512B660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00143E-1827-ABF5-94D8-0C1448064F04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3F94B7-2231-2DF1-70A4-E1526BA9FDD3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7153D77-2FBB-CFEF-7986-93A7B7378657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0764E6-EAA3-0E37-C298-85D29E9BF6B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97A9A5E-ECF9-8161-4DE0-ACE30AF6A34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83A681-915F-86FE-CFFB-B4D26800A31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EAE5CF1-55B2-E574-8D01-47388BD1528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FF3C4-B834-4927-584B-9DFF2376D60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E97496-0F8F-A0A0-8554-67F9545EB37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C4F9FC-CB01-A28E-85BD-AF5E83FEFEE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CE9136-0BDA-5B84-4188-6A344C7A595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F2957C-908B-DCAE-43CB-2C6388A07F7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403FFE3-DBA0-BB57-6111-A58814AA77D8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F7E26F-3521-611F-5393-F8D710BCC44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E882163-FB7D-849D-4EC6-28232A3D92F9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1EB86B-A831-6E38-0532-C34B9B4B627D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23641D9-9B8A-2811-EA29-150B99099F9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941B044-9D21-ADCE-5BF2-5AA47D1CB09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F1C9EF-B08F-CF37-E2D6-CC7501917EE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E91CBA-ED36-77B6-8415-AA858D0CF03A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79E7CD-777A-44B1-B42C-8E3FB3C1C53F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66F1F1-5EDC-8747-FB86-49FA11CCDE2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B87A5C7-1E87-C652-EFBB-F5F0F49F892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3257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4829-14A8-6A33-E3BB-E0D4ADCE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0D7AAD-8242-7973-F5A6-22BF87B2DB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57DE25-4066-7AFC-B65E-E152C2C18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11874C8-B54C-52DD-BD06-FB14B269D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8F326D1-2F3D-DB05-710C-08188563B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3F06265-6922-3C85-BC34-CD89F67CD5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9FED3D-CB11-9917-0538-BECBC353E7A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24EE3A-F649-BB8E-14C9-91A7FE23B3B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3A7739-08FC-0B5E-23B2-36F00576176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4B2478-8948-BCF3-9510-FE8CB7C2A3C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8B1DAB-7C80-1708-D1AA-22DA911D0FD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5ED5EE-7ABF-F14A-87E5-26C875B7B04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EA315C-848B-DF4F-9EA3-026938C40A8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E816E4-E58E-C9D5-6457-9AC1B9D0D7D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854290-FC2B-C798-1A98-8E17D5D7F43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2B45FD-CA80-7230-85F3-D92AE021AA8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C7B35C-A238-4DC3-8984-33939C1539EF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9B1259-CBA4-6428-FFB6-9049789DBC10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900BA5-BA07-7945-E338-268297D83C2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B7C593-CF78-E5D2-1B72-BC589AD266E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8D0EB-F472-DCC7-50AF-63030FD0BC8A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F35768-C741-6CCC-32D2-700C0634664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478C49-4C95-CF0D-807A-9DF229F61808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F8E33D-3FBF-B59E-66AD-0D34B83CDDF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720F33-178A-CAE3-BF2A-819C18AEAE5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4EF1F8-E638-BACC-C502-DEF51ACE1D6E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53716C-BF98-9C24-8903-AE05F9D78773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4CD086-7BDB-B6EF-19C5-7148C11B27E0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A359EA-8757-7E1F-C1FC-F29B0033EEDB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C39D87-CC3A-9A84-7BBB-AC057E74C2AA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F5711E-64D3-3FA2-9F9E-A72EDD1836CE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15469D-99F1-3EC0-0AF0-F4E7306937C7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870683-D413-682F-6720-58A3CFBB135E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BDB7A2-A924-62D8-3404-433AE70770F6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9AF422-F167-9DF9-BFC0-FA854264D6C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35B4A7-2C4D-C52C-B111-A4835EBDC3C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C9C05D-4348-A575-32C6-DF1A3FAD570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B71A2D-304E-0B21-4FD2-910E451C7F2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BBD4D6-3656-A284-C448-B130FDEF4573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04C54-3DFD-7206-0A46-B60F239F4E2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46E673-DF4A-368C-09B6-CC462C01D4C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A5897A-BAA1-5CD7-531F-0328031A068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E38A12-56CE-9E4D-11D5-3805FEFB6AA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895829-CFD4-B4DA-1E12-8049FB9685D4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82C604-9192-BBB4-4A32-BF6B8890482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CCADD7-BE9D-1282-9E74-F6C24A80D607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1D88CC-3A18-4077-10B5-918088213CA5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36E343C-4294-98A1-2B81-0E5C4FF4FE0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C1CA2E-FFF2-F76E-DE9D-7D0A7501B8C3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B7DDBC-49EC-062E-136A-08AD4FE0A63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23FCE6-1556-F44A-5802-F5F4A46FB41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BBC88C-490F-827F-2CBB-E7D14DDD3E3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0B74503-47A5-7700-7DD6-5484A99ECDF4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672EA1-C09F-B644-866C-FEC43D2A3CDA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6F5CF7-F718-2CD5-0BE6-71C0E4E26C0D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2B6621-987D-7068-88FB-EE7875C1203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691871-A532-9DE2-CB72-A38CCC16CFD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379461-0E92-83A6-5F8B-C6CF816D538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75E77B-AE43-535D-EB81-7A53F642218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0BDA2-6AF7-642B-8D9F-8AA3EC138EA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84990-F887-67B3-47D7-DB009F8C72A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181A32-C72F-45FB-9D2D-06656BC0D27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B723DE0-7FE8-F2C4-1DF5-EC50762118B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61AF7C-15DC-81CA-AC36-F6D3E7B6E79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5F2755-F553-2625-8D32-2E534C4FE562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9EC39D-79D1-E08F-3593-57812D0630D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78C46B-9DF9-0826-7DE2-60E9D84269A3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8EE7090-3D6B-7D95-0CD8-51D46C348AF4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842A0D-671B-0518-C4D5-C952A43AE46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CCC451-DF3A-33A6-00FB-59EDF2CACB4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CBB183E-A7DB-8717-A622-799765B6FB8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F9E0A9-2988-FC14-87C8-5CEF4CCC0CE7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828A66-6821-EA5A-8305-EB4840B5DD81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9BA5CE-BEC0-3A70-E6EB-ACA81D8D4F7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A39E67-949A-6040-F6D3-AEB3C4AEC5D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A0CF17-5F6E-6660-712C-403E84B5E04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D8BB31-B8A8-E12D-5633-AA611EF1F10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92666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BDCAA-262D-3A07-9830-B084BF4BB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4FDA52-9847-9334-9EB4-67941F562F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40F3532-9B19-B10E-150C-A55CA95DE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D82F11-7996-074C-A940-465986AB7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B958F5-6BE2-5A79-F216-3A2E829F6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D8964F7-878B-5F6E-4DE8-4467F6C851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EC35A11-584A-9690-8FAA-4A4D0BC65FC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BAE503-7D98-CF5A-8C57-0E2356B7C52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1C6553-9CDB-16BA-2EBF-8887321D06E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FB3AAD-1995-45A5-4316-811B701DBF1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B9C659-4669-32F0-6283-090B811A977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394B5B-A2EB-31A4-A5B6-9D4BF1B3768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867836-3D95-73C9-E2C3-E93DBF990395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3797EF-0FA9-068C-447B-D5052CD5E710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A78343-E207-7060-327F-D07F07E1F20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27A38C-BD58-15C2-1C66-56DC912CE19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F1261A-C890-DFD0-B269-A2387A88E4D0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9C5527-602E-D68D-F129-1D6480F48B2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B9FF6F-3123-EAD3-52F8-C3521A84828F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20C413-5002-4A85-AE67-6AE3C689830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BFDD8A-4A1A-4AA8-F3D9-4A32455B945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78D3A1-3FF1-70F8-3FD9-C6D431E02D6E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0F6FC9-7735-FE53-349D-733290BAA33A}"/>
              </a:ext>
            </a:extLst>
          </p:cNvPr>
          <p:cNvSpPr txBox="1"/>
          <p:nvPr/>
        </p:nvSpPr>
        <p:spPr>
          <a:xfrm>
            <a:off x="4143022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ED9848-9CA4-7912-084A-ACEA9E9FEE2B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A16957-FCB1-D5E2-266F-3EB0E40AB13C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3D65B2-E067-12AF-D636-C8DDC560899E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E4E127-A445-3443-01DC-034E81F8E608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12DDC1-2C66-F4B0-B8B3-C736B3E55163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43A8E7-7E7B-1946-A2FC-0D2202EE0625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F006B2-F9F7-74C2-E69B-8B5AE2E71DC2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0F8FB7-7AD2-2947-2A78-AE07FA2E20F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4DE321-23A1-9B7B-984D-92A4B6DEF06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B8A1FD-804E-26B0-B22B-AACD5C0435B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5ECDCB-06B8-1E71-68A5-F8A217F9200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21616-F557-52BB-4774-EE02F4F89256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E49E83-1ADD-7CFE-0F19-4138A426282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309568-B073-A4FF-8BF1-7AA69A2AF84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F72552-2292-2054-4CFC-34C000FB9C0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8C44F3-B18A-9203-A598-8641B8DB998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34E8F6-D038-AF0A-3797-214427313493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A094AC-162C-1A54-0173-8A0EDFC96A8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605761-76D1-0165-E2F8-205169882903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61D85D-E720-2D6A-C727-11DE8F078B64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E022B5-4739-2D01-9F59-45060A04E1E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A37B71-F3CD-C0A5-9134-47854BC0120D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8F874B-5D58-5E6E-EA63-4A59B1EA880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999DA9-498D-9C10-AF95-A28A2ED9283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5BFE7B-BC8A-E998-C646-BB3DE66174A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989391-5597-8764-A702-975933EAF133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0273A6-593B-0BD4-BD1D-493A533C1408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AD38F5-64FC-EC46-71DF-C5A278E17E5E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20C296-D0EF-D4C0-96DE-4E2ED50881E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2F4A7E-9CAE-D53E-8A04-71B6A988C7D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C783B1-5510-6894-780A-4B4AE34583B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87D5B8-D07C-BD03-D460-C03327F14C2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748FF2-DCC5-A7EB-9C83-C2ECFCA3C39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E2305A-EBDB-2704-FBC2-4D43B6A58A4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5769B5-5193-C902-A0F0-72549691F56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13E0F2-5A06-A006-BE55-CFAFB2A263B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723736-24CE-1876-912B-DD4D8D77A45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8A82D8E-58E5-8CF5-AF69-7C9828D14756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B523E2-C7CC-11A6-5B70-2312AF921B1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402490-DA00-F7AE-89F0-490978A8C4CC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F449031-FDB0-12F9-BA02-79DB216E16D8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631ADFB-2D2F-5E10-5408-271D82B053B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966E81A-1FD1-C743-E218-BDCCAA62078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42EB928-D17B-A8EE-186B-733318FD399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32D6B0-10A0-F908-4BF9-4238C8869D13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7A82AA-A2A9-DE23-3C40-28512D8AFD4B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70CE93-2D09-ED4F-217B-3F4EA468633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891AE43-7B9C-AE99-49E3-443DFE05D59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EE0015-0FC5-ED78-1BC8-105B7B1D0BD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12A357-584E-CC1A-85C8-6B33B76F72C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68BE9F-9D5E-D50C-8667-8F3C082AF0D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D2A883-B945-BD31-5B54-C6C41CF6CDB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72BD82-0F42-CC43-0775-7EDEBA51EC7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614EF2-76A0-8B3D-3192-28D3BDF488F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64149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73913-CD81-D9CE-972F-12226EE6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358059-685F-D6C6-E0FD-83D84889BF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 (Note: the 4-line in Column 3 is now 5678 or 6789. It must contain 8.)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8857B6-FF8A-6759-866A-D73E8425C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F90E96-4B26-8A57-220E-03EFC88EE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C3A9C6-AE3A-99CC-C815-0B29A2E86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5BC988-C401-7D9D-BDA3-A597D1978A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7D2FFA4-1898-C856-D198-DB9A9257CED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203A0E-080F-1A33-3C70-3B37CF6F831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849C07-D6B7-CD4F-8B97-F4E3DA5DF14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0920EF-2B28-EEBF-38BF-16192581153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A733DD-37ED-C70C-7E7D-C538EB32B19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AB48E8-3A14-BF42-53AD-9E8CF357796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44A4F8-3C8A-4610-F4D1-A21BA3A0C1C3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862A0E-E394-52D5-25CC-7709FC2D3E2C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267F0A-D01D-DE94-DDC9-99D35038105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6E1321-57DC-77B4-2950-59AF93F16FD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5F05CD-1959-A938-2F45-6A693AEB288B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B0FC47-A390-43E1-B3F5-F3B041DB799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DD850D-A8B3-CAD6-3193-4A38777E1E92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D9BE0-94AE-242D-E861-219EC21F5E4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A63FE9-673B-50E8-B79B-A0CA01D90EA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F14389-C3AB-451B-CE43-AC9D99EF2006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BCEF64-6DFC-2162-42FD-719AC58EF5E6}"/>
              </a:ext>
            </a:extLst>
          </p:cNvPr>
          <p:cNvSpPr txBox="1"/>
          <p:nvPr/>
        </p:nvSpPr>
        <p:spPr>
          <a:xfrm>
            <a:off x="4645378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BEAA69-8DFA-0D1E-1872-599D014E2D91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C7F66B-196A-B4A5-008F-DD35812C4B1D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E49356-FE00-BD6E-32B5-0D88399D5204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FD25C4-78E7-350C-3A13-A27E6165842F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8E876C-6A11-822B-25A5-A9BC13A3D51F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D64ECF-FC44-9CEE-DCA8-7585A98E80FD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80DEBF-F9ED-9EC7-37D0-26C4DED5198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6E03B2-91BF-49F9-49E7-96FA6B9E7FE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004681-2499-66F2-C38F-059B0A9CCED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E9CD9-0E71-5E21-C7F4-FD4F869E2CB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12B22-5CC0-7464-2F31-96BDB1609300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DD614-A1A4-177A-194B-4455038F606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81B090-6090-29E1-BA3F-B09930FD082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1357A3-3BCA-163F-97C5-96B2ED2E9C6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DF1296-120F-A581-7C31-C97F1012A21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CD0A7F-36C7-82DC-D566-16981779B2A5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586EC0-1377-CEF0-94BF-98FC6055C4C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5A0CF9-B839-026B-113C-3C95747FDCAC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2982BB-429B-E078-7686-1299194FDE78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ECDB1B-15F8-2E57-3E5D-3D4FF4807C7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121BE3-ACBF-A579-6179-79B69E588E42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040464-7D09-5DB4-A904-50457F8BA55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DB2600-11AE-6116-EA95-E243B520D0F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89671B-7921-6758-DF52-55EE841A595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F9C72E-F5BB-5D7B-609D-604BD0F68CBB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1EACF64-985A-B68D-837D-2E62C6A8D28B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3040FC-B2AB-9C49-AD4B-2D839B71CA35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4A1FAD-C408-E831-4A51-5E62ADDDDC6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648488-106F-D484-DF86-62661E808B6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BE0386-6343-E773-E6BE-1B206373A02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7B2408-8ABA-1770-457B-7F73A899FA3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3342F-2D75-434B-C107-E9811C79EBD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D2523-DA65-12D5-2F2B-CD5B857E4C1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3718C4-394B-F371-112A-89523D888C8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B1AD31-CCAB-496E-FEA5-E41B48BEBA7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33CCF6-A59B-F0DF-B2D0-CBA67A495E5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F97F86-F19A-A762-ECB3-61AD24CB25F8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27BC091-417C-34AF-44A9-C00B41B710C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FDA007-3046-03AB-25AB-3FCB20BDF492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0F1A26E-0C02-DEDE-33FD-C8BE5F11A2EB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D85C23A-03E5-0929-A40F-EB039914881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0A87CBA-B251-8584-2770-5F0880BA93B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D5F5559-E343-DB67-C441-C960CF843DC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8FEA2A-D498-B09F-77FE-510F96D130CD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1AB6DD-9469-1BB4-2D42-EAE996B4C612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E7E20C-B12D-5BE2-21FF-E9EBB53C5CF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B40602C-834A-FD04-C283-008EC7CC91C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2D8D85-3FAA-CF30-DA71-C88C22C5EAA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D1A2DB-D194-4464-A391-325702928D8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04A4E5-29E2-AB5C-CD16-A4C86E69859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D4E320-6A56-9C1D-7625-699476261A1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5DC9179-37F7-C717-BC0E-671C0738491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7B435AB-E922-2BD0-A5D0-05A5F05D9A7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15199-B1CB-B1BD-1AA0-CFCB64773BF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92727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37C5-F4EB-4A2C-A8DC-9B183FB96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7FE052-5FB0-2FB8-A476-FFF530F542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(Note: the 3-line in Column 2 is now 123 or 234. Either way it contains 2 and 3.)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01C621-3841-5D9F-50C1-DF6279345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526D7C-D8AD-5E30-F449-02FE0A06A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4F6EE31-EAE7-18C0-76D0-5C8563938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B92F80-C338-E23F-E329-7B62E003E4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1C9D8AB-A38B-A547-F10D-7151911846A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46D6FE-A996-59CF-6976-0A9D287B228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909C8F-6A9F-E2C8-5E8B-43DF585BC33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B69743-7A6A-9419-039A-3AB7CCD3F5C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417158-13AC-ADFE-1855-AFD92237D89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76EC27-EC3F-BAEA-D481-FBCD2F23AE3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73F880-34E3-630B-EEAE-B8DD0BBD23DA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D7263D-A4DF-BB98-B535-BAEC03D05CB6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054B39-7264-54EA-68B3-F63B917B275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DD5155-EF18-3050-1BF8-350EE89B6E2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96A837-46E8-C8BD-4443-1EEBD5BAB5A0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10995D-6E71-2E44-B7B6-3D7139D932B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9B4299-EFF4-456C-0306-0D816CA6F201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1A2E2B-E2FE-4A99-C37C-79284978770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78F3A3-3B46-9BAE-5FDB-9812A8754C6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D122DB-CE58-3B29-D62D-E6A64D99480F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1CB931-D516-7810-93FA-745CAB21A5BF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663459-E197-7B48-5ACB-6388D22C186A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6750E6-23C4-7FF7-2693-26F454F776C4}"/>
              </a:ext>
            </a:extLst>
          </p:cNvPr>
          <p:cNvSpPr txBox="1"/>
          <p:nvPr/>
        </p:nvSpPr>
        <p:spPr>
          <a:xfrm>
            <a:off x="313831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5A24C5-63F9-7C9C-D721-CFBA1EF06DDD}"/>
              </a:ext>
            </a:extLst>
          </p:cNvPr>
          <p:cNvSpPr txBox="1"/>
          <p:nvPr/>
        </p:nvSpPr>
        <p:spPr>
          <a:xfrm>
            <a:off x="4645378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4EB4A1-7C08-B6DA-D060-2C70F541D89A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65285A-7922-E643-0CA1-2AB48B2543B2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88AC65-FBF0-983C-16B9-6D44AED3B90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A826C1-0CB3-672F-1753-DE9C9F058B3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26CEB7-5278-B33F-2197-5AE2E8AF5BC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AC4D88-7248-2F00-6609-8FFF74B79F6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77651-4C74-5E2F-3D22-1C0F5D863DA8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60736B-EF58-E19B-112D-E366FD6F45D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89C3AA-2305-67DF-FB22-FE07BC8041B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A45BAD-C3F0-76AC-0B6D-8D2084216A6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A9DBEC-5C6B-A672-69F3-8AC1AF12BD5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307CB7A-875A-1734-B28C-4905230B018F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5A1330-5121-39CE-4147-24344302366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9CA542-22B3-C0AE-52E8-00F4DBA11715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4DA272D-15A0-D81C-E632-0997B1E82FC4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1926C4-195F-365F-28EC-36C1821E9A2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82EF0C-7D89-A8ED-696E-7114247E88BC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40954D-6F36-0360-147F-737B370A22A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FBEF6D6-EF6C-8BB6-BC97-2AEA8113F2E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BCCB61-DE28-6F18-C6D2-B119FCF503F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6C0EF16-C0A8-1647-8BCD-8C8BE69A3AE2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168A6A8-6AB1-2A45-5BC6-592CC813A5B8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D06B00E-E033-02AB-C87A-657497002DA8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BC16993-7B7F-2FF3-71E1-62DB0F9921C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E740FD-6891-8E21-C5BA-E6D69CB08FE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A945B9-C48B-5122-4B25-2471C98BAB8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10028EE-EA47-3793-EB52-68609436B6A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EA0BD6-BF56-9EEA-6A49-AC6A735CD5C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42C72-BAC0-CACE-B81C-A2E0296A527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44B38A-62DB-AFA4-FA82-C2054AC0D69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E892B1-A37F-A19F-D6BF-0C0476EDB2C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B5DCCA-FF4E-4B50-3427-E3EF51BAE2E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A9A0583-5A48-C350-3939-3CB11B7CA9CB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CEF519-2C83-B908-5C24-A9CEA9BC406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648F40-BE34-606C-EFDD-B6D85AABB800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1C4FFCF-8274-0C23-00B3-4B870311A8CC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534081-51E4-9B1E-CA36-FDD4EDFECF1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D15171F-43CB-EA5A-5129-83C21045291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D58A9F4-2B5F-0719-EF9C-10106CE2688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00531D-39AD-E92F-F51B-8D5BC71CFBFA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017F6B-D3C2-7AE4-9DAB-4984891B290D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F0184F-D655-81BA-832F-95B802FAD0A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E8E6D23-0560-781D-8B4D-845BE897F95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9E8287-A711-DBFA-543E-5599CF4C0B5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C446FD-A34F-87C6-09D3-96D269AFCA2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09F3C3-DD3C-8559-72F7-A2B6CA1908C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9AB7FA-FF4B-D709-5580-936DA5B56FF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B580B7C-A881-207C-1AC3-094EF05484D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CE88E0-0940-1978-3999-3EDEE31DD30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DAC90-48BF-1929-68C8-93B6B56B755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DFF02-9919-0B75-6E9D-851E03C5977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80237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FA16D-A703-FDA4-72C4-28F70FB9F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200BF3-078A-5E6B-09EF-CDEBB435F9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 (Note: Last 3 in Row 1.)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2FFE44-B261-986D-1539-F3F03577B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556C2F-795E-7D01-09C5-1864EB14E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4951C48-46F1-7C4D-DDFE-279A3BCC5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0AE00A-B85C-C7B8-5278-49E241392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B314304-932A-2717-5304-400E4706FB6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36F00F-7935-BB68-16F5-45F88F51105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54A143-E12F-75A2-05DE-5F40E320091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B9FDC7-D49F-C862-921D-5385B05F62C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A4930A-D154-2DB9-9711-AAD487AA5E2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CF44AA-9BC4-52E1-AD98-C52FC0DC11D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DC43A9-DD4F-A0EB-6980-8D23C09D0A8F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B42362-CBEC-F8B8-3C72-0C8C24F1C5EB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778C5-7904-6CB8-941C-7E3200FB0EB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474A8B-CA82-7407-72BE-24F2D786EC7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2274CF-BA26-8917-1C62-D8F5151D5A9F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A5C274-BB4A-87E8-B2FF-2D832606279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E3C9DE-BE8A-8A42-0AA9-DDDC9E1348CD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C89D37-C633-7324-5DAB-811E546CBED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DC9F0F-55A9-0EAA-7FF8-C2F5C0087DE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DA08EE-6742-33BE-89EF-F178264588A0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975845-4FD0-5B98-7CA7-69F54183B389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8B9977-4E66-0C5B-A8A5-1F7C6AE0F651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A37519-0EFE-6DFA-6E61-C05CF98EE2D5}"/>
              </a:ext>
            </a:extLst>
          </p:cNvPr>
          <p:cNvSpPr txBox="1"/>
          <p:nvPr/>
        </p:nvSpPr>
        <p:spPr>
          <a:xfrm>
            <a:off x="5147734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C392D0-3540-7CD3-FD33-0219C77C184D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D60937-4F53-2304-2075-46C99766868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9ED86E-5AB2-99E5-3A68-C353B4FE5CC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22E599-A3B1-2374-4576-04C195A8CD2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613590-717A-90C7-4720-71F8BAFC6D3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1E3B97-0544-E42A-7614-1F6E17F195A0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4F210-4B79-24F7-3163-2095DC49945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AEBE8C-F574-171F-D68A-2D0B476A3E3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D5DFC3-2075-B4FB-E71F-8579BC6B841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ADDC99-0DEC-1CCF-D400-43F4A896469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9A2832-03A6-F800-AB87-0CBBA2BBF70F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E499D9-5A58-5E24-2A45-081ED9F5FB4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254A12-4E89-4FDA-A43B-2F4F8F81186D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5FBB08-D3BC-279F-E937-7A8BFD582906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BC7684-9CB0-308E-E93A-5886042AC40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6AA1C3-ABBB-5D98-7DDA-E34401E357F0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CBD463-2330-60FA-D87B-6814D1CF2B1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5CAE3C-FBB9-7233-E54C-DC993D49D55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55A003-260F-38A3-73BE-2093EF34E6B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F0B8BA-BFF5-4E5D-7970-857C5F321988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ADFA54-A71B-9814-B870-CD68956A28E3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11F682C-CA5B-82FE-4C89-27D9D24B8317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8163A6-7E09-7607-C652-8CD78C86056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6C4B02-DD3C-0885-4424-666CEA1B163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A1CBE2-C0C2-98FC-9872-220B5DFB99D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3C877A-548C-0E07-17FD-4BA18139700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4EDDA-0D08-C73D-8711-3ABAD0065FF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584213-3A0C-22B3-6700-A8D0905E39E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4AA69E-A1D3-41D7-1895-0153E833BFB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11B6CE-859D-2E3E-7463-C128D0995D1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EB3109-B2B7-FBA5-2EE7-DA47D14A33F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64E52B-6111-B368-1F99-E5125767A112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CFEB14-E50B-095C-6A04-B53441F3F03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6053D8B-0648-34E4-73CB-C499978FA7B4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F44F34-CB1D-4F08-C5C7-08E21A8E16EB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8C8E5BF-CBEC-6AF3-6737-FBC53F7CB7E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7C170DA-6C48-0072-42B9-AEF673CB926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6B714B5-37BE-E9EA-4CC0-15A633E9F77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B38747-0AD0-D941-C00E-8CBAEF248960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10DAE1-D5BE-25C6-AE63-804A1F867FD7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430A5B1-D15A-D391-46EB-7597B5BA027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44C80A2-9994-3B0A-AB4D-D64689C4835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685C4F-968A-A467-04CF-7D5264D8CD3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D1608B-BE0D-EE25-7F39-5C13957F27C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D586B8-4A4B-FE3A-F378-9389391E778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6B9D6F-3AE5-0884-9D96-3FFC9346E6F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B7D274B-BC31-9867-FA64-40488A81C6F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D8F07D1-0FCC-4B98-71E8-63BA1A85A6F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DC5E40-23D9-9175-854A-C695F257873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6C5083-3CEC-4D97-169B-AA1A9525698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488DBE-D32D-E108-DC86-2EEF9A4ED34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73AA6A-8345-E455-6B44-8DDCF742D63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50992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F3FA9-AAEA-612D-1C8C-C6EA54F2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4CFBE0-704A-970B-5403-2D4518C0F3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F97569-5D39-04F0-B806-4392787BC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D7B7287-5397-4B9B-9DFD-01C20D262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6E05857-0275-C190-EC5C-CECE29372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E98696-9A80-FFBB-EA3D-525D95317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93381A9-01AC-6639-C139-5F976AA6D70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58C6FA-4A22-6579-D768-716454669E1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B7307D-A97C-5ACD-C470-3EDE028E9B1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FE816B-AA53-87D8-2635-CC1F75DA4C6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0A0EAC-F660-DC50-CFAB-A346E8B380B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D3ED13-6E5A-70AF-BA4B-9586D33964F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310A5F-518B-0C52-5536-1FF67E6E8618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0C5E14-CCEF-248B-0A9B-BCBAB559FCF5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ECCE8F-F3E9-3A38-C436-A2C4CBAAFF9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EC7186-F0A6-7797-A270-DE69788E8CB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343C5A-27F5-D168-654F-C7531EC82E19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9D2995-2C3C-FBC4-8FEF-79A8C68269E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A4157E-CDD8-0965-4346-0D94CB2410BA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06AA3F-1FE5-4B07-5BF3-4D393E6EC5E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50B7C8-648E-968E-E229-20A1FA3F0BD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66BFF5-BED7-5F69-528F-39606CC13555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777D18-4ECE-4E23-3FBD-FDBD1D380C13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F96793-0966-65EA-74FE-58EF0A794C0D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C44518-1D50-C90C-3028-243213DF0CE3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124C92-D820-D612-630F-1D98FFE94A9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24281C-0979-12B7-4587-B8BA53771EA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E168CE-1BB7-47D9-FFD8-799B1BBCB6F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407AA5-1A37-347B-F4D8-E2C5AD518CB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49A89B-CC53-07F8-DE2B-3D20450E550F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A10D27-84EF-929F-5F34-840C3BAEF89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B9D5D4-9CE9-973D-CD05-707A8D55675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37EB75-CE20-5BB5-F7AF-8262A07C2AF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91FE0B-63D1-CF15-A47F-E996F4DBA4F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4EB4BA-5973-5B91-68C8-0D91CE4ABD82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ED36F2-0283-2732-4C74-F34DC1504D3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3179F3-62FE-58D9-C352-6462ED5975F9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22A6BC-021D-3CDB-4292-EF8A853FDE44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534287-1053-60B7-25FF-EA956AB4B1F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FC0120-D1D4-6515-1C6B-DFF2AE08F786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61852C-DD4E-DDB2-6D3C-FECEEFB9EC6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D8A10B-BA6D-14EB-F3DD-4529BDBAF6C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7E479A-CB25-DFFC-127B-EA50EF024DE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EC8C460-3FBB-0E0C-C409-6601014410DC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4B3AD6D-D0FA-2CBD-D5B1-3811D12D5E51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C360FB6-9BD1-50B8-FC77-4E72EA6B2541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17D151-87E2-F6B2-396A-D7052D0B834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DB8593B-C65B-CE54-2A6C-7DA88BDE40C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B8A83A-9A6A-0D96-ADBB-9425728F228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E65476-2EAD-1229-1D39-FAE2522914F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E2DFEF-3ADB-3D12-FC3B-EE7A787E24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B13A4E-36A2-F020-09DD-B68700E8299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DB80E2-2FE6-4DDA-4F5C-F5FF07861F2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E62C1F-7462-5AD4-EAA7-64FEE01BC01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2E1C53-984E-4997-AA94-7AB5CB55E1A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CFA6F5-02CE-A7E2-BDC9-7B3AFD3C400B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36124F-5EE2-1F8F-DF7D-FA01E3F9301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7D29C29-A79E-FCA0-6550-5F91034904C2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D09C5D-18C1-DD79-540B-3C9D0BCBE037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BB73BB-E2B6-2A8B-B31B-04F1CFE80AD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F61254F-2759-9385-ABF0-FF425C42740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54A774-2C83-AEFE-7309-E213F3AFB6E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9FAAAB-F0E9-7258-CA55-AD986FF90B77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947560-12E6-0B8C-4A29-441FF4507BB8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D23EBF-25F0-72B3-55D0-61890648C0B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41488AE-A9A8-8FF3-6628-D5197CAF226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67EF57-9419-3DD4-2F6D-DFD8A994CE6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A83F0C-82F2-18DE-30E8-A0F94504F17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525334-72D2-4E2E-C9EB-6058D31079A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B9CE20-FAB4-238D-569B-7713EF63B25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EF19CA0-3E04-1B2A-25A8-3589DB472EB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A48E8AB-C23D-64BF-1C74-BCE870120E1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D12001-C3AB-E6AD-096F-28E7ACAAC73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19E9B9-640B-909D-7477-721445EFF9B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111747-0676-FF43-AA28-2055DED9380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40F90-013B-2520-BF6E-1E6B5D76188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73AB81-A3E8-1458-F191-9711A7518E7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01629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4399-405D-FCB9-52FF-9F533EF4C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F6C1D5-7700-43A4-DE1F-182560E725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B028C60-5D6F-FEFF-33F3-513CF1B36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E021D3-FCCB-CF7E-34E0-358BC025B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C66213-4F55-4B2B-3856-008008020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0018B4-0F75-DC74-8267-0C4E3EAE6D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8058C5E-781E-F24C-8627-87B9AFD70A6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759F7B-36BD-EC06-CCA8-404BC73746C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8402A1-ED73-7174-0B50-581A7F359BB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142890-3D46-674F-95D1-2E4F6674760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9B5830-26E6-540A-885E-9F16D1D98F3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F8D936-4483-9181-F69B-5B7E9DEAD02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BE4206-0E44-1C3F-1E8F-3F4BA3667C89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81C238-5742-966A-6CBE-0D173D8C8B9E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191475-6355-80C3-5450-309501E6BBA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97A45E-2820-7695-1C96-82F2FE52443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9CCB57-5F28-FFB3-05E6-ED692ED66603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9CBCCB-7408-C326-826A-672FCE6F6BC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004B0-DFC0-BA61-6AE6-92296FA7F5F7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BDB582-CEDB-A137-8215-8FCCF18DADD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674F0E-E5D0-8621-D2C1-BE54334EFDB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34DBC9-B013-A4A0-0189-89C3FBAF13C3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07CCE6-5B1F-AD16-20D0-1F1A5516E70D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1076D0-0D7B-5C46-B1C9-CB149A12EA8A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C2E8CA-327F-32D3-A724-917EA41F514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377234-84AE-E9F5-491C-EAF37E1EDD0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94E60E-A6B7-6CD3-E521-F38D444D771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C72442-BB93-267B-8DE4-A4FCE0342CC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2E430-84B4-CC0B-DFE9-9E809E71089D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332A5F-96E5-EAA0-B0B8-65B13CE03EA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FCC9C0-BE5C-C005-7E7B-8545350A8DE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2EAA71-BDBA-ACFA-8EA0-C091458270A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2BF1F3-5B82-20C8-CA75-E5C6A1E6A3E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311585-5581-3EEF-CFA1-206E895FC539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D95D4C-0215-4616-835C-3381C28ACC7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5A32A2-11AA-3FF2-C7C4-68C6EC1FAE02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902B25-9A05-F608-5646-F8AB53622099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0015C8-5E6C-73E0-7D94-6B4C811DDAB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3E7D83-D322-911B-190E-050E09A2F2CE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EF0031-AAB9-8DF8-01AE-ED013C210F0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F1A9BA-B247-7B29-F39D-8DA862F3B3F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C4FD6-34A4-04BC-B422-F5F81B2EEA3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8CD340-D56C-02D9-9D3F-6A144DDF944D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B2DF4D-8D81-B458-D0B3-6B8E10ABEED9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2153D7F-7DFE-88F8-85B4-8A87F5B0CBC7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E0D408-FBAB-8093-9690-20D10750CE7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BF77F6D-1BB6-9E64-0B45-D8096EA1463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0664A6-F911-5D30-CA5B-8467F262ABC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25964E0-4D1A-E614-EAEE-B13184B6D55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DDF3E-6439-F4D6-100B-FC0EB3E2576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FF2F57-7EE2-227F-A61B-2CCD566A202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31E9ED-3E0C-1AA9-4ECA-9190FE8225C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48E68C-F4CF-282B-7187-2A19A8CC2A7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459DA0-5BAB-9CD3-E511-ECC9F36B216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83D388-E235-E930-C398-26A240EFD857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C92814-DA31-4183-5F19-8FAE2CEB20C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E3C249E-01E6-2395-FDF6-B660BCC749B7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8AEC308-172C-1EAC-B394-84B221774B15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2F3D253-E8E9-D79A-2F23-8CEB6C7CD40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54346D7-8694-08AB-E67E-B467F1E7A5A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031760-EAFB-2A8D-0E45-AE038D1B098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8FF1D2-CD51-8D3D-88FA-80EED6B92D91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519C17-1F0D-7DA9-A4DC-38AD438D38B7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A26205-62EC-337A-9233-D68EFFCCFBE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6146C88-425A-6933-3449-5FD80CCD778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38577-B8A8-03E1-6FED-6239EF52466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1F8516-79F2-CEEA-369C-3379D839167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7D9BC5-75C0-D8A5-4DFB-6A430AA2F57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5FCEE0-5993-BE41-2B57-ADFC993F1F7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63ADB9A-FB94-9F80-6D97-F481A9DA015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6728343-FE39-F906-D0F4-C5F19E25592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CF08D9-BD1A-FBCA-DC3D-717C10843EE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854309-E640-187F-5BBF-4677671E4A0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651A6F-1A60-1B41-F941-173831E6713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B55140-A978-1025-ACCB-0602F822855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6CD69C-94CB-DD80-8D0F-E02521E8820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C66FA6-FE12-364D-4D4F-3708FE3E4B9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18735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EA8C-96CD-436D-CF1D-AC7B5958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262BAD-A84F-F5D6-FAEB-DEA78BC26D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12A77AE-1616-B43E-064D-E63F82D62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A22DACC-2985-464D-464B-A860AD810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10077A-694A-4436-784C-8DAD4DCE4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A888B17-2678-396F-37DA-FB408CECD3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38F1818-18F1-47AE-B122-C772D9BA7FC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D431F9-7BCA-D534-E192-26F6CA8F738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F2864A-E48B-0EC3-47B4-259682A3507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4AD6E7-01E7-A6F5-B16D-CF32577F801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1EE8A8-B2F7-3374-12F0-ACEE93F4625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51A16A-8672-B31D-E519-C77F2F35D36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1F28A5-375D-A98F-1022-9880000D8FF3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A7A1C6-369E-16D1-1B21-4C65A0171B2B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CB1002-5300-38AF-45D5-7E94F965A94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830D09-6CC4-89C5-9AD9-F8B8964A179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3ED447-A119-34A2-BB19-843C82EABE97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66FEB5-D1AB-C24E-8DB2-B872855467C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8577B6-D826-4854-C34B-4C7DB9D054D6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496306-AF81-889E-CA69-5183F9638D2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4F6866-86B7-AB80-96FE-4F1DE500A3B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64E591-381C-80B9-5A97-0FBE8CD44C1F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BE9171-C263-D77E-3AB8-23750D91F7BF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DF2765-61E4-F35C-BD1D-5C3070424740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2303D6-22E6-524F-A114-BEA6781CFF8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4BF97A-4546-222E-00AC-8B25C614B9C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F10290-4A54-F7EC-8FEF-3AF6CC749A7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990D0A-2881-AF93-06A2-79470E74154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B57943-6A00-CE24-0C7E-F55E32C5FC36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5B11FA-72F5-FE5F-7E36-84C14CDCCF1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5E6DA5-564B-CAF1-1271-E780BD25986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5CE94C-70D2-562E-E90D-ACE233ED796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8E36CA-5A89-10F5-B50C-C33287605BA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11E77D-C78B-90C0-12D6-5BB167C7EE78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B17528-D87E-0915-3B3E-7DF94F9F9F5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86DD79-A2FB-7EA6-5EDD-828B2E8195B8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377266-63D6-C941-DC4B-24E525E529A6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F0DB32-C193-871E-6E3C-7E4BCB1FB07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001EF1-99FD-12A9-FB5B-B354B1A4FA92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2F80D9-E918-D910-47E9-08374DB2836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C07D04-4254-51F5-66FC-A56A0774A36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13F3FC-E815-A84D-30E7-36E7EB5CFEC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ABB7AC-8F0F-DC81-C9F5-923CE3A8FE00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14C91B-DF90-7CF3-13FF-334EF9C0E6CB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7C24CD-6748-2196-4D64-247CE72C3EA4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912CDB-8D84-6CF7-BC3E-91B6FA7DF95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1CCD93-FABC-40C4-71B5-987DB34369A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FA88B6-1CD1-10A9-9DE7-776FAFEBEBC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CA99E1-B5B2-2EB0-8F9F-0B9448F8A5A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7E296-C86F-DA54-85B0-B8585F2B6B3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91684-65C9-5A96-465C-2FE484A41CD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65DEC3-5A99-0051-00F9-C8D95276C2E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C1EAE9-5FF5-5CED-6949-A50D8B9A82A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4958CD-030D-6C3B-2C27-6513812FD54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32CB4D-9324-4280-25C5-F9186AC3D046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799899B-C21F-2218-A8D7-3121CA5D119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A7079C4-DB1F-490E-E132-B96155702EEA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2D06B8-4167-CD45-11EE-1D9963DC3644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3D1FF9-CD58-A676-FBEB-7A85C0E6434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64E802-94F1-D4C9-059F-1EE1B31119F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F14659C-BD36-4559-85C2-3D565250919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2C1875-DE55-DDC1-714D-41C38F015EFA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23536C-E1CA-74A3-39A4-23C02303BD52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34FE0D-FAEA-C2E8-CA05-B1A12A947BE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1EBDFB6-A589-C1F9-1ADB-E685AE34BED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804D68-396A-6C14-4586-4097718FED1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1D6C9B-EF81-073C-E8A5-931B1021AC3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AA45E8-BB5B-6E3C-9F1E-7C2B9EC1F75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B38F77-4246-E726-C274-1C823147C10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1676ECC-9E04-8DF6-7F97-869B1D841B7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4F4304-B303-6992-6130-3521852BBCE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961F77-6FA7-2114-2B10-CB0C0791791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C83907-9790-7479-3C4D-7E0348BDDC9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C7C9A2-1359-878E-3CB0-C8A320A2AE4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187867-BA39-E84E-F3E2-E32EDBF9628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BBB6A7-A764-5267-80DA-78B141C6C67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A7EAFF2-C669-31E5-A864-5F6A7FBF4B0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3D4CC6F-64AD-E9BD-033D-CD2E0DD1540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304324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BC116-28D0-59E5-8243-DB68DEAA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78F566-D33C-2F4B-CD09-4BAA3B8534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10BB71B-A4C3-9705-BCD3-94D7D3E33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AA400F-DB1A-69C2-FC58-4DEC33E9D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DF4EB1-896B-8EAF-E482-45CFDB902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B1EE8F-F70A-CACB-10B6-86573D9086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B993588-C7E1-7E5B-1F57-DC1F1B8C8F8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D7BAF8-954C-A386-3767-50977A0C213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414E2D-8CA9-66FA-E230-30DC4F3F898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998698-4BEC-49CF-AA3A-3129CA9C234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AF41C5-9CDC-A785-1AF2-52251F363314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1B4022-702C-01E0-B160-6B30B20F1E0B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7DD966-EDAC-7B2D-A754-A9EFD4ECE02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34FFFA-BC28-2EFC-B613-BB212198B34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83ECF-79C4-4FDE-5E01-418F54539696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E0C2CF-2313-6BC7-9A5A-1DD8D4A10BA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0CBAA6-F32E-00DD-76D9-8515B974F1D3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0AB68A-3A13-6168-566D-6159F318AD1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578F12-05DF-D2E3-BD5C-8D58780134A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1C6808-9E17-145E-9F30-26B32A6643FF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0C0438-10D8-B539-A059-8AF1F5B995BB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46BFB5-CC07-9764-416B-0F52B83C26B0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E4DBC8-FF1E-86D5-4EB2-44D4FCCDDB8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6F8AE0-E447-A23E-9CC5-91DA1E82858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422FEE-A129-9D23-9BDA-333A498D655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789BA0-1936-947A-33F1-792EB758500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A22E85-DB12-10E7-82DA-520B721186FD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F888C3-9498-9181-8D9C-FB9481B4BD9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FE3CAC-B321-A217-4E39-10BF97F23B8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67966D-215C-4502-5E77-7A6D5E8C407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40B7CE-C043-C8A3-DA36-5BD5645CF13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F30641-CF59-B5E8-1C58-CECD1005A184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96AC2A-92C1-F695-3B1E-D7FD72417C8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1DF1705-53D3-4A52-EE12-CFE05C9D1B91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0F9B20-7248-71C9-4976-4DB9D0BAAA79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BF26BE-85E7-ECAA-3974-2E66332D870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03FCE0-38DF-3D83-2E5F-FA3C00090B3C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F465A9-800C-1FCF-DF3B-CF521798FDA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FAD75D-03B2-F620-969D-D89D2313A3A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2259B2-E1DD-4AF1-ACF1-3C9B51E85D9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38D4D1-190C-9BCF-C0EA-F17699265D56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CA8E48-CC16-B0A0-F1C7-32734E63212B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6ED748-2F89-5B44-1302-BF4BB78F0794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6D2B72-D62D-4132-55D7-7706C49D52E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CABDAF-24A5-C6AD-34A3-A87670B41E7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8150FF-A3CB-44DE-99C2-D1F105AC7BE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0D794D7-19D6-F897-4FBC-325C5CC1C9B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FB3E0-079A-4D99-DE25-A48386D70A0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8E42C1-A3B1-8893-6179-3B6669A5639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21D9D7-A82D-9793-23A8-7D6E86F47E8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554357-9AB0-3FE7-1010-EB4E776CD83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0D8BA7-9A89-8653-4293-825E9EE6491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3C65BE-FE0F-FC92-75DA-C8177AF83808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0E342F0-B21C-0DE3-DFEF-B3BB9CF985D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F510C3-E399-6355-120B-DCAC8D1BB5BF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9F7C73E-BDEB-6CD3-4C24-83BE776AC5F3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76682B-5D1A-A785-77DD-FCBF4476047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469417F-B1A0-8989-DF0F-B5FA67E232F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C6B246-29E0-7245-67F4-16E766F2981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68B2B6-C187-B252-3A4E-645DB78723AB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4185A4-06C4-CA04-EAB5-EC1468C89EED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D4FAF6-0ABE-10C0-369C-501AE045F0E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3C1F72-8CF1-809A-A05A-BEABCC1990C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ED2E52-7BB0-5456-B0D1-3BE6D57C566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45763-D3F3-6F0E-2D6A-FE586979F50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E323DF-CE3C-64A1-3C8A-E69576316CA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E8C2F8-B199-15B5-82A7-80CD6887DB3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2A3B8FC-7210-C895-791C-3FEE64F41CC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6A2900C-2B03-0078-BDBE-FBD4F2F4B4D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7DA809-96A1-047C-4021-CDC1EB2EBCA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15F738-4FDA-CC35-9F3A-43646A03C98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F3BF36-DDC7-91C6-8464-A2537EA0B3C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13826D-34B8-9FC7-C0B3-4392FD95082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A35071-7232-C169-DA1D-4AB175A70CF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4516A78-1E19-8FF2-72AD-33995C3A89C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647F3BD-18C3-8E36-3EF3-3C5A57B55B8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65389DB-3159-D9C6-0A47-95811FF7594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B3EC427-F266-A24B-88B7-0CC84C70675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409110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2890-DFDF-6977-F987-2EC4BE29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49DEAC-10EC-09C6-8DBA-2AA042C1F0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1FF236-2156-A968-09FE-5E3C094E5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9FB6F94-B33B-F18E-DD49-FD543CE47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9D9D6A-94DA-021B-E776-8E6C32D08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726DC6-66DA-5AA3-ADDE-33C2820BF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5E0E3A6-223D-C35D-98EF-2517ADAF3D0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7FCD7E-0911-D8BF-F0B6-84AFE047B67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C4FF10-49F4-1830-32B5-2397D751B4B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0140FF-FF0D-AD52-9198-3897A265EDE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920586-6723-671D-D164-26CDA926F179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45AA43-8271-C9F5-BE7D-4AF9072A2C7B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3CA88E-AC6C-E5FB-9FF9-1F6C2E02C42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A923A8-81EF-F790-A4D7-EDB8BBE9C3A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62AEA4-6856-AFC4-C27D-F41E76E37C5C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39FC21-A203-B93F-0976-3F6871BE7A2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89DB6C-81B0-0592-436F-51F4723FD829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D6F20C-B299-8D04-F661-676A62193B8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C3C0F4-8DDE-C6F5-9A2B-618DCADBF21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5D8B98-2976-A95F-D242-296F36F90F4E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E6B16C-E8B0-3D25-DDDE-27460BE50B2B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6CB3EB-FC6E-9767-4A78-E04296BCF2B6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47AFD9-59CC-F4BB-17F1-088D5BA9130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9F9F13-655B-F794-4FE9-540EC037C53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CCFB5F-68EC-4F81-63F1-4067FFAC5E0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50B93A-1D97-3713-A025-92302728F6A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B856D-B8C8-E718-2849-34503F5FF084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86E7AC-8217-1012-41EB-E7967688AFE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3F0C11-DEC7-FC30-0DE7-472C2CA6B74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D2E2DF-5A32-B12A-91C9-642BBCE1F56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BABE1B-2178-D677-5860-F3FB2454E28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BC8EC3-9B9A-6C5D-B9F5-2BE26D9E2A21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2B002D-631A-F036-2292-F03F2A0C58B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F16298-BACF-48A7-7CCE-2B63174EC323}"/>
              </a:ext>
            </a:extLst>
          </p:cNvPr>
          <p:cNvSpPr txBox="1"/>
          <p:nvPr/>
        </p:nvSpPr>
        <p:spPr>
          <a:xfrm>
            <a:off x="3640666" y="3540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598064-0DB8-D557-CF3C-8E328C441BC7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D702B0-5E2C-D461-56C7-7D20FA2FD9E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6F3ED1-1F54-35F9-2CAD-463EA1C53420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5D1A3C-D278-33E0-4959-7DF4AAD7D30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3A075E9-FB31-A2AE-D363-A16B01F0DF2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14BBAA-47E3-6962-7CF3-E445BE2FB64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C7CB5C-2E4F-684D-6D4B-031C0E7BE088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EF3D69-55F8-7FF7-5988-4DF2F943079E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5C205C-D904-04B4-5376-497D6A1F5794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504694-F073-69F0-FDAA-937FD3632C7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D2F241-20D0-2758-CAA3-9829BC0891D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7A034A-FB56-4282-C62F-9344AD45147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56A43E-945D-1AD4-ECE7-C57EC6C41EB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21767-803C-FB67-629A-F9820A0C6AB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9C7022-D084-F590-BA34-06F1F720BB2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B8101D-0C63-57A6-30FB-A49A8E6F359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8CC7B3-EFED-FB96-981D-948001CB928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B5DC86-9CF8-26C5-BC85-3D2D1ECD2EE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CB7103-465F-5208-9745-C08F29D62775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A6F567D-46E1-51F0-E757-9C4AFBDE19A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C1FCF4A-536D-3D53-C8B4-38CD65880CF1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E19353-716F-1FA0-68C1-8038EC2AA9F7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705600-9494-F740-99EB-82A2679751C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078BFF-D181-1535-B7CF-4689A55D0AF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9B46D37-8A37-55E5-9ADD-7AA0B6F3900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019C7B-667D-4841-2CCC-D5AD7E9B9853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B744A9-DFFE-E33C-437E-FF929C100DBF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F4DAAF-0114-D636-1156-546D9084286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3183BB1-E543-EEDE-448A-2B47D8C363D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508572-9189-8782-D0FE-D41B10586E5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B31D80-3ACF-4FC1-81F3-14832E993CF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9B4F7C-16E9-D468-8BFF-B06A512CC46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8D7E79-B2CF-E3F2-ABF3-1229C9658A3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4DD91D1-F471-1F08-DCDA-AD34473C842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C64BD8-EDAB-A40C-44B7-0D05C7F056C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19274B-ACDD-8DD1-DC4E-1FC83ED8AA0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71CF7C-8076-26B7-13CC-2377F4530D1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55F9B-5C0D-96EF-8D5E-35C3D516C14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B65D6F-CB9F-2E97-D556-959F9CA8321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88D2E8-49CF-836A-1379-5C8B577EE88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91B9373-FADC-A89B-A426-943312CFEC3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76C29FB-22DB-5CA8-0C2C-7F6B1E2E1ED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C4A0F2-C984-7AC8-829E-EFF12CA9801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E01F9CF-BF16-2E46-6647-BE6DD0A72C5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16FE04-A63B-6304-671A-5DD1A89B607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155256-9462-8549-88FB-9D8B0AE56B6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213795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9462E-29EA-C8C6-4B40-0FCFC6162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6CBB3D-20B7-93F2-485F-3D31AD932D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 (Note 21/123/123 triplet, and 21/123/123/1234 quartet in Column 2.)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1CEA3F1-A5B7-9729-7D95-2F7AE2A04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3CE6B78-979E-8EB0-A5DC-E0F984656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1969C2B-5EAA-023B-1D8D-4D0A4FFFC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9704AE7-6BC4-5210-D0C5-082C5273CE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4AFE891-3D54-750B-A311-6602E771927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F070D7-7FCF-C538-135D-86DD8D2AB8F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04A623-9FC9-C7D5-D0CE-45FC8C090E28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B31B6A-9BAE-1AD8-4E5C-B561F9E9F832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27D78-28D2-195E-4687-2F309B7763D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9E0E2B-52CC-9B22-9B03-8EEC8E8E044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716A44-6B4E-EF62-727E-B6EDB1696FD3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E07094-7C52-1A2E-5CC3-ED82FDEA01D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5B9AA3-E8B8-11D9-EBBC-4A9733239310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DFC7B5-98AA-68B1-31A6-A65328CF3B1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347DF8-9C3E-1FDE-0005-D1C0D4F01A4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6CDAA8-D60F-C83C-4643-3BD32B749EB8}"/>
              </a:ext>
            </a:extLst>
          </p:cNvPr>
          <p:cNvSpPr txBox="1"/>
          <p:nvPr/>
        </p:nvSpPr>
        <p:spPr>
          <a:xfrm>
            <a:off x="3640666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5A8644-C99C-170C-CEB4-C67E752DF12B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C227B4-3FD7-B193-9152-185532717BF2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12D192-7918-17A1-70AB-70B5FBA84E7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5EC83D-2B29-2282-0442-9EC3CC94169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C70C09-70E0-092F-B74F-67574EA8783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40F85A-3E70-38CA-ABC3-5123E70B2F8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51405-E189-D63F-BC07-CD0462705030}"/>
              </a:ext>
            </a:extLst>
          </p:cNvPr>
          <p:cNvSpPr txBox="1"/>
          <p:nvPr/>
        </p:nvSpPr>
        <p:spPr>
          <a:xfrm>
            <a:off x="4143022" y="17698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C7698B-CD91-1ECE-E17F-F81BAD951D6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5AEAED-7F27-EC5C-E7FC-67D9804346E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2233EC-B40B-DB57-6976-98C833C90A1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CBB0AB-ECB0-8DC7-CE2F-C10F6606368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AE2FBF-02DF-7CE5-A590-30125CC7E526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F9E44B-F62F-F569-B73D-78C121EFBBF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A79C2F-4EE6-8203-E7EC-ACFE7F010D97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2397FC-B4CE-E03E-F29B-8FC27042C2E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9502DB-145C-3B80-B406-9053BC3EFF14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9B80EB9-2624-A97D-9C25-00FD24F0573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9935BA-6835-B656-0CE8-3535FBA6B26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99B90E-EDD0-78B5-17C1-EAD14EBD39F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33929E-4783-C104-D1E7-6E2D2000CB8E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76EB5F-2F98-5A42-E004-8E867A1B6D59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DF35A7-2F53-482E-CA95-DA1CCA9D9B46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F71735-4C96-FE4A-DBFD-AB4565E5946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E1820EE-A578-F599-B553-238CD18C675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EDE31F-FDB1-CBC8-E46D-D8EFE1AC23E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C72428-E9AA-F8F4-623F-0ED4825D350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AD393B-1189-EC9E-5593-5B685D09104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49FEDD-8923-F18F-0C07-A8CC529D03F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0C33D3-D109-9E4E-EE5A-B9DB4080E25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AD5312-58D0-EFFD-9BA3-96D04BB3C23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2BF931-D521-4A4A-0E9D-D873DCE36ED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01B3AF7-8CB9-BDE5-5AA0-8CD3890250A3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67504A-08AD-B5B5-6DD9-87879C5FFBB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BE8E4C1-1CA8-A727-DF5A-8F4466F9EBA1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799514C-524D-3CBD-685B-D8CE588E3E99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059973-1CC5-A46A-21CB-95E302B4EAC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E9A373F-AA8D-D52A-0F01-9CD9A3B7831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4F78CD7-C987-F13F-3DB6-A52ABC17C0A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F5C0C2-D0B9-50DA-7662-C744C0887640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2F201E-AC68-4C26-BC4D-03E60130366B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3758ADC-C707-287C-4CDF-701367078B1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72D2C8-1F49-E586-35BC-46E6BFDC0E3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BB8647-9911-A290-3C98-DB725EBE779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06B563-71F7-E81F-673F-5892AD1311D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22D4CA-2905-F1B3-04D8-0981D0A1A56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092F3E-224D-12BA-8B1E-12C66251619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2427B5-89BC-330F-23B8-FFDB3609DAF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B443039-B146-AF15-2BF7-8B7F2ADE43E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69B5B1-637F-29BF-BA4C-F14DA1866FF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7C9D79-04F4-DCDE-2BD7-5782490112B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65E205-0305-3733-33ED-E83BD3047A3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138641-D798-F1D6-F639-9BF280E0DCD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D7EBDE-9491-78F0-D845-3EC00D56AAA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E5FF216-4D79-5597-CB65-7E893E95E18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D12890A-3F04-E3D5-83B8-8150E579BDA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57E14CA-03BD-6453-76D8-E52231F723E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1170659-68F1-EC4C-74A2-6FB57B123C3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5424F0-24B6-2605-C074-E16410F7F3E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9DA1AA-6759-C22A-5F83-D62F1400386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428051-ED20-0869-590F-BA42A31D553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697963-9CCA-E314-3F83-C6E39A9124C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EAED16-C3A7-4781-98FA-090361EBB2B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644222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95D75-C464-C229-B656-9310C55D6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853222-DA96-556A-9725-324C44A4AE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096544C-25F7-1536-2E44-ED5FA3CFE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B9B036-0B62-E1AC-C7E5-F7CA15D27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7275323-78FD-096E-E63E-01A08611C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2D82C91-32C0-317A-B0AF-E84B1DCFA5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F6CCE7A-82D0-C177-F3C0-53E79F881A6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CD5263-7E5E-ABCA-D6B8-1BD8D09E1CF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517FC7-B7FD-43AA-0050-97C607CD7D69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A67B7E-C08E-4517-8F1A-652BC288AF2A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27529-BC5D-6EBF-0080-9B7542323DD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35BDB9-01B2-7184-9296-D99558A9D4A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936B9D-262B-88E7-AEC8-8B2229D1E0CF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9E2508-8A96-25A2-6FBD-B830CF12B07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E4F7D1-8868-4571-90D6-49EA9B872EA1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F0D83C-E88E-FAC3-50DE-35A50CD8348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00B0FA-ADDA-8FC9-07EC-5FB6F01ADEE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08D693-E332-E482-A37F-4B3FF48344F8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8532C2-7CF6-FF94-73E2-8CF3E7EEEE56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29A065-1967-21CD-4983-D6D09291B60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49CC15-DA86-0017-8611-AC9DC68E923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4E84D3-85A5-CC5B-30E0-97348F48CB3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AB716A-BE5A-9AEB-88C5-E9915297C05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A19FB7-6343-0CC9-851F-A4025D5BC33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9EC0E5-655F-6150-8183-D95429F27F0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488FCD-C071-6251-131E-5FBFCAEFAB3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E44ECF-8BEC-BBA8-F331-A1684D84AD0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D6F697-72A0-81C8-7C81-3979DC0824EB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98AA44-5693-1B57-EF73-FC7E8EAE235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C95F93-9145-90F4-C09B-6D1CE426249E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41F93F-3505-227C-8B45-7678ADE5B3E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D70283-35CD-3C10-866A-C912D377CC09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8F18D2-4B3F-8169-69E1-69ADF607309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E22081-AE15-71C4-AE93-CDE614510B8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C57981-CC15-1C44-0E3B-FF345919AE2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BAE4F0-5F84-0DFD-C31A-F0676E2E39DC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EBAAA8-F168-737B-BA3C-9FF4E5DB804E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19932D-5B91-8C56-D31C-403396BADB9C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F51822-EDE6-CA04-3048-34A840C866A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0F7EA3-3AEF-A48F-1C99-544C33DDE3B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E58AAF-3D78-98FD-8C3E-3F2142FEBF1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2755AD-2164-22DF-C8E6-1CD402FCB3F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459AE-2FCE-3D12-8BFC-D52A26F7FAA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15CB7-0622-86CB-646E-31689EEF30F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DE5259-26F2-6A9E-2F0D-A41D88C8F5B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9694E33-2518-D636-0230-2E921D32FC9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F37DE6-B29F-4458-585C-F183B7906F0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41A1A74-24DA-C506-B6A6-06F844E16896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7AED56-6638-80FC-E92E-6E951B7DB00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EDA9FC-53BF-8508-96D4-B20D7BBCF85D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6714EDE-3A41-0BDC-FA56-2FCE07582BC5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9D9A1DB-D7CA-67B3-B4B0-307EB0BA4CF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B2B3507-ED05-41BD-A5BB-3C7EDBDE7F8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134F486-4DCA-9D40-0D3D-B792F840B5A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F99EAE-D0E6-7594-EAB3-7B77D39F1098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54C435-564F-C89F-CF9C-86C96DF2DA13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97A124-ADA4-A745-D681-DA85F08E6C1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E750AF1-C98C-4E68-4AD4-4074F213A92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DF4A00-F883-7260-9B48-10978A02EB2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CC03B2-66B9-293E-1539-3351957C8D8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F44E29-7DC6-0BB7-30F1-09080F1AEDA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E55D7D-7D4A-3818-F4B5-F064F2F2142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01E076-6A5A-88A9-5414-83B9F95988E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9A3AF02-6CB3-2583-08BF-A581AA2FA13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7032B3-EFC8-9987-ED1B-92B0F053BA4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1F138D-A062-0881-A736-AD3D5F41924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7B756B-7B48-E879-A6D3-84F47943981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189A2-1C70-CB8B-5ECE-1CAC40A938D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C8A1C4-DEBF-73BB-2B63-6BD46AB858B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F3D02D-486A-2C77-D439-92B0BA0FE04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947D0C6-CEDC-A72D-55A7-938A63F3A1E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5051CBD-F292-E1E1-C51B-A4D686F28E7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4BB7295-C9CE-27C7-A422-CEFA0E6F482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8BEF02-C6EE-086F-602B-5BFFA8789A1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8CF7F7-3CA3-577C-24EB-C0573F8881F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EDFACD-ABE2-4014-7A77-A87BD082A04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C2BAA3-3D1A-8EC1-EC0B-8D409630C32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C1186C-AB0F-CEB6-A618-D370A684D43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7BDEBE-AA8C-E9AD-2D0A-C6FCBC09ADD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BD2FBB-A6ED-B55B-8338-12B43850A1E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821852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E4F7D-8039-AFCD-5968-186D4AA88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9CF3D6-D8C2-763E-0156-2297826C4E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E14FB8-5D4C-4DC6-D6E7-0AEB6293A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5F1054-4F7C-7E5B-C100-A5022B1CD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D110C2-2C6E-9B87-49BE-D9130F601B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03AC7B-35DE-BF49-42A6-10BCF79AC3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4679AD-BC3E-C964-C13C-7A9F4FEAB50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589734-19F8-02C7-CA04-6828A1DE83A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E27A7B-E52E-8DD1-626F-862F66F5F87B}"/>
              </a:ext>
            </a:extLst>
          </p:cNvPr>
          <p:cNvSpPr txBox="1"/>
          <p:nvPr/>
        </p:nvSpPr>
        <p:spPr>
          <a:xfrm>
            <a:off x="5650090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DC4C68-2660-C1D8-72C4-548309353226}"/>
              </a:ext>
            </a:extLst>
          </p:cNvPr>
          <p:cNvSpPr txBox="1"/>
          <p:nvPr/>
        </p:nvSpPr>
        <p:spPr>
          <a:xfrm>
            <a:off x="4645378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006E8C-BC7A-EC5B-DFCB-94D482EC05C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3AF608-2AA7-9479-E4BE-F50425ABA272}"/>
              </a:ext>
            </a:extLst>
          </p:cNvPr>
          <p:cNvSpPr txBox="1"/>
          <p:nvPr/>
        </p:nvSpPr>
        <p:spPr>
          <a:xfrm>
            <a:off x="615244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53BA78-3665-5332-409D-6A1802EBC5E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518739-1A8F-8558-CE93-AD934C150EA5}"/>
              </a:ext>
            </a:extLst>
          </p:cNvPr>
          <p:cNvSpPr txBox="1"/>
          <p:nvPr/>
        </p:nvSpPr>
        <p:spPr>
          <a:xfrm>
            <a:off x="414302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5D00C0-ABA5-040C-F1FA-8825EC5ECA5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5127DC-55A7-DFC3-9D68-83AB1DC2013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3189FB-49FE-5E6E-AEC4-92DD8CB4A8E0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C0DA04-69DC-0AE9-7DDD-73E6DE6FA489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974183-212E-F5D5-0921-3778F9DEA5A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96B4D-CE5C-706E-5713-4B12AE45F60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CEFDD5-C0F1-EFDA-01D0-59493F32EDE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A5E4CC-D679-1311-5B21-0D33CBF8D2E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5F96B4-E7D7-217C-6130-DA6E3589C9C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048C6B-42F4-BEAC-EAD4-2580BBF766A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A394BC-6A82-82E3-94C2-B0F36A9906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AF88D1-5846-0592-8967-8664FE7749F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E12C29-4601-4454-6C59-9F1A5F960DAF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F75C30-D1A9-D704-FF37-4442B7011B7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CB1660-93A7-2994-5551-963E5A07FD61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A15CE61-0297-C623-2CFC-9B478E4D2F5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882470-131C-4EDC-8B65-CBE668CA051D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79CD9B-E7B3-7D70-08CE-DD63021415B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0D55753-8C29-07CE-AFD2-FB07FF2C7AA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919F11-1C8C-8637-7142-BD42E2D05CB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783B453-D43F-18EF-A8B9-653E1E8DD402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BD1E04-89ED-3169-A385-EDA762CBF00F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1AE904-0150-A0F1-B7F1-9462EE2C3AF6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B9FC05-3649-9368-E918-FF2F7D47FCE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621938-37E9-0B3D-C0BC-357322EB2F8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C096B3-3EE2-52EF-A0BD-3F2C5CB3BBF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2E9D8E-10BB-66D6-3E5C-5352019DEA7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BFE887-9B82-B705-6716-3F046CE997A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6328D-A0F6-AF6C-86A8-D97E8048E13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C1BF67-F964-34FB-3769-BEF63CA58B9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FF818E-E27E-8ABB-D240-1D35C6321FB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AC9E47-B2EB-DF5F-F02E-26D3A0140A5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5668A3-A117-859C-0A68-825378C2C26D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AF8281-4CA6-37B0-8852-7A4CFE8B4E3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56F2A2-E66A-3535-94FD-6AE8A886B907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24917FD-9B66-3F20-A222-AC7EF1E6A88E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DEF2363-8745-FFF5-7349-00AAE655532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B590F1-3079-8C78-C620-D8F67C90B8B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12E69A-0E6B-6CC7-57E5-681E850BA97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A4F5FD-C8DF-0C27-9079-F62455C9011B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656153-E3B2-EE48-0E64-D7FD47D559CE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6546BF-5B8A-5758-009C-237CE5DF734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B99A0B4-6E7F-5791-7AC0-661EC2CCDAB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CA5E2C-FFA9-0ECD-9C9E-F6AFD359ACB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804648-2FC8-83AD-CB3B-9A4C1E06DC6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3778D6-7236-BCDB-01B4-D1351243C79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516A08-EFBF-A427-BDFF-798FA406418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3A4633-9852-664A-806E-92D8F692B31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2E0CF3C-5BE1-C53A-259E-CD79F0C9D06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430777-75D1-32F8-8614-C4AF48B1275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B13F26-336E-1DE4-8C84-95B043C6E38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45840A-986A-B179-61D5-9D95F220D70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80B80B-82BB-8C1B-36A0-DA68D8DDBAB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9470EF-FADF-CF06-18CE-F7BADF4B5B0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F76EC78-A1FB-588C-2714-7233F9504D5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04F98D6-560D-D567-28F0-14EBF6668AC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264977B-C065-505E-84B8-9EC4376D97D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9A467AF-AE9B-0A78-5145-3D40333F558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2D626B-DAF7-D50B-E331-E66D637D475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652A1A-B0A6-B839-1C21-366D71B392D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7978A8-3747-DD6D-EC64-B7C7EA81843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515244-3EE9-9BF1-51B7-F7E5C3714C0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893658-6E3C-78E7-6B19-57B19352E98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4DC589-79D9-5275-6DC7-BA6A94AA55E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085B94-968A-F139-210D-16B79C3865A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41672-E9BA-BF4C-00E9-546D43F2F66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270728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EB512-5099-2A66-EDA8-EDF16A87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CF8C95-9B28-A325-FA9F-E98A5B09AB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(One way to complete [21 in 3].)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C142CAA-62DC-4CC0-CF22-CC11C0494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FEB58D-02C0-F72C-7A88-20EDF84EB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F71C3F-71EE-2247-8154-58EB1D8A8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DB7B39-3769-F23D-303D-BFCDCAFBF6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7F543AF-2F7F-110C-FFBA-5D2311C984D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859617-FAB7-42A6-120C-11FCE4EF214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A4E889-D241-24CA-B9B8-E8480FDCE3F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2DEC17-09B9-FCF0-3B75-1296912FC29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3DAEDD-F9C8-A2FC-DF61-70594388177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C6CD4E-8EA0-6B69-7F4A-FFE04017042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92FF26-673A-683A-4A51-44952CA949BA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5394BF-4917-01C0-FB7F-4127208E34FE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C25C1C-EFF0-0721-D664-D58AD163E3F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A8B44D-77FB-8591-1C5B-8B8DEB77C55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FFB399-54E6-8144-5CAC-74E80B9A09C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78499D-4870-0ED0-F171-8A6D8F820B7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4244A-751D-9306-F7E2-86359964258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28DCAD-1B7D-4D7E-C540-9DF53EFAF4D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2B0101-6C47-0962-99FD-58C1F2D1909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B6FB00-DCD9-EAA5-229B-97FA552A6CF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45528B-F4FC-E061-F536-88440FC0AC98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4A280E-9618-780D-C57C-C33D9314AA7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4236B9-C728-40F4-AF54-A38136E67BE9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F298A5-3F64-E000-A096-3B72C0426C8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C0A205-E203-9239-1CED-2C47487BF97A}"/>
              </a:ext>
            </a:extLst>
          </p:cNvPr>
          <p:cNvSpPr txBox="1"/>
          <p:nvPr/>
        </p:nvSpPr>
        <p:spPr>
          <a:xfrm>
            <a:off x="6654802" y="353278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2A20F9-FE17-8E59-0DB4-998FE4B13FD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9CE995-249F-CEDC-A8A8-37D11F21E45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B4FE9C-6E3D-4E7D-5E8D-1D2A190378A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B790C0F-7D57-A202-13FE-9465E165B6C2}"/>
              </a:ext>
            </a:extLst>
          </p:cNvPr>
          <p:cNvSpPr txBox="1"/>
          <p:nvPr/>
        </p:nvSpPr>
        <p:spPr>
          <a:xfrm>
            <a:off x="4645378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43FB914-4768-0E99-641F-AD9261F9BDDB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B51506E-F770-3FE2-58EB-16E7800DFB1C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EFD39D1-6467-FA3E-9205-066EE2D6C9C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86EA05-1E0C-C7F3-31F1-8BDEC9B5207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596E2E-498F-FAB1-293F-0A2A45A6BBA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C7DEA3-F497-326E-BA3B-D6415C20D5C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FD681D-6D66-2F42-8869-246434074EA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DC5FE8-87AE-C47A-2731-9DCE9817CFA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729884-9A4E-3CF5-9D98-9EC164263B6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E02BDB-F99C-BC60-5527-D774CB072F4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E3C1FA-E197-030E-6AED-BAEE441CC1A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ED8AB6-F404-943D-E830-FFC452736328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99AB1F-343E-A2C5-77E7-43CD0520024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BB0690-2181-E7A2-6E3A-59C1F0115102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57F4624-CB76-7D8E-2C6D-080D65C07F88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EF52959-0DF4-0B80-1147-AAEE86FBCEB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6C5C3D5-5E24-8F11-7FBA-6656C1B3CD9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10786A8-C4B3-543E-772B-E36EA540726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00AAD3-5737-1EEC-78B7-DDE6C453A25F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D27446-E3AB-4A84-3F8B-A47DFFBB8DAB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52D6C9E-0A9F-91B7-9785-D840FB5F4A7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D49DC9A-CE14-D080-2E01-7725F3F262F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B660C2-5118-14C9-D976-25A03644D74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76C3A-FEC7-8642-7967-6FF985662FF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F5A420-CD8E-BA8D-D6A8-EED8CBA0146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4BDA31E-F9F4-3742-DCC9-0CAF56C1A18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4D1742C-854B-59F9-FCCF-AF18E7F8C8B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D31B147-E0EE-2949-9C30-844EB664FA4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C9ED74-9253-CC61-AFA6-93B64CC766E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3D1B39-5C99-AE4F-48EE-5383D706C19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08BC9A-44D4-6644-6B6D-3DF65F50BA3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89BE70-5379-63A1-2389-1A10CDD9E15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7C339E-78DC-2E1F-1D27-EAC319DDC49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4421F92-1F22-526C-1A12-A82F21C3197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54000A5-70B8-9C81-F60A-5EBA7D22F25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B6403E3-9300-50DB-A4BD-4B01C1BB9C2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CE06695-B219-613C-15C7-C45E32F6A53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4E8DAA-055C-C630-7F7C-B231C3301DE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59648E-FEDB-4E65-8966-C102F976D0A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010C3C-3A5E-B4E4-ADA4-E0EAC66E37A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3A21D9-CA43-9794-9089-6E51C8EB103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93E58B-EAB1-CFD2-0139-3EFD1AB49FE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39D78B-5494-F751-7D45-2166B218F1E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2BC489-D5A6-17E0-BF9F-A8E559A675A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587D5-543E-BD87-1E30-E6A4E719D1E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59A31E-031F-B3D6-98B9-DF358D5BE3C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AFE7D1-B86E-D381-C3DC-40648E23A1F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910510-CE73-3A9E-35D8-BD3C8FAD4C6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808E9D-6E91-7D95-E525-3372E9A8779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922791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7495-36EA-B726-882F-41009BF0B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B3264D-D67B-2DEC-2453-5D6849B0EA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C3FA39C-1248-65AE-A1BF-D04755630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6A45F5-8FD6-2A4A-D5D2-5A6BEEBF8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C9D3C1E-6C8E-A6C1-22A1-5E3F95910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1F8116-3438-1BF9-73AE-D65D4B5FC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5035B2F-C0BF-20C4-472A-5A47F8684A4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B6A4AC-8F35-A2DB-27CF-EB8AB606BEA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FC874E-FAC2-E1CA-B897-01D2964BA13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0AA433-4BC8-609C-4DC3-CEC7F60F0E1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170F3E-6504-FD8E-9322-361620769FC7}"/>
              </a:ext>
            </a:extLst>
          </p:cNvPr>
          <p:cNvSpPr txBox="1"/>
          <p:nvPr/>
        </p:nvSpPr>
        <p:spPr>
          <a:xfrm>
            <a:off x="5147734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CB11A4-118B-AFA0-DC5C-AF482C5AB9B6}"/>
              </a:ext>
            </a:extLst>
          </p:cNvPr>
          <p:cNvSpPr txBox="1"/>
          <p:nvPr/>
        </p:nvSpPr>
        <p:spPr>
          <a:xfrm>
            <a:off x="5650090" y="104382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505CE7-A81A-4663-A0BA-9E10B609D6A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ECF2DA-CA1E-BE2E-9CC7-B13C6C1DE8B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31F461-4B46-BC1F-4901-CE7E3C79B14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8F1B57-B2C9-48A7-69C1-EF5E6DC8647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1B3BD5-D38D-E3CF-1C2E-9CA9F2A88A7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FFECDB-9B8A-925A-E3A7-E11A5A4628B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6573B0-7416-3A4A-3F05-9CA62A4EF0F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CF7D1A-1DBA-E599-1330-630E55B279B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32C2CF-AF28-BD0D-2D40-94A138C10E52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8F0873-F4E0-4C5C-24DF-133C3B336BA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7084CF-9D37-E9C2-90AC-99E9CC07C2BF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1EDB2A-F122-8337-C56E-E2842B11F3D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ECDB25-2EAC-9D3C-FDD6-612B6F6D3CA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EB3EEE-01B2-8475-8D6A-189F34F8437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C0EA55-E826-E0EA-B355-8C71D7E3F21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23D59AF-2406-2A53-2CE9-427860A46A06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15647A-D3C5-4D53-4E9A-390390D8CD12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FE7355-70F7-1C28-CFDA-3274AF24979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A1BD4DD-110B-13F1-649E-9688ABB6E9A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679980-D574-317F-0AF4-5A445ECA0DC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CE0E66-20F9-EDF2-097E-F10F36A0C71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12E1F7-7E27-03A4-123E-D9D5FD9A5AE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EB1189-9A60-0007-ED42-707C8541793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69D488-2AFA-35B1-B044-0B4443EFEEE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ABDABF-E3CF-D929-0666-99FF5050C99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723105-56B4-4A0D-F3A9-8F453F68FE6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7D5AF1-E891-C26B-C0A1-428916F9C5D2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F2F806-3C80-71D5-B8B3-0FA91CA3E48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96911E-B4A0-CC9E-1142-5256D3EA9B81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2CE356-9EF6-3657-10A5-CD9F3D95342C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69F31CC-FA1B-3C81-C2E0-0F45A6F33CA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B226C6-AF2E-1055-9CC9-115AC595CD2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634A46D-9C82-E4D2-E2D2-348C4BCF9AC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27D846-92D4-36DB-C5EE-CE65C46232A9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4DEAA4-8F2F-FCAA-5A57-C8C3F70E0F96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8D2D5DF-E378-3FAA-C173-2A8A0C16DC0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0880072-77CD-9930-C38C-099536E2C05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38D59E-F400-DD42-71C4-9B7F9FD3FF1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3C8BCF-3112-FB2A-B310-F04659925F5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D198CD-AF06-F037-46DE-6CCCBF16819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BD6CB0-63E5-D20A-C6F9-BA9662D7BA6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C455BC-443D-4F7E-6EC5-97496833325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68ADD5-39C0-CC54-7AC8-F73EA1F938F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F39FC-05D7-3018-74BB-C437A21AEBF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1CCBFF-A17E-4B58-4464-5A5910EB62E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A40067-E6FC-1F94-ABBC-D4DCC91072B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6CF9FD-FC84-2EE1-9F7B-CA970EFCAC4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24B532-DE8E-523E-DDED-0360AFA1149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4AF15F1-3E99-E426-A740-E33F5A854B0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4BB8F6-5D63-1BB4-5926-4F557943AE5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418479F-9018-D1B9-874D-BC161C27DC6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9B08650-D1FD-1D56-6D6A-94D95C5EE70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F3885B-7794-6CE3-2BC6-D906B09B41A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3AE6CA-D7B0-F1D5-F183-37B8A03A9EB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BC09B8-61B4-C5EB-09B2-765560D2190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F9EBE6-C604-BCF0-1648-E0EAD7E1D52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C73792-C607-1FC8-8964-376D52BED2C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FA4BDC-637E-4F6B-8680-49CBC60D4F2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2DFFA4-E68F-98DF-0E5D-CE5F7AFF3F6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B3F30-047C-6A11-3FF3-D5624109E17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D623C1-BF54-DC47-906D-6AC2B8429D4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B6B2D-4AF2-CAFC-4281-679428FE405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1CA659-475E-168E-09AA-5E7AF66509E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B03F04-7B00-05D4-4076-521B30BBEDE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795217-4313-AC98-0706-512EEB4A522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591C9F-C048-B453-EE78-7272B0EECB9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A41696-25A5-390E-414A-78C1D5631B6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A86CF5-58E6-F248-CFF1-A20D0B0BAE9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383131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A345D-870B-F9E7-2960-4F68BC79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B1C523-8961-8BCE-A3B2-5997D02F6F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C73730C-93B9-A245-C24D-A4A6F008D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06A3CF-26B2-CCE3-6117-C16AA77FF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83ADC8B-D6D9-AFF3-2D2F-8EE351B8E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67458E-433D-5F28-A775-6EE63CE20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B1B6561-9497-76B2-CB31-B57D08585B3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A5C8FD-DA80-B52A-5D54-FA7B6C416A8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015D85-E453-64FD-60AA-A5C3D5570D5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B5F037-6AB8-FB82-F7E7-64B7779FAC3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652307-3D3B-4830-3C0F-7297CC63674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AABF4A-88FF-3909-677D-9612DAB9ECA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DE59BB-896F-0D11-D127-5FE2EC8A571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4EF52A-8BC9-5421-6132-998118645EB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3217B-9DF3-1011-031B-15323DC5E5F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E270C0-2268-D1B5-0C66-BF7D63BA965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EA84EB-2A4D-0DCE-0CB2-49C2FE379382}"/>
              </a:ext>
            </a:extLst>
          </p:cNvPr>
          <p:cNvSpPr txBox="1"/>
          <p:nvPr/>
        </p:nvSpPr>
        <p:spPr>
          <a:xfrm>
            <a:off x="3640666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F10D30-5E69-82BA-9BD6-D2C86DB35C43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B286AE-237F-721A-CEF3-B3046C1A9C4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F352ED-D396-52AB-53E1-BEC4E956688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4501D6-18D7-E16D-0BB0-F6FA1A4D93B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FA1CFD-7D3A-3FB2-348E-1E86AF88FFD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20E5BB-C810-8EE0-389F-63BD74111FF7}"/>
              </a:ext>
            </a:extLst>
          </p:cNvPr>
          <p:cNvSpPr txBox="1"/>
          <p:nvPr/>
        </p:nvSpPr>
        <p:spPr>
          <a:xfrm>
            <a:off x="5147734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FC3626-5B32-A716-0B9A-5714B8418063}"/>
              </a:ext>
            </a:extLst>
          </p:cNvPr>
          <p:cNvSpPr txBox="1"/>
          <p:nvPr/>
        </p:nvSpPr>
        <p:spPr>
          <a:xfrm>
            <a:off x="5650090" y="455043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B96813-2ED2-7589-C371-C7BCC97AE82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487F174-B135-3101-27F5-6307F11538C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0B2F42-1018-FC06-EB14-7497A1CFBE4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66A7DD-FF32-F854-3969-3C47D890482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BE4F7-A643-3B6D-3E02-F70DB3E8D56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AB0DF-8F25-FD74-DCC5-38C4ECCF8BB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E4C5E5-FE28-968F-5936-E7C206B7C21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B46831-BED0-146F-12A9-B253C19868F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D9851E-A37B-FB09-2FB5-6BD03FBB906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908D4F-2118-E404-F660-372F28B03F03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C0FE54-201A-637E-1624-BFBED4CE9EC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7BC318B-3B1A-128C-CC8E-CD9B6F95BC25}"/>
              </a:ext>
            </a:extLst>
          </p:cNvPr>
          <p:cNvSpPr txBox="1"/>
          <p:nvPr/>
        </p:nvSpPr>
        <p:spPr>
          <a:xfrm>
            <a:off x="5147734" y="32647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3148849-7696-4654-6EF6-B7FA9F53A52D}"/>
              </a:ext>
            </a:extLst>
          </p:cNvPr>
          <p:cNvSpPr txBox="1"/>
          <p:nvPr/>
        </p:nvSpPr>
        <p:spPr>
          <a:xfrm>
            <a:off x="5147734" y="40494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B7830C-30E6-15C3-7550-9EA9F7396A5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81D2B2-48EA-3FDF-31C2-252D0D4A9EB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66C73D1-35BD-5B60-F04B-8DBDB088475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BA0ACB-7236-F7BB-1AFD-8D465FF6DF06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3A99B7-B898-68DA-0397-DF2B60388DD8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F8019EA-209E-C4E3-8A64-84836A230ED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198A1F-5531-6B58-7FDB-2F37CB929C8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79CBFB-BC32-BC1C-0E47-83965D9444E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F9E7DE-AFA6-D108-8185-09FB10265D0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5CA60F-E1FC-2CFC-0A1D-D71663C27D5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13B8BA-0A55-C265-BECC-0FE8E00A13F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ABD6A0A-6CBB-5363-B80C-C801A483559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9E8BAE3-85FE-F234-AD75-9589EB5C0E5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05DB59-69F3-DF3C-8CBB-E678E1BAACA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E322DD-CDA7-6858-86D1-41E12C22162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59FDAC-E6CA-2E98-A377-8BFCB5E8FF0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4A7602-4A95-2E73-34A2-43CBB15FBA4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A87E65-F891-CE55-E5A5-6939FB730F5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8F965CD-2972-CDDB-3ABA-7B85A6F9C40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5DE1E8F-2B08-6163-3A41-2916F7257F2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14717A3-4720-ECAC-BA2F-1FF7B73E972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84613E4-DEE4-8DA9-921E-45F27B52B79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73C3D6-D0BA-6D2F-8ABF-417CE6C5394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B25A4C-3839-D7CC-E2DE-8B3B1173B83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4DD34D-4137-9FA0-6778-82A00DFD3AE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EDB0FD-F0F1-C7E1-A26C-06CBEE2E28B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5E08D0-C704-5C47-100B-7B21CE16768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A598F9-E1C8-AA27-592B-AA9A1D2F814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1D9F5B-D92F-B2F9-6702-8174425C2C1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1BAD0-16FC-352A-34A4-207E430446B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ECC779-229C-B321-14BC-F26AAF978D8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9684F9-736D-299E-DAA9-EA927AD34D3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AC94EC-7691-2B26-6E30-7E1B222F17B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8E840F-4B07-4593-8A8E-AD73DBFE345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B46F5F-32C0-59D3-F8A8-F0C31958CB6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0574DE-FBA2-33F6-941E-2BFA834524E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14E4E4-606B-A2CF-4892-85F3A1BD3C7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E65138-57D7-786D-86A8-1D15DFA3D79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4B148D-E29A-0CA9-FF90-B41F6DF64DB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007A35-0CCB-349A-A69B-38F5A5E277D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9C2369-C6FF-640F-EA62-83DC3DE9E38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F030062-B384-A7E9-2559-D01E9B54B43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16284D3-0517-0D72-708F-309345E9E14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82581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67EAE-E948-FD00-7E4A-B333F31C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200448-11A4-68EE-5082-39707DB4BF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 (Note: 3-line in Column 2 must be 234.)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68C62E-2827-2602-EEB4-CA05031B2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C76550-21BE-A242-0969-DD4257099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FE5B47-E828-1851-B8CD-83FE5A0DD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D0B540-E2F9-6D64-D3E6-773B5880A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795D97D-46FF-97A3-BA1B-125855825DD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CC1A51-9290-A67E-C5C7-B389F5CFEEB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2F5AE5-F867-2B92-A30F-9F7F6069457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3D80B7-5DD1-FADC-7BBC-ED9E2F465D4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C08A66-3F43-0BD4-9589-0C03D54B522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6F7925-15AE-B77B-16FC-7D8C733368D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3C719C-68A6-B066-D229-31591D5AF2D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80B1D4-EE64-65DE-2A8E-E8D5B60CF9D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A6E4BF-CE61-C18C-5DAE-07A4BC98905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198CBB-C8FE-6988-4C60-EA28655F68B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93A336-C7A2-A6D0-A74E-2C7FD37FE9E1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64CE87-1DE1-CAFD-B2FF-CBDEF30A8D0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AC0973-48E9-BD43-0113-110FDB732E0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2575AB9-1854-60B2-15C7-E76331B7A73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865087-0757-A104-36A9-9D772ADF9A4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BCC5D03-3C44-69A0-7B33-6AA54E5668F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97DA43F-9F32-1D8D-E279-02BE40668FC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E1A047-5650-AD5C-556B-BD9EE8BC7C4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D15E50-69AB-69D6-3EEE-7C021CD6600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213479-EB0E-69BC-19EB-77D35AC5770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F7B94F-C5F1-B859-AFD6-18C29202FF2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F3BB95-F446-2ADD-4C72-ABCF2DA1682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83DBC3-3A14-792A-B61D-437559CA14B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7110C5-FDAC-123C-317C-5F2315CF6C7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2EC251-820D-69E4-FF8E-82BC972A616E}"/>
              </a:ext>
            </a:extLst>
          </p:cNvPr>
          <p:cNvSpPr txBox="1"/>
          <p:nvPr/>
        </p:nvSpPr>
        <p:spPr>
          <a:xfrm>
            <a:off x="4645378" y="1536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0775AB-D9F6-4FEE-B30D-869535F8A00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C1AB2E-6F14-D8E9-3D4F-5DA74C356E4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2E8565-5865-FFB4-6564-C2FD1C9FF63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F469FD-6279-EAFF-51DC-515017CE86A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5EAF57-C8C0-FB3B-AE0B-5D8FEC907499}"/>
              </a:ext>
            </a:extLst>
          </p:cNvPr>
          <p:cNvSpPr txBox="1"/>
          <p:nvPr/>
        </p:nvSpPr>
        <p:spPr>
          <a:xfrm>
            <a:off x="5147734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FB891C-97CE-D5AD-E4C7-8931231D1B02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4EA848-D082-F95F-CC2C-F96303F911B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FD5E883-CCA3-8174-403D-AC0E02F852E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033DEA-AFEF-A716-398C-F49B3F95B22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5DD0DE-6063-E1D8-5F65-C2EAE4E6680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3003C6-4E0E-663B-EA38-948719D73F0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72A3B78-D5F4-F5B0-0999-C73BC711930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0C42EF-2905-D62B-834A-F2B02573569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8CE8D5F-AF87-77CA-BB84-5A8AF84ABE5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E7D2D0-92F6-9D41-BD3D-D3B52AA64D3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1F3034-6E37-0FCB-533A-4759728FC06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9077DF-C365-E706-07E9-80F83FCA585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8542D8-BFAA-FDD8-0358-438D4284B67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8EDFA9-FE3B-544D-DA0C-8659A84D845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B222372-06D0-8A97-BE3A-E9EA1E2E186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9CC43EF-33CF-5AC3-E50F-E71366DAB2D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E662000-62C8-35B4-B7AA-6267ADDAEC5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3BD9FE8-20BD-B0A8-1834-B70F7A673A0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E276FA-1622-32C0-57E9-35D8B50B30A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87BDB1-82F5-743C-304A-B7A074348A8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D4245A-43CB-489C-BD8B-B36FC5FED82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1088A1-9E46-7E64-40C2-A963CAAAF34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5D2923-DABA-247C-A0E1-BE381208B8D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1CA24-5AC6-7F1E-DEDA-96F9415846A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77DF3A-8E33-FF19-DEB7-FA7B14452ED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935F29-17B3-2261-50F7-DDA8C93D236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FD641E-5832-583B-CEFB-4553FA26E05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DAE021-ED72-4B86-901C-F2602150E50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CDA53B-3E15-AEE0-4225-7A446C476B8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1A01DD-1387-DB0C-52BD-586003E2E7A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4B7C22-A4CB-B6B7-A5C4-4A16DAD048E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802D20-1B16-A11E-254B-B8F2DCBFAEE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C287BC-1948-A8F3-FD75-36701DCDD5D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8CAA31-F226-0916-DA5B-03CF055155C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243C80-7079-D83D-8899-D130975E9BC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6987AF-8BBC-1125-B07F-CB6AA31F167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BFAC5A-E0D7-5EE4-248F-B9291150365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81D0CA-09CC-1AA1-6EA7-C3765D8EF18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58C82F5-B705-E05E-1497-0353F444258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B50FF97-1D62-611B-438F-9BC87A5C3DD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D1775C8-4903-C087-6798-50938273563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68D61AE-989C-A79F-8681-ADC89D80F23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25670C4-5CF5-89C3-380D-94CBCA3F105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BC37AAB-7F05-DE3A-181A-FF66C9EC075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868432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C483B-D713-A011-A585-A69492E0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DD9567-F61C-F233-90A9-5DDE82BE87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FBC43BD-34B5-6625-EF1D-18997C662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F27278-1537-B283-7009-6D92BCB89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2703E0C-EA3D-F2DF-98D4-BF4180219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F7F10A-0815-3B51-D392-ED70B80000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CAB19B9-9C30-83ED-DDE1-5DA84F38205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4CB643-C893-A144-4F82-96D43E5C16A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C09D92-609C-118E-987C-230A7B36B9C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B2E404-C80C-19FE-0FC0-64EF323A389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BC3019-2338-36F0-01F4-435B7628B4C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6D66D9-8E6D-83AF-DC3F-9BB79393120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7C0ED6-058B-8F7D-454F-CC57EE9168D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54D74F-E4A0-0BD7-606D-00082FA523E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1ECE46-1853-16AD-B805-12B7920A37A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55BCA0-8DD9-C818-3418-F5FF85D3A15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807C1E-E92A-7316-7F56-D5E86326BAAB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C5DF2-4954-CB04-AFD6-8161500D437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F19773-BF74-2515-8654-29F4780DF6F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05EDD3-5793-6161-205D-D819AA72CC1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5609A4-92BC-B466-3128-3E71CA293C6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2721E-2DE5-194B-3B65-EC2447954EC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103E92-99A0-BEF0-0722-C9EB824E98B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A27417-BE46-0B86-4D3E-2A7FBA59BDF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8CEBC9C-8B6B-44AB-624C-AF015CEE657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6CB4A1-3B84-616B-CDF4-BEC1F218A55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A28C2A-EF9A-C469-8477-33BA335D2C1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9EFA0B-A507-6F97-32CA-F138284A198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0F662A-F6C7-AD4A-6312-016E77E977F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FD4ADE-B87E-30BC-F942-824AA9C36AE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401FB2-72C5-D3A4-0C16-05B76D74477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8E6D1AA-3306-3A66-5909-A06850F5404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B0E940-5564-F07E-6C92-CEC3FFDD69D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BD1C5-EE36-000E-6CA5-336CAE2A85AF}"/>
              </a:ext>
            </a:extLst>
          </p:cNvPr>
          <p:cNvSpPr txBox="1"/>
          <p:nvPr/>
        </p:nvSpPr>
        <p:spPr>
          <a:xfrm>
            <a:off x="5650090" y="1544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4F36D85-4B04-1865-F8A1-B924D7C9CE6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3EEF905-CF14-2255-3188-7384016D33A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08E528-BED5-44C2-B195-AC5D0FD3857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B19D6E-B4CA-4C8A-735A-C403FCD7F88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53A315-D00D-E7C1-C665-E5EF2CAE014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3E125D-7C44-BD23-B4C4-DB247183954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DCA29D8-C1F5-75C4-4615-5BC3B96A7CE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EC7C137-6D9A-1F89-0C14-08D999295B1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C2536-DB18-B346-6626-8E2892693DC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D26BCD-C5DD-3442-3FCF-9947737C07E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39C995-79B2-0375-C2E7-D7DF01B1880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22C21E-604E-91B6-7688-B0916BF200C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C24044-6C1A-A3C5-CFC2-FE53F9C12B2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AF1676F-6B9E-6A2E-2330-98503084929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0E20734-A97D-FBAA-3D98-22BD8438F97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C95B80-F867-E453-EF8E-C6250A3FCF5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72CF698-3DB9-C5F9-9073-EB899A7903B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444F7B-5DC0-BAE9-CB9B-3FE81E470C3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C3654E-096C-5A23-AB96-E1DFBE3F744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2BC75C-3B7E-BCD7-9677-E4AF93ED1BD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90B3C0-9B5E-3E90-A26F-57152FEC53D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2BF99D-657C-8BB8-FABB-9BD4E581A9C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48634D-6D78-DEFA-E098-0A1466CE3C8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C2391A-C02F-ED7A-BF20-75459BAAB96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E76085-717D-471F-3468-B0E2619B1D0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369913-DF93-4CCE-D975-36D52389E6B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3090CA-6DCD-1CF1-7D59-E6B381101FE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FCEBA6-22F6-8F5C-B356-58EA386743C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544C70-330D-5267-C1AD-C59C472FC24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225AAF-D2E2-3077-F5A8-F9CE0E17F77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90AF6E-51C8-8759-CD47-5CA719F88E5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3C68B0-2CC6-4088-68FF-7D5D959B12D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679EBB-2336-361A-547C-84C0BDB0DAB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729E1F-6B9C-6AE2-1F87-F8E4DBE09D8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F92F79-C247-C960-C6B1-C181B4F723F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FA9141-160F-06F2-E94F-63BAD507CF5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A7D446-44C2-EDDD-8F67-89C169B20FC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BE967C-9449-9CEF-1FE4-B6F6FFAD563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6D4B12-9EBE-E491-1AE5-300396D9BAE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F650B3-18B0-9948-6054-D0B0D213D36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33A2573-5EF2-D2CA-3569-CAD0DE6D74B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3778C19-3D56-4CC6-04C0-9F1EDF7813A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FCFBBEF-F5B2-59A4-3AA7-1FF1C8AD8A6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24E0A32-4A17-0512-DECE-8EAB4B85E0C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63AFB74-DE9F-B47F-8D00-40CAC9083A9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2A36519-19F8-F831-68CD-B7619BB60F9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023228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EDD0-C485-BA9C-EA62-E254884B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7749-DCB1-D0D2-1756-231586A6AF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6FF2C0-C674-0C93-174B-BC1E6237E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F403530-1CE4-0990-A302-A6939E8A0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571E5F-758D-FE0A-B227-B863BA513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1AFBBCB-760C-3C66-CEF2-24EB0347E3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AEC2C30-AC5E-D482-F108-C99D6030CD9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8EC9B7-6C92-1ECB-8FAA-BD639362358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92816B-EE5B-AC8F-45E3-6277120DB2D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9CAEAA-A271-A813-05B9-721C8A4D280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195EC5-860D-642A-1484-54EDA234932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BADFA7-5975-2242-D3C2-9B352F0EA3A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19EE7D-D22C-0C49-2948-39AE5F105A7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82329B-DE66-386F-B46B-1190F0EB0F8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EA4B45-DE61-2AC5-CAB4-990A717A6B5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C801CD-166B-BFEC-9ABB-ADC97F2CFB9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98FF62-CB02-DA2A-2456-5C435A1AEF90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C1AD90-1553-56A9-8FB7-A25B1D03256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1CBE37-59ED-093A-0E02-F0FC41E67B4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FDD5C3-D20A-D35C-0726-5FE59DEE7FA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E38AEA-CD71-6E62-92CE-563E4E86BA9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CF9C4A-AFD2-AFD8-9666-7F3A3EC47E7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E3F799-FF28-55C1-7331-C36337045A0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7EC633-B98D-C3D1-E40F-7A70CBA0731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656601-5FA5-7956-517A-D2E94333FB2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4FF18-8329-A578-47B7-8A68171F59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E1E55-91FA-3B6C-86F8-A409EB41AE1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ABB863-6F16-EFBB-DCE2-8180625CB07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08992E-BE50-8558-3876-E17AA21E76A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0F6A69-88A8-76CF-F6D5-C730F438AFE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18558CE-AADF-0217-E7CC-E1F6E2E12FA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3C8D73-95A4-D5A1-5E8B-6CE7A7945FE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E7B938E-39B2-08BA-BEC3-5D0589EB569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7C8E90-4C0C-E76A-F00B-7EEAF32C233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44B49FE-A781-57FE-C1C8-601A282ABCE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C6B4B6-3F4D-8A01-A572-76608757100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94ED66-37DC-C91B-FCB6-2BDD72E0980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0620D3-F181-15CA-AB9B-4645A234364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5CDB21-AA50-A0F9-E6B5-179BD5CAD90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E6D193-7170-2DE9-5100-89F48699632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25B708-67A7-5819-20EB-4763F578647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1AA943-7B1D-1082-81DD-9CFFA72142B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2B88D7-5E9E-71E3-C5E6-5DF8F82DC26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FCCD7C-B5A6-BBAB-6066-D4A2DE46D42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5902E6-1B46-A469-986C-5183C86542D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1321A5-BE94-F5B6-BA91-CCE537F3568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3F70854-E25E-8CBC-2B49-4C4A8D72C47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FD42946-5DA1-75FD-C525-F39DCD83094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CE5A40A-5EBC-3CDA-503C-E5FBCDD9180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E07671F-F8D7-185F-F5A3-914B5968FF7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6660FC-63A3-50EA-BAFD-D17033E30F4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4D488E-E373-B1D0-5B41-DE6C8A6471F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2D0596-9508-0CE2-57EB-C44D9C4CD9C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A20E16-F678-8727-9F46-C1528C72B60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290307-CB43-8A54-B699-36257DCC4F2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326A3-FBE4-B022-1156-7415DEFCFF3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44C2DE-6863-873C-4F75-5CA2B59600F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78CBF7-5C11-A48F-3A80-49CBE64EF9D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DF142A-80F3-7D0A-06CA-3571CF246D3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E955B9-ECDA-2835-5FE5-F478C0EECF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FA05A1-A1CB-E93F-D341-75901D9A14B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84D5DF-298B-EAC1-5C00-757F89335B1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F28569-4C23-127F-293A-8D688129C7C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523A0C-0924-09AB-B861-517B7AA2B63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6A8B54-46EB-5103-77DD-C250D09AF5E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6C7CDC-8DBE-85BF-F491-96A6D409146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525CFD-1462-87EB-129A-3B514967B02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8C4617-7A45-A582-3960-9EB48A32B9E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BA0397-F68C-888C-0203-42017D49DB4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8D249D-6F05-22F7-C9F0-675804D926C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D02970-E1B0-7E96-8C86-1E4CCEAAD2C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3C14AC-792D-5D26-D875-13BBBA32029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7FE989-F95C-9DE2-E8DE-11797405A00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E7090B-038B-2FA3-350F-5A1441AA09F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13A154-EDBE-D3BF-4146-00438BEAC4D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4EA1C5-DAB5-5ACF-940F-BDF811287FD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8EFD0B4-C86F-EABF-5A38-558B7113BE1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D87A05-B312-9590-C113-815704D8DAB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ED90872-4506-76CA-3530-4F8A89044BF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659B29F-CC77-6E59-4FB1-A1B555159A3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399621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78B70-A2F5-22EA-9956-D4673B9EC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2D1A9F-2A35-D7A8-B58F-FD2719663E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5. 89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248299-4DAD-32FE-7220-6945E005E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BEDDCED-5EBB-E1D7-1890-45EFC5BBE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9874D4-8E2F-BFF7-2CC8-63ECA9F68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A3DC8F-1A7A-1C5E-A65A-978B78D233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72A757C-EA61-699A-D4D2-D2C96FD0B19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60F67F-0BF7-D50C-C104-3A48849455E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B79110-AD68-A9EB-0C4C-1ADAEEC7039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1DD6DB-A99D-D6E4-818C-6E4DAD6D46D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A25E07-618A-E9AE-E85C-11C4324C1FB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ECDB7D-919A-7D56-8D23-C85EF18C488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46AE53-B5FE-9F7F-83F0-0621A63DAF7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7D8878-A464-5E09-71EA-B886069F267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3AEFF-7C58-18F4-9F6D-EABB98A7096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8E9B7A-A982-9B1F-0BE6-BDEBFEDC6C2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E5468A0-E706-9867-4249-7A67D00F5FCE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60EB27-5D86-F1F5-9D31-910997F04C2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8A8337-56F9-EBA9-B4A6-EE2B48AFF05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4FF1F9-0AD0-2DF0-08A5-4DACAA47885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95AA41-3240-551E-0434-72BD1BD9BFB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6A3D8C-81D4-FD52-1E5E-7EF594E432E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ED8139-3BF1-C8E7-DC0D-BA15432A66D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2F27BC-3309-3FBB-6876-F0901B3D5B4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DE8C76-3E5D-78B7-EBE9-206C8F8EA0E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CF93E-8104-255A-5F18-4023B25334C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BC316-8DCB-EA92-C46C-03EAE4B5CE1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BE9974-9A66-4862-4FF9-82FDB83393C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2BC40B-2959-CB2B-0890-E311D83DEFB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67B247-E364-49BA-6306-8637BBE577B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D2EDC1E-ADD6-BCD5-9EF0-91E57471DB4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9C700-5859-5738-63DF-677C8B8C46E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A243BBC-2E82-0994-E45B-AE9BAE6196A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518E57D-3C8E-039D-9557-4D4599983CF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F5CB84-EABE-6AA9-7E45-1D1777217F3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0C8368-829B-8C44-43ED-8C93FF3D1EF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06F1C2-095B-B72B-E4AE-9490555ADC2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4FEA53-59FB-98BC-5C0D-0CC787C2288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B377D4-DAA0-FD27-9799-5C9972DE042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93F2F3F-5497-D481-F710-44229D92CE6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CBB3F4-9BD8-0512-5716-8827793F87B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8DC8AD-F3B4-0901-4AC2-68DA140EFC0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CEF167-E5B5-DAF4-9750-107F94648B6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0DD718-959F-32C2-6CF3-A653BC6927A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C50B03-4E5C-DA27-16A7-4B641A02E17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26D77F-4F85-6E48-8C19-EE4EABFF864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CAF7117-D8EF-C206-5925-263466E1915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1FA44A-D1D3-5158-F62C-FF2823F7113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1580B05-6DC2-4F82-07B7-6CAE3399724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225A981-F681-47A0-6F81-EDDD8257087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943945-6ED4-E49F-8E43-826079B7FB0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177615-3529-7B73-AEF7-4B5B920DCB4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2E41C8-4E7E-61C9-1B20-A04BB69EB10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DD4BD4-B713-99B3-2B03-76493C6CDAA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49159D-C3F8-076E-7BF5-A28E536E41C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EED7A-1542-3BBF-4FF5-D77B006A5CE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68F043-B744-02F4-880B-FADA5783372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84B245-BC0B-5DD4-00BE-89EA8009214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967A2F-0854-8FE1-B90B-933A46887D0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3B6953-3744-F5DF-2E94-D2EC816B8A4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AD2A07-94AA-7EB2-3F99-5C118C403D0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3483E9-FE4A-FC48-CD62-2227503D891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CFC75E-7486-4EAF-D101-C8F3A5801BE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490DE6-39DE-239E-AB3E-DE392C7032F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500129-5D22-9491-F086-1C6B4CC0AB4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678001-2A23-20C6-1467-5E1AE3C0521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C8587E-78BB-C86E-FB7C-BC8195E892C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88AFD2-E699-9150-23AE-7EFD4D396F5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1CF82F-C806-AC10-E8CA-546122871FF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3DED8D-7456-3BA2-6554-E9DC2759ECF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703693-1466-BDBE-51DA-4305328EDDD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887B5D-1B91-2BEA-F424-7BFCBCD14F0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31B026E-2EBC-EFF4-7C75-8C12C836C0C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EED5569-19AB-EBC8-0A39-28F2C33A798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AFB777-F744-E32E-5193-8F5141E971E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DA7A75-5BA6-8B7C-8154-C4F8FB4C135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C2B6A7-CE89-BEF7-D106-B8388100EF3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04715B5-EB93-DEF0-75E4-0CBA83AB551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9CAD87-923E-1DD1-4C36-0537FF1BFCB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5D2B9FF-FCCE-1EEF-8906-7D7E4411EB4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C5C412D-3ECF-8B29-A528-3E834E23054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9CC8CB-2927-9B40-B043-66BB18F1D3E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208072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86074-CEBB-6EC3-1673-762BCB609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D09191-19B2-A72C-F696-6346BBE769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BEC6EE-1552-CBCD-E64B-00C4C735A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880BB2-1B3A-60D7-CF5E-22459FBAE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C24BDF3-41BD-3911-38F6-740C30C25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9319922-8A66-1201-941F-474563279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4AEDDD5-D21A-6E83-09DF-C83D2204126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5B9E5D-852A-CD68-00B4-A4E8901D997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09BF2F-19EA-E092-7B94-594D248334C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ECF9A1-22B2-B677-99EC-307A41F357F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367720-2F17-DEBA-1DCB-4009B3C2F8B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2C266D-3754-52BA-65D6-ED31177BA56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A5809D-EA4B-EAAE-A213-0A1A8ACC499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B37F2D-A04E-5B37-781A-5BCDE2242EA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CF0AB0-573E-CC58-E770-8FA43D8C4089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2D878BF-B64B-94DF-027F-DEA907319F2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22DEAA-9B99-9C49-2766-478BDAF87DE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A73DB4-CE21-EABF-8DA9-B216769D74A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5FEAE7-3E84-60F7-DA72-99FD27E370B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4C884C-6C2B-FF02-3F4A-5BB5A26BFD2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004C7BB-9793-F996-7074-203031F88FE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190E1E-45D7-1765-9693-44B726F0E9E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7ABEDF-2F8C-0930-E66A-18F222E6D87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19D04-0A13-821C-7ED9-D5F2CAC1918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31D3C-4B4D-CEC6-15A9-5AEAC51B75E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6442A7-ACC7-BE29-E915-04C4F03450A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A78C12-7FB4-EA44-D42D-4E47BDFBFD8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04E571-2CAF-B8FA-4757-9F2287F3BEC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2E941A-215B-4061-A65F-ABAB1AB7D3C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4F73E7-B806-9A44-C34D-B880FE4CE9D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4937222-E90D-6319-EC93-28377C6A5E2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AA4C4A-7F62-4344-2BFF-641662E00ED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05761C2-82E6-73C7-4FC5-E47ED329906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B48487-CCBC-B3B4-B5A8-9E220D512A9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4BE275-CC9F-E66A-3FFE-C9448DA5C2E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3C4BC3-AAC1-A187-7B74-0579F4062A1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5543D3-B69D-094C-25EE-A8D1C8C0E62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EC1D366-3E1A-3090-93BA-95108238347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27938CE-9D22-33A7-B67C-D9D7B32A7B3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173FBE-BCED-DC0E-16A2-88FA5E278D7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E1EB56-0F34-7044-1936-38BC461A70C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F53F69-F1A5-A4B5-8B79-51BB40CAA0A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25A611-D22A-08E7-7595-4FBADEF29CE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D4597B-6297-E2E8-FFED-8B5D96F52F7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490D42-A369-8F4C-8B5F-18DEE6DBB61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394AD06-42C6-FD76-D3A1-4F3A54D3487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1776D04-45A1-FCA9-9151-DA8E5145962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92B5CE0-A3C7-CFDD-F945-D8B1EA1E86E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1B02BA-F9C6-85B4-5ACC-FA02F0C6581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0F63C1-1F39-A871-F2C5-1ECB471AAF8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9BDC02-9169-96D6-8AC8-23D1CFE54BF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AC8834-CB21-3A74-0921-F3125F934CD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821813-50B4-F95F-4008-3DF2E7CA0D5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2377D2-84E2-FBB7-4377-4E65511EFFC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236EE3-77FC-C1D2-97D4-55B8859A66A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0C9D0F-3F1F-BFE6-8F0B-66D7EE57441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B86EB6-2595-C5F2-434F-370884FDCBF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A5D08C-149C-8B82-0DF4-3A99B6593CC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3349BE-6061-5CD7-D6A8-8E28EE767AE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D3ECB4-99DE-050E-0A2D-E15C9F8BA32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B890FC-FE5D-E6A4-B050-CC5B8DD1E0C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1BA9A1-1D8A-F693-FEB7-C963CF6B002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CA2105-EB79-4141-CD96-0DB308BED8E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2B6018-6334-4AC1-D326-CABD2A66674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AAB77E-291A-F41A-6985-B31A27171E7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2CCB84-4E10-1F5A-A1B5-C7C17E55E37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D569ED-433E-7D87-59B3-B0160D76B0B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7991AA-9D8D-B42C-C7FC-E605C56E289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EC8C9E-6809-0B34-B629-3ECDFD868FA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4AFA7B-038B-1A66-E9D9-87BBCEF7989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A6F4D5C-EA8C-C6AE-F7D3-78CCFAC6D35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A049AE-10BD-EFCC-1A8A-AD78C086839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B0F6B6-B6B0-3704-6E32-84EE65394AA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D41ED0-FF9B-795A-2D09-EAE5DB9DF13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626D97-ACFB-96D2-1865-F8A69BB8FC6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1D29379-594D-B310-DFEE-80C0349BD03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475687-9205-4C3A-F7E3-C1A9DE6299D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730606-0007-989C-E23A-CB085622FC4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4E5BA3-0832-50BB-6120-13CAAC5DA6C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C817B8-BB4A-2FF9-2521-42CFA26888E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2D3EFFC-836C-6E8B-BB72-51D50E24617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549059-CF77-2EC7-6ECE-A3E7263FF01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466531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527C7-570D-0F7F-944C-ECC7AEB0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AA0BF6-069E-61A0-F0DB-21BC92BDFC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F26DA5-CEDC-BC7F-51AE-9D625E635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A94773-EF79-666D-FAE7-C13B8994A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C15A07E-B34B-75EB-9AC8-1B031EB21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4552DC9-24E7-EE0A-A43D-948A0642D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955DC20-CCD9-C2FC-412C-F62865B1013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99D796-8565-D224-01BF-108333AE768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2EE316-67F4-141A-F8B4-136E7D02E3F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2F8DFA-A970-90D3-EB06-89ADEBE3789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0DCE1B-5704-BB1D-D05F-75C94DFBCB9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1FFDD3-DB19-CA42-EA27-05847B63877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0464B5-A332-B865-F50B-ABF1904C21BF}"/>
              </a:ext>
            </a:extLst>
          </p:cNvPr>
          <p:cNvSpPr txBox="1"/>
          <p:nvPr/>
        </p:nvSpPr>
        <p:spPr>
          <a:xfrm>
            <a:off x="6654802" y="22786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E67800-EE96-61A4-0FC2-773918A94F9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33F9EF-5DE8-A7E5-F708-11FE1CF5C41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369DE0-9FB9-26F6-C143-CEEEAD519C3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8C1C74-9804-98FE-B1BA-171E7DDEEEB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B67124-A19C-AF8F-9975-3B7F9D1E261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4F99340-1C58-1963-E967-271E3F2DCC8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90D998-1AD9-B626-9CBE-D61F1CF3B25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8D37E3D-CF63-F8B3-3A7C-208B10B85B6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ED897-59E1-15AC-0EB9-A641C41DEE7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B813-E076-A47F-4D83-765FC9A1EC9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2AC79D-78BE-E729-E221-4826B87E9CF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86039C-2A53-2FC3-E792-50308DE66E8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1BADCF-A548-345F-835F-8B53FCBD955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D18B9B9-D9E1-90E8-B157-4A718D24B44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D3020BF-C32B-C84B-B6A2-50D45A579C9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61C0DA0-C25E-35CA-5F60-C86A7EA5ECE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1B19AC-211E-64FE-C303-6806045C523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11385AA-C3F7-38CE-187F-B2E2D219F85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26C704-8383-6111-DAEB-9307FFB1BF4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BAFD83-6A32-18B3-A251-D4F706BB641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F2B2F6-8110-B976-CD93-0C93C8C790F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C71F14-9520-1348-6DE8-CEE1ED77DAB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62B87F5-FA79-B9A7-E2D1-1400B872680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0EADA4C-3944-B2FA-0E2A-579204B0C4C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0AD073-9CD3-A4EC-FD2F-9CB81CB9D03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AAD504-76B5-97D6-6E4F-5F8A902869D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7ACE6-9ACD-FC21-07B4-E9809FEDBA5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A87A9F-1F37-3480-85F4-C2276BF865A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C34695-A640-F575-CD95-5578C94207A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87ACA2A-FD4E-D2F5-62A0-76970FF5E51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2CABAA-48EA-AD94-A6F7-9CDC508FA44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3E3E31E-3EDA-E2AB-57C7-E6715171021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82A520-6BF4-22B6-02F9-FC59218EA3D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DD93F3-8689-88D3-59FB-25EFF4CF4AE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E4D48E-6E80-337D-89EC-2EA5E7C6FCB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1C21DB-EE4D-3619-D39A-5C5490E9FA5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8A7272-8801-3B94-4FEA-45D0D3F56C4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2752EE-B847-2634-7368-C41D49BBB76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FF790-30F3-FFE3-5FAB-14C6E4E3163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BBEB8C-A37E-D540-97B8-04337F1DEE7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BA31E7-7451-9717-1E4B-7CC91953717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ACB09E-BCAD-ED90-7FEF-02E662D0184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833D45-E09A-989E-33B2-7420571E79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9755BB-171D-B1BA-694C-D77E5CD62F3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610451-B200-D771-633D-1BC37E9D3C6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3C49C2-9EBF-89CB-D6E6-1AA04D4B98E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CCF461-B569-ACE6-BDC4-01C55D532B4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5C8104-A0EC-58A7-805F-0D94ED5801E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6C74B8-9E89-082B-A1B9-FD4596456E1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1534E9-7A93-57D6-F9E0-9A9FDE7DFAF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58D367-A4C9-1C36-2ED7-86D59770597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EE1B26-E902-E29A-871B-BB4E38DDA74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21F510-5B45-17D8-0E82-100644668A4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48F5ED-BCE9-8D06-6067-C2A0A1AC778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9E4C74-3947-DFDA-EDF6-B32EBC041D8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C49B0A-1A0C-4F1B-5D39-D3F4257F3AC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EA1C77-D0D1-4D80-FE58-99F581B5767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64AB01-FDDC-675A-8C8D-274FE386CB7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98995AB-D980-5BCF-079D-0DF4E06F7CD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D4B10C6-1BD1-E69B-3A28-E3F888D03F8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0F266BE-836E-87FE-E7D3-4CBBB91ED64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04D511-7106-A439-B675-A84A6B528B2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31769D-93F2-7CF9-CBB0-6096CEFE4CE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B8DDDC-99FC-77E6-27E5-6C47B289134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8347BB-6CA4-B72B-CD9D-22DE599F826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2640E5F-2A02-6773-2CF5-75CAD1BC044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1081ED-74A8-988E-955E-DD3593F4947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04FB929-4B5A-CD58-E11E-1839B43F9DA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E2EF44D-94E5-A782-D535-4F802C34DEA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66836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87791-7D69-698B-07F8-52C542970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1D9F14-7741-43C2-2E1D-8CDB927B95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0EB322-3101-DCFA-0FC2-A218B793E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783ADD-58A7-442D-75CA-67488D9B0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257B815-E152-A6EB-C7C5-3D1DFB4D2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978137E-D68F-500B-B2ED-01CD9EFC7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7D0C83A-4328-9A73-E84E-E17A96C8EF7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E166D5-2276-F12E-E561-61123AC958F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18A1C9-28A6-24D5-C3D1-54ED54B4D53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15C7FC-4F7E-8802-EA69-5D38FDA04F3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793EE8-AAA8-78CD-651C-9AEA80A2B4D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7024BE-55E4-3371-2BE5-48578E28DDC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D401EC-A7D5-03E9-E18F-B6E13BAB115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3F83EAF-B069-9ABA-44CD-1F3573A8EA6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5647CD-A8A3-E0E9-2333-CA749E97B5C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1DE688-D29B-3BAE-1CDC-7BFE03BCFBA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F34C024-222E-1789-8B96-B48B49CC368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0D7E57-067C-78B3-F879-6C715C15219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77B93F-7D39-975D-228F-B305868D427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ADD984-5F67-EB27-A9A2-A76801100D1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D1D411-8CA7-DDFC-41DB-6CD9C39D19D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E92FD0-51DD-1DBA-79E4-DBE6A8E5BD0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74EFEE-0902-76BC-8485-86E216506F1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870932-5ADC-D559-E129-22154997526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75D006E-1A4D-5474-140F-E45BB23B41D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A7CCCA1-B52A-B21E-B28C-AD5C84B2145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08A32B4-3967-83CC-2981-19698C6002A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EC4AB2-5B63-DFC4-CCB7-F2C05133829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D850C2-748D-C3AC-A14A-2C6106BA9B4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A4AF16-364A-9285-C1E7-B42F21192BC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764128-AA71-F7CB-1F40-4C360F4DD2C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EB6534-267F-25B6-5F09-107C252651F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166E6B-36E6-FDEE-BFEE-BD7A4C6AD57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4952333-454D-CBDE-85BC-478AE363F51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551466C-EF88-92BD-BC9A-28999865099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F94B10-68AF-3B48-35BE-C8E43A62BA8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A12DE-7D56-460C-3436-585AE0B4E00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012611-2233-65EC-D3CC-8E37512F75D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449522-EEBB-A012-1FEC-469BBB49740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6B812E-E199-D4BD-F8CC-8F81797CE41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97F1D80-02C5-E3A7-90A8-6E420FF4F91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9343F6D-4461-8C07-587C-6732F58C816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DAD331-FBE9-0542-A700-603A043EB36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AC07485-6239-2F7E-524D-C4B4C1B5575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150604-7274-6A0F-D548-7755165DB60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5B8D71-6270-51BC-19AB-42A53E266AB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8F0D4C-23FC-D0B9-3E05-DB5805F7790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9D7481-C84F-E96F-4BDA-6506B33F4C7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EA7345-7D6A-D7A9-E3D9-9216B2A432A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CDA46-F5E4-6983-2CF9-5B5ADE85B18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E676C0-B3B5-EA55-F8C6-C1C3FAF09F6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03F7BB-5F5E-AE13-41A8-BDA31E617D4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5D926B-8684-3A31-5DED-98AACE64FDF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58B113-3772-FD1F-655C-C40F7B2F99E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122026-502F-45E1-6355-21CC83203B4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ED73D2-5484-2379-1BDE-89C1811BEC1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E8E22E-A383-A0E6-5C80-F3ED32D41DC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46B221-1958-3C2B-40E6-ED1A13ED270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80458A-4AE5-4188-4CCA-ACE0EBB9B7A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BD15AF-45F9-CF57-734F-FF033E30DDA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4E8537-36D3-0EF7-5870-3A5B4EFABBA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E3E895-BF4A-82AB-48C2-64BAED02444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C9793A-7AF0-A6A1-5BC2-99E127FB142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79EC91-89E0-2338-20BD-AF3E21674FD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15B94C2-6667-ADE4-A516-59E5107482B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99EAEF-EB04-1941-3A93-EBD604BE2F5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C247E4-7B86-0744-98A0-3ACC69097D8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7AD206-0E85-D1EB-8253-C0B0D5C9F20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A962B9-3D8D-37FD-B3EF-013C04AACDD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3008A1-8B31-73E4-BE20-0747AFABF20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604AE7-5E5E-6756-1174-54771499A4F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4B680A5-6D11-60C5-149A-F4EC902B4AE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18B6F1-26E2-F833-BEBC-40F42D34A7F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0242DF-34B7-9B5F-077D-BD6ED1A6E66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DFDDB8-C73C-D33C-74DB-2A5E6064E40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E12A63-3FDB-6800-4201-02EFB71984C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B99C14-0CB7-86EC-85C6-B6128494346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C3FC74-699B-94CE-333F-ACB75E926AC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B3DEB89-838F-50C5-A5F9-27177C7E43E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CA72A48-E4CF-C2AC-71C8-43F60DC1B73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7620B9-B735-D939-BF5A-85AE4857B8B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8A9BB1-076C-C283-4D04-8A62A029A97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326880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B2BF2-4AC7-8E17-5E20-96B90A8A5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1B8D7B-D07A-6E31-59B6-5171DC34A4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6. 18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797D12-90AC-B31E-D031-9F9997CB0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2E4026-4DA0-06AE-2761-246E8CFC4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3C5DF55-A252-4E21-472F-AF116D4A3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19AB54-C305-1F1D-241E-C0CCC43AAA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5DC47A0-8FF0-F33B-4C2C-31B3D5B53B7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3A9B00-7B91-325A-C7EF-C215EBA9712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880744-AEED-2F7B-6CA5-4266A7FF9C7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94C3F2-59AF-907D-1A8C-A00ADB9DE3B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F55E60-0405-D191-A2D5-C01197F6334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601618-51CA-B75E-090C-EF94BD4BDD5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6454A3-49F5-DBB2-ACB2-51AEC8D58A4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6870C6-79C9-7C0C-E52B-FA127E7E24B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C8263E-701D-161D-6F5B-E4827C7059F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E90C6D-A347-C71B-047B-962160501CF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3B5DA63-DEB5-AED7-C36A-7D1630A2D1A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44A95F-2C19-3A59-E8B2-420989AD593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5362E8-4167-3FEB-F336-6DB76673AF7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BBA58E-4F7B-E7CB-4955-51CF412313C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058765-6F0C-E32E-246E-882102C2DD8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9F2285-E551-76E0-99BA-E2FC3CE1837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EC7751-F0C2-2A15-2BD2-CEF2D65BAD5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39162B-7988-5263-0ECD-1CB94D2E60C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AC63AE1-5A31-69E1-6A21-1E43E75A354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69407E-32F4-F7AE-C5C9-1C44356FE2D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D07BBDF-33EA-28AF-C321-D7885DF65F7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CB79E1-EF63-F810-D92B-E93369C30BD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7B76B54-9288-A02E-07E1-202382E3387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79E9A3-D76A-0B7B-D418-39B6F070C3B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35DD63-8EEF-AE19-805B-C68B832C986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EFE985-02B3-A0C2-3408-BC419F334A1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C3ABD5-D917-6523-FFE8-C262E999F2B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33B5614-843A-6AF5-1E56-D548BB476E2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424DA4-B812-3194-06D6-C068AE9CC69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14D737-5BBC-F91B-8A8B-95F7F192985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27DB1C-41D1-6620-C23A-F87F26C81D9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1E3D6E-14BE-869C-4CD2-DC1C29D65A0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C6B367-5FA4-09D9-6870-1EA137E42A9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231AAD-4DFF-92DC-9C30-023D44E3238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155FAB2-314A-D13A-B4E8-48ED9C140CC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3DB4407-0AF2-1889-7BA9-854C0E6CD13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8DBBF29-7223-7F50-E7A7-506F70DEC61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3995B8F-07B9-D56B-7474-D1B8C286809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526087-F0F9-A2BE-1ECC-CEB2F73FC22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3EE01A-60B8-7632-BD5B-C9CD3AB2A68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864958-F7A0-E9DB-7D3F-06D2B269E46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6B2FB0-1C6B-2DE6-4A71-FF9CDACD36B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BD6AB0-DC27-9BF6-CA16-2892FFE55A3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CD1D4-C76D-7D5B-9169-317BDA38B72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CBCEAF-9C11-34ED-C123-CCB4750856D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B8B206-B09C-B594-272C-39021C5F95A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6CFB58-0F43-4294-2162-E7431FB8D48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C7F600-6163-6529-6C4E-D7D5404ECFA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554460-DE44-F11F-2303-2622B166242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EC7233-918B-EBD2-FD88-6F42747DA74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D74D6C-DAB8-FE83-C0C2-BF6EAE734E6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180826-423D-7097-F6E4-E7F70CD825A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0A7990-EC30-6355-66E1-E587DF6C665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0FFE20-63B6-BF62-806F-29ACFD6344D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8D9CB1-B8F1-6D56-ADB9-956BA7D8C65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A5CDC7-97C2-DD72-4B7D-F2651F5A0EB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B626D8-26BA-33FA-F039-799032DFE46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DC82A9-9768-E056-3830-3CEE13C9359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3CE849-65A6-8E13-035D-C8102F6807A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DAE775-8762-8239-13ED-D2771585E94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2B7D6C2-58AB-A221-C2E7-472E14FB635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7A13DEF-9813-C333-F82C-8F46B060A9B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646C1F-17B9-935D-17A4-EE751B8B433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721E30-541E-CFBF-A4C0-696D9801F9F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BCFAFB-E583-70C0-9E5E-266675086B9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A7919E-1436-2696-404A-1703A179ACB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8B8364-CCAF-F420-713A-26D69334D7C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7F87418-65F1-EB04-A4D1-ED30853D9BD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AB182D5-E131-F811-2EAC-46D8156C344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87C8498-4567-8C56-534A-4822727792F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FAB43FE-1525-1401-E86F-AAC9C302B88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83F1FDA-6F55-8AB2-C782-52EA75829B2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3F8F5B-3CF9-DDDA-9C6E-AA55D77956C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E869C08-D727-28C4-0B85-615623C6157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2088552-35CC-07B2-162E-71B7A3C5765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4F59E5D-79FD-0FAD-0ADD-80198083565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85A11EA-285A-0141-528E-1191931016A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8CA3DF9-990A-E8F8-3099-44DCE787B32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238531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9ADA-0CC3-F687-0F02-FF298098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D58BA1-27BD-907E-A79B-42AB069A7D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Finish Rows 4–6.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4BB32F-3953-4F25-908E-A80D89A30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052514-5502-9304-8D1B-A15AD2BA2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6D52F6-320F-3D56-7DB8-52D75CF68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C45927-63B0-2DC5-035A-CCC7B62EA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5DD96A7-5CEB-B688-C870-EA15A5AED51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51FC74-6FEB-CCFA-6E27-26165F73321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FD0338-A8CD-0BA5-3084-79CF8E4313D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51F47A-43F2-56E2-026A-92CC0597834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1C336A-3264-1ABB-7EF7-2C85AD6FFBA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D2655-4ECD-4035-9F96-4A1AB912DC8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C04A64-D8EC-8BC4-1E1C-2AF63B73855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CB050F-395B-9D97-DEF4-1EE3BE16CED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3B0A52B-3754-7771-7B1A-D7068C1F70D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9BF59D-C8BC-8797-E15E-EBF370580D0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740B8D-6651-EB28-B686-22C68763CEF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66D1BA-4A5B-53E5-2682-AD8A1463ED9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B23388-900A-C9D5-E5F8-454712FE88A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4C612C-4561-56F7-F91D-8CAACF5C148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EC529-9C2F-0ACE-C7C5-9814829C382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B7F868-DB1F-144F-8E41-02EF5F226CE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096631-CC22-3A3C-7FF5-351E4B9D148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9EC4DC-FB51-7E61-16C2-08548FCBA68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1606FE-513E-9E99-AD73-BADB45985F4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19E4437-C21A-40DC-EDCB-2C8B6E479B3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0EE03E8-8217-425E-AD27-E14EE91A418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0E53D4-FA4E-B833-60C6-1DC563640E3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66AE34A-30B4-B790-1D87-28A94207BF9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543E42-8630-1A97-E8EA-4D572CB3BA5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2D709A-8570-3980-3E1D-6C4C9AD7807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518B59-C06F-58F2-E315-6C193F5E0C2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5B5E34-50B4-A697-FCCB-0DCC4E38452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1C04AEF-9982-DA05-0AB4-74746A045E7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EF5D9E-4237-50F8-31A1-4511695E93A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B165D7-5635-4753-8BF3-FBF8FC5D452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5D8076-87E2-FFFC-328E-ACB530A590D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CB56E4-D6B1-F84A-9D38-DAADE5C198A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79935B-AF83-B20D-7CAF-34077F521E4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4C72BC-24CA-4D49-0FA4-7A6FA09C024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4AFAF47-BEB5-182A-C44E-E5FA13CF8B4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32E5E8-7005-192B-031E-E4DD2C5432E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D402957-3280-AB7A-8C58-4E10BABF94B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C69ACE-A6C8-A9C5-6C06-758AA7C11D4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7BE936-45EB-AEF1-511F-6DF560E2193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08F266-8840-C45F-2258-37B38A73EF0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A8FA2F-5663-BF73-70FF-C4486B8557F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1F5BFD-BAD8-7989-0F22-6E320A51B34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FA5FEE-A403-D00D-C6BF-7140C736EA2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1FA2A1-DA18-981E-DA75-1AA97B1765F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60FA9-2F52-9C55-8E78-E157E021FE9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35768E-4A2B-007D-BF77-5DB2A1F5B5F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2FDB82-7CEC-1410-A8AD-49EBE0E7BAD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8903C8-33AE-E7CB-8E73-8FD193A1C33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65164D-2D46-A174-1D78-3A7713F2173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10CA26-C197-E44A-76C1-6A066E38F74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49D917-2AEC-4211-BB91-49ABBE33037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DA3D04-DF02-17F9-9AC5-5F60A9A4C8C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4DAFC2-9D43-428F-F7BE-494A70050DA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EE41F9-C92C-3ABB-9A48-75F7BBD2B64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2E09F5-C24D-C396-7AB2-D4283CCCCE9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6A0FD6-B970-BBED-C91A-D45BF271A6D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74983E-132B-B5B3-E9C0-12765B3626D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B37681-6678-E99C-D464-896643F1643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21C8B8-DBF9-1D91-CBC8-4B07E8B31CD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177CAD-16BC-3491-218E-A63735AA006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4F666D-8767-8BD3-B5C0-AE8B44E2B06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7E129A0-1EBF-CA15-7A9D-EE0A940114E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F6D712-E6EC-E4FB-E2C8-87FF48C6061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FE3818-6D66-B356-1AF8-780E7FEA46B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0A0309-C766-E0D2-0D2F-A1A47FC9A2F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D792F2-1B90-D8C1-559A-C74A9398343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D0ECD4-214B-4F48-0D6E-91A866A8F10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0CF8339-1F01-882D-E63F-2EA8F1DC027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9C2EA8-92EF-4BC3-933A-F6F2FA9C36D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0FB6A5A-CE59-061E-9905-F142620DD08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3668C9A-5492-3E3A-DB4A-97C0DDB74B4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B579FE6-4CD0-B864-ABE3-DA1BB5C420F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09CC82C-7731-80F4-219C-FC1758DB8A2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CD0FD6F-F21D-CE81-D66A-DA55FD82E5F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11BA9B-973A-3893-B191-5D39A42B7A5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287D2DC-BAD4-520E-3101-837B93F8082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22C36A4-01E4-714E-B8D0-1C6C27AC5B0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0F88D95-1558-7B2E-BDF1-14C4FB3F018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501D255-9BC0-3361-769E-EAC12FB9F7B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6845C9E-0F23-1590-D514-56410AE325D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C7A5E81-7451-E7CA-15EC-6995F9B5309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30940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9970</TotalTime>
  <Words>4393</Words>
  <Application>Microsoft Macintosh PowerPoint</Application>
  <PresentationFormat>Widescreen</PresentationFormat>
  <Paragraphs>3803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397</cp:revision>
  <cp:lastPrinted>2025-12-02T00:08:17Z</cp:lastPrinted>
  <dcterms:created xsi:type="dcterms:W3CDTF">2024-03-19T02:13:08Z</dcterms:created>
  <dcterms:modified xsi:type="dcterms:W3CDTF">2026-05-22T02:11:10Z</dcterms:modified>
</cp:coreProperties>
</file>