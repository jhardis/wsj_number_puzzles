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1" r:id="rId13"/>
    <p:sldId id="543" r:id="rId14"/>
    <p:sldId id="542" r:id="rId15"/>
    <p:sldId id="544" r:id="rId16"/>
    <p:sldId id="545" r:id="rId17"/>
    <p:sldId id="546" r:id="rId18"/>
    <p:sldId id="547" r:id="rId19"/>
    <p:sldId id="548" r:id="rId20"/>
    <p:sldId id="549" r:id="rId21"/>
    <p:sldId id="550" r:id="rId22"/>
    <p:sldId id="551" r:id="rId23"/>
    <p:sldId id="555" r:id="rId24"/>
    <p:sldId id="552" r:id="rId25"/>
    <p:sldId id="553" r:id="rId26"/>
    <p:sldId id="554" r:id="rId27"/>
    <p:sldId id="556" r:id="rId28"/>
    <p:sldId id="557" r:id="rId29"/>
    <p:sldId id="566" r:id="rId30"/>
    <p:sldId id="567" r:id="rId31"/>
    <p:sldId id="568" r:id="rId32"/>
    <p:sldId id="569" r:id="rId33"/>
    <p:sldId id="570" r:id="rId34"/>
    <p:sldId id="571" r:id="rId35"/>
    <p:sldId id="572" r:id="rId36"/>
    <p:sldId id="573" r:id="rId37"/>
    <p:sldId id="575" r:id="rId38"/>
    <p:sldId id="576" r:id="rId39"/>
    <p:sldId id="577" r:id="rId40"/>
    <p:sldId id="579" r:id="rId41"/>
    <p:sldId id="580" r:id="rId42"/>
    <p:sldId id="584" r:id="rId43"/>
    <p:sldId id="585" r:id="rId44"/>
    <p:sldId id="586" r:id="rId45"/>
    <p:sldId id="587" r:id="rId46"/>
    <p:sldId id="588" r:id="rId47"/>
    <p:sldId id="589" r:id="rId48"/>
    <p:sldId id="591" r:id="rId49"/>
    <p:sldId id="592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568"/>
  </p:normalViewPr>
  <p:slideViewPr>
    <p:cSldViewPr snapToGrid="0">
      <p:cViewPr varScale="1">
        <p:scale>
          <a:sx n="113" d="100"/>
          <a:sy n="113" d="100"/>
        </p:scale>
        <p:origin x="1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21A66-64BD-9026-426B-ACF53B629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6A3BEC-633E-4E02-3628-1C2011B7D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8D48F1-DD8B-3D0B-E67B-392853EDA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BB433-BBAB-5C20-3D14-49246DFD27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567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8A78F-B65F-E210-CDD2-C721CFA42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0DD2A3-3CBE-A9F9-2D56-82E3D9132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D4E058-E65A-14C9-ABA7-75BB04BF6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D84EE-056E-EE4A-D127-63CE9B8DA0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330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E8DE7-006A-2771-38C4-58C7146F6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1AE4C-86E2-574E-2A4C-D310E14F1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611CD2-A599-47A4-FE8A-339CE1AED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D37E5-41BB-953E-AD2F-8154E8B6F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44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C1440-9EEB-747B-2DFD-70DA64644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A67534-70AD-0C45-7C40-23E75243E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D425BA-B6BE-1A76-7D51-841EB03B8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BC950-3E24-D843-F770-4517883657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790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40FA6-56F6-7359-31D7-AA851A379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3A0F7C-B68F-5EE4-54FF-6EF9469DA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A385DC-838E-4351-67B8-CC61DFEBD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031CE-681D-63AF-45A2-2732CCEDC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031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B434E-0EA3-8BF1-EB07-95D9429F7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92F0E-93FF-0838-C2B1-4939144FD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470258-DFFE-F330-8F4C-79E2111D6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E6389-1213-D9F0-8FAD-34C0EF486F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959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FC2F2-72F4-51B2-3DCA-FC6BEBDA4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DD12C7-95C6-5AD1-84B2-7216F10F3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2C48EA-A547-AB28-768F-7AC12CACE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BB875-7A4A-2955-2DA1-5EE781A8A3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5688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6831A-16DB-5D5D-F322-69461758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A33A7-BAAF-11D6-ACF7-C00D01A45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11F70-3CD4-CC78-A4F0-DADD3EA24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0971B-DB7B-5285-578F-A8585CA38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641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04633-7C2F-9263-418D-3CCBC7E5F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6E897-9A82-037B-4EFB-C490A861E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8640E-040E-EBE5-B2EF-9AD09BD32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EF57D-4D83-D12C-D7DB-BA2CBD613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654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FA58C-2ABA-FBE3-DB82-BCCFBE44D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418292-25D0-7DC7-D15F-7960FEE39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9DD95-1BEC-DB01-EAC7-0A224F033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F865D-4AFE-C7DB-C84D-121944EC66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6494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5B972-25FD-C908-5CFE-A7A2C1091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3E775E-2CF9-4A81-A05D-98FA80DFE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2BE442-741D-07F1-CF98-CC94554AA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ED9FF-2E58-4E5F-CB68-03F9B4FDC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428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64D67-54C9-4EE6-C191-9EDD495F6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41139B-3E36-C909-3493-F986BAA077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8B2A17-E7DD-921E-5E02-B88A2968B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0734C-8417-B0D0-C372-E32C9B757A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9439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795FD-AE6B-CC72-3875-5FDE44554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62F3A9-797A-976A-D8DC-8076BD8B8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F0511-0B48-A3C2-0F3A-2979FF0DE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C6B59-CFF4-7080-5631-F7CEF1EED4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7192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976F6-DD99-BA8D-B5D7-64D6F1BC8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E8521E-C321-B80A-5320-53F672C9C3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9FAAB1-8570-6D59-BA81-144FE27DF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9A619-0FDE-1632-553E-73D7D10BB6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1465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7F772-98F2-E84C-0CF6-5C4F0929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311695-383A-5586-8F88-DB125C79F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A9D8B-6BC7-0E6F-FD23-D33452D1B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8BDBC-7B8B-7983-1A06-EDB08C85E8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3171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E55A9-75A6-3FE5-4630-A5ADA2CFD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3435B-D1DD-1087-D8BD-440756DF45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3C596-BBEF-BDB3-5946-2D57B54E1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2E4EB-865A-B00D-2B5E-0CDDC2CF2E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0767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35BF0-A27E-F335-471D-8B042EFFB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77397F-F84B-77FF-B4F1-6257C929E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8A1694-EE37-8552-BF0A-B4546BF5F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31666-E619-C631-A73B-9D031E06D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667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97DAF-B094-5328-2195-6836CB0AC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08D0F0-30E8-BD5A-78EE-B6B896481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2B9D87-CCE6-1070-BE4B-57D99B2AD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8F6A0-21C4-2B34-0AB2-40B71F41E9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0637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D73BD-83C7-0E91-ACE5-83BBA7E02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832C73-B356-F388-682C-2481843E0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D202BA-12CF-A1C5-C858-53EBE57C0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0C2E8-BE2D-9B67-CDB8-B52E32269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371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8F151-6C83-2D5C-F71A-AD244D1F8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86AC88-07BB-B9D5-DDD6-0DCCCB959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0D8D1-B9C3-3D49-A8F8-ED8BFE537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0E1FC-8B2A-7BED-4F6A-118399BD1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1203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A3B15-13DB-2B42-345D-CEF2AEF25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1F631F-CB63-F011-B6D3-78058D08F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8F0AF-C0F2-0808-3DFA-09176B31E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F599B-4588-F862-6338-8AB7041134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825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5C9C5-395D-E36C-5853-0E3708839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542F7F-BAE6-EB5C-E854-983FAA38C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6FED0-292F-2EB2-71B5-C452B015C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AF22A-430F-1AD9-5B96-44E06CCABF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557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DC71E-50B8-9DB9-ED84-068FBE050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3652F5-B502-6351-318E-74026363B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7B1AC-FE97-5700-3DFC-066799D9E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777FD-8C5E-B053-A161-0E5CEDC3B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4447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10065-3B7D-59D2-B175-30BCAF557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9C16FA-63BA-3BC7-FA13-79CF00F7C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DA5775-FCC7-2FF3-46E3-30CAA321F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E11AB-CA0F-D37F-CAB5-68D42890B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4751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055D-43EA-C428-5BDE-53365BE3D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E9049-54DA-3603-530E-CE4CAABD5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04260-64CA-AAAE-DC5B-41AFCF71F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59D18-20F9-D412-9798-1E4521F525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199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F84A5-2378-1B4C-E279-B5BB51B87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7B1C3F-9F75-DE3D-631E-05945EB7E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67DCFC-0397-9BB4-E9C4-09B971BDF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56960-220F-D4EE-E2A8-4DC61D182C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206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EFAE9-86B4-DD43-985E-F0E7CCEF2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68F0C-C1CD-E401-5559-B517EF3D5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FF81A5-40FF-F009-8FCD-0C22CF8C8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3B5DA-0496-2662-64AF-D565B72FC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7121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D15B8-2A86-22A6-D93D-EC18863B4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C63E58-0F23-3CD8-8562-A37BB2229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0D13C-7CE1-A211-9791-1FF1675EA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3C2C9-A654-355B-1387-F1DF80FC9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6189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0E678-EB75-A6F1-FFC8-3EFFB52D0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BE5CDC-2C0E-59D5-B2B3-4669DF5912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A4C83-FF71-1F08-57E2-ECF34551C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08042-151D-1A52-4FFA-4EFEA20FC6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7048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D816C-0F2D-F2F7-29F9-2B49BDCC3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04CE64-3A9C-AB5F-D757-E6265A94E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51D508-B9B9-7BEC-F4F9-53EF55E1C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BC40A-1A4A-9263-6EE6-0A1E6DC21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0810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3302F-E640-A44B-482B-F80273533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7B76D-94DF-5931-DA9A-F4F16C6F97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2673B9-4396-DB38-1970-4F0858855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C8F61-5DE7-EB06-290C-C4978BAFA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7112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9F398-FF9F-7DFF-D42B-83891BE88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2C8739-787A-CF8A-8B49-5C8C90B711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2D998B-C2C2-AFBA-4CAE-2CCA252E4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87750-D0A3-EC4B-EE6A-FE8715E0CA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7478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48525-E1E8-F59F-EF91-26828FBD4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82C57A-AB83-ED7E-B6CF-5DA31ADF1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B9F986-1575-B085-D98F-97E574C4F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E8E5B-FF42-5A10-D8E7-DF6E40047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8660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A5755-69D0-BA9B-6F10-682443E2C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25A64F-D313-67FB-9951-D533D21F6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F9787-F852-6CC4-7738-995D7FF35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AD3AB-5DE9-8FD8-6FAC-FD5DEC5E3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3982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C5D53-0B39-C516-A831-3483C953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87868-1D90-CCB9-DB7C-DE2D704DCD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B39A96-3A38-906A-EA1B-5D25997D51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20C40-0DFC-4CEB-D3D0-393A58256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0101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F7794-A348-10FF-597F-78CA66A7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A55195-DB81-E076-7609-9C6191117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4A0514-584E-BDA1-131A-F00D77FA5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2F481-23E8-4631-9622-FFBD064FE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642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E1E01-1419-8512-A10E-82341951B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DC321-C228-153E-D104-693DF4CE2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FC88B-B16A-772C-642C-025338CA5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2FF4F-2871-0CF9-EC90-92A29F3DD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92449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ECB1D-02F9-2DFF-DA10-19F85B109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7A7791-ED95-EA2A-C99C-CE0693904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9AC344-DE22-5C01-010D-DCF09B7BE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DF543-B3E6-95A0-BF3A-EE0F30652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0991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23B96-704A-294B-FE91-927E7BFBD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CF3CBA-23BE-1493-EC95-ADD75534B1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DA5CC7-FA9C-AB9C-A0A0-A29F6BFBB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1BEAF-B3D7-FC93-3AAF-F0209C8A78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825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54043-3467-8B76-1D27-1FC30DE87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F121B-2962-61EA-0441-F4F103DDB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556FBE-78D4-7824-4BDD-8BA817908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01461-4B31-E1B0-A1EF-826F9C95DB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6376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2C766-3876-B94F-35E0-83B007561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3C88E2-AAA5-E9FE-3580-538DB9006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89E48-5360-E03E-79DE-BF11C8B84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46C68-0D1E-D649-35CF-600F235A93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76211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B27FA-2F06-5628-526A-F3074E95E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B12DD-41D3-B7C0-458D-B1C8CA328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3D6A21-12C7-5C38-1741-ECE182503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D0197-D6CF-CF98-D9E3-CEC1EEEBA8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463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50411-CD52-AB44-4212-D825E7ED7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A897F-F32D-EE2A-CDF5-CBCB1BE6E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B1946-4AD1-060F-AF2E-EAE08B64F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43E5D-BFE6-BA51-B608-B4DFF09B5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49437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2EF4B-756F-623B-5E86-27044078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803A3-A2C3-3C8E-CC7B-370097A4C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8B1F79-ACDC-D450-7ADF-8CF42AE4BB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8361A-B6EB-4244-BAB7-8913CC4CD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07578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191D3-50BB-6104-71B8-3FC86DB7F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89A1B-702A-8D57-02B2-E6103CA59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5749D-E833-1D31-D01B-3540E8E6B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19D75-ADB6-14F7-47D4-AA0D50F6A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408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8187A-1D52-1DE6-1707-886FB04BF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AE6ACE-796E-1D9C-E0C9-6A5C91A90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EE34C3-1ADE-A390-B692-876ABFFF0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77BB3-E9FA-55C7-8944-E923826BC5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69897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4E1EC-62D3-A51A-EA24-AF5CD5549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EB3C1-322A-CC25-BE54-15005E06CF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0F333E-35C6-464E-1932-94F6262B1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20845-69CC-B8A2-9755-204AE0C45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49907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0DC4B-5EA0-0936-1120-ED4A535E0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56E808-2DE2-43A8-AF27-EFC29580F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55631-B38D-2B15-282E-D490F982E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DD58D-B067-5CC7-75E2-800C39B51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0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udoku puzzle with a grid&#10;&#10;AI-generated content may be incorrect.">
            <a:extLst>
              <a:ext uri="{FF2B5EF4-FFF2-40B4-BE49-F238E27FC236}">
                <a16:creationId xmlns:a16="http://schemas.microsoft.com/office/drawing/2014/main" id="{76A4FE43-46EE-6B07-6C34-0AFD242E2C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3217" y="283326"/>
            <a:ext cx="4544568" cy="500672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5A31F-A734-7B39-43E6-A4DC43D53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01794B-5E30-8FA7-BE3D-59A0615525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upper left block, getting to 21 in six cells must be 123456, and the remainder must be 789.  The split between 10 and 11 can be 136/245, 145/236, or 235/146.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0489BF6-DE71-487B-94CF-0E592A742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959C498-254A-FFFA-BF13-45BA64A39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5287E87-A308-5FC0-70CB-40B1A37EF6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6C6D98F-0F16-CDF7-0D18-9DB7CA7094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104AAA-14F5-7158-17E9-FAA45A60F25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1145C-8FA1-6062-4AE6-7DD23562D95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42B5A6-FABC-F0D4-84BE-DD0629F4DBE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3D4349-B27F-F23A-B374-BB9B39C2891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314EA7-A2A5-B157-94CF-324C9176B65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532196-0565-1A46-8CF6-5F1D4A27AC6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205EF1-D93F-EE6B-CCFF-4BA77F92A19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A08F15-942F-2601-EF6C-3EA0D77FD95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B31D46-1991-D19D-F73D-17FB19F2A17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A5E98C-AF2D-B330-6E31-AAD6F3ABD2E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6330BC-9A9C-4D99-B005-5F909ADCF34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41446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CC38D-9474-D072-2E47-458815058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A6790E-2E0F-230B-5A8C-376E579370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remainder of the [12 in 3] must be either [3 in 2] (which is 12) or [4 in 2] (which is 13). In either case a 1 is required, and it can only go in one place.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2A4EE75-4B98-EFF0-21CC-DBF9D0DC3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859FEC3-A16D-DE6D-BAE3-B4BD1CC0C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9C836FA-6E23-FA8F-4AF3-22CF11DA53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D638E8C-E267-7866-A172-6DA07B4B08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D11A1D-4AFA-B98D-57B7-2483BF5B578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E6A6AE-9EF8-AF74-5742-88F590C0D67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6D3B2D-80E2-C82E-4802-B12F11E0685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49CD49-D817-E03C-A178-9B9BB724E0D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57D274-BB1D-0034-8962-3B35CF066C0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73CBCB-1638-0567-335A-B4D67625039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ADE4CA-5CE4-3745-AEE5-397A2A9C806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8E8D68-A01A-F0A1-5DEF-3BF38DF55D8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2B4BDF-FA4E-F800-2B48-AE3C56EA16E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B74A2E-F4FE-4A51-09AA-A83C4FB4C5F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28EF17-C481-2FBF-68B3-501B1B42FA9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E58F75-F81D-BA27-95ED-7AAFB01D75B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5C9E34-C8FF-5208-05A4-7BB96264C8B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727710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A0FF7-0C1B-B788-6FE7-6FEF8CA09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2F9EF3-0B4F-F81A-72CE-97483EDC59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1 determines which choice.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ADC26C4-2CC8-DE69-8B12-5809D0BB3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CBCB56A-A0CE-8CDD-AFFE-C3FDBF50D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551127E-E1AE-99DF-58F4-59CA82A866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B313686-CFDF-CA28-06E0-1DC4BAFD38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A0C78B-56FB-0540-2E56-0C4AEB3C571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C1204A-1D2F-64A9-2D20-C0C236F7AA5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EDCF70-05C4-CC2C-2D02-BD6128604E1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4F0EA2-025F-8969-6691-5DE57B79CDE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D59F16-9572-CAE1-B5D7-1DDB67009F4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2EAAE4-23FE-1A0C-6E66-F194ED592E1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44C801-DF8E-AE61-9B5F-696766E52E5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9DA4AA-6BB8-CE93-A894-210CAE554DC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B4C209-6F92-885C-9B3A-9164ABBB15A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0CBE18-79A6-7EED-8018-EB66672B53C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9DCE-6DA4-5F4F-ACF2-E6C80D7B9DA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2F7515-2FF6-113C-E496-6ACFC9CFC0F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C742F2-5F9D-3F12-426C-B857C354882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31498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A59D4-BAF5-EBE8-4FFE-EF1A7A41E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FDDD81-968A-2789-0C00-50CAA439E9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C59D30D-363F-BF24-6D0B-5A2B3C903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2F85AFF-491B-4129-E647-2079ED416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AEC927A-4AF2-8DC3-DC2B-C92AC1450B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D9BA50C-C8EF-846D-12E0-39CF598966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3B7A02-991B-DB6C-0072-D6078849B57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5EA846-264D-E936-F824-1FC2618E674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D5020C-A5F1-AF2C-CEE8-EF23593FBFC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D90FEA-05F0-BC5E-B69B-13CDE5B20D5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68D318-86B0-EE47-2E3B-A0271C00481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71F7A6-1A98-6082-6F63-ACBB722D32A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2780AC-20A7-B096-0A9B-58268868C46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81B0F2-665D-1EBE-011C-57D4B4D0F30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A004E2-5547-D7B8-074E-6819F1E18C3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F6E2E0-9F1C-B0F7-F6E8-6B8F174F5EB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55623A-7DB7-B1EA-2594-63D507D4631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B3513F-BD37-7458-0ECC-71D7016D78D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5B102B-4327-4072-8A82-DB12DADD128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94956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3CCF1-3574-80D1-1FD3-2DBCAC341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57E5F9-0DBF-C310-5E55-879C48BE36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center block, both the 1 and 2 can’t be in [14 in 3] (since no cell can be 11), so one of them must be here.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3548D4E-1FF5-4ED8-17C1-7E71DCBCA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EE1B9C4-AB0B-693B-7ABC-932FB0153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CB4A779-258C-3AD2-9F6E-6F7025BF13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0D6266D-EAEB-731E-6165-E5FDB16EC8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992C23-E521-A686-D3D3-F3B667606E4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FBFB31-D457-F7C9-1631-056FAE77890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96560C-9308-2318-7B8F-C9AE8C40A28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57B0A9-463D-3CA0-8336-7B7599ADB29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645F31-8488-983F-E5FF-78111D9B24C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7847F0-1E44-B398-7E42-0A0932D1835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F8421D-C099-106A-B5DB-263558D49A2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1E4B53-B939-CF3E-6B2B-D32F61409D6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67D020-BB99-2A0F-312A-BDA6650192E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2F0050-3795-3F72-D05B-A0B08FE6438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720965-272B-00F3-50F1-DC5A4D6BB1A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0CCE5C-884B-359C-31C6-033BBEAA064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BD9ADD-895D-2F81-F9B0-E27F5384A9F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A5AD06-4899-AC56-5628-45E92E25229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25234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90E79-17A0-3BBF-31E3-19C247F90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0571CC-403B-3203-4EBB-37C3D0F8E3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45–(13+14) = 18. [18 in 3, with 1 or 2] can be 189 or 279.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EAC5E9A-74DC-2339-E777-40499FBAA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64AE4E7-710F-74CC-C09D-80A7832A8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CE99D25-B27D-ADDA-BB15-4AE07B17D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0136F6B-505B-5D2A-2910-828E066038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359DAE-882E-8232-74B0-97F0F74B34B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F63EAD-737A-2FF5-B119-EDB5F0B2D3B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DCE88-89D5-8BCE-4AA0-CFE4CB40F3F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F638AA-C77B-2E4F-8072-05BD2A279F1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F489DC-A8E0-009B-61DD-B27B22013C0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8F0F11-9E47-17D5-AD7D-BC4A2614197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13A8F7-2843-57FA-AEC0-6C7C371A46A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A5F10F-DB04-BC09-4C22-4A43ADB5BF0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17B4A3-5C57-F38E-F804-23EB7C99B7D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A93361-F7DC-59C3-2989-1F0A061B300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E5C779-0CC5-8036-6316-B14C6019CC5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94F9AF-1FF1-CE55-5243-5D1CB656247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43926F-0F71-2F0F-591E-F88717AF6C4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4DF30E-156A-7316-62E8-ADB9C8A1A14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926286-B883-A338-A688-FE201EAB1AC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898DF5-4D67-FE4C-6D42-E96B0DE051E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06856D-86FB-7410-61B9-B2342FC7E99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4DEED5-F8F2-D764-5558-0344734776F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321</a:t>
            </a:r>
          </a:p>
        </p:txBody>
      </p:sp>
    </p:spTree>
    <p:extLst>
      <p:ext uri="{BB962C8B-B14F-4D97-AF65-F5344CB8AC3E}">
        <p14:creationId xmlns:p14="http://schemas.microsoft.com/office/powerpoint/2010/main" val="903993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B3DBD-B18B-5A26-9CC3-4991FD997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770B7F-6DFF-4DB7-06E3-9B0ACFA181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There is only one possibility.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C6E0973-B0A3-E545-EB69-32923D5F5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B4C16B1-AE55-312B-D5CA-B49EAB4667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C91B475-DFEB-03C4-B43A-A08BCCEAA8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86F5BF7-8BA4-A12E-3A72-4E08C3F2B6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FC8C68-75D8-AD47-C012-6F8823CC191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6502A1-F6F5-1925-D770-477E5EB294B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0D9BB6-9D82-DF17-FC4B-4A46DB52A35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C72349-080B-04A4-772F-71E66F41529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79CCD7-5832-67FA-236E-B2C501ADB14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BF8737-5713-57CB-ED65-73BF27845CB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0C74A6-CA24-57F1-AE2D-BB5BD8CE27C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067D9D-066B-21DD-775A-4ECC6D03314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3D949A-4FA2-EC0A-8D7D-CE559BF9CA2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1EDF87-BF3F-FA9C-2A0B-AD0F7CD5A6D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FB85C2-5CD9-E03A-7C5E-292F33F73CA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825C8C-EDA3-DC95-E4DF-BB14857E366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2BB29A-B08C-41B1-3050-44BB32BC153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C53A47-A550-950A-1D63-4D44A0AAF17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8D8A55-617E-C075-8E40-504874CBA70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CB842B-B263-C618-ED76-CDE25366E13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32F9DD-0B6E-5C7D-392A-41D90A594CE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BE7AE5-9F9B-486F-9989-081C1FCDD2C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60156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D8487-B7AB-11AF-5AA4-B3BE1F38B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822DB0-8B71-B672-F0EA-AE880C39D7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remaining cells can be split (13)/(14): 148/356 or 346/158. But the [13 in 3] cannot contain a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E39C9B5-D7EC-F000-6FDD-C26BAB6D8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89D74D3-A090-0C8E-E9AC-3B3C01F7D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730543B-04EB-85CD-DF30-6B44B2134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1C54AE8-48F2-1BF5-4740-7595BDC267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BDC812-3018-C2E6-E520-4A8D8EBCDE4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21D9F7-0946-40DF-A349-5A139197651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1DAFE7-4D3F-D001-FB04-B58C506D21A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09EB21-BC6C-E954-57D5-AC5B446792D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CA2163-B552-3DB0-76E2-E43BE5A8CFF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31FD29-BFCB-CF31-C246-66DF66470E4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DF9E9C-B4F3-98FE-D3F4-DE23E40FD52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500044-EDF9-3EA5-62B0-403C98F2522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27D7FB-CAC9-FC9A-0CDA-1A16B02FF65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9B9214-85A0-3EC6-59F8-6822BCCE7B2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F4182E-3DBA-AF12-FE05-913C2F35E28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B43D96-DAF2-408F-A147-48F82759254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9BFBB3-BD97-8BBD-CB5B-823B60C7B82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BFEC74-489C-533D-5DB8-18579CBAB84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52A648-B144-2185-85BE-7B6E342487E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1D0839-3942-D3A9-3F2C-CCAB248F861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273D99-FB40-4FF7-E2BA-19AFC8FC951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326C85-CE69-435A-0475-431556C7052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65DFA3-C2CF-6530-9D14-D9B538114DD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94EF6C-DCB8-C7CF-315E-78A1A50E3A6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E4085B-5440-0C2A-F6DB-108BC4B97E9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8B869F-D804-BA70-0489-3787CFB1BB2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1E46EA-88B9-1891-1D56-D7F3D17EC31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D49D09-D977-F6D5-1BE3-170EA592424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</p:spTree>
    <p:extLst>
      <p:ext uri="{BB962C8B-B14F-4D97-AF65-F5344CB8AC3E}">
        <p14:creationId xmlns:p14="http://schemas.microsoft.com/office/powerpoint/2010/main" val="2379163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DFE53-2404-E911-381B-BF9BC31E4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4A3DAC-5349-AFC6-815A-F1D1DAAF9A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03AF580-072B-6B65-15B7-524D15DB4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87B4229-4DEE-BEA4-B16B-43808422F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891F51C-AA62-5FD1-2D96-860426C3A5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C213ED2-BF63-BDBC-81F6-7CAC95186F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7A7B17-F77E-91DF-4572-4137EB2C113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00D4DE-7B65-BCA5-8A42-4FC2C3DE700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CF0FE5-5204-4740-9145-A858358C992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18A97D-E787-CBD7-664D-2D36B5047BD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494E77-8A22-BB53-EA26-9775311BD4F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5D4124-0F3A-FCBA-D33F-A4030B84F41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188DBC-E0D4-84CA-5D1B-41CBB3CFC22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3D53A7-954E-0EBC-81B2-C7670EF148C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CDD037-1CD8-242B-506C-7524CB195B4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24E110-DCE3-755B-8DEE-497A4D2EF81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AD977E-E454-ABA3-4138-8A111D5715C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1701DF-80D9-B055-AB22-49E43EA6A9D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184FBF-A8C7-7F0B-3C05-8C5D59FD368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1E7668-6764-A2B7-290A-358D13F095C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FC6122-A944-7A95-BE3B-BB565E2ABFC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ED7545-CD0D-7FA0-CB1A-F23687B3F99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F1F943-F190-B073-0D8B-EA3782434B6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FE90DB-9724-CA0D-6F63-292DDF1703C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E04B0A-F748-A451-ECF9-55502E3DB2D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C20E02-8173-0C10-0D13-05BF79412EF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E48A2F-96DC-22D1-DBF8-6535C0B1433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7A864C-DB1B-2D3B-F1C3-A1349B8E5C0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4ED1D7-CD55-FBDD-43F1-8D9EBD360A5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6557CE-E0C1-6061-A473-BAF5CB75BB9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0639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11320-1FE5-24DF-FF80-DAB7768ED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87EC0D-3B0A-E0B9-50B9-5758C66FA0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73D6F06-C781-E2BB-C645-A734798A7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194CD0B-2DE6-1869-F8F9-E94C67746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BFE98C4-5544-C589-1581-C7AFD49FB2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BF4DF3C-33F0-0C41-7347-465250940E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C23383-A948-F3E7-6060-C05A2A6FC43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EF8C2C-7342-B267-6E0B-AA521867BC4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23743C-067C-0F53-B1BB-0155040B18B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13E648-54E8-06CC-D325-D21D8C402F2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755588-276A-9F6D-ABCB-248EA5D0C24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452BE3-E446-2116-7503-9CD31067345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29C61A-162A-9A6E-3377-13E9800780B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4E536B-2AC4-5ED0-8EE5-9E95F8A6940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FA5EE8-AE67-84E5-9960-D42B5D9CEF2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E8361E-AE07-BCFE-8789-73AD6652B47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F09945-3CB2-946C-2A68-D173DE72A92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FD2D3B-0A05-0FA1-198E-6C6CB0F9C34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F8BBB6-6353-3678-41DA-2DD1F2BF18C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37C6F0-C2D9-035E-6A18-B1797E35E0B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288F8D-BE8E-0C26-BC16-D5DF008BB4A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FEF7FC-1F75-B545-DD87-6C0517306C3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BE7648-2036-B4A3-92E6-F451A46581E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C74B26-55FB-B031-45D3-61DCF044C56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6DD8E4-5D76-A6BA-0309-3988581059D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6A80D6-87F6-CC2A-CB67-DED7722E7A9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E7DC3D-0B5C-1DE1-8FC9-ABCACBDC14C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CFBC11-45F2-092B-BC16-8B3F024BCEA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2D37F4-77A1-1B95-D47C-1A03595B545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31B2A1-734A-3934-F47E-865C3C1218B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20659F-DD7F-B0AA-2E75-E8238681548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F767E1-22B8-9326-B30E-A3E0C995FAC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566093-7FC7-00B8-571C-02BE76FEF8E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2B85D-0167-37D1-1A0A-3B37E5D0CA0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16065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DEFE0-581C-1C99-19E5-FC57E4D8F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667E7B-AAAA-76E5-43BC-EB47FC96AB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There is only one possibility for the [8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F8D5025-6266-546F-9C3C-48FF64A8B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DDCF0E1-A807-A3A3-CB6C-2A3A39890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7DB6A45-8983-0772-ADE2-C1D27AD8FA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C27809C-4A80-8323-B3AB-96BFB466E7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4655EF-F5DF-FFBE-B902-93D4FD193A2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A4B4F2-3718-BC15-F4DB-65B4738DF4F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7FB619-B9BD-0658-15EA-6DD68D645CC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2D88DD-E935-82B0-515C-3F9BD626C19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29587C-F60E-5B37-48B7-5F8F1A90C30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78E1B8-8D96-6144-2E3E-E8EBA04A8A7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9D067D-B332-8948-73F0-8D31F914C01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457867-E08E-C3F5-3D66-26F79203206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19AADC-75D5-F935-E7DE-89B37D43887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5591CA-C5CA-9BB4-BF03-7D0C9853E21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AAADFD-FCC4-5F2E-0B7B-23C340D0D49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8D8138-D960-71D3-063F-C8476D1CCAD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D9F107-7297-6760-67AB-306CC8A0109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C13274-38BF-91E5-6517-C92C6406362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E0FB76-1825-87EE-4FD6-F7AFBEE9718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635D0C-1478-B686-9062-AF544805436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45BE39-78DC-93ED-803D-9C0BFF7BD2B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D974EA-6DF6-FC04-DF88-8A2AE341ADC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610372-B501-97B4-0068-8126C77E5AD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46E40E-837F-3BF9-8EAB-9E6D7C6DA62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614C56-F09C-AFDA-8551-78BFEFD065B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0BE606-7D71-5809-4CA1-1F791CC49B8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C7C42B-D2BA-E627-DE63-0E5E8B847A1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C46C01-1AF1-7096-91D7-84128B30F1E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DCE94A-322A-70DC-B1D2-D5A89AB4EF3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8404B1-9C20-DE0C-1C1E-CFE358FDF40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8FA0AF-A841-2A3D-B03B-6BDCB202233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47F93A-A4D6-44EE-0010-91A82F62E36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44996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D5E5E-45B6-3863-6F16-074E2D7BD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16C634-2C05-C587-B8DD-94F7DDEC34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And there is only one possibility left for the [11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FD61E16-065D-6213-5DDC-34C74A3E5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EE77014-C829-2C18-9D51-50B1C51E9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F91D2C7-2CFA-584D-557E-CB1886CDDB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3864503-55B3-8EB1-A920-9A56864CF6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42BB8A-0DA3-5135-1060-DE85479B6A3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C02C72-1020-63B7-42A3-B392DE14BCA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972DC7-E03A-FD6C-6486-16FB084D1C3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5B14D8-BBCB-191B-81FC-95FD2179F86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8AC771-E227-C42A-19DA-E6B51FBF111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2E16FE-1965-E7E3-599F-7C6B4BA7D6A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EDC406-957D-96E8-FA22-AD2DD51AACD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D98E80-4568-1704-64A5-CC2E9DD1559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1FA7F9-358D-4657-2F85-A9CB9457E23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207DA9-73ED-BEAD-EE41-8207EBA4EE1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366166-51C1-8195-7764-7B051796076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4813DD-489B-2BF1-E2D6-98CE7E5BBD0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336DE9-AB7E-C2B7-26F7-C219651CCF5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458C89-5CA9-F9D6-80A3-14E9EA5455B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6DAEB6-E499-30D4-EF98-6674579641D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16377C-86FA-E74A-2996-748B4DD1009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38FAFE-EC92-8A5D-5424-5028D975C63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C5226C-FBCA-1109-5B28-972E873B2D8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50775E-36ED-0C68-19E0-C6230EC1DD55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8DEB43-48AB-5B57-6F77-0088AFCC4CF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795E56-AA39-9DC7-4D53-D08E9503C9D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98AEAE-40DA-B6C8-A4BC-69E42150EC7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87990B-7BE2-1C14-1A80-4EBE96A5C7E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28823D-AF9C-8CB5-3CBB-F09DA0704D7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F3AEAA-F4D6-93AE-882F-A43D0DDF306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DD5DDD-4D47-290C-2133-DD7B3F0C4AC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AE0F5A-82C8-A7C1-D232-8FC8F7AE601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80E673-EC69-AD03-5252-5C3DC31D664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BF4D269-21B3-ABAC-76B6-6E40E06AA76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5A41D6-0BAB-35B7-F397-BEFF633F7A0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70217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20A11-9599-A648-ED2E-8AAF114F1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E05D54-EB17-3949-CC43-C19AA9F174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DDABD9B-FE49-B8E3-56EF-03ED05034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BAFD58D-01D5-3DCB-0BBC-80B356A2B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1717709-87CF-4FA7-BB21-88E09024BD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8994F61-3D1C-7323-18EE-2EA14E3DE9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6A6F41-2081-EF90-1E7A-E6159EDABBE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C64DC0-8A03-AD58-F46C-5B946125B17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63A194-4D9B-AD65-E35C-EC673597C16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7A8A2C-399D-66BB-87EE-D7FE12BFCCE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27B4B8-C07A-EF91-FD0F-492F87EB635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585281-DAB1-F2DB-B638-2886F167AA4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B8444E-6DF9-9CCD-521D-10C7065FE6D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FA8230-E48A-4D78-9C58-F0192B783AF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0E9CA6-5F07-17B6-6287-9D8670AC913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1CC78D-A721-6E70-4347-59DD3432ED7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FF005F-C1FF-518C-33BD-1BC025B3229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064605-EF00-95A4-55D7-4EBC2129BBB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19AEB3-6741-E510-2972-011D45DD1F4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FAD680-A0D0-1924-B690-31042C5C89D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5061E4-C413-C5E2-3B82-0E43573892A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C8EE4C-C7F3-57C6-D339-14CED297B30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3D0877-6E04-8814-4638-E6AFC0534A9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E68B41-5F1C-E1A3-EA03-B51A37D0776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4CC65D-AF51-BF3F-20AF-9677156A14B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89D92B-C70F-14A7-3B9F-B6D46A77443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6CD0E8-26DD-8038-F3FB-F54C247C6B1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9B7AB4-CC07-F9CB-41D2-8E4FD30FDD4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6F3C9D-2D3C-D206-9B7D-26BB8D7A731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84C9F6-9530-3A63-60D8-D251BA27661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9C775E-A81F-AB87-44EB-B5A3714B096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896F5D-1958-997D-6380-16ED85F1465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8EBE87-21D8-BE98-38F1-91241D112A1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F78929-2464-FEDC-D2CE-C759869FF90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F489C-F98C-5A31-C719-A17B6E0FB5A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CDD28F-A797-3E5D-5022-7799D849ACA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23122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18F53-1CD3-C079-BDD1-F3F110595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425453-3251-CD9E-F055-DA75C753B7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9 in left center block.</a:t>
            </a:r>
          </a:p>
          <a:p>
            <a:r>
              <a:rPr lang="en-US" dirty="0"/>
              <a:t>Then, only one way to complete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84C6C68-036F-A876-4338-EC3534273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3DA0D35-89E3-A07D-F65F-905E21903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7E51FE5-886A-8DDD-4591-EDB38DCDF9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6373AA3-4500-27CD-63CC-25BF5C5D53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BA8D6F-9984-F73F-1C2D-F0793EC1EE7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2ED53-0860-1E90-6BB0-E54E5E2E169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E95281-D613-443C-0372-5F6D81D4D86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8DE2FA-EFF6-4021-3DBB-64E8FE6BCFE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6E92D3-277E-0D39-E8FF-378E7F19CBD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A18C87-8BE3-BC12-CC33-F483024008D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0373E1-3C6D-F636-9F87-7C83AE5FFD9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218B74-E8DC-9BCB-2A19-54C24E0F883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E61EF5-A0E5-3319-DFB2-E77DC9A50CC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8C447C-06AC-08F2-12E9-DB41B840BB5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D69704-6E5C-924E-431A-180A46CA3C1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CC71C3-6BA6-0B98-B3D3-10204E7E7D8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25287D-FADE-D4FE-8E68-113C1C9D659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FC6805-ABD2-2CAD-3380-1BE267F781A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5CB95C-D796-91F2-C1CE-7B73ED82930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F15B53-8067-38D1-87CC-353D9BA4050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EB034D-876A-22DB-1F2D-E191C642F6D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C348C1-F8AA-399D-7EDA-EACF53BDEC8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55D9FC-6AD8-05DC-1C28-DE965F49401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1CB931-7954-801C-1423-21C04AA4DB8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143469-D8BB-B0C0-CEA1-4F1462BC63D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E56E49-009A-D93D-8103-2C24EECEFDE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BF9468-0F98-5C43-E2FB-180886DFE2B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BDDDFA-49EA-D496-2798-4AA81B6F2FC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52BC4E-C7A2-850C-EAC1-C47D77000E8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E16859-C06E-6806-77DA-14B75452BF4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326FAF-1799-96F7-EBB6-7A379F22678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745965-99E3-F67D-E601-69066B24E97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161EC8-1111-2D53-112D-41C7CED1144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D2E977-A4A5-BEC0-A4C9-ADF4DE67790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CBC12D-D60D-62DF-8BED-8408BBEB715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FC9B43-8760-F62F-4E10-951A7C8D53E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86442A-D2E0-39C8-E946-B32231326E1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63404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21734-5DEE-8CD9-399D-6DDD588C4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B670EF-2D4D-6F87-ED8D-E7F3D7BE90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45AF08F-83B7-3976-4616-5AF18F898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3163A44-2DEB-1E8B-FCFB-0FB7363F8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A179B85-03EB-4DAC-5767-02F1621BEA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4873DF8-960F-65AF-C780-3F625170A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AF7F0B-0713-CA69-D0F3-778FB0C7782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6F436F-7773-FA9C-DD23-772F26EA837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378A21-4FB5-DCE9-E75D-BEDCD9BB55C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A97970-743B-0FBB-2267-501689694C7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82F060-03D1-301D-CA55-39E45B210A9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891D74-05AA-A725-8FE2-955AD21DD81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DA2C3F-53E6-B83F-3940-C3F628A05D1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F99935-B747-E6A5-3D0E-7872BCD48BF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21CECD-46CE-77E7-1A76-75F1D9E6ED7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9FC0F8-7DA4-DC27-AC0F-6B84BB43D9A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4B57C3-8E56-1371-EDEA-C7CC1F12F00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9CDAD8-255F-A49E-8481-997BA0D8830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25AE06-55FC-25BD-2F04-CEB5D0EB0C1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D3F877-B637-E5E3-63DD-419DE0FCEF2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20142B-EA65-4CC9-3483-0684AA76EBF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DDB582-CDF8-BFBB-E55E-A3F874DB0C6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8A77A5-7F6F-B9F0-1AE7-D8C7CF1A35B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7C5113-49E0-EE39-48BE-D12C18E43F7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04B154-53ED-B2EC-072F-DCFB320C347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AC9277-F1B2-6B99-CA79-155712271A5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520499-E19C-879C-2940-55D9C9E34F1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EA2D80-6C12-7A5A-4DA3-AD9D56F5C64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7687BD-83EF-5E84-3B25-B7B23463103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0C3B50-7720-D32C-EE54-53DA248B744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A60CB3-A379-C79D-B1AF-CA7E30BED1F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48DCAF-03CA-79C6-DCC8-2C374ABABB2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1D760B-FEA6-B8D5-5296-F18940259EA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02F09D-2524-2215-6BD8-FCACA9B7805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7E178FD-1954-F626-8D17-C52AA12DB18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699CE3-0B8F-DCE4-D260-94983A83886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B2838E-604B-0A5A-F3B4-00C36132B65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2E606B-3694-67F7-7294-C393292BD1F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E4D053-DD35-2D6D-50FB-C4FB203D4FE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42852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A602C-AB7D-9DAA-3995-F8901F78D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74B26E-D3B7-2D8F-E352-8DC884292F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Rows 5–6, and [15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9F02C57-29F5-5EE9-4E3F-9899C0BEB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A395E47-C965-6C42-E4A7-813104449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9775A15-3EF3-A4A8-8BC7-2C2D52A987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E44423F-0E24-D421-FAE8-58E4117F0F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8643FF-A76F-BA9B-F452-3B3A7487513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A7F02F-37C0-CA57-D6F5-1C0D73DAE41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5F6F11-566D-842D-02B6-73B17299CF2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BAC262-FE80-26FA-CD52-257801FFC54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D015CF-7229-D62E-D5E5-8FEB0B5A8DE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DADA22-CA27-0321-D7A8-8862AED32BD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ED289A-0DBA-B0A2-0D33-D4C7DBDBFE1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714A41-6AB2-D481-C0B9-2E8D79F1835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0803C8-C78E-9138-E458-0B30BBE0CB5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6EAC1E-C56F-C49A-F679-3CB951FF1CE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5C7CA0-8541-34D6-615A-8640B2E1329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60ED58-A78E-52D2-F978-69DF96F1EE1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344769-EDE7-53FE-5392-D10856642DA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C15B15-E316-63FB-658D-9852A68EA6F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418125-43C5-11A1-5FF4-374A26A349C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941568-FA5F-6D18-520F-1A156E9A10D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A587BA-20E2-F280-2789-A17A02BFB94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64293B-67ED-DF92-4F1B-F52B38C860E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B347AE-F58F-381D-F9B3-4077A14EA8C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6E5BD5-7EB3-52A6-77BF-989C4A1A66F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09A37F-C5FC-16CC-557F-7C78AC7C4CC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9984ED-711E-E032-EE34-57EFE0FEE91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1E7B78-8B86-34DE-123D-FF5798E3A04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3E2336-402E-FB51-3C78-97A2580ACE8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CE819A-B648-9997-9CC7-53F5A2AA218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7F16CE-8809-D5B4-F010-2809FE5B696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4ABA94-C1E4-024A-C3F4-158DCB5EF75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26BDD8-8A29-4F97-F830-617DD2C1B97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1BD8F43-9EC1-3176-EEC5-AA413A4D4B8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36E2AF-71B7-6D50-7071-7C897D23E11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ABEF36-6E75-28FB-2AF3-51996F5E847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57DF42-5917-2A35-6122-0FA41A26D8B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C2C1C2-87E5-3CD2-C07D-E5BB3015C7D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4E9B1D-2FB3-A0C1-695E-9A6244C9DF1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E8EC2A-87FD-0F38-6718-711C6622ECB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XX8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CDC13E-C299-194B-537A-B8624B69495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161DC1-1849-01E9-A3A6-E0508E4A203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1F7C88F-F2F9-6558-3F36-5B5E1197184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0CD4F4-D74D-BD8A-E9F6-D14C55BFFA1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970572B-B6DD-3035-BEAC-B3D3404CD40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22378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A55BA-6B27-F13F-F549-52DED499A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2080D8-CB39-5AD8-1259-E69064EEA7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[15 in 3] is determined.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814D398-F98E-6449-E05E-C3AC4D724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0F175CE-A2A5-6733-94D5-66C84EAA8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4276721-8ABD-A0A7-02F3-9AFA0D7C55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DCC5C3D-55FB-AC79-D3E8-665C1A76F3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369E4D-F2D4-9702-81F6-0CC4F07319A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9957ED-6A9A-5D08-68C2-3992FD8F942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88597D-CC94-9F38-F3A1-78EDF6DBCB1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F767FB-9889-9A60-7B3C-23209F06BDF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DAAC82-1E20-DB9C-30B6-FF49DEB369B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8245E5-46D4-3CC8-FEB0-E2F7DFF0EED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004211-1380-7A17-9FE7-8D1E962A4A5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63E7F0-8E50-FBC8-F48A-1D547C8BDE4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C1A733-5BBC-87F1-923D-3BD40D93ABB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A7E30E-F0C0-6930-D261-36E4B9876E7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4F5739-94D2-39A9-9B04-61F54A3CDD1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9576F1-F5CA-6A2D-A7D3-81D22BF7D75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E5EF27-0574-9BB5-F303-77F712002BD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F87057-07F2-682B-0A04-D2F404D6631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398413-195A-54E2-AC6B-5955BAA25B3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7224D0-29C5-43BD-013B-042DED772BE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625BF1-7EFE-9BDC-1911-2B1C78D9347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E646A5-815A-C2ED-2879-4D9FFC39B06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953586-7AB3-D641-7058-8777D2E5F71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63E4FC-055C-393F-6968-BE0FE7CE499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372370-8DAA-B37F-8C56-0514AD49A01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124F9F-97AB-8EE0-5F27-AC506F4D16E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CA689C-64F6-7414-790F-B843E8299B7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66A383-7514-67D4-F8EC-0DF02B876B0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649B06-6C39-FA74-6C61-1DFBDB3589E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26C737-B297-6FF8-E7B3-4AAF4F8A4B7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DF9738-6713-BFDD-BAC6-06E02BC8E85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538691-354A-FFD2-789B-8B7DCF47412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B476C3-5D91-29C3-3159-4D48DA1A0E9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0021FB-A733-C81F-8CCE-4521BB6DA61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90560AF-84E2-355B-BA00-D9218589EEC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A2A839-4750-9387-8EE3-7AA2C460B4E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C6CB69B-9BEB-C433-7A13-A1DD4E74B34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A798F0-D0E7-F0CF-95C7-72D195D7D70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716367-44CB-C858-45DD-B55DCE4693C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2B3631-26E6-3E95-313B-476393EA656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C7795EB-ED04-5FD1-9E1C-DD88564F387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D40EE1-3C3F-E3BC-D834-3AC8A2755E6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939BA4-4B4D-1AE6-5532-DDCABD8E1CC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AC11887-26CF-BB2F-1764-F2B97FA7F2A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69800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AD03D-63E4-DA90-52D8-0EF94AD11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0A002E-3AB1-21F7-A181-912EC3B871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There is only one way to fill the [19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33B49CA-AA2F-D427-3FB5-F1F3F10A8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08D55D4-1E80-893F-DC3B-8B02E341A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D2E9F09-E7E8-6B79-1026-F62333F382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5C489CC-C7FC-D252-C758-9BAF8B3ABA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BBF571-A79E-1B41-EC88-618336C15C9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6B20F7-3DDC-B078-C10F-96A1F57C619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749DB6-699B-37FA-41D6-15DC0E9586D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228E1B-FAB8-8EC7-7FBB-F2008BF50EF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8F8111-0CDB-0EEB-2133-AA831F094BA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DAB3FE-371A-60DC-9BB0-7989F91F9AE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5369E8-FA3F-FF39-FB40-743F1920697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BE097B-52A6-C7CE-B32E-B473AEAA069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46A80C-150F-0EC5-D755-C6A8F3AAE27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58AB02-15DD-249C-3FCF-121D37E4292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4C4825-D125-84DC-7107-E273F378F6E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324C55-E106-8B37-C5AB-D47DFA4FAB6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183754-C340-25BC-FADF-1AE221A5873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F1B1A0-D208-8556-A0D9-097C8732874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C8A80C-380D-6FC0-B990-FED6A759F7A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8C52B3-B6D5-7756-78A2-208D4C556C4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6008F5-5EF1-1FCD-D164-91C9D9F267E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D01059-4370-48F1-0D7B-7CDA3E05A94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A6AA36-3D03-E984-B135-5CB22F51A12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3E89DF-DB37-F294-B62D-1B066222250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C469AD-8D95-FA21-DDCD-0E5C368F848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1EEB60-87F9-4858-C787-77F59C0C5DB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0B59D0-FDD8-33F0-ACFF-A7D4789A3D7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B2366A-480D-E1C8-CA26-D8643E023FB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B33FDC-C59A-553C-967D-FCCC171C7DD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4E6BE4-1C11-7E8F-12A3-46BC28748EC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9D6B103-E27A-98A0-5147-79637E2B64A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B52953-E0BB-B735-6A2C-4F14B0785B6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1F9EF7-7D34-4048-938B-5888277FF78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FDFDD5-1D81-9EA4-716F-8A459F23823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3C3E5E0-D23E-4DA4-DE26-25AF89372E6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ED2D10-DC70-2D92-73D4-DA05871D49A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A22C0C-1168-D0E9-A48C-4A50C22408E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5200CF-8903-88B0-9636-60E48964B1F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4C5941-7745-FDE2-1C4E-5C89B6C2993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B0FB6C4-005B-10D7-D1D4-E3D1018EE98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B3A7CB1-20D3-B35E-0BCE-7A75D4095D6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2566373-83D2-4740-6BCB-A112DB3048C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30019F8-9D90-A856-0988-75910689DC4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3D7FF82-37B9-C65A-2597-41DEB0657CD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51289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C8312-37FE-26A9-4C6B-2A598DE26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9568AC-5512-9912-D389-BAD41D8199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4.</a:t>
            </a:r>
          </a:p>
          <a:p>
            <a:r>
              <a:rPr lang="en-US" dirty="0"/>
              <a:t>Then, complete [12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3DF8402-8A7C-3590-E4AB-B324982E8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9B5118C-BC54-FD95-B206-5DEB74ACA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EBBD841-6265-8351-B0A9-D263DF7785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B429AF9-BBA7-C0BC-826B-8F3169F693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DAA5E2-69BF-FAF9-6E1E-3DE05885DA6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EAA6CA-CBB0-5207-1671-D4AF295AF17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D68F1E-3A10-CA8A-3EF6-367E424CC7F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A89504-A665-6BEC-1D10-8FAD60C1918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6B6D40-70EA-67CA-8A25-B152AB241DE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E80512-DAEC-DAE4-06E5-6311899C91E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75549D-F438-F654-55D1-0B911BBF1C3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F29D7A-2CAC-167C-99A1-295377F9096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FCB9D1-5B02-D34A-1733-70B90D6D971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4B246D-70C3-A47F-DCED-3A66513D164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56B64F-01EF-CE79-646D-0920947FF20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7CEC3D-5835-4E63-5311-A3409447619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4CD678-CF55-C6AA-3F5D-91172337A2D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9F40BB-B7CE-FF15-9657-464913DEEAE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B45305-8EB8-8D67-3C5B-AAD20C24982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A580EC-F8C4-905C-7DAB-9C6FE97405B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599A4A-E163-D1D8-B51F-533A2A57B0F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E1E995-9FDF-F4F4-769E-E0D7D666DD2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17E971-6D5B-9099-2B75-569D02EC5F1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70F1AF-F955-FE41-A026-0AE1AA76A6B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38F07E-B4AB-CBB5-0B68-81D7ACE3FAC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59D5FD-BC36-0989-865F-87D661382D6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A2D493-1C44-1C81-A7FA-B73FB45956D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23CE97-B059-4CEB-0C06-B0E13E5DDFD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FF32EA-6C6A-1583-0CDA-8AA0E9D2C05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F9A8D1-67AB-35A1-1FF4-8A942DC0C4D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C35E20-7320-60DE-6E09-671262856AB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E44E14-8F7D-9713-35F8-16ECCFEEF0D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2FB1A6-52ED-696B-060B-72FA0A0CB1B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7E8460-372D-5348-DCBE-207AFC3048E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5AF55A-DD22-9F86-21CE-92E63547D8F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999A77-3CAB-37A3-9520-79FDA7B0B12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F55A46-1CE2-10B0-6702-2FF087B3296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75A3E7-37F1-2AD4-2517-B513C2F2BAA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CB96EA2-CDAC-3055-368B-6F164AC4C5D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E599B42-AF82-3F28-14CC-89B62EAB606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1CC5B0-3E28-1932-441D-FD4421F0040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E8B565A-E312-1F01-222F-1C7B636A926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E3FB219-36B1-93B7-AE38-72AF1EE68FB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4A55E4-28C9-7EA1-BED0-C4FCADC7B23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FDC2C1-250D-7D82-8653-49980608326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889F92-9E95-5B79-EEFF-EA0E39D8899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779710F-E33A-DEBD-720E-24C081B572F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C3DEEB-3D31-00DA-61E7-28642B0324B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</p:spTree>
    <p:extLst>
      <p:ext uri="{BB962C8B-B14F-4D97-AF65-F5344CB8AC3E}">
        <p14:creationId xmlns:p14="http://schemas.microsoft.com/office/powerpoint/2010/main" val="3211172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88C0D-E0A3-965F-CC61-988CBEFDF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20E431-5FE5-F075-5184-ED2FF1F490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84350BE-C1C6-23AF-3633-598B9C47D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2B804C2-F625-97F6-4B5F-F09A738E6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C1764B9-DC21-DC09-F388-AE92AEE2AC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973070A-343B-CD46-F500-D6E55615B1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81AAEF-8545-D23B-F6BB-A8DFC9AEF22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208AC5-550D-2D4C-5EF7-4A8549188CE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C8A2FC-B539-7A57-7AF5-5AC595DA6F2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C6B031-2424-ACFB-FDEB-3FF324D0FC8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121A5B-D02C-A2A2-22F7-315639EF925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2EEDD4-CF61-4EAB-037A-CD289B2226C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EF4D08-DE2E-B77E-6BD8-3653478553B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339C46-32E8-FE9A-2231-4EBC77BC1BF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FA9A81-0040-DDE0-751A-4EE49BECDFC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40E950-606D-A081-5995-538C57FE112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665BCF-6EE1-3637-1457-548A3B25860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46E0A2-189C-BC33-E718-F1BAED9DB5D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251D47-7B62-2206-DEEA-9E44705D7ED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A08C91-ED52-D86D-8399-6DAB91875D9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CDFC08-1CD5-B4A5-A786-167644809F0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91759F-A90C-0F81-CECE-BC555DE8276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2E3603-ADB3-A6FD-D131-D65C3F1A8C0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D6CB9A-3F93-EE51-96BA-D77E746CE82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2BE0F8-1565-F8F9-F5CD-B9ED4035B625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0976CB-9206-4959-9ADF-7BC1DBA4E01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E25F85-8BDC-A4A1-0D07-CE02552AF09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5A083D-0222-A800-F6DE-F6E1DFE3EAB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212D89-46C6-EA03-CD3E-B12ACAF0664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66B8B4-FDF9-26A6-FBEC-001E3164B89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AE42CB-FE9C-3732-1F11-B8F25176D85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A283A7-A013-3E02-51A2-7A3B1575235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F0B95E-EE78-5119-6FC4-AA645E0086C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F79378-1701-3DB5-3094-F55D31EE0EF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8EC2AC-2C1E-5AE4-19B1-3F5DECF8209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8674A5-8AB9-230F-DC25-3783D0CD9A0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B5558F-1935-33B6-C90D-74A4FC4B527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67121E-62DA-8B86-0706-686C4360B07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37908B-291E-BD88-1BC5-E1CA10BA45F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50E1EE-0B37-B54F-866D-79FD61264FA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3EC1E23-0387-FF1A-CFC2-22E575474AF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878A99-8CE5-047F-2BBA-7B73D24EBD8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81520F-0D03-4602-00CE-6620E71A255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45937D-A1DC-3135-F4F1-5B60C711007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3E6ED9B-68C1-107F-37CE-6AFAB2B54BB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1D80EF-C7A3-D6BF-0D5B-E2AB24CB41D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70D04A-B654-49C0-4211-07D2F303F78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0C19EF-3578-BA77-A12A-585340A82E0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933551-2CF1-AB75-97EC-E08C85E5132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ABEF3E-CA4E-D757-B2D7-FB26DA3B989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29030645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4D6FE-200E-A260-364F-A1C0001E4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8DCB91-BA68-D51C-4B20-712663B432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9 in upper center block.</a:t>
            </a:r>
          </a:p>
          <a:p>
            <a:r>
              <a:rPr lang="en-US" dirty="0"/>
              <a:t>Then, complete [12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86332B7-4C77-3DED-90A3-2D943B3F8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21AD767-8D9A-47BA-0AB5-D9E251A93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AE6648F-9EC0-AD49-EE99-6601A0DAF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3966B03-26EA-BA92-5C83-9935F6D89E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76BCCA-FCDB-E8CF-84A0-74DF2737339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1B4C10-EA69-F4EE-B57C-FCA749BC9C7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02AD74-D54A-F70D-9164-CA53144DD29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DB9637-01C0-B032-9843-48FC8B96920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60A509-079C-B6E3-6FB1-071848E71D1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AAF336-D510-06DF-DF66-DA254880440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62A1F0-0A34-CB2C-FB23-D0A4561284C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CDE40D-1023-BAC6-318D-6F796E9DE7C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723684-FB37-AFB8-B9B2-A29DB952606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4BCE1F-E9B4-444E-1EE9-9A5D055D476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5A87C5-FE6D-268E-62BB-4430828427D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45B648-6B8A-678C-6152-1190BCDB359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7A98E0-190D-697A-45EC-E26D5F63B2B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361DB2-E0CD-D5D9-799F-3F459EA77CB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0F3ACE-6C2E-EDC5-E6E1-049AB28FAA7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BC68A7-CAE2-8D03-FFE6-9D167FA5CE8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2F1FDC-AC66-BA25-A38D-34AE2C283EB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852540-D403-0E9E-67E2-1EC1868B460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8AD33E-0B7A-D466-F989-43943FD60DB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389459-8C52-191F-65A4-F4489646709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3ACC4B-DA83-0A06-80D5-21CA1A82F1D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87EDAA-208A-DB1F-A7B9-A1A2A262507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0A81E0-4065-6E03-AF1A-7D700D28DF1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3E176D-3029-48A2-0B48-E2328EDC111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0DC54E-2245-E6F7-B51B-B7ACBFE3CB7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0B65AF-8666-43CE-E78E-BCDC891400E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1BD332-598E-2E97-CCA6-CFA3BE4E380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1CA82D-3EFB-040F-0374-65F00655364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652BFE3-0A19-C57C-4158-B348C801CFB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20A597-F6C9-9224-5B6A-DE15A824DDA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79D28C-4B6F-90DE-1064-8E02AFC70FE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CF6258-38C8-0121-D8F2-53D30EFD104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7680D51-96DF-D965-8231-89A69678C04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B2281A-2FC8-35AF-0C7E-0C97B5A9133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9DD1ED-A46A-7AEA-4E2B-5A85E3D3551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FAF698-5C75-4ED4-3178-948511CC394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16461B7-9306-84B4-5923-C0A9159F223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628436B-CAF4-DB84-ABF1-AEED1D689D2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82CE59F-A64E-EBDF-E1BA-7498F9163EB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1DF8501-F68B-8E7F-E344-D64D45E5E19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827F12-CEAB-1DE0-1CFC-3D1C1003209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313BD7-CB0A-5C32-BEC4-0D90779EEE3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79B8FC-9A87-D264-068F-60D17A93275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D3565E-BCC5-787B-AD89-6F7CED18EFD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F6442B-15B9-C495-DEC8-E585BCDB516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36DBAE-0A05-587B-5099-9E236BBE8A0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424775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572E1-E917-8E41-645F-FD3404C6B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1D1DD7-F69C-8A37-E1FB-3D7033B46E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8 in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1F26BF8-EB24-E559-E377-1B801CC5C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43BB903-02E4-1513-5E27-7A71FC835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5F66E93-01F5-29CA-26D5-C4EBF2FEF0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AF70777-C724-2214-D604-2E0C74F52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BF05D9-9223-D2FD-D1C1-6A1F2994BDF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DE8448-CE90-DC16-5B79-14C3A40DEB5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FF72FF-E254-EE67-72D8-4F4BDD6D921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6051D1-8E04-4C43-6A94-145493C8A71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3B3874-E12B-791C-0BC2-93658625B80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23FD0B-6E5C-2A09-1DA6-FBDA2E02D4B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D6318B-3829-AF25-6B7D-5B77C05434E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17A353-457C-F418-A3EF-1E86DD4C3D9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08C391-9D5A-B8DC-231C-B3BA51E399E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82FD4C-08AE-B555-38B3-2B963D3E0F1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E14627-332E-2F5C-4A31-E6E1C224546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F876AD-82B1-8607-738E-316E49CB662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B1458C-6DB4-A169-B6AD-0558C0B71B4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B796E6-8D16-6D84-D862-CF8D388A5BB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3DA3AC-F6F7-09F2-345A-397660ABE9F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643C5A-8439-AF3D-2DC6-6BCD9D5E6AF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633B73-D0BE-B6E9-717A-0EC228DA6CB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064ED6-6E5B-6724-3D10-503E97FE3CA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63AA6B-DC11-3240-E3F9-DA77C4F798B5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6E740B-C8E5-9595-764F-15E975D95CD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3506AF-F864-5047-F370-E349EF670E0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8E2FCD-6866-F7F6-9EAE-AAC79FBCC30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70744A-5946-3588-2F4C-86564B8CCDC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88EE84-7BAA-31A9-E19E-1B7AA79D54E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E91D4C-492E-9888-9821-A9272C43694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D481D3-EDC8-9931-CADD-E97EA950C74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7F9AEA5-484E-1C9E-2687-3876268752B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1085D1-D747-71A8-077E-A8EC7A06187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26BBE8D-87CC-01E7-A9A8-89C63FDF2E7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D47E13-02D8-E66A-67C6-2646FD3F4CE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0DB75D-43B8-BD41-44E1-9DA2D99B369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137086-384C-01B9-38FC-FB905C3BD84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31A9BB8-F421-D2EB-57D1-F5CF4ABF058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C7BF28-86AF-A09F-5E21-39530B59674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2C72E6F-2F73-ADC5-705B-0A809A68FBD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539F701-47F9-08FA-4FBC-A8AABA337E7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EBB93BA-96A0-FE01-F970-D7F4BA452CD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DE545D-AF0A-9E78-8E63-15431F22594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2927173-1C0B-2AA1-094D-882856B65AB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3347E7-E0D4-1966-614E-3F78C34005A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99CF02-E483-D107-383C-C85A1FD76D1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D15AE8-771C-F6F5-25AF-D9A75C3D499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39176E-4838-6A67-FE9D-32AB5FE789D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174365-C82A-6C11-2198-9418B1E188D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128277-8BA9-4D7E-7E92-1B34AF7D483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993756-D205-7295-1644-7F0AEA881A8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98368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6869A-B606-169D-27F0-4612AA929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21A34B-C8DF-4956-015D-FA706FB1E9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838E89D-CAEB-65C4-1714-2074778AA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FD25898-DFE3-6038-4158-B9CAFE774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ACC2539-45F8-47F3-3C25-DD51618EAB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96CEE5F-CF2D-FF4D-0F08-D33A5BE9EC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F72A87-7A65-51B6-A3DE-A32C6B46CC3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AC3CBE-48A6-FF35-CC7F-AAF0B97BE70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818E69-6600-B149-7923-2B089975278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70AF6F-23FE-22DA-A921-63823268819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0B6C51-8AA6-CD54-0CAE-A5707F1E8EA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1D24C6-21CD-BC65-85B1-1D2CE4DBAF7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3BD374-CCC5-2BF9-F001-937B99039CC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A8790C-B3FE-A8EA-979B-998B1B0C6BE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233477-E620-94B0-3208-46F08799A31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540D5-31BB-913F-49AB-B53AE939FA1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331EB4-C60C-378F-428C-B08E5E303D3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1D1B54-87FF-AF38-D9B3-810591148F0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3D1E1C-914C-C1CF-ABF2-4F7A446FB43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12BEC4-AFB9-15BA-8C38-600361CAB04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2787D5-2A40-7125-F055-362CCFBF060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491FF8-B0EB-8EBD-5D79-B98372C2E83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A71264-1F72-2C60-5C93-A6F50F20C17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7EFC66-79B7-E30A-A5DD-1463BD7D8A2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942055-2FB9-D4EA-DFB3-CC4FF9A8774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F6D2B-0D5E-4550-5749-43494100046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AEA230-59D0-057B-474C-BE4E61D6463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B7B8D6-3199-A8A9-E52C-977880CE830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6260E0-29F2-0360-9796-AF65B27502F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D98AA6-2012-241D-3BDA-F28E6CFE308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80F03E-08CC-51B1-317B-07391CA0296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685D7B-7922-6D8C-BEEE-DE5F7D0D6DD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BB9479-EDDE-2ABD-25B5-80DF6C229DE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CFE400-1139-F09F-6D43-C696EEAFB2B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0E44D9-FEFA-DF15-F6BE-65B0EA52530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ED6996-2F44-68A4-63BB-D67E394DB31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76452C-0814-B835-B0E3-EE528C4E0A7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AD7471-1604-AB38-CF73-AE379A071B4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C098C04-DEDA-8DF5-981E-9C82D36713A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03B683-710A-9A3C-BB57-7B6E65D6141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076FD65-945F-9117-780C-680927B6134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23AB1D1-1352-F3BA-8528-E8368D98CCE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649E6D-3D9D-1321-6174-FE463E31AF3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ADDCC71-0709-27B7-B4BC-27A783546C9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CD0D15-DF76-BB00-F613-CE790543B63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A80DFE2-215F-464D-C5F6-A8B195A3319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D91770-07D5-9DC0-3928-4962BE748ED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9257E7-681B-5EB0-58AD-B1FB1D36150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9D7B58-53AB-FD22-8D83-DADCACB19AD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F2F7D5-7D88-EA88-9A02-193F7EE6669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63DB81-7CA8-EC12-BA3B-0FA239FB4EF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02C3C1-B65B-275A-5C53-C7BD914A37B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028992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FDCEF-CF66-3A64-6D12-8FCBE7C6F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8C2820-F52E-7083-978B-5B6575674D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cell in [10 in 3] must be 5 or 6. It cannot be 6 because there is no way to sum to 4 in the other two cells.  Further, the other two cells must sum to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814B7EE-ED70-FA38-605E-2E8E5C4C9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87DC771-5C70-EEDA-993F-2E2647CF5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8D4BD4C-A6CC-AC6B-F4F8-900F1F926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46A1434-03AA-7A01-B262-C875161651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EB87F9-3D57-77C2-D312-AC5D4DF0098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3768B5-894E-1865-5006-1C8E2E586D5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21E176-1052-5EAA-98BA-EE3900C18DC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DC67CA-8125-7DA3-88E6-436D181AC94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F0B54B-BFFA-B6F9-995E-283D553750B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6FF0E4-BF5A-AC25-8EB5-CEA9CE0E558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D6ADFB-EDAA-3F66-19B0-802930765BF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D4338A-9D44-A8F8-D2FA-D444AF1087A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33EC46-1924-9CB3-EE3F-C9B5A9AA118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81604E-68BB-F5B1-226D-48C798C44EC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7C3CE6-5E46-F770-7729-55391732E01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49D16E-8F38-0C8D-9F8B-F74687C6945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727D61-26F4-6F72-727A-A3E1E251B59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A4D5BC-C602-8DE3-A026-7B603F73B80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5F78A9-5121-2E9A-79C2-8E55D986CB5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FF93F5-011C-9669-61EA-801D332606C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604A13-4B19-142D-85B8-479B3AAD3DE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334D51-6B37-5BA3-4F46-C19C2702E85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5C9B97-FDD6-9FE4-D46D-22BF7F2BCC9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36416E-70A8-9A94-DD19-85D02268B45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A1F310-CAC9-D0F3-815D-40776E3656D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CAADAF-6430-1F6F-72E1-6FF405A6DC0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1EAB36-FA48-C730-6ECA-031587BC731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3D9410-D9EF-8450-401C-A3BBCBF5D68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31B386-1D25-3053-D368-4F49955D5D4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20C48F-BF04-7863-3192-8133A2E77C5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7F878A-9B78-1A56-7D88-A12FFF871F9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ACD275-A413-27CF-7E7B-9AE2CB29358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A57E42-1A0D-CA07-136D-D3D456BA17F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FDAA67-121C-ADEB-C5BD-9C1B6E966CC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F3E3BA4-14C2-2BAC-6B5F-02A9BA84987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D2EC1CF-73BC-6016-C716-6AE23E5DDE8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6A7CF5-CC97-6319-18CC-5DEF49A47C3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284E557-2F0E-822E-F68D-56324756327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88BB7A2-0A63-4A2E-CF23-7A94ED75D2C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AFC5F11-3607-54F4-2474-5EA9012CEA2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9665730-0C41-C8C2-EE50-7B97E84CFD3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A496486-470D-CA11-B772-18F69A84121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471BAB3-1FD6-C2FC-527B-81D84ED4C8A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43E8F2-87D5-8F13-C741-635F5E9D6A7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A60E44-BA8A-8BF2-FF89-27E7231F671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AEE3CF-6CCA-C644-7F32-067DD01B281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02BD00-7D17-0255-3CB8-93C3C674F06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10E3E4-BBE2-24AD-D5FC-E0878B9A04E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D5C9B5B-3C2F-DE5B-93E3-E89B7F48794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F0B97E0-8F86-5882-7C32-6A7EC7FEFBB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31967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0D8CD-F625-3986-DE1C-FC24645D1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094C5F-B034-29ED-C834-731C879757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(The 2 is dropped because there is no matching 3 in Column 2.  The 4 is dropped because there is no matching 1 in Column 3.)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876D2C5-2556-DBF2-2EBF-1F2BA0C75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AF71793-1C3C-0754-75B0-A8AF3C24FE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B90A651-B2BF-D18E-B62A-E862016FFC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9DBB415-0FCC-BF43-D499-33F8BD04D1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158D8B-E9AE-8703-8E23-5C01E402391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812FB3-BD16-F1A9-7216-AD32B946606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A5659C-211C-5240-5350-ADD7234B708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36352E-51A0-A127-CF87-21DE6043A30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13F9CD-DBA9-0AFF-88E4-7BA419F0C53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A05D26-48BD-EE1A-A5C6-BF2F0445E45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6A1CE8-46D2-3C59-5CBB-B03E5D829D9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4B132D-D901-59F1-5BAB-0A9B4E3778E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81411E-6B00-6E9E-F153-48E3A604DE0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AAAC71-A76C-7F6C-0454-F90E3C96A0B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8EC8A0-9757-9839-53A7-8063347CEE3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BAC2B8-4B0D-D7A7-842A-CE91080111E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979A33-E3A8-DD6A-7646-A22A51E7AA8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3B9CC5-9875-EA9B-FDFF-5A9B15C5BBD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4B6B92-5426-26AA-4A6F-73526D3B6AF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37F17A-8E04-63FC-6EC9-3436FCCE175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EEC559-8EF0-9E42-BD37-3CC6081D735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4918A5-F287-9A9D-CE3C-06E9A0936FB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F506DD-09AD-7B5A-5AA0-B048D38141F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C997AE-7E26-58A3-EA04-F6ABFABC94C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C59B59-4C54-9AFA-D601-7BF6685CE3C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671CEF-4AF8-6229-955E-C516C1C9473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3FB516-6EFB-2C6E-F3A7-404C749A8D4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79DAE5-BCAF-C4EF-9D73-512710ACEB5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B41025-DE98-7D89-499A-A28995D530D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7B266C-7EF4-FBCE-CB35-A19B16DC61A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E2D733-D16F-0553-BF89-8FB7B27B235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B4A6D8A-F437-50AF-AEC6-31C0FF5BDB2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04F30E-0A62-B7FC-5354-55F031053DE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0D580E3-C87E-A394-8C69-E2ED4566C69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3F1A98-9FF6-9D13-C73F-8FFE35E61C6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58766F-7BB9-9913-05AD-D8C66633FDB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9338B2F-B4EA-D0BA-2EB1-F38E23AFB68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BFC3092-CE59-EE38-6D79-FD9044D8BFA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0EFC9C-21A6-D884-97FA-3702F21F107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E7316F-1AA2-E41B-D39C-39D6039B2A2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C0E5B8-2865-A7AC-5FF1-CB933CEB078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03A857-414A-9078-5693-A690C144BE6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837D31-0FB0-7BE9-B346-F4C696EE99D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8569AD-D96A-B094-3BF7-B6C4462799C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07271A-B9C9-F27C-B2CB-2433C39D7EA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111A4B-9C8D-9859-929A-2EA08CEAA24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7FE10D7-0A5B-298E-AC81-A0DCFC28B8D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0DEBEA-D0DF-FEB2-FCB8-D84FCD33696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01C8DB-5C11-D59A-DBE4-B6EAD2C51CC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99CDA0B-334D-623F-EDE5-3354EDF6E2C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750616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0377C-6D21-F0C3-8F41-AD3B9086B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A86DB1-E664-3F15-EE65-DD911219EB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15C6A44-D7AA-9877-CB69-B853588E3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5AA455B-2D04-1526-6F67-645B4B357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861BC17-CEAB-9286-A6B0-C622238318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2A508E8-2BFD-BC2B-2806-22B93716B7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D33C2BA-4AA6-AEB4-3B7B-64694E34078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528541-9BFA-D83D-40C7-845F4617801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7EB9BC-CC65-8D69-1321-C4FB0141D17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90EF38-2B5D-7928-AEC3-3DD2410C565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4FC1A6-29D2-E411-48D9-4D6FC8CACC6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540002-5FE2-AE4D-41E8-3FCC558BFA2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F990D3-4C73-BEC7-6EFB-25D19E532F0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5B6922-95A4-0837-F08D-B5E6CDC3D68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EE0D05-CD0C-BA34-E1AC-6847F9D024E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8F2DE6-5FC1-6107-F6B4-293412DCB53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115782-B25E-C922-8054-4CEB6BDA1DD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A07ACC-0902-7663-1BCB-4B3D4439D06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D42ADD-3DC9-1C3E-A614-836001E4BFF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3F825B-9B29-8A29-41BC-1CEDDF202D4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80AE08-B70D-EF7B-0E2D-F9B00CEB99A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41E57A-BB88-E4CB-C10B-AB94C99C544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1C1643-A471-5762-613B-A1204856921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8E7DFF-7C6F-3CAF-E721-5F97461CB40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C665AD-D5E1-878D-CB09-8CB942866EC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D6D196-9003-F6C7-498B-2D4A9611EC5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CFE5C1-30EC-72A6-A8F1-9FE46BA6C59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4D5F87-E15A-3D05-8316-FB687EE5860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FCDEFB-4657-ADFA-BA42-DC840684893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C53CEE8-3248-8D16-93C3-6D6514D3EFC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5DA2A3-7898-5376-0605-F0852468834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F937A47-DB90-A3FD-03B8-0343022C772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8E7934-C6E4-204E-107D-D7536DD08D5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ADE0A5-5D20-0FFF-F298-1A49A563F8F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3782D6-6DCA-059F-2BA3-B42EA24A6E9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1F8166-B42A-8A76-4DD6-41BEDA58FFA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5CDDFC-13AA-37F2-AC9E-2A0D18FF63F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80121CD-B7B9-A385-CA4E-13A9DF8D504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36D0A4-F07F-A780-082A-7F546BB28B5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ED22B79-B2D4-E03B-3B8B-5F8D6109FC5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1C9AB8-5758-EB1A-F215-2777A858873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C521E3-0995-8F2D-DEE3-E9BE23F4B41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E7E6A8-945E-CBF5-F452-4BFBF2CE011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F46E84-FFC6-9E26-0C29-D020445CF49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898E9A-726A-F86D-C7BF-097166200AF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DC8FB6-F1CB-6BFD-41EF-1CB55646388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4D64313-A4CD-A254-6EDD-A5375A2C7DA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C9A1FF-20A3-561D-8CA0-AB47F6F0350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0E000F-3240-EBBE-0D84-2C14583AF1B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260203-9BFA-4D5A-99E0-703CE61B73D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4188993-2212-9D5C-8F19-A17D8B04C6D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842C60-9A59-FAB3-27FB-DA5FDBBDA31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308798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0D6BB-C02F-4C61-CE16-1416CA859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A0DE21-AD0B-C059-E8A7-5F16DB074C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89EAD3B-5F0F-75B4-535D-1EFC4E539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A8D2327-0375-DB70-9E35-6AAB227EC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27A3B00-26A6-FD54-26DF-54180220C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C4C6DF6-D890-CEBD-6FAD-90C68852C7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CE639F4-60D1-3450-3C00-DC84D4BF306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92C5B6-553C-6DC1-12BC-D71D1ABCF57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41B0B0-33B2-F9C5-AF22-1F9A260B012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30111D-9179-A40C-2E21-E4ADC824A10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799111-5FB0-2297-45DC-BBD752F66E7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9CD74C-4E01-6BB9-EE1B-5604F9872FD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DA0BD6-7D34-F32A-73A1-A809511606F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67BA62-14F9-5E9F-3CC1-9B90AA59992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D9BBAE-A842-A49E-152E-2542CCCC6E9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47467D-28A3-2B8A-478D-435C008BE56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B89976-D1BB-A0EB-899E-5CEAD9FFB3E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B3F723-C1D9-DD51-E16F-C551EE22081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E7EBE2-B007-8A89-D20D-A470B489847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302AD3-7A8C-19B7-F60B-7AAC8E14E9B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7AFB3D-848B-0BA9-A02E-DA34C79794D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38F5C0-34A5-BFCE-86A2-C6D3B70AF83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C7BF63-0B94-EACF-7026-E1BFD9CD053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E01815-EB07-0A30-764C-24F6C42C2D6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E170EC-6298-F724-A685-C35AFB08F32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A4D22D-0C46-2B36-7DFD-BF529AC7B74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D780F8-6A95-6DAD-0748-380D966E0F8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758276-3771-CBB4-852C-9F5ED523B96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F11C76-82B2-9B2B-80B6-CDD0B69039B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2E9217-A6E3-A5BB-8116-D9667E3B657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9FF26F-FA21-1FE8-7927-EE2A60CD741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DA9D8D-7B3C-957D-79EC-6175D3C0DB5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1E2AA45-BDFA-051A-1F0F-D54D43F08A4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3155BF-2874-EF39-91B1-96B6A403747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2AB6B8B-F8E5-4D12-8A27-1EC4737E2C1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15B835-589E-A41E-B753-9DE2D7DFF28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92EB2E-6D22-3C8A-D5A0-58BE626DAD6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F0C78B0-88AE-CC50-4590-96A7FE2D478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14A8F80-1E55-34E6-54EE-50B069D0A53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3A26DF-8C28-99A1-F13B-1C592124596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03D9D9-E2AC-9167-EE85-844BDA11677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B23821-1D94-C731-B71C-CC778A2600C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7FD642B-37DA-145E-0367-82A6655E2A8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1115FF-400F-A5EA-3866-E1C8BDF2DE2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3EEB57-C65E-B661-4762-3B43FEF4D12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509D4F-3429-1528-6C56-804D6DFB9B2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F136484-62E0-962D-AFCF-C07E0326146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C5360E8-0521-51F5-C3D8-D5FA6570024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9B5B26-4018-BDC2-3278-1BC8BC11A9B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532F98-E337-7432-04DE-4A7463DD8FA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4CBA1F-388D-7F94-2163-5FBC5681F07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A60DA6-CD0A-0CD5-9A6C-B98AF59B46E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08A34D-FDB3-C29D-1C71-A008CCD4CE0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2BF8A3-9E83-49B1-D2C0-C0C18CBFDFA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E88318-81CA-9293-C1EE-02B7018CD36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211035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73658-69DE-241B-9978-ADEC42277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DC86F0-6A9B-21BD-741C-9E7E156BD2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Columns 5–6.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F203E63-AA1F-463A-B829-396CAC632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7871676-8506-7A3B-BCE5-D60CB8A9D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898CDA1-AB5E-5EE0-2C0E-0FADF20860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0B7BFA2-C62C-DFD9-65F4-C894FF3344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C9BC477-A03F-FBB7-D901-E78EA2340C2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C9B9FD-3DA5-A28B-3077-FFB626AD2B1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E877E7-6B88-FD02-000E-6EBD1613299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3DE291-268B-12D4-9806-B4BD8353D1A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C0FC13-4557-D251-DC4B-20E1C7A5A0E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82E1A7-FEE8-4E1D-4C08-A3343598A5D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288D64-2456-7EF9-9819-3B6E3FEB030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06A319-DD44-7252-F5EB-46344AD3F06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97B62E-E45C-C039-130E-8CCFAA53E8B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CECEAD-AD15-90A3-D4DC-05799BF82AA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3358A0-0FF8-D438-05BA-613E8A28BB5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F8C1F7-963D-5A1A-F346-E4BBE4AFFDD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03E8E0-AA77-393E-F6C8-04D0C789C58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AD33E2-787E-C2AE-BF48-403DF4D43DA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F4A6578-0F10-3B62-7BC7-30B0D427DE0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9A9C5D-2698-422F-0595-DA3193D166D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0FD09F-C615-C833-4EF9-0F13B31FAF2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2D5AAD-F884-2A6E-D980-A682AD159CA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1335D1-87CA-DCF1-31BE-2939049F5D7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8D91AC-5A44-771C-FF5D-69C34FD2255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814CCB-04DD-5BFB-A502-AF6E6722946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11F691-184B-7767-9725-49B80627ED8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B9DB51-16BB-9C43-2CC7-37C3B5C0924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EFCEE5-7344-8AB9-9AB4-5DF939B9B3C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029D43D-FC8D-16F2-C012-2123EF8F188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8C1728-00CB-2DA6-49B8-50456457A2E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6BB427E-0905-47BD-A6C9-8066D43A194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ACE31A-8B93-C176-B3E1-D2F7D48985F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29D61E-3F8A-F0E4-D7EA-F62245FDC58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BE0853D-2C99-C058-0CE3-84C7017E11F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17AAAC7-9AAC-0BAB-1191-115F0278CE6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CC306E-B438-9B9A-0DCC-45CEB005F1D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EC057C-DAFD-AD13-6A5F-4A605FCF4A0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9D7706E-63CC-891B-7BFC-2680CA3BC69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B3C55F-1E6F-C29F-88ED-F1A3325CE4D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2D0E9F-E9A1-B318-5F5E-FBD3D371238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0B7F676-5854-8FC3-3D45-F019EBECE67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DD7682-0809-1A35-68DF-9A906B83866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75599B-DCAF-5538-533F-CA8B4A9A1F1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DB5CE3-455F-8C64-60E6-BB09CADF2DB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2C32D98-0E11-0055-630A-C431E5C7648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64DD481-1EEA-FCDD-2AA1-5D97B208893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CDB0E2-5F7D-4C86-2931-CCA7F8592F0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A68A13-AAD0-DD43-A382-599A3B715BB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9EDF3D-B587-F4B1-41BA-875F32E6EDF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8F16769-ABC9-0100-1765-6685998F7AC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DE5CF3-A3F9-C284-217D-6B60F1DA2BB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7C4984-33C7-6229-1431-53EFC6CF80B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7A6532-DA5B-9F54-E33C-6F26D53B129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5A1806-6DA1-F0BC-6554-2798A23B126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B65B19-37FD-9A06-E6EA-ABB4FAACC2F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C83764-C3F2-C2E0-5DE3-BD32DA563DD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1ACD826-7C47-E261-6F93-F93E941BF87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3490E04-1E89-3330-AFAE-30442B1DD9E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</p:spTree>
    <p:extLst>
      <p:ext uri="{BB962C8B-B14F-4D97-AF65-F5344CB8AC3E}">
        <p14:creationId xmlns:p14="http://schemas.microsoft.com/office/powerpoint/2010/main" val="22813922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9BEE8-9DA8-97E3-3C35-F2F1DB37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70A694-CE51-ACAE-F5A4-F978A7A3ED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Only one way to make [20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9631958-06B5-C275-760F-CE8E69FCA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48ABE8D-3861-6370-1B93-4BDCB9B91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EA2ACAE-7D29-1F80-54DD-DBFE28C905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4337A3A-923D-05D3-FA30-60123C796B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9511863-FEFC-C53C-DE5B-AAB75EC3FCE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3DB773-D8F3-DBAC-1C83-E5A9CFCEF32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F5F66C-F386-5E7A-C23C-091F6B2D246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53D40C-ADE1-1454-B71E-C7851A6A9EA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54748C-BB0C-22FA-D118-57621CA8AAF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270D20-1272-5288-D6AF-C5C0F109721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C0B98E-E67D-BB13-74A7-D7B8BED5C42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4A2633-70DB-B859-9530-F96462F0307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105731-4842-C776-7829-FA29681C28A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6B58B1-4F0B-EEB0-A7BF-ED20CB382D4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EA45EB-F636-63B2-FD7B-24FB0C7172E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F4DF8F-5080-6B35-B3E3-F63371EF0E4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B14498-9AE9-0D1E-BA11-5660659AC95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C70D79-1D4F-75A9-D040-7EABEF6E4D7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65B284-89E8-CC95-BC6F-983C8A899F2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C248D6-7FDA-B19C-FF97-E8B2ED9CCA9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AC502B-A18A-2EDC-AFB4-777D68691EA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129134-A2DA-B80C-0EB2-46F3F04AD68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2B7299-D3CE-2E23-B59A-949547A9D44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5118EAE-45EC-6D1C-210E-E97EC3C87D3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3E7FD4-6D53-7D6F-B3A2-0F594F85348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EFF9A6-E086-F920-265D-11F9CF06D0C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B731A5-5A00-4DF2-B9EB-52D06D27F74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E5CC33E-8D47-1B1D-AEB7-C087E3C0BE5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FAA5B0-422E-CAA0-2BAE-79A6228333E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6402C1-9FF4-B7BD-E18D-933988E3122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34A664F-2D80-39F3-132E-E79CF404ABB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477E8C-5247-C563-9840-32F76EDA01B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10AC00-FC6A-3E30-8D7C-1D92EFEB456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AACDA14-73D3-BAAE-D7B7-72508DC7F45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B11F50-865B-59F3-5076-51FD59E2F1C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06E8AB-1586-615B-6F16-85EAB0AA07E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A9488E4-B451-C244-2B21-21D0D3CFED5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2DE5D6-D8FB-2F52-744F-53DAD9AF663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DAD738-DD1E-91EA-0481-2BB15F7BAD6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774C79-8B28-1060-9D58-A80CC11B081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0B3FD0-DD00-A6B8-15FA-FB1FBC5CDEA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4C1E89B-9FB0-F267-C2F1-2694D3FBD7D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310038-F694-A411-03A6-8EA04D7FD33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F38654-9EC1-9DF4-6810-A6EEEF4C701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4947984-BCD0-FFAB-D591-DB43FD6DCF2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243724-B9DA-2D35-EE70-C56BD26E5F0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B1E25-45E7-F5B4-A9B7-57869AE57FF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BA2397-D023-7487-C853-69B57F94F8E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7D19401-E8D1-BD98-68ED-9D0BF82B1B4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8B74B2-07CD-6F34-6ABB-116253D5A27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04D2E7-86AC-5478-FA89-35837733BB3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138CAC-6F0C-C55F-EDF8-3B1EF9E3EDF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B2EEF4-64D3-D2D0-6A1B-8AA54C8897E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908467-51D8-05DF-90F2-ED5A5E08BE0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CC25201-A819-F058-8971-50FA1F835A4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068BD03-4B26-A42F-7D30-18D1A117FC0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B1DA0B6-DE08-28B5-6F15-7C427B35B6D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9AB1E6D-BE21-C99F-22B2-BA5000CC1DB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864767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11E17-F9F3-5659-F0D2-F25066B4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EA7E0B-BECE-A26A-B7E2-E8BC4A77D0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08BAF8B-1977-BA2F-4ACB-A5E624DA1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0577D88-C965-1A47-1881-BB3A97C4D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AF0A253-DCB8-AD1B-76CE-8C0BCBA0F8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E29F645-8152-8D5B-E853-8560AEE77A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4C753F7-C60A-58E8-D2BF-EEE8CC31E80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409FB2-868D-9F5D-849F-3C112DAC86A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2D0B49-0EE1-9995-DC37-B99D4E44AC9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1F1921-4B33-1312-DDC8-6FD4D3B2D65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B4CC4E-3EE9-16B9-7829-C337ABD92D2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4BB90A-8D5B-620C-AB24-4708DD46327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DAFFB2-0779-6D2D-8BA3-F2F7D8A3037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651197-DB45-F8FE-920E-04058CA6CE8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0696DF-F5F1-B019-2D29-AEA269E112B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4749BE-1CC1-A295-638E-C1845721BCF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3B24F7-DEDC-BE1B-679F-7B0A45FD08E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B0819E-D555-D80F-6D1E-9B601A51E45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6ACCC7-43D0-DBCD-4584-371BCF31B0B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BA016D-1903-41DB-B548-AC6E9A5AFE0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5CDF64-7CBA-7E1F-6D27-D8DE7FDFBF6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F31176-1D8B-15A0-B905-5D9C59BE17F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5C688E-9C3C-249A-8F1B-7FE0AEE2601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CC4DE2-F4EA-8C60-A404-63940A5076F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7788B6-7875-3F0D-A162-AC9F4C848D6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61A84B-1ADF-F0B6-DD89-7E4F0DB40CF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935B91A-8DE6-1E02-4B59-BADFAF9C0B1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819281-72E8-F608-CD52-8D82D8AC8B4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74F41E-8EEB-9B2B-808E-8FCF83B07F7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DA917E-8A56-0E27-4994-D63C6EFA589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26E3C2A-8A70-BA7E-FDB5-7E46D6C0665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86979D-A980-3C62-DB56-0446DCFDA48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F7E221-C9A5-57CF-B985-6FC4B7CAE1C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D84034-F288-76E4-BDF2-419E7270017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2C32EA-AA3D-D2C3-1417-A74C6829C1F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32487A8-2799-F116-493A-4C694EE8FFA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56E5AB9-592A-A6C4-C0FF-BF91063849E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97D3E0B-B91C-DB05-56F8-99FE037DCB1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32331C-4921-5555-FE3E-29DBF571B98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F11413-C92E-5ACB-FC74-82BD2AD559E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ED8328-15BF-77A0-4FE1-1EEB91C20C6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336D8E-FD27-8C62-D9FE-4B1DA213C28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965469B-EEE3-4445-5A7C-0587ED32738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074747-BEF2-9569-43B7-E4FFE3522C4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EBFBE52-2BD0-7491-36F4-26A7A8F6983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2303EE-DD21-EFDA-DF5A-6FFA6A74BAC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EEEAB4-4600-F515-8E14-83FB126EA0A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6CA70A-C8EA-980C-8BCC-45A292735E2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A14034-4538-A3BF-8450-88B4A0D3388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94B31D-8BD6-8908-E751-09687ED9822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28D850-DCC7-9387-0C22-27AAA68A57E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ECB6DE-A029-71B2-3479-C73FCC371F1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95CDB1F-32F8-26D8-E862-695D85F5C72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791CBF2-2C47-7FC8-3865-6CB8F4A9BF7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FA394F-376C-D153-0F71-C47FD1FA779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E9B7CAB-DE19-D203-F950-99D943045F7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86872A-A7C3-B650-736C-69ED4000CF4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BED43D7-695F-8A72-6270-3CAFF404725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C15B48-F9DC-AF38-D61D-8065080E696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06DB695-4159-0C32-C152-965403A1FBC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112069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19D02-39B5-1F20-33B2-01917EDAC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3B2BBF-6D33-0B19-4F92-12EBC5CD91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7C27297-F750-0D42-5F02-2AE1F0031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F077EF8-BA80-D63A-5D36-80B11B1FF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B5DD5CB-EF70-B583-0C4F-4DB67ABCD6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A4EB304-54FA-48F3-72F2-A8E7593CCD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8A76759-B002-2D4A-D0FD-13BF44291D0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B6426B-78B1-229F-44CD-454A60548AF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83602C-9F16-60ED-0328-86ACEA4616C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C90998-7540-EC61-7ABA-D6BA7AD1CD6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F920AB-D5F8-CBD8-9B13-BBB3F28468E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E64C2D-0BED-9AA6-D6A9-8C302D94C8B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8E6B67-6E1C-7B48-AC39-E78073E6772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74C415-ACC3-D5D9-AA65-821C5F6A170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407FE0-F806-422B-C9EE-D08F990492C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C72BB4-A538-8A63-FDE1-DDA4561863C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153181-7038-102B-BB1F-8CA651BB05E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CED848-7AB6-A94F-35F5-E9C61942C75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7B9D43-AF70-23C5-9715-7EE52D3AABD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4A80F3-06EE-1361-B65D-0DD02C6C2CE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25965C-3A28-215F-9750-326C27A4CA8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5AAC66-6C9D-C425-8069-9025DF9E44A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89D41C-50FF-81BF-F632-109E6BCE226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AC08AA-B087-DBB0-6A75-522FA29D1F1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B44A5A-98B5-A630-95CD-301059597D1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DC24023-5F18-EE1B-83F4-56B49CA2E59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85D147-23E3-A850-8C29-42CC4BF1D52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FE7B829-006C-225D-1B84-C2547954664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35B2E9C-D485-DC56-8735-6336553C941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FAE17F4-16AF-4D13-D050-8F494B043D5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D89DC2-1737-3FE4-B415-C7A438CFF6E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7AFD3F-ED92-A35E-8EE8-4567140CE4D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9F4DD5-768D-8FD7-A6DD-1689AD2C422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497E3E-0560-B289-9AA0-63E9EA43DD7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C405812-45F1-C4A9-83D5-14B792CC5DE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AF5B8E-4801-559A-F45B-03C0F86616B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00810F-7FBC-867D-FF64-28068A2C041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F9B9308-FA31-16C3-4D4A-196AA855ABF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86F326-15EE-E7F2-B4CB-2215157D5AD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C2156F-E006-CA4D-33D7-0820B0EA20B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69302A7-EC61-05B3-F062-4D07BF3C3AC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05ADD7-13E8-99CC-A847-0E342354F5C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BACACD-1338-8D40-03BF-F43C52E6F91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E1F7BC2-4F02-47B4-11D0-5EEEAC15410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C35727-8855-81BE-16A9-1525B5FF751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7FB641-C704-F68D-A14E-E73D6CE5C6C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5929BD-5665-DC6D-6BD4-0D2568AFFB3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664D4E5-49EA-AD12-7356-432CA8CA76D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A990B3-E9B0-391D-49AA-BA0445E15AD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26258C-2117-AB14-3EC8-538E3B16641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4FA3C3F-8A85-13A5-AA64-0C8DCE825AD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8EC9525-C10F-5EBE-F6EB-BDEEF18EA94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F5A3817-31C9-FF0D-4099-3F4C3BD91EB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3D4E488-9AB4-D7E0-C54F-88AC252ACD0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EE1C47-FA83-C6D6-7194-9354524CE4E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811D654-FF65-A10E-4CDE-362475C3315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D03BB7C-0A1F-54C9-F6C1-DA904039AB9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89E149-37CD-FF32-001D-815A7171483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A87F3A-1F42-6055-7129-FCFE4C57D90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C3ED05-56E4-EA18-CDBD-C62A1D3C0B5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881033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8EC4F-D15F-AEB7-000E-41761E60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3CF5D8-3463-75A0-096A-25B3684987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Rows 1–3 and Columns 1–3.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3FC5E38-2E66-94CF-369E-831A8BF8D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64714DE-2210-86F6-856F-85577A566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4DDFEFF-E0FF-0F90-C957-2D88707B8F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97F9AE6-4F3C-E349-E22C-F692F1C8CB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0B44367-A55E-E17D-20DA-6C2544DAF66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2FEF72-79A0-F1CF-3133-10F25FAE8DE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8E1712-EFEB-3578-F186-B5042656D37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BC8A02-BB79-65AD-BCDD-1F93BADB4AA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71CE29-CD16-5BCA-B73C-529EA3B3B7D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41B729-D0DC-49E1-521E-64048C6175C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F912F9-1FF9-FC35-EEC6-C7D53743FF7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A43DEE-04E8-ACB8-9C2F-866ECF48A82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E397B5-DF94-ADC4-29B7-228269A5BB2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8A05A8-91FA-6727-8F59-DE9BEED862E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A0E53A-EE36-6B34-F58B-AE686C35A1C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2E469C-9EE1-E75A-FF7B-C2AD9FE61E3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FEEE8D-EFE2-0F4D-5774-BEF306EF86E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9EF500-6ECA-9AD5-5474-E0CC6639495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9046F0-8EDB-F32B-A4F6-69E982092C6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9D42E7-B1E6-235C-5996-0268142A6F6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29BF43-4823-C264-92C5-947B595F667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9BBEAE-279F-6882-B8F1-ED82B9ADD2A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5529FF-63E7-F6F1-C0B5-142E8F631D0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849B63-ED93-9EA3-F1AC-5C9265C90B2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754D6C-3BC0-6844-4AE3-7DB3D85FF4C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595C02-DB03-4A48-179C-5A498397A2E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6F7256C-9C7C-1B5C-1E0A-C1F77CA8A42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8C60F07-3455-507E-A68D-CF1BEDB804B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BC043E6-2A9A-FC37-645B-5DE9D03E558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C43D51-0F16-6BA2-EF76-EA1D2D40C5E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4785E7-408E-34D4-E09B-651378DA9EA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5DA9D92-172F-9F61-F113-F17492DB36E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BECFE64-9EAB-A62E-976F-56AC43C7480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D2DE03-6CE4-A349-D2D1-BFACB2B87EB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E349B95-C299-ACE4-661F-2351D507068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A31D32-E541-EC94-96A6-A33E5F98A55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87D24A-7573-B206-9730-061B89DA586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62FCB9-CBAB-DCC8-73B4-4D923C80961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26B6B4-6736-E353-A07A-D43FD293370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D5042A-3D29-AE57-44B5-495F071E985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E12311-596C-3A64-AA29-70ED11D684C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4D74D61-1998-6F2D-0E0D-688A8B9584D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541AE0-5390-B511-E6A0-E5D33FCD8EF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AF6E96-A3DF-75BA-8BA6-5BC1F60EF19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288B10-B377-2C54-A3AD-36EF7EAC890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87E8FDA-A0C2-1578-ACFD-565ADA40B56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905866-1F43-9B58-4EEA-3659A933150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0A0352-DA54-2061-668D-F06044EEF34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A51F20B-3740-364D-06F1-E13907E6914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59B66EE-A5D4-FBB7-F656-30338533804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7C46AC-0FC4-236D-AA43-224E7665BE0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835CDFD-08B4-72E1-9173-DD8681D1EEA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3D413E-80E4-E640-5702-A6E9798E6BD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ECCBB2C-89B0-811E-BC1A-DDF374C023F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C6FBF36-C43C-B90C-C3C0-D498DEA5979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F443358-4FBD-09BF-5361-A39B5A357B9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07A0F3-0665-5210-A7FE-B90DA149EB8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914358-45AA-485A-1E95-B0DCF8AEEE3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8BCF04-0A63-4981-B193-B1776C382E9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4D0252-1FDC-1D6A-2360-A3C374EDB7A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039D28-E5D6-6324-6270-D7D1FD6B2FF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2BAD72-E67E-E857-5DC0-FC5FF7DB650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4A06E6B-0E5B-4427-E2C1-0D16E0B1FF9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3752230-CCB1-5E09-2073-67670070C82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FD01C7F-B50F-2BA9-B689-FE4B0D1118E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5648D17-5C43-5999-FB2A-719BF81A676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B9A3CB3-D323-809F-C262-0032A98489A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F18854D-5ABB-77DA-AE75-12437B6E54C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ACFB19D-B398-F524-3467-E3DA04D4D69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E669EBB-5DF9-1715-0D79-CBC7D422FB0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C76432E-2B22-F5B6-747C-5E0EEB6964B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CA3D9C7-EE8E-2708-A529-A795F0FB74E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C466CA6-CA26-8065-6097-1C80E2087D8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99704FC-37FD-4BC1-7399-0C9501DD41F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C71635F-B015-695B-1D12-0BC04D4D986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C6330E5-44D3-733F-1AE5-794BA47A5AB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</p:spTree>
    <p:extLst>
      <p:ext uri="{BB962C8B-B14F-4D97-AF65-F5344CB8AC3E}">
        <p14:creationId xmlns:p14="http://schemas.microsoft.com/office/powerpoint/2010/main" val="37264796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C2EE5-F90D-E979-C886-E1ACF3D13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C10167-DD36-56C5-F887-A30CE53047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1FE9586-73FB-061D-B7AF-3436BB6C7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7E0FAED-A8F3-3532-AC1F-F44A32079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1175B9A-ACD7-1E74-A49A-5A6A0628F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EB84C80-FE1C-F52A-FE5E-A7E3EF389C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1D3857D-4604-9F22-9E84-598B386B451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802AD4-B6DF-CCF1-2E42-D983BD6B286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E4B8FF-ECEB-EF17-7063-62CB9BAA496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16B7AD-C134-0F7C-4BFC-9765E8A1290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F4A2AE-9539-1CE9-6161-D8D0012C7C3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D5FD89-38B4-1EC7-4649-E5C9BD8EB19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0B3F0F-90D8-DF9A-DA47-D36F4F02C8E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444482-1A4C-5803-868F-843F319F95F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FF1B2E-7FC6-ECE9-4CF7-C13A9D7238B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FA769D-DCA0-9188-4D17-5BB73A8366F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052523-1301-B9AC-2018-CA7F9AD0B2B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F516CA-8A07-02FA-D674-047B9EEFB22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53FBDF-C787-B9B5-241C-C4D3A1F509D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F3F22A-DB8D-A56D-09E7-652E5D8E174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281695-A7DE-54E2-B626-9266E76FE55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5FC8F3-2880-2EBE-082F-353080F2756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F66C0F-931E-E75E-6651-F9FCE90C996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9528DA-E45D-24EC-DBC5-DFF7C333F4A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48837C-29FA-C77B-482D-A6A5DD15435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3BEB80-3A7F-BF9E-B5D4-A4F76409613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FE0E8E-F55B-45EC-502C-E5028C96DEF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7031B1-510A-0ABC-8CEB-23D8FB23B99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EFBEAD-8634-04A4-2825-DED2F829ACA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9B2029-91DF-A2A5-FE8D-86128A27AB4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2B85DE1-9A5F-7D5E-EC85-3FDBC7208D8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37BD4A-5CFA-6DF8-2B2D-5E5544726E2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0BFEB4-24AC-002B-B3B1-0B46079F87C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789BCB9-26E4-3FEE-EDAE-601A0878ED8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DFB491-B0BC-4412-1D5B-DA5B4683A15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6A012E9-CE98-08A5-9BEE-0D9AB7F7A84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B0787EC-1775-9EEB-2450-840380E2E89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9FA4581-AE05-20E5-4390-1400099181C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F18E21-5758-EF91-F9B2-95CA5544D82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06113D-D670-4386-E5EA-37560AD5CD7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77736C-872C-2B1D-B629-94F0129A53C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50502A-2299-3B10-D4AB-1F7085967F5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83F173-5BCB-0848-F2C4-8D19AF290F9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3195B43-1E08-C611-44E0-605AB6FDAB5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A148E3-E3A0-7597-B66A-CD1179A4873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305A8E-79A1-E7E3-67C4-FDA68656737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621147-2E1B-FAEE-5C65-D94CFB8B1C4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AC05AE5-6BDE-4C70-7A83-F6D71F072E1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3F321A-C1E5-4AB6-6751-4967C7F67D5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D5A6EF-E852-9D40-117F-80535F266F4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1B1591-B214-C1B5-A2D5-9A93E70542F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99B1260-3B4D-2012-5EED-F9029446DE3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EFB47B-7B92-849B-C598-A657B4DDCF8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1F25433-0203-3BDD-7AEB-ED4D3490802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887C74-2495-EB84-4EC2-16B360EAA80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DE7BB68-D0E3-D24A-9264-60FE0D61CBA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98B1C1-F090-E147-EC42-0D152B25746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40032C9-2903-1A24-BE37-A578A4A89F8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F848B3-5D8B-A584-60E7-8CA1B1EE920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298F6-B95D-7D79-4587-2830DA96017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09443D-AF8F-6C93-1CA9-A48ECF622D1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F6C540-36C7-9200-17AC-9FF643006BD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8F16AA-F8B9-3061-41CD-09A5A2354D3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3DADF8-10FA-3FD6-3178-380B3EC9F3B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98FA43C-F070-462B-4910-4B1624E3E70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BD84D70-5161-9D05-0A5C-93AFA0C9BE6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84D154B-57A1-D210-BA64-19A15100693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692D058-12E3-2C9E-C3B5-458D07F311C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434FB95-7BFE-E2AF-7F25-820E3DB699E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754B0F3-C565-DF88-7D2C-4F316A2A6AC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DFE131E-46A0-FC2B-BB1C-F6E240FD12D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43024FC-B21C-401E-2447-FBB0CF7548E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A252330-EF4F-F2C1-D76B-5306318C749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73ACB6B-D681-8AEF-C9E6-E6FC37ED8D4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CCAF3F4-244B-4960-8680-368C6D05374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3790838-4EFC-7496-D642-94C5F901CC3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02AEDB3-F1E7-7465-02EE-10AC66FB38B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91D83A0-5FB6-9C29-78D0-A03BEA73ADF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232252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941FC-E0A4-AB33-808F-666D8FA9E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0D1F33-796D-ABED-D821-EF1211000A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2422BEC-FE56-7FB2-7299-A105C28B0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43E6E48-CFDC-3CC5-FE59-93D849901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25612BD-FC77-6D3A-9B8D-962B4F2214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6F0BA0B-7D1E-A620-FB3F-17DA8FFCD0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228818F-3F79-B50B-F514-E2742861F3D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4BC5BD-C1BD-39BC-213F-935FF3C5DAC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286B58-14CA-B5D9-411D-A3A933CDA73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4DB9ED-2564-2D1E-54CC-6DCC390AA39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0FA00A-B13C-176A-950B-E5F88668E6E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C17581-E50E-442E-F80E-C476044A421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4AB8FC-5CD1-B11B-1A9C-C73DF51D045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08E322-6EF2-AB0F-02B4-5E86DCE121B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D6730C-A142-D7E3-2362-353367CC75B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A6F6C0-DD28-09D7-801A-A63634F5265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C24298-BDEC-4CC4-B4FB-A7DB9A26054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64E149-CF7B-7820-A0AF-647540196F9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81C56D-3A5B-D38F-B43B-A6D018444B6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1AC9FB-9B8E-26E4-4CCD-861013DEEF9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5C4F59-9D71-AF12-8614-24A9A6115EE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675CC7-667F-E3E3-E9D0-DE04528F954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E17C69-C02C-038F-9F77-73C300ADC99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2FAA6B-113A-CAB0-CD97-DD36D08C3FF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02E80B-6484-15EB-971B-45F79625149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4C7BB6-70E2-FEA2-1435-F6BB40B79A0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1B6571-B2A0-DAF8-69FD-96D13C46F22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E23F68-84B4-5008-DF94-82F0A920A78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BF6337-7460-FF44-199D-8F4A4B02169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C33AB9-9B63-3A95-733A-4A344371702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19AF132-9828-EA1C-8696-8FAF7DD1E96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35EE6C-DF26-B904-2FA7-54CD67C8123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A007D0-5909-2DBA-A158-290D625DF91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2DBBF1-2CD7-CE78-796A-CD2DD0BDB24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508AB3-F637-1640-88CE-515DB355649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E5E263F-48A0-E27A-6C19-3BC9BFC4989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080CEB-6324-9F64-8BB5-35C1493EC53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0035799-4ABD-2E62-F80F-A6528C6B73E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0C4B44-3D03-EF54-2440-80C6C5A4D73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E55E4D-7CF6-0CE3-F7CE-5BEE855316B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F93AB0-ECB4-120D-15CA-DE151A485B2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AB9696-1E23-ED12-5C57-F02A4F4D075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2155C8-5EFE-7613-5D03-655835DF6FE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C0DEBBC-4BB5-4DEE-C54C-3983DF5065B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A89E0D-AC0B-A133-E6DA-36CE3F7D69C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745FFB-777D-41DD-D7CE-4C278FC97CE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3FC668-EC67-D34B-BDC0-8235EF166F1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0C8FAF8-8C49-381A-A567-16103AF9952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BB28C2-388A-1926-7706-F7390E46899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86E0BC-93C8-DE6A-8223-8D3C8D02542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16356E-63F8-594C-BD5B-8228AF62D13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AEEA158-6B3B-7744-7C72-B7BD9DDAB71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624E1FC-0D90-7756-4886-7D0F0DC548E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CC8A61E-5643-84D6-FE3E-3B75C0E6B6E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2E45B8-E853-3153-9B62-0358E71D92C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0206144-8FC9-CACA-84A0-E1E04EED3AC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2CF07F7-522D-AB4A-8C3F-3F94CFEF96E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792BE6-F01E-7A3D-B36F-334C46311D4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E7B06B-539D-34DC-623E-97DB0C525A0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34D69-0435-10DF-EFED-3ACDFA22F6D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3C84B2-C61E-56F7-C60E-181DCBF65EC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BFCD78-9F81-7801-55D0-F3328F8C81E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709B60-65AF-2B0D-2F9E-D145926A563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E15554B-2B19-86F4-421A-B402B803B66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5E2A39-A873-2962-3AF0-2D3521C74D4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ACB82D4-3FD6-8A10-62DF-51B46A6472C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F289789-2489-19E3-EA6C-6F21472DF16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23FE2FC-A77D-D653-4F03-93005BB8444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677CECE-B43D-1EC6-D1D5-857840EFF34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4C82E60-7045-D49B-85A7-37EE01D85E5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0523D85-39C2-ACB4-31DB-260DBA64BE4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31F9ADF-5867-D786-8344-BAD9BFE359F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83D2999-C732-9BF9-D5F1-BA849B19792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81E3FE-0061-583A-DDC5-F0922105B6B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A39BEB1-D9AF-C884-BCC3-89D6C47B9CE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9F8D1DA-ED9C-F854-EECF-32FE14EC62F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91701EB-C434-2EC7-E00B-1D8BEBE77E2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DBB1FA6-FBD9-C03E-565D-FD732882C1B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572428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B6CC3-89A4-3A1C-B66B-F24B207DA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160A2B-7A33-967C-4C28-7B10D658E2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bottom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2B3C891-3524-6C8A-35D3-6E667861C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65C8660-3157-732F-CCD9-0CAAA485D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9F36586-3651-1C1C-37B9-A2CCB7028E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A9BB27F-BA47-A6D9-642C-D54C0C1243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03CE75E-FD79-D94B-414F-2E9271FEAFA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9E832C-7029-AF43-850C-026170BD44D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78315E-8AA7-E310-3E84-62561641DD7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AB9484-47D7-7BAC-CF5F-F7AEF08322A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851361-BAD8-024C-C4BF-7967A3B75EB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20A791-C65C-2E5E-AE19-E0E2E818BDC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78A619-98CD-EA8C-0883-7431198DD3B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618189-3C33-5679-88FD-1961A9284C4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F40862-9324-9416-88D7-09669660FED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FBE0E1-DBB0-4557-B49B-74A1D5813B9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6918D4-E087-CE73-776D-C1BFFB72AB6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585806-9CFD-4E97-6678-ABD271EAB31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BEE8C9-B1EC-CF6F-8CFC-3A8C6CA4D85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AAD5F8-6AA3-7277-807A-103C1443C7B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855863-DCF2-8144-FEF2-978D73CBF22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41F3DD-CC23-D1ED-F188-9C888A9F8AE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94029A-0A88-BB15-5E48-2E550A5A477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C5447C-7CD5-EC52-75E4-964B4309E5F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48698C-5BD9-858B-87C5-8D4889AE456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AB07B4-055C-A913-32D2-A31E01EF635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7C3305-2FB9-17A3-7CA0-1D5D393241D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DF25D4-3636-18E9-C069-493F454E97D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2B2AB4B-5868-AB04-0D3B-238BE4912AE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F3D5E93-180E-3386-1197-6FA673E5295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81CD012-0677-BE04-DD3C-1F3328B33CD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60AAD1-DFDE-609D-1174-8A7FF302498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D45FE4-B981-2410-781D-D61597DE012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0525F3-FD14-CFC8-34C3-0207D91B6AC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ECE0E36-AA23-BCCE-2A2B-20C49C227C9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1231B1A-866E-D980-2486-D1657AD80FA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DF05C0-E8CB-A5DD-70DC-99028AF2A25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D1B8C9-1139-5690-EC68-697A7E127D5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D65A1F-3450-50AD-EA7E-543D5AC8A04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5C3502-97BF-1C82-31AB-AE18F8477D5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5FCC6BC-E965-0111-AF3F-C59BF769BD8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F3EF24-9667-60AE-4F9F-39FCC113E7B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FF2D91A-A603-55D6-72C3-BB93A25E7E7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43131AA-203E-360F-8FC8-D947236040C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2F4553-8796-00C1-62FD-887442CC70C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6F1FE7-6664-0AF9-585C-F79FF6CB1A1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7F52BB-411B-3BA2-F7E3-CCD737AD708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119E96E-B7D3-9910-0033-966CD38C1C9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A89330-2287-4640-3EE1-2EA055657D8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09A97F-4866-4F60-4354-2BE37BF0F9E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BC4F77-BEF4-0311-EB2B-3FA40CCE4B4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9F5E619-6AFF-1B7E-9CFB-EC61757AA29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2D8DB9-997B-3DB2-7C93-179194BB5D1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1CE83D7-62CC-92E9-F2F4-441F4D39B58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25092B-30AA-BD12-36C5-4CD32B22416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0CE2C6-52A5-0757-7059-404FD0F6ACC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776F021-6B75-BE69-B06F-3418857B392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2A712DD-6D1C-803F-7EAD-8A7CCAD68D0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35DBD2-4C8C-52DF-0BD0-38A3FDA7567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60CE06-2C6C-B0D8-AE7D-97FBE304AAC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56441C-DE67-0BB4-EEFF-3181C7F289B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19703B-A1D8-8D83-6384-C1268AE8247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B4DFA7-32A7-6921-8D74-A69EBC57F15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FC1851-53CC-6095-FFD4-17B4D18FD5E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D0D3F3E-39CE-09B5-1184-91D184D74E7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FCA7892-93BB-34AE-E8A0-3224996B374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6B48301-46AA-90B4-8273-507F4EF5ABA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F1FC615-E7E7-AC5C-CE75-1C35DAE6DA9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1693D13-8E9A-B587-DC3F-53D5187A131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20AD252-72BB-FC9A-CF98-DB28240822C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99F1EE-0FA6-8C01-F8D1-067C96F9B08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583293E-6406-CB87-1A8B-D0EBF001D5F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FD4A4AF-61F4-69EF-D018-DD0D3264A68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870E0C-7BFF-92CD-564D-AA527523513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4E3968F-F424-A92B-ECA4-5268E3DBDC1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F3DB746-DC8F-9C50-8199-26192ECA400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299B0D8-8C18-957D-AB5E-1AD9AE03822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4ED0F74-78A9-A552-6DBE-1DC5FB706C4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2F4334F-499C-0AA4-A0D4-D8BCD60CDF6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940D17B-2E74-AC39-CD22-299C85B2C56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75624DB-D39E-EA2B-C77B-9923A85B610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79610F1-69F6-33EF-6121-03ACBBC9613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4D0D707-866A-B050-214D-8226705590A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4F50BB7-D0F8-F93E-E27D-CD17D4B08E7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20B836F-0A08-BF2A-EF6C-3855228361F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C0F6C99-31AC-55AB-848F-441B2A42E45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19E3D82-4791-BB22-FFC1-7191CFE67F1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</a:t>
            </a:r>
          </a:p>
        </p:txBody>
      </p:sp>
    </p:spTree>
    <p:extLst>
      <p:ext uri="{BB962C8B-B14F-4D97-AF65-F5344CB8AC3E}">
        <p14:creationId xmlns:p14="http://schemas.microsoft.com/office/powerpoint/2010/main" val="7077309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A1322-7D0C-160D-A7D0-74E46F90F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8C9889-02B3-AB34-0CA4-84B178A2BF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Note that [17 in 3] cannot contain 1.  Also, 7 and 9 (which sum to 16) must be split between [16 in 3] and [17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1E647A8-714B-71EF-D9D6-1E7EB338A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49CFC45-9A36-F292-91F4-1AB3FB897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C7F6AAC-BB1F-80D9-95DA-BB618D5895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B29811D-2E80-3C71-58BB-D8DA7DB1B2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F3C3A73-A0CF-2261-5367-ADC088B2B37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6794AA-5919-00D1-C990-DBF6F0106A1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B1F115-7797-AD24-3E9F-0DB12481191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988B0D-9FF3-0B72-C1FE-64D053DCF42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334D90-404D-6BDF-CBA0-B3D27BF9CEF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FE7946-C16F-EBD2-C4F3-B94EB8F214F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3F234E-2372-667A-A3B0-1C47A3ADBFC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205DAC-4D65-96FD-02B6-F58D3D2AE9F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6E0F3C-43FB-7928-E0D4-BC94E921E30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0F695B-7854-0B9D-FC89-1B60B1DEAEB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905B9C-E25B-37D3-3BD1-616D1D2A9FC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0570A9-C778-267B-BE09-F176903B7FA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78A1A2-6D00-65FF-2361-A02F2FC263B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D9B52E-0847-C4A7-7DFD-0E85FBE2B7A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B61602-CE26-9B7F-7D29-AC9C541B508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5A9479-96CC-CA70-C967-313F690D7FB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FEB0FB-0C6A-E0DA-E54B-78F4CB0DDE3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D55C7C-EB8F-8460-A6F6-811E9548F65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D7BD6E-AF6A-4929-8BD0-DD48FF6458B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4F1991-EC50-01C1-406C-FED25311D1A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FB1A41-EC5D-086C-15DF-79ED566C635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AF5E9ED-6B8F-0355-F734-FFD14FBD8EA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117E67E-0454-D1C5-81AE-9A2CC5E0B6A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E5682C-E4D9-228E-D253-793918AB9BD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4FCF63-E027-C2ED-8F87-02AFF9DFD7C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71234F-7328-0E42-1479-909B9C70542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96533B-C428-390C-57BA-B3378DEA8AF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21A468B-C9AA-7679-24A9-D2BE8E5DAAF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509631-0247-98A5-69E6-865E29CA53E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CB1E21B-E515-333E-CC43-0CDE819FA9B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127D305-8AFB-B7E2-FEDA-C20F4648856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ADAB5A6-EF29-0B9A-8991-319FC5A4868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14A7A8-262C-6807-7D36-995FAA11953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204E71-94D1-8E3F-F239-7DEDBE6E90C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C4B52A-C520-D640-1292-30C8163A476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976E5E-B537-AB91-40B2-DD73A190CC0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8E89DC-52C4-F5B3-4EC2-FCA8E391A45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A447E0C-D45E-E371-F697-7CE9232DD6B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BD812C-8E1F-BD5F-216F-D8ED530D59B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686ABE-271B-E9B7-646E-7AA6375C78F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4F830C-B245-8422-195F-CCE53F0A7E2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4D6841-A829-90CC-9879-36765528385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85A821-B3E3-A666-5449-B540D2C0881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0355C7-7540-D077-1B28-004E7DDB10E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6013DE4-BAB7-0255-DBDB-3EADAAAE01C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037026E-F283-9D83-12B1-0EFF2B61A9C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689BAD6-D294-8B5A-C504-A6A143AE40A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D9994E-E020-5565-5CDC-D1C7C67F486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E2265F-47A1-26B5-3A6C-C47AE3C064A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04E096-38A4-E868-F9E6-DA67D4B9DF5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D2945B-B302-2009-0DA2-0CF36709984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AEC38B6-3D88-2442-2DB8-7496DDA6324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E4EE5-8540-F685-BBC0-53179EA50E3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453858-01F3-36F8-BAA7-C69374458A5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0B18A2-6943-A278-4B49-2026E99E4FE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1573B2-DA6E-F653-AE78-2FB36664515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75A7B0-F569-0B13-59BC-D8E15BAFE04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5AB338F-FBA7-894B-51AA-AA433BD7143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40BE78A-9202-CF5D-E653-4106CDAC402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6880A7D-D930-06E0-1D97-BF08AF3A4AD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6685F4E-F4ED-7586-BDF0-9FD69531591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CFBD068-B753-2097-1CB8-64EAF3535D5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759AD39-13A8-9A59-140E-6C3B0D62203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B9E91D4-D0E2-3468-0AAA-5F44B8E9C14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AB096CF-A3E7-1B23-F91F-1A255CD7914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3652D7A-9470-6CC9-C8C2-ADBA8D2D6E9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1B0BB86-D122-8BDD-3EE4-D93E142256A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9F13BA1-A640-B575-8BAE-A1DB1BCAD24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1AFAB11-034A-0914-60E4-6259D791DA1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016E946-C23F-70BA-FE0B-4D6609B376B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F63829D-0B3A-831A-FA3B-3375DC8467B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E9C8794-83B9-4B7B-B484-5F50660E8A1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1B543B1-E36A-264E-8579-CF8881B4C1E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8139964-ED06-401D-196C-5E384098719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8BB6454-A176-84CB-9570-CD9B52CE183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054C9A2-1E0C-0759-AF2E-55ABE17A081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02F0842-3186-FEB2-55AC-F0837F745A5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E68A7A3-8603-F1FF-D63C-BB2DD530E85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7B8061B-D9F5-436C-728B-F8FF348BBE4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0BC7204-C548-EBCA-769F-B1B271441E1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96F2206-E27B-0BE6-E0DE-1F480E9F4B4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</a:t>
            </a:r>
          </a:p>
        </p:txBody>
      </p:sp>
    </p:spTree>
    <p:extLst>
      <p:ext uri="{BB962C8B-B14F-4D97-AF65-F5344CB8AC3E}">
        <p14:creationId xmlns:p14="http://schemas.microsoft.com/office/powerpoint/2010/main" val="42087951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A0B1B-4EA7-B4CF-659C-724739E0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84C0F2-BCE8-1577-9C84-1221568BF0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479584F-E73B-E381-73B0-1BFCD6F45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8F353AB-8F00-643D-1F82-6A9695772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C42D5B7-B840-21FD-1EF4-D597C4EF29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A1CA1B3-5EF4-E1ED-9634-4EC60DE2C5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30EDFC1-4ADF-C373-1583-64B866A75C5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BB3309-9168-9A71-51B9-E88193804F0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40854B-FC9C-8613-264F-F75B5259E4E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4B0A2C-A4A6-669E-D723-7422B76A0F9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449214-3E08-4F35-3149-337EA2F5CCA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DD21F3-3954-B052-3786-C63281D1014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6EF75B-51DD-AE92-7320-4F96422C858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1186BD-C728-FD08-69AC-8E5F19C67CB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328DB9-43EB-C0FC-0BEE-6E48E960766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F77903-439E-97CF-7BD9-689B2F9F818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651CF2-9CB7-A0C3-6456-A3D60FF84AB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88A16C-574F-98CB-EF37-60E163B5BC7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CFAF57-1AB7-D374-8712-ACC01FA8EA3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D68C17-1ED5-2B2B-E45E-DE98001E395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8E91FA-CC77-C546-83FC-2B78E980357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507FFD-2647-1002-4E64-336A7C4BD4D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F497F8-5AA8-C40F-8FB8-ABBF8E86FB5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B30131-987E-B280-D481-2F89E979A54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DDA8DD-35EF-2D27-2352-D31D08E77CE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6B2462-8F09-147F-92BB-A57A8591EC0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875547-6918-B3FF-9992-257786A3505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F1F35A-CBF9-60DF-E781-0B5005C253C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C341246-4B51-60C5-FB11-594A6DFC46E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6648AE-79B2-DFBE-8940-4FCD2E313AD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984983-2B8B-46D1-6A3C-4E806433916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55F351-F266-021E-1351-5BEF4A7F36A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461E32-CDAB-D1C6-697D-F00F9E52BAF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2EB9896-3E4C-496E-6626-05797FC0BB7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D2B7B47-58E8-ED21-CD72-7E41473C9C6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140E1DD-AA14-331A-BA8B-FC91D687517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2BD213-AE7F-1D93-80C7-30F0E972B1A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057C781-7C6F-FD84-A49D-CFEF2A43112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4CB5A-F8E2-7BBC-5852-8B34AADC78B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136435-1311-B4AA-5EFF-A5620110670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0B7E1A9-3C2D-0C0A-1725-BC9E8A41820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8C2F0C-70C3-32BA-2D3C-46BEBC6877D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FF792D3-1C16-B487-6C2D-45D3AE08E2A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A9246D6-4240-EF58-E86E-63B9A2D5EF1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B0CF45-8B11-648E-BB0A-6FCEF203E0D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0317EC-11B6-F2EA-EC82-906A1A4E791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046EC5-526F-180B-ECDC-2B7711EE454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623A3-6437-2A5B-FE23-D55CA039252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7852A5-E8BA-E5C1-9242-BE2B1A7E268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6F5362-80A4-D7BA-50EE-61C47768378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B87BBE-C6F8-FC74-C1DF-62B9F9D37B3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6F56CD5-E522-1B80-A221-426B69E4447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7E4E33A-31FE-3548-7244-6E8DCF814F6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7E04B7C-6696-6B39-DA4D-1A846799643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390DE4-C7C2-50C6-A452-F162ECA4F09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E4CC8BD-9701-9A10-8D12-8AEC63BA2AD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8BCB8DE-96C9-81E2-C57F-F8BC43393C9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A20A1D-B2C0-85A1-6A64-C8030CC0E09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A3116B-DB16-56FC-1B51-ADF47B59E15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AB1632-1E68-8CF1-6386-0AC9FE6E59C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25BEA9-756E-D9ED-BC0F-D0725456AE9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33C145-BC94-53D4-0B66-1795538BFB1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46E9DC-E9C9-8F46-5150-38B3428A21C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19B81D-4210-EF8D-BA7B-4EF20CCA82B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2766538-D1A2-8123-F20C-815F77DAFAF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4009591-4461-261B-848B-E426720E577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C2F01C8-C3A2-EB8D-FEB1-628075EEC05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6A9188B-7D6C-C64E-51D6-91E89D0474B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5848E1C-CCAD-05FF-2F82-661CE036624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3973F1A-433B-237C-DF3E-B3D29B1A05E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BA3C505-89BA-030E-360F-E7661498375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4E6AAA4-2607-CCA6-6BB6-19C90FB4BD4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E8DF524-9601-8F69-8559-BC47E025E1D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AF32CD2-48EE-8C23-5803-06786E31467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740FA63-A4B9-0FD1-4B5A-25D6280CF16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D3A53D3-39CC-EF7B-8C5F-097C7B8898A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A91A2DD-C2F6-C17B-B6D8-9286B9DC7EE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68A8928-1101-9711-66E1-5F8F1893486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E294BCA-E827-91C2-2ECA-7804972B2D3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20015D1-C1E5-02D7-2F12-6E4195A1935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BDC2D94-84F1-5514-E1D4-323527F4659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B825139-D986-FF87-0BB3-4DB90BC447A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9369C97-BC73-15A9-F7B0-A796587C74D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3EAF89A-F04B-AAFC-6B83-8CDBCC9415E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9086468-CAC9-AFE7-7DA0-BA8B29AB06E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C7AE3D8-1505-FD31-0E07-87111B95BE6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F8D3114-4256-764E-0F9F-92FE6412AEF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</a:t>
            </a:r>
          </a:p>
        </p:txBody>
      </p:sp>
    </p:spTree>
    <p:extLst>
      <p:ext uri="{BB962C8B-B14F-4D97-AF65-F5344CB8AC3E}">
        <p14:creationId xmlns:p14="http://schemas.microsoft.com/office/powerpoint/2010/main" val="37569866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F0F1A-8C87-994B-FE36-4B150515D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DD3F2A-EFA5-4BC7-73C5-A990EB3FBD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This cell cannot be 3 or 5 because there is no mate for them in either the 7 or 9 cases.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D2DCD92-95CD-2CFD-7E42-332152C67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8A20D17-C319-9275-27EC-CDD2CFE87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4E640BA-5B13-E29C-BB67-E375154B3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C115B89-720E-0D07-8D6E-10CB114F00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C3BF8A4-055C-9053-10BB-E0479B0DB46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6B8B2D-D179-D639-B8EE-547E75C2DBD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D8DB09-5136-2216-87A1-50796100DA9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B04CCC-1DC5-01FD-6B9A-B3E3DA9D94F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BB10CE-578E-99B0-577E-EF014F616BB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7697B2-0728-9839-C86C-5E87E06758F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606E90-98AC-E321-7E08-32FDDA55D79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576398-1776-E6B1-5EA9-F650F98273E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3BC235-67F2-D1A6-2775-DBDDBF60D5E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806BCC-E626-98F9-6073-B5DFF1C672C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FEB326-E3DA-4676-72B2-D2DC61821FB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8208F9-2539-E4B7-4989-666F932423A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C93C2E-B171-5BFB-21C3-E7103778D30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E79825-73D3-7C45-D0CE-81478F99503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798C33-448F-3A0F-9511-03EDF6B9A2A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2C2D0A-38D5-8178-9754-20283FB2EC3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B9F99B-D9BB-515E-B639-1F9B26F8336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09C9A4-DF08-991A-DD75-81C308EB0D7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4ABDB9-A1D5-5433-05D2-30168AD6E63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A82F04-6174-2FF6-4EA4-A39992C510A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B0011F-FDF7-DAB9-112D-AB8AD2AF52F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4B70DF-0CEE-36ED-0814-B358F894E8D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27D0C4-4CE5-0D31-CFAE-C0AE2CFFED7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517A38A-64AF-8273-F502-148119F7B42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2EBA3F-14A7-3266-0D34-0FDCF5FBBEF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B70F10-FB46-F89E-32C0-C8AD4E45ED7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47FE92-F739-FFCF-187D-D0340F37A7A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7308119-5ACD-B1D1-E88F-9EC071BE1E8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3A64B6-287F-8F4B-5897-06438B981CC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CCFD4E-5F18-26E6-4E49-184DE7A91BF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DABE148-07DE-A664-2E26-1017638DA7F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C9AB213-E5C5-2A4D-B8E9-F2914B18AD9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BB52E9-8A2A-236B-AB0A-B0F356E7D8B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C678F2-571A-93F0-919F-9F745CEBA7C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F67835A-29A1-F362-597F-6F88C95FBFB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D5816C-D6E5-A56B-D72F-E2A8A1F7335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6D10DB-8A90-9996-C44A-8169FC7FD84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9DB16FD-2FEB-3244-CBCA-369AE42D088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D0D34E-C4F4-FDB1-277A-3BF4A942F58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865B48-5C5D-7E66-B8A3-B95AEE7952C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774CD6-00BA-8A7D-F883-0C72E04DE07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9A9ECAF-4E63-4F6C-3D2A-3C587AE5D82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A819C-2542-613A-47CB-6B8C2076D33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45B420-DDAB-D496-63FA-FF68BF6DE1D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C30E15-0A30-DE9B-402E-4145623B163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B019A1-C999-10D0-69CC-9E6036A3185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0B7956F-2179-D813-0F7C-E4C7DE33C39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E43E42A-A6B5-9994-E93A-68666909DCD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C57CEB-50A4-C3B4-FBF8-AE99BF13A68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9E41BA8-BDB4-B818-4DF6-9A187389AD8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E9B354E-A9AC-AD62-E413-CABABDCC447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D7C2E0-46E5-D144-08C1-B0B59BAE621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DFB77B-FA3C-D871-0E50-4124EDD1F54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96C64B-F4F2-4593-BF58-68F143DDA78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5E421E-26B2-D98E-D111-53052731B7F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7A3440-85E5-83A5-625C-16EC6C5256B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683398-2570-3C3E-72EA-F1210888BAE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AB0ADF-98E9-E418-4110-D9941E2B002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7ACD71E-D3AB-E1E1-C41A-55F8730B906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2C84D51-8931-6D5F-98D9-6A66D0DF6DA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D054759-7DA5-DB6C-A42E-1C93D95C93A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77B71A-7270-5693-FCBE-7587AF616D7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93EF3C5-2EA1-9DD4-A5C6-48FC308C892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776E0EC-2DD5-A57E-ACFB-9D2787ABD5A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90E0259-881B-00AE-34CC-678B271002F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26BF205-C27C-E215-3115-7529ED7B118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F090147-2703-106E-713A-0B949D77AC4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FA68AA5-95FA-3A43-0031-6A96C152304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4F5860F-9791-D9DE-FB63-9F8B78C1B88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5821DBA-DAD0-4F95-9AF1-55A10809B80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A071A38-E6DD-B4E6-004F-83B7B2CC07F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95E0C41-FE5B-02E3-5E94-A9B9E984C36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CF1C8A2-625D-51AD-AA42-DCDD22FBDBC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6BB30E8-61B4-3606-1B4F-79C433F2954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7F2D47B-F658-54CB-A45A-F0686676BC5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7DB4088-1728-AB97-F9CD-A73DF93334E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97791E1-0322-31E3-3586-8A78904AF93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1C08947-ED6B-3009-A8F7-7FE86869483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25A5D75-8B38-EABF-279A-0A85EE3FE1B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ABFD0DF-322B-62E6-B5D7-EE0AAEF274B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FC6826D-1CC2-FBCF-AA90-1805A4087C5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</a:t>
            </a:r>
          </a:p>
        </p:txBody>
      </p:sp>
    </p:spTree>
    <p:extLst>
      <p:ext uri="{BB962C8B-B14F-4D97-AF65-F5344CB8AC3E}">
        <p14:creationId xmlns:p14="http://schemas.microsoft.com/office/powerpoint/2010/main" val="37390499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C46C8-CA73-F23E-5FB5-4758DA02C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8E75F0-EB3A-F54B-AE56-9FD8F63B19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3 and 5 in Column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17EE595-8D94-574F-6E9D-EBFE2DF3E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0E58227-17B4-8C9F-1269-09386CAC1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8EEFF4A-993C-93AD-DB62-092F45F6E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5260048-66F8-0BDC-E972-068E49A60C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7E672E0-7DD4-DC71-4126-A8B5626293C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FE1EAF-092D-86DB-64DF-F0130816B81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8C5F6D-1453-E808-9C10-0D5EA3ABC72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31DADC-7B9A-B06F-8807-D4C3A8B1D27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85AC6E-8340-1699-22A2-4F240C57D74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6071A9-16ED-9A33-85E2-A3E90E6D6FF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14012-BB08-B530-57CA-3A5CE388A19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A45386-B35E-47F2-5A82-A9AD8188B38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9D914B-D148-9461-970E-9947E549B79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2C72E1-08F2-E47A-9A51-DF799568529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EF8C7B-F069-6C6E-E21A-A10E7AD55B9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42BD97-52CB-6E01-2FC7-CF108AFD14F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169D2C-A82A-97A2-E1DB-C0442881A5E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FEB82C-209C-C05F-5B11-93B4A5FF669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B5E168-6D0E-3F3A-8609-A88BC9B83A5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66B8A1-F6A7-8706-5E4E-5ED7A9EBB59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A8679C-EEC8-5A81-D137-7EAD10E33E9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E70FED-0761-3825-FB85-9AD16104541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B400B7-C32D-B768-4E66-51FE241430E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C9D6B6-B428-7766-5B30-3DDDD1EA461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15F286-061B-551A-5856-5A8F5989C2B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5F9A2E-3C8E-2F33-59CD-A327C8E0199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198E792-F7C9-591B-4FCD-8650EBE93E4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3B54E1-73D9-8A90-148C-2B3E09F99AF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B045CDC-C2B9-E6F5-D229-64743B14B84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0998B7-B269-3EA5-A8B7-27A1AE56E8B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28452FF-3B56-6F68-EBE7-3100BA1DB7B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9DAAD3-8F9F-598C-2CC1-AFAFBFAF574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721F08-C5CF-CB4E-3F67-C2C93DF8629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49467B-3205-74EA-57B1-EC16B0C7A4F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B35136-39FE-230A-B80E-9BF1A23376E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269DC17-EA4E-D6E3-881B-66470DA688D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1004B5-F219-58DC-13F5-89ABB6AE422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29D233C-E4F1-744B-DDE1-11D03E5C166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FF77C8-D3F5-6A78-153D-291697AF22E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F1A366-EA07-AAC4-A74A-65FAE25E35F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CD6BA0C-E149-72E8-EFF5-1C781313AC9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EEA2D6-882F-2D63-A56D-5A3427C3F56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7B3529-64C2-EDC9-A6E8-38F0AF9AB5C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4C46CB-D6E1-161D-ACF2-02CAFB58BD9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BD2282-8F65-8652-0A2E-3C66C4B8351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06DD43-110F-CC2C-4650-F9F7A6E7788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76B69E-F7C1-D366-0465-5950F8F51B5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54D3C8-07D5-279B-2444-CE36DE4601D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0E435F-476B-8387-A44D-72EDBAAF071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E3BAB66-5BC8-4C3E-DFD6-7F72400C540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B735073-CC3C-7443-4F36-8D5CD44DFBD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BC1982D-98CB-4D2D-8813-06A6DE4055B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E3D432-2475-FA0C-9D5E-27AA8DD8B5E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B66334F-1373-0B8F-F945-64E850CBE7F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B8C9C41-C0F5-0FD1-FD5C-A748EDFB22E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F18FBAF-DA9B-0BF1-CEB6-0AF3865DFB6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D9BB7E-6480-ABFC-A435-8FFCDE94EBE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6388A-0088-1E8A-524B-7E719E449A9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06A4FB-DB87-FE48-A503-326AA9664E0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6D4238-E885-888E-DBAD-7353D6E1021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EC7C5D-5E38-E6F1-3F45-2DCDFF4E199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AA20CA9-1B3A-7AAF-D651-7EE03B1541A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42728C5-F1BB-D23A-63DB-53F7123713C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2425BAA-2A2B-B2CE-4C28-7C2B70E6425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1D7256C-79A5-4B51-1FB5-6AA3982920B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74E36A6-8C6E-DB23-B8AE-E09AD48720C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1BD0BAC-46D0-91AF-9FDD-29593AA5916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0F96DB7-4F98-D5DF-785B-6BD95C158E9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6EFFE6-B0A7-9C96-ED4B-4FF2D429F81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C355A63-D236-BE24-E839-0DBAFB75188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2B87136-5069-D00A-F3F8-B09769FA896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79CB861-3101-7A61-6095-B684F4DBE4B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3380C02-192D-64B8-DC51-532F33E3708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D61ABD5-4ECC-EDD4-8E79-20F7F6C3492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76FD274-84AC-D2B6-79FA-A448E8655B7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BEB11AC-ECC6-2E54-7B4D-8F02B7C70C6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A8780BF-0937-3BD8-7ED3-967389E02AE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DCD19CF-F03B-1F02-74A3-A24B1EBE3FD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C0FBC26-AF13-A1DB-4C5E-AFF2718C361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93DCB0-4F62-36BB-34AC-46E365B5A0F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058F447-A6CF-B9EC-E165-E516EA1133E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0BBB6B5-B16B-11DF-B569-4644A1F1920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C45FFC7-C970-2CBD-276F-3E2B4F66BFE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2194619-60EA-46E8-6CE5-167C4FDE8D0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8CF7409-8384-E9DC-38FF-79310B9816C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593508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FFA29-AD48-5890-C669-467D2E948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F50980-76A8-2631-6E3A-022D08B765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49A9192-8D03-3068-247D-CC2902D3D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1BEFAFB-0678-9355-413E-862C9B83B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C8C0097-1CF2-EE41-06AB-A4FB00F202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4C91BB8-B64B-F5C3-9203-BAEA8BC925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324AFEA-C0A0-12F9-BA18-541B280F979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92E5BA-FEB9-6F1D-6CEB-0C1D0925319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FC88CE-CEF7-7D7A-CD47-68864A87108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9DB77C-4D7E-0897-F52A-991D00D4412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10CE5A-32BC-A502-5DE7-AFB4488210E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999EE2-BE6E-C1E5-FB7A-465C8A915C1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7B48AB-155A-EBE1-B141-E73ACC5F915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AC5775-C0AC-FF0D-D606-6558574F2B0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2B62AF-BACE-4FC3-8D98-8D16F8C2D28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6686E3-8718-2410-D613-3C7FBC9596C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896E2B-32CE-28AC-BC2E-4A91E031706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5BF812-920B-91DA-D1AF-207205E7530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7B059B-7B53-160D-26E3-612FF456B49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4CB68E-1D8B-BAC1-1494-FD31D314D93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A07BAA-98D5-6947-46B1-746474C2293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15F686-76D6-275B-E56F-7BB4D07CC4D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6FD225-EB2C-B5B9-9C68-2CC5201CC34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6ED17B-6C52-C670-CD0D-D4D28E50240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B6AADA-F987-C6B7-C039-C3EC5F74CA1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C883B3-A1B0-4381-4AC4-6C734075FF9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00C06A-69A1-7C13-26B9-D78980D1487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B3C546F-C40A-3E53-FACC-BC698728652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DCC29B-5E0A-6FC2-062B-63C5E0F335F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0BF737-691B-2067-ADED-07897EFF5F7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9BF68B-8491-661D-ADB4-89C1D2B89BB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15394CE-DE47-3FFD-5BE3-14271F6809E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DC0CC8-776A-C271-C0A6-114C422FF5D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1FC5FB-2935-8721-BFBE-52BF81779F4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FA12D57-E7A2-0AE6-F13C-4517D00808D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D4EF8BD-1A2E-48E2-AE67-167263DD6C4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E9C429-E68A-39A6-7A8E-E1CF75539AF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AEC470-2EDA-C378-809F-FC3EBDE9034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673265D-69F1-4E4E-2E50-BB216296ED5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2166A1-EE35-E1E1-7093-085BD5E6388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A49B031-E458-D165-2B40-8D7F300390A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C6A0997-5F76-D474-7552-A882708E324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BBE646-7031-5D10-8011-F061CEEF015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45E4A7-4808-EB79-FC8E-60F19450326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A2876D-F01A-2E55-E647-816F511A258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C90A285-D38A-21D5-C132-AE03BC9C45D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F7AB9D-8750-697B-0C3C-FFA1EADE3E5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819337-CC34-89E8-58C9-7563F34D46A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1BA336-6A58-27D1-A110-1E7D32A8739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8A58985-BCB1-D5BA-F764-AF9AF8853B9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0BA83E2-D094-F762-ACEC-5A4C135832E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2165C05-B823-2DA8-1D89-F9BDD3E6F64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DB570E-A778-4A52-1965-9F2C0EEDC6C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C5C7AD-6B54-599C-83BD-B5EA2AFB064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12580F0-6A92-5D57-4C04-C53FD6B21DD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76E55A6-2FBF-FA5B-3798-10F1F8EA9A1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7BBBA6-6D6F-4A4F-F383-AD8F0D96302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170331-29D1-5E5F-8248-942F3851776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4DE064-5AB0-050F-231D-5B24A0D6972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86ABEC-313D-3278-6472-62201F59A89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073D92-F106-1340-743F-7C111738CB0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D8C6ACC-A3A9-7832-AD56-8F0F0CEF50A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3ABAADF-146F-7E35-E15A-CCBB3788A4D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46845F7-38B2-7274-1F86-E9A4D54C578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954D7B1-9081-3EA0-9A23-5065758967D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1456CD7-7500-2A2E-5745-EA3320D60D5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1E377CC-4AF7-14B4-EE2A-12F6D00E97D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C4AABE9-B4D1-1898-363D-F8E9BA1158D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139DC5D-33DF-28D6-14E4-0693419B5EB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96D4F3A-B4B3-4230-1660-C6BB01DDB3D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E347642-6D93-FDD9-7300-1D469FF1A7B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7C6B3D8-6EE9-2568-70AB-24862F7BD5D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018C49F-45D0-3821-493E-D87DED343EC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557098D-FB46-5D03-FB85-83A73D31F55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8BF999E-7642-00FB-5C84-689901C757A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BE1E0F7-3C7D-AD2C-A3B3-FC4CC13CB89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11BB870-53F1-1F86-F145-9915060C463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10A84FF-180F-6F36-659B-58535CE7EC8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528B5F3-CE82-113B-3D82-6FB2DA61B86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8AF43D9-40D4-9938-8C5C-5FEBA926A4E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EDB3B91-5F59-D910-7A8C-B4367EB2704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634716B-366E-6CD2-BBE4-C54DE91663F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07A97FC-DB6E-0BF2-6629-D5D9E5A6E0F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7FF5FA4-0BC2-D392-6ACE-F64E10750F7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766DD20-2F00-F64F-6612-00FFBE6DDC1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A325C38-FA8F-F982-0FD5-0D671795510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6747721-67EC-534C-526B-F5C40B70F63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708103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672F7-A585-C1C3-30DB-1F71D6A39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18BBA8-C7DE-2B49-4E82-B4CBEF1FFE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8518A00-F2CD-AFC2-222E-F41886457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98B86F4-44FC-F414-E441-21B916CFA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6C335A9-6729-35CF-6A9A-C44699DCA1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044E6D4-81B3-B5F4-0A11-7CBC7FD0B1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3B485B5-4203-0905-037F-0B4D3453357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EEFF33-D8ED-D04D-F4D0-086545FAB8F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3541A2-EC8C-160B-10C5-26E95B39DCD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2B789F-3807-6E0D-2971-F8EA5E37E71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878928-C1C8-FF5E-B015-FBC71A69F98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51CC17-8964-31C2-66C3-9B9475B808D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7AF82A-F63F-FA16-BC2B-D80D5ECA85D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D48774-92B4-CDF3-E6A4-98BA52CADE8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55BA03-E583-BFA7-BFBB-6E24F08AD29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396ADB-6B9C-5F23-67FF-FC3DB532E36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F7BBEB-93D8-D3CE-C1E3-D97C601A508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329C96-D0B2-C337-42D1-2F442860349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59EC6C-75BF-F924-85BE-74CF25A3549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A7B9E6-83DB-01D4-3AD6-07F2379AB39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9F639A-D51B-9255-0CA3-0820C379549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1BF13C-1CD4-F2E4-801F-A64F2DA4AA5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C7206B-C7B1-F75B-B14A-D22D26FA77D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D84B8B-FB02-B667-B873-72FC88EDACD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68714E-EA41-A074-4E63-B542B0A2FAE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B5419A6-6B08-8B8A-39F7-C37895A40F4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76E25E-3FD6-FEEC-D530-B249EA9B300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5BC47AE-C24D-51C2-1B58-E1B2A8C0502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244956-43D8-24F1-D406-74DCA020449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3985E3-7576-B687-46D0-74EEEF616B7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5B6404-54B3-C461-5144-FD03B4CDBA9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04FD14-7856-0D8A-A55D-6F40027A327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A52E78-4EAC-FA40-8E88-154CF17396B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7E01927-B56A-BA14-DFE1-376864C1362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1A9889-6984-9341-35D5-1A3849DDC0B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27BBA8E-7155-13D2-928D-6F0283E9477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A95591-AAA8-8616-88E8-662485C2C28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9FEEDC-7AFE-7D66-4297-91087E14B63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E8CE58-116B-D30F-C4C6-8766BD410E9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8E9B81-FFD8-8832-5692-10308D0AFD2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044868-AA0C-807E-F879-271F40F404C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96E071-ECF6-4B67-ECE9-E1249156DEA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26260C-D562-098B-A9B0-2CBA9DBAAB8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89EB47-1B4F-63CA-485C-947CBEF9E92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95783A-2FB5-D7CC-47FD-14A1B72E1E8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F788BA6-6388-2152-1541-01CA1051A85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690793-40C4-238B-F20B-48ABA150779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D23CA2-0DCB-557F-82B8-BD00DED1496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D9A3A99-A079-B913-9B5C-2B812161FF3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C79D5F8-BA0E-DC1E-F2F3-8E473A71B1D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20941DC-58F0-EA74-BA78-AE573E0A82F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C49361C-B809-0616-D7A6-3FAC6AD5EF8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FE85A9-94EE-B482-3784-FB2DD3D13A7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87C9FC-463F-6F3C-B422-0C076465F50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760357B-2B1E-6CA6-A560-21D40C1F915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A237351-0414-B17C-90E9-27869D19EA7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66B899-E691-CC87-07EC-D78FA23D021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EB6271-3BE4-2488-CE11-4B702B4F63F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0F5653-29CF-07E9-8ED8-1499845E48F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D9CE0C-0153-0FF5-484B-39CE953EE03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DD95F13-A7A9-77E6-7635-007C7A839D7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778FA30-D402-4851-CC8C-A46742AC403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308D925-8E78-7364-C5B3-E75B9E0FFE9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DEB82B3-2478-882B-19A3-EA7AD6EB798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7A9796B-83BF-83E0-E09A-4AC906ABF51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2EBF3C0-BB4A-2086-B699-12EA5237483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52E75D5-68A4-3412-DEFE-5FD8F529717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A992FF3-D45C-D1DA-7707-78D1F1344DD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EAA7F1C-B3C3-44B8-40EA-B3BD9814B48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044EBE1-F822-A104-BCFC-4BE194D3670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9262C30-C10F-DFC7-DE81-BE580F0532D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92A7C4F-1EB9-0F47-E6E7-E8966C51461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F42AB29-4545-996C-B8E3-6B8DABE3C65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50D0F0C-280E-BCE8-E97C-01FB0D9D779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685F4E3-B94B-425A-AE96-D621CF91ADF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970F0B6-0746-A8A6-F33E-BF4AD5A5EE5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05C3632-867B-15D7-F9A9-511206884F3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0A533D8-4D26-7BFF-1DA6-51152B6171E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73DA026-9190-82FD-A72D-4699D912DF4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B32746E-35C8-3A88-E86D-0826AD15C08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462B51D-9C96-B931-DFF4-18EB9535E2F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F707BB5-9482-7F22-5556-412D6CFA300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8011A3B-20D7-33F1-78BC-1376651BC5B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A641D2E-F79A-277B-18F7-0F0D171B9D9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CABA5A3-6D16-A009-BDE4-6A638FA9CC2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E889938-38C6-DB46-AC1C-731E0074528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A54C573-0CFF-6A14-C96D-116D291F79F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669537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18925-54AE-9408-4049-1FBE58155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4E8D18-800D-9522-2BA1-65954501BA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F7D5978-53CB-0985-5F76-A8BC1AA4B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11B5EA9-9AE7-73F6-F1AB-DB99DDEA5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6454C26-F7F2-E50D-4526-B239A185F2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63B69CB-D654-F755-D57D-39A16F42F5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3626283-1924-2E36-1E4B-D9DEBF0D78B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CE8AC7-C4C0-BD2C-3BB7-A20BDA8AF3A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896E6E-14F3-2E73-49C9-46E6636D353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777DBE-A6D2-D0D9-21EE-DE77014D128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FA73FC-D580-0970-B9A1-D4CA42846AC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9C880F-8DF7-08C8-282E-5A1C40EF36A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CD4A3A-68D1-9F12-BB0B-DC09500A780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A5E28D-8F9D-2D56-45F1-A6C42E37AA6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02FBB3-265D-1B4C-AAD3-7FC67796DA6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8BB3CA-F1AA-985D-13EB-106AB826C61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6F47DA-019D-2F01-8807-8B130C81E18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4DC0A0-47A1-1F78-B247-97A23EEDDA7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EB2AE8-A829-745E-9EA8-D6966A26296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175614-7371-6264-766F-09D71130C79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6EA7F2-6A05-7A21-0B8C-C7E6050ACB4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13BAAB-3858-A439-8E7B-E3C0F8297BA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B1DC40-B253-F653-442D-11EF67FD0AD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C4E4EE-A076-44E3-890D-303E9AFF9F0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098B91-CB3F-FF6F-06F5-95DBF6AF67E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3E96F3-8231-2698-0EB4-7626B13A42B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8C2F43-207B-A773-C52C-51EE35422CA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188D6E-256F-62D1-B6A9-C887B8485A5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468060-8B56-F496-B334-5055510EA76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A61064-CD10-D29B-A55E-87DED342B42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12BA69F-9487-DA4A-E459-28B393E1EB6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4708B49-109F-BAA1-A0A1-1C041E622D1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5B8D25-D85D-4894-3006-F334237C5F4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BDEDFF2-1B5A-5C4B-BBEC-5B4F913AC12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4F4D85A-05CF-2D1D-2ED2-DF6CB1C28EE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986F96-10E2-5DF7-EBCD-ED385AA3069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1C6894-5A8D-37EC-D26E-2A5077E010D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C3A36C-87CE-D96D-7709-0C94D3F3B52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C22CE0-6468-54E0-B6FB-67D1C4965CE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F97544-CC62-1EBA-75F8-F43EB4862D5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0E704DD-D301-3496-36AD-0E495EEEA5F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30EAAD7-B0B7-0A47-1D41-3A6A7E05E2C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60024E-1313-2961-E9A6-5D109926CED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06EAF6-DA8D-FD02-5B18-DFDAD0208B5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69C059-4E49-4830-D2AC-E0CC6B3A279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EBF0B87-DEF3-359C-8887-E5687666750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35AFCF-9CDE-1823-F96D-F262BE48371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FC955D-C2B3-22F1-8C58-080AFAEF44B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98E080-4495-E8CB-D4EC-CD0013939A1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C9A61A8-D15E-EA0A-02CF-03BF2A68913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1D70C7F-16B8-4887-BB66-9B222E90B69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7747B5E-3484-8EF5-FE61-7BD39E6651A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4300EF-8159-3054-72E4-8F3CD20967C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9699685-181C-0113-C6EF-9F19A562C48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44653AA-2596-1CDE-6E4F-A3BEFE16F61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61E99D-4466-530B-5F45-A474E85648D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2D441F-1731-CCF7-97DA-464352261EB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8DD8E3-DBB7-E9BF-DBDF-4DFD88DD6F7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0B910B-7E05-1D31-7E09-C83E110890E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36E9A8-D0C3-4CFC-5C87-DA05BD88B7E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0B64003-B122-73D7-2A11-59BAA375D51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FD0D8D3-B24E-652E-3E78-126BFBB23DA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3BBA989-373C-A019-0F9F-9FAFBAEBCFF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96A9B6-1C0A-F13A-D38E-DDC75F6CF79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5587E98-41AF-AEEB-548D-0F5EF68441F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69DC074-5A08-E783-D3F7-C7AAE8D1D0C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457CB6F-5727-BADB-DC05-2D5331EC2BF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042F8E6-68C7-B2A8-66C4-E5855F75998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2729505-850C-5B11-6FFE-6F78AF9CFEA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AA9B551-779B-E18C-E029-E4273DC66CA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55491C7-4080-D583-914A-BEEC18E2D0F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8E58DEE-0F33-333A-0105-E05B2685E7F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F6ADEBC-B36B-E81C-A892-2C7EF291952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8B4895B-2AFB-D7C9-0EBD-BE3222FD3D1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8A24E6C-7D92-D175-FA2C-4E5EB009637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D996FF3-E87A-0600-D48D-D9B8D134BFA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776A335-1771-20D1-D2ED-ABE5F67909B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B2D08E8-8F82-6182-9184-EB87DE0BD92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96A0DE4-14BF-B350-648B-1B54A9F1A3F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18C5DC5-AA54-6580-0499-EA7FF8AEC72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59BE174-7472-910B-E76D-E58730EF3D0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01A44BD-290C-9ADE-1750-09DCA45FC52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8118D7B-C026-9D3C-2475-D39B1292B55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647CF2A-1AA5-1599-340B-1C68B5DBAE4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2F68814-41C0-D9BC-FCCF-A7891DA86CC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7E7FF97-D991-8270-8D4F-C222C117BE7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95EB868-F943-C3CD-5E8E-E5E50E2FA52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036269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DBD00-43F4-B5F1-1000-F87DFE6E5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29537F-4FAE-A0BE-A41B-5CDC9E7ECB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only way to complete [16 in 3] is with 47.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BA75117-A346-C7AA-30A2-AD07199F5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87D0FC3-F1A8-2308-BB3D-448E8A0FE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553528B-9B82-CDB6-0CD2-C6607F739C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0BB1BE2-E166-54F9-AEB5-0A0B418B59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78C4C45-8F1B-690E-5602-BEDE1403E7A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ACAAC5-AA89-7D79-5E1E-9C9066833B9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336BAD-DE47-A1C6-E79A-D6456EA6855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904265-ED2E-A198-C1AF-8DD4C382B01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27EF03-18A1-7F90-4EF6-72CDA6A834C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929BE1-4679-F25E-E93D-34A6670FE30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C727F8-B506-7B76-F8BD-214216BB2F5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B91F0C-A69B-46E3-7D33-FA17E1CD8E4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506BC2-BC37-272D-2284-82B60E9CDFD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32732B-561B-EF30-4971-A68B2D668E3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933F3C-0457-6705-075E-6F762FFE128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302A12-2AD3-DC59-95C4-74C579EB25E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98785C-09DF-02E6-0485-ADA759D4DB2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3EA3BD-B805-7B08-6CF2-AB67DDD8894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1CED3C-E8C1-C372-B2A6-2E5153944A3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F40307-EB6F-9BE4-D827-DF0FA759523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D1CA52-73C3-1226-14AE-D2D1B232BCA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729B3D-35E5-EE2D-A5EC-A6B0B59A2B7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BE8D98-B8F6-F3C5-34F2-2D1DDF08667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309350-49A8-6194-69AC-92FC2921134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0F159DD-72A7-393F-4673-7CFC128100A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B5E38A-7519-071E-26A1-D429A3EF1C8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9EFD171-9D4D-948A-A5B5-4BBB3CE236F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DD6C41-34A1-552C-2A81-44C1E375153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A3C183-8B85-66CC-EF12-775E86CC261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FFFF5E1-2610-219D-DD90-847B1D24859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DBA382-C886-344E-BC89-C7C07C924C3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F9E252F-4494-4757-B061-451C1175154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3462DD1-4C6B-C229-E93A-B8921111A23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45093BE-9356-C676-DE54-D45B5451841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6E652C-12A1-4573-7B9F-5333F133C4E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1C5615-CF84-B30E-AE2A-55F0C0813CD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EF45CF-8302-67C4-AA10-28B731CB024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906DB0-286B-4215-D915-0D7B51E8762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B8D154E-1EDB-489E-9630-CC33B7DB1E4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BA2D6C0-7961-47EE-710A-E57EF136260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1C1C27-EAF9-F176-4DAD-4D825CFC706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124727-2C4F-EC82-29E9-76B13775C32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8C038B-5F40-4E30-BCFB-0A952A38D10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DD5065F-378E-2E3B-6727-06C8424D65E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18FB58-878D-EDFB-E940-ABC5442D791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C1BBDC-4C67-698C-DF9D-ECA361C4121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21BEEEC-C6FA-B154-B9DD-CA2C2370703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FEED6DF-C82F-7EC8-6362-EC94C1B677E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5008199-ADC6-FEF9-FE21-0E952D6A0E2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48ACBC4-65B5-06A0-ADBA-3FA82B5E502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84915C-693F-653E-B3CF-A28B813892A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D618DCB-519F-776D-0312-1BEF0467C95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0DB7BD-1C61-9917-88C7-9D0BD5712E3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5B092B3-D0AA-BEBA-FCDA-ED3F1FE9757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C046AB-0F01-E489-F682-31949DED863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F78506-3C91-2EFE-1B65-3F8A630AE92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3F260B-6E85-A64F-3F84-DF156A394FA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E9B016-0001-DE5E-ADC9-2C1CDB6D547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1D955CB-8DCD-3827-EEBB-4F29810B613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6356629-7185-434A-8B2B-AFA74D7A553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E6BBDAC-4C44-FB62-7D82-1E3EB022EF8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98308AB-4E6B-BA10-DED7-4FA600EC1E1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78FD704-6BF1-0E9B-82DF-8AA4002F540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18FB6C3-8F66-0C9C-8B23-69F3562577B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A414575-35AE-9144-45B8-07F8CA025B2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DAE72DB-96E3-C66A-5ACE-89E8309E5B6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2093EA9-5E2C-2484-E249-50C6B205677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E832853-02E7-197A-C0D6-80E6776E6BF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F7BF2B2-4617-586D-0E2B-F3778BB7F64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59A3A7F-416C-4B1D-1063-E99B8CF7DCB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613C981-573C-ADC5-56D8-F7DD74500FE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A90EBC2-1145-9A03-558A-36724C28418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6AAB401-5D90-D3C0-2921-358E9374BB9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DF347D4-3113-B426-52BD-051D5363AC1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C11D041-F894-5B1F-DDB5-2539B9507D8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F1DC4B0-25E2-FA93-81D3-5AC5743F0BA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39E6BC4-816C-F306-552E-3848AA5EFAA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51DA8B8-9667-D5D5-B45D-FD69AB84FB6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983445F-0909-695E-714D-35F0B6BA774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1AFC41D-03AC-1EEA-12FC-C48E12A6B29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50748CE-437B-6287-C500-C726921B8B9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7B0DEB9-C07F-4529-1990-BAA9E38D679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67FEA1A-5E64-87F4-6358-380F5209495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3A07B54-56A1-7BC4-A0DD-F21791B2FB4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A1C2B94-06A9-7D04-3B74-120FF28F1E9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706050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7EA6B-4EB1-157A-B395-76210B97A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BA3352-EBA3-81A9-0BAA-9C18991EFA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CD3430C-AF28-5CD2-C591-0BBE25A55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EBF1D8F-3463-6BD1-3C41-7D761636B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9D3C379-59F7-026C-623A-42F20DDC03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4DC0391-3888-9BD6-D730-F1D48A6040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857D4BB-8110-394F-E9DC-D7C40E67213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35D55C-E830-EE0A-E78B-FF26C9541DC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1CB91E-C5FA-F4FA-9C5B-6684BA57F69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4D0FBB-09B6-EAD5-054A-8B9FF64D1B7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FD5941-5DCC-D83E-A3DE-2B7EC31B288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531B9B-555A-FB1C-7ECE-9EDA377B59E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782883-205A-9F56-9AA7-3F7A4F3CCEC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90E534-57DF-2426-B40B-2DBC2576DE4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D83FD0-4961-F5CA-B46F-F67BACAD0C9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E89293-4975-A4E1-76F0-796DE97A82B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A0723B-21E5-D902-A5D7-CDCAE8433C8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7CEBB8-3330-8330-71E3-84C9D07F3EC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1A50E6-9476-75A5-BD93-AEBACF694D4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5B9E7B-E424-4193-3891-879D4F641B3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588033-A6E0-DED8-9B3E-C41DA6206F3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B1F9FF-D92E-6AE4-1507-DD3DBD43E8F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9776DE-3301-2E7C-A497-FD8ADFD67C1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A33BC8-4149-8771-278A-4C8B04F4586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906482-454A-6FA6-18AF-7F2DD3CC774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02DB2A-A2B1-62CE-6432-547379195A3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D7BC5C-C93A-A73F-BF81-13849AF6E1F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854BD23-B0D9-749B-FBD2-7C9E5CF7A7A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8E4219-304C-F259-ECD5-A1A67726717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CCFB45-02A1-0FC2-4679-0C272BD0596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2CDDFA-A02E-5145-A9D3-1E6D534CEB2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B7B123D-A2AF-3FC4-4C94-7EF15624FCE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21D653-5A87-6B79-897E-CB684ED4440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BDEE324-7C42-1618-0319-B30210351A9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3F193D7-0593-BF80-1367-6506D497069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413AD4D-585E-CF9B-6917-2673E3B509B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94E1C14-CDBD-5964-298B-CA8B92A5985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4F392E-EDEE-CF4B-267A-03FAF2D0492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AA0AA2-F2EE-9408-C77F-01F368615C3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41814F-EBCF-D10A-2120-B95C4435A33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E58913-2F3F-67C6-92C3-1C5BE8F8787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96B0F4C-AD06-0D16-73ED-0A3F9E91FFB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A17BD6-81C3-6623-C667-34F059C3702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8010E8-FA49-CF11-A3D5-E11A0EC2A8F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7E06BD-8FA4-5E7F-E470-703C40F939D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2EE9D93-F433-AFEA-BE40-884221301BD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0DEC5B-06DE-0386-5FB6-9FA9F1D7952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E0C739-B01B-25A9-237F-6467A19E63B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70631A7-9491-D8ED-8B5F-F3B927D15B2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008C900-FD98-C732-B833-9AFA68CC679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2873764-6467-3647-C502-D3C62CB2853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CA07B9-5A40-AA13-5A5E-AA74CAB5251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DFCB6D-290A-FB91-6A20-EA046BA2CD2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694E6F-F3E7-1030-1663-946915698A5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005C04B-A395-9E41-B80A-F1EEACC81CA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56D89A2-E849-44D8-42B8-91BA1109043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F909F8-2ABB-AD44-96A9-11E50A82AD8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7F7E47-8DA6-54B0-0355-12C33606DD9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B9BCB6-DD88-6331-D644-E4605FFE862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32F172-1658-CF71-310C-F791B529315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0E05D91-B03A-632B-17A7-1DBD803AA6D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1081629-046A-84DB-AF6F-7F7D3522107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E64ACC8-9E66-3110-592C-1CC5AD663AB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AA11771-97BA-27B1-793C-6C8D154AF9E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79FC5A5-2126-107C-87CB-993D97CCC16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B4C90CE-FC63-5902-D76F-E2DFBC2B482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117AFB1-7AB2-D1B8-7BAC-5051C68EB86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BF4A7C7-ED4B-1C4A-18BB-A28AC0819F0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A440D92-CF69-B4CB-983C-4BFA3A2A981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1BEEC06-8D1C-BC0F-8E9A-436E88FCD8D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B3580DC-5F59-D360-78E7-7558B59A2B5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CADD478-F442-9CF6-5BC0-89E6571C0F0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71DB18E-1368-BFF4-5B01-F1B93994F6D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2ECBC81-8162-0741-44DF-1B519A5633D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8745DC0-8A15-C11B-F98E-594107446AA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06CE91A-F6DD-7E04-84A4-7E6B9C4D374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D1DAED7-F408-7977-394B-3D0ACBE5502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7FEEE72-33A6-8031-8A3F-9CFC7F3CAF7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760F349-88DC-08AE-6B30-294390F08C4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57532B5-190D-077E-B74E-25812ADDB8A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3C2B107-7036-2BD4-AB30-13A452B994F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781FF6B-8C95-51F0-1994-608C8C1B1F0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778C58-A0EF-E652-3E21-17516C4A189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FE1F6A-3254-E699-BAB0-83C1B70AF48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187642-E3B9-DB4F-3B6C-4CB167472DF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CE8BFD0-2922-2E6B-1AC6-0528A252653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A49B178-40B9-0024-C9BF-31A3D528569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023716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1E9C2-0864-48E7-CD70-DA04A5246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2489FF-5790-C9D3-CAB9-3ADAC30181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47B9EF6-EE84-66D7-1DB7-8ED5B6708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1822F0C-B565-E9BE-520F-C9594DBEA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D7A1BA5-3448-6552-59FC-371F2EF8D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C84DBFA-8F7A-1936-2E08-97F75E7F4D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B3531DF-E5CC-E962-CBC9-C020CD98C13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75EE4B-34FB-1843-C0E4-D9C4F22C7FB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767DD9-26B4-D815-72DB-66406471293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48A1B8-1EAB-48AB-F5F7-96A8F195B1E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8691A9-2C80-9C33-1DEA-382C5EC7918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AD56BC-8C08-E9A6-14C2-3C6FF43766D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F35820-C99F-C497-FA37-C4C574089C5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C9C321-643D-F4E4-6A0E-A7891D3D34F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CDE295-B554-34F0-5180-0F859FA708B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5EDBBB-B168-7174-1C5E-CF123500124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42172D-27F7-D082-0157-1A2C707C0D5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F3B882-C919-C886-F5F0-00238F4687D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A09C8E-8866-692D-65AA-55395D02BA4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633248-D621-27D8-EBBA-A64B1E202EB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0295E7-05FA-8C7E-B172-B5B5ABCE3A0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C3C1DC-7FDC-6254-A60F-E6A7676B0A7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956875-E376-C9B1-CAFA-BFC0E66DAB3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BBC1A5-974C-C1E7-BA26-C94153F6737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03E557-86AF-D1AA-39D0-41F86DDE3D0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EF780F-5E30-D729-8AE8-A4D9B9C32B1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99515A1-59D6-CCE8-5605-FBEE4C44D45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17443D3-2D92-45C8-7281-C1083C6231D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D0BC8A-ADF4-D507-15FA-5E88272B7E6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837E92-1F06-2B5C-0C9F-008DA8EACB1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6CC89E-8335-4CFD-CF62-677993C7A3B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7DA0ED5-B434-CE73-5A08-1CC9DA7EDED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2649077-1505-A7C6-21D9-B688AA43199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43DB0E7-2CB1-700B-519F-B4E5C0F693A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9355F47-8735-3911-E536-9E99BCA0C70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3CD6956-A9A6-A6B8-C53D-4D3708AE793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DFEE65-70EE-D752-E966-9CE768714F8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91C754-E676-FBE7-9C8D-AF3178766B3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93357D-C3B7-2822-E078-8BA94AC1EEC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11F370-3EE9-96EA-8101-C17EF5746CD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815750D-FADA-8FE7-310E-AC9D8B438A0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017EBD-7AB7-84EA-3726-A57A500B657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5A5706-14C3-0493-5F7C-9EEF024DF04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285118-B62D-05D3-D032-C6FDBCB6632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BF2BC0-F19C-13AE-69D6-D9C32EA3FD4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CB89CF-2E95-EEF6-BEB6-E9DFF6D90C5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8F550B-6345-7C34-02C0-BA370579E2A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B2A913-12E3-4B5C-833F-C9FF8A1DB59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BF9482F-8956-FDF2-B527-B920D4A2EB8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28B0F6C-3294-9D40-DEDC-AC55F52BE0A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506C86-3AEF-3E66-B718-04D6AA0CD5A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4357A0D-96AB-ED3E-DFD3-224B29D6527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A29B40-A320-4DE1-4F20-6178D93849B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57AC14D-478D-4D68-03D6-0933BA53C0D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112F927-04FB-85ED-FFD8-2C8640B5A37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B05D36A-7F1B-6EFC-42BC-D07D20DCF39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90CECA-7016-3514-3F68-E209D2E5777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9D57D6-FAE7-6BBB-D49E-653C0B59791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C7BEA5-2DFA-3488-5961-A302F2E3698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C2698A-A129-BA9B-B500-11921272B93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9E34414-7B2D-BF15-30FF-D2DFDD59153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8A7BD3F-3A51-BB21-83D8-EFFC5061ED1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D96172C-B1D7-2D67-1683-BA560D0831F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3E850F9-272B-F337-72CA-E961868F6A4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21ED878-321A-21CA-0D6E-2621522A6C2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01A4F92-2B3B-1F33-3D32-E676EAFDC3E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D644531-6EDB-51F8-98CA-F0E717E27E8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CFFFDCB-CE97-061C-637D-892B24E3893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E44D106-694E-851B-1B61-FD9A1664942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E3CA10F-05C8-8A6E-3D43-90F8A3E3C7A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0490BD1-2E81-069B-C682-5EC9B814566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5013B4C-19DF-6167-0F6E-33326B5BA3B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241307D-474E-6384-DC5E-6815A7F443C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ACBEF7-FBCE-8789-83FD-AF241D396AF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5B4E9F4-6D98-7E88-7413-011108FF757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E08EE48-47A6-4A73-665E-07606F0A0B3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7574CD6-3854-285F-2989-A31CF0231C5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86F25AD-7FF2-2DA5-A3C1-B2626A1DC4F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26FBB88-B140-DEF2-6C48-7461DF4AC62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D730C40-9306-F7CB-2162-42889DE373B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633C4F4-CBC4-0137-B15C-CAF639A2BF2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8BEBC1A-A26F-94FC-7A86-830B8459459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395E27-C0BC-CB8C-4F35-0F7BEA1C64C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A0E889-30D7-B787-4683-A34CC97464B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F20151-9C36-B517-7AB0-02D8A2793EC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57BF0D8-DEFF-0E94-0B93-A6BAC33731E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28940CB-9759-521C-209A-6164A8AEBF0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6335021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CF204-B754-18AF-9836-4D58CA997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CA0F10-3C77-8A33-47BF-1B18091E94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BA72E0F-B531-3DCF-6C3C-CBB232B87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F97B224-68A4-3935-AC40-26D6390B0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6A2A607-DD57-68F9-B1E8-FCA19EECA1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88FFA90-5A32-D30C-D787-06C784F58A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AFEF5D2-8992-0CEA-1A09-92E5DD546FC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65401E-F220-D46A-E3F8-0D9C0586DAD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6362D7-B9EB-6211-24B7-B7DC1B9E7B5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22BA25-CD1F-F435-47A1-657411D746F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348AAC-4777-1F77-D01E-553A6E8B32F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4C1018-F7F2-5169-0DA2-0E1F4785D7C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C4EBB6-9508-A452-1D13-2F04D91E655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09FFA8-B5DD-966D-B22D-3DD1079EF80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19D3B5-1EFA-2F11-1376-6E04828E7A5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C3AEC5-3703-8107-ADE3-16824233B49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6B6D23-9410-6CE2-5CFD-AF8370494D0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2F6300-EAA1-2786-83B1-D88D4756B95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E58695-EF66-79AB-8E1F-4A98A7EFD8F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7EBD2B-7B7C-A6D7-EC6E-927243CCA7D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9A84A1-A3BF-BBB4-4F49-3D322DE9DD6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528437-B85C-5019-9C72-EC2BC3767E2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B9F8E2-8B9F-7CEC-48B5-C930117AF0A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032C07-FF50-35AF-5E3C-1C641D99971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355E33-2A8F-61A5-051E-0BCFF039DF2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34BF8B-6E6C-680B-32C6-EC1D248E619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3FE6D2-E458-8336-BE24-B1D1E0A04FB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71F2B7-1A48-C004-2337-D91A79E0EBA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9AFFA6-E821-8232-3A18-6825C0482BE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321B94-E404-FC30-F797-BEC9254BFAC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2E8FAA-C31D-AAB7-E583-ED9140BB7D4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2E2CC73-0BB7-20ED-31B6-131F4CC93DC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E37CB8E-D298-8F55-F83C-A7661BBD190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FB754D-B592-1DDA-D8CA-4ECE426C0BF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3301D15-0A3F-7DD9-0C57-1B03E515927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B7E7F49-559C-5278-C667-77D2BF30F6D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0CC0C5-36F7-AA97-6846-E952E9384DF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8A1DFD5-4012-B1FE-EF70-C9E179C2148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C24C7AD-4D1D-D243-9EB8-173CFB226C8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77946D-FB25-C1E7-BCEE-1538B68CB09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E2A0C55-1583-3A8F-DCDD-FD3AB657C90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60F5444-6759-7B4D-8127-4D2911F7B5D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A6081C-6C71-A55F-0908-78315472D05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C97D91-E965-044F-DF8E-F455252F252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19F8E7-AAE9-BA88-79A7-81A031B62C8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6DD2AFF-0D0D-A57A-C867-5997CDEDF02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CBC918-D6BC-8D4F-A9C1-B6D76BA6138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ADB6EF-1B49-FC57-ECA9-3BE0D307764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F751FA9-68BE-C696-570B-3A884BB0AB5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63E8899-EB60-4AB1-1247-3253429BC01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EBF3422-CA89-AC41-8802-72E164049A9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844ADE0-3821-CBF5-320D-751B2EB4390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8A296A-CAE7-85A3-2573-F0979C45448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93657EC-A330-FB18-30A0-D609F8A83F2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926CEC5-1249-840D-0E0F-F02B85191B0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F04C3F0-70AC-69F4-51F0-31FB79E22BF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54C694-A180-8F76-F0A2-D7E9F68B512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4C22FB-2DFF-3D13-DEF8-62E88DDC2F7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8DF4DD-AD74-F4B4-0580-ACAD0E1C002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A02749-4FA0-1154-3D1C-9F9BCD19A79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F20A1B8-DFB9-2690-8AE3-D7689CB4DB9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9AB5276-C699-D34C-0133-BCFF195F819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CA052D9-DEFD-C46D-3558-A27AB0D40FF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99A3438-2701-4CA0-33B2-87AD3789AAA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6F02FB-C2F3-E318-E281-4A719C5E4CE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04B35DD-15F1-B2B8-5F47-F135BBD9DA4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7AFB09A-082E-33DD-7E6C-DF4E9EBB226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F6950BD-16E1-BA92-9753-A405E6AA042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22B9E7D-F253-D9B9-7558-3CD995F867D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FD4E910-D8BE-3453-E2D6-BB84773F133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FF4B00A-F221-21FC-818B-CEED479F81C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DD8CCB-B5DC-1D10-2FFB-71F55E4915C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EC7115D-D7CD-ED32-AF5B-B8B57FE098B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F8DE3ED-64B9-CA06-EADE-583C9A08FB7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5596F41-5A24-3AFB-C114-D1600F35196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1F72F0B-FB4B-53E9-00BA-658C98E0BDB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9D26BD-50D2-E56D-58A0-940C709DF52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E0B0B1-02B0-923B-CBD0-92DBDA7B271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7E0970-39BB-8679-A29B-F8560BE91CB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3F9572C-239B-0C40-1512-578844DCE55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6B63934-BEDA-6089-EBAF-7924822DC33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B30CD10-D3CC-4EB3-02BA-251E9E85AB9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ECAAC80-C83A-9C1B-88FA-1B1CAE54F72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33A474C-868C-6B11-BC7A-A2E6CCD18F2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FF15996-4B84-AA8A-EECD-4589FF3E568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624A417-7A67-BC70-517A-499A6AA8B4D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4CE15E5-0F79-96D9-B8BA-7CE618E2988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302850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59BB1-6AD3-536E-9C6E-8CF4BF68B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3B579E-3F0D-5C08-0F6B-2960DF7D46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CE26808-9F8F-9121-1770-B04AD73D6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3E6E142-36B9-AC2A-F8DA-E32F4E311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713F9DD-5280-1749-7691-284CE9EE2D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D644EEF-C4AA-CA9E-0BAE-68730691B9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8E73ED7-BF0F-A339-DF10-84F7A849E63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8AF143-B2B8-02F1-C68D-6BF884BF3B8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07AA58-E68C-18C2-F32E-F99DFD8DC93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820A46-2D8D-CB6B-F4D2-B05C22FCDC0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D1B75A-629F-EA36-3603-CE602AEAB4C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51049C-D2A8-7314-F58C-910CDDBE3FA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9EF243-2B8D-5B0E-9806-B2BD01E5A12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68BF2A-12AE-A784-1B73-8C528F73A10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C5CFC7-D6FA-B0D0-600E-0DC4BA6E96C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5BAE35-3791-1353-5576-F64A439FBB9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422853-FEA1-D6DE-1BBE-92707C27E40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98F088-A6ED-AC47-9088-331761AC278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B9B689-1602-FD96-9030-32FD0CEC87D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DC4706-3E85-126D-4C0D-23BD60B4ED1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626826-F8DD-8DB9-B1F5-D306EA4E4AF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087617-3A0C-D49E-2CEF-7E480798D8C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CC6332-8211-2AF9-68C3-03DC1ABE6FE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98B9F7-8FF7-FF12-1C9B-B78F26EC263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6139D9-1D05-0ECD-083F-83994FD6F95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67A7EE0-12EA-1701-198B-0634C22A961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7F7F42-49E1-B7AB-5FCD-7F05273B83A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E69198-2FC1-B2B1-E085-B30903E938F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3DDF24-D4F9-F02B-27A4-4B8B2A55344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75A6BB-9390-4666-6EBE-F051E63527F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FA5725-61C4-CBCE-5C50-F089E479EFB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3500DA9-B712-802B-BCDD-F07165C02D4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72C965-5CE9-D7D7-C745-361DBF11747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FE6110B-2A1A-2B12-63E3-B29B9D62C20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01E6DD-C8FA-F8E9-1D76-992D83B5745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25AB183-C4EB-B5D8-798F-76B8D80707D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145228-3EC2-E0B3-52A5-3380B1A6B7E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16349E-8F21-857A-0725-DB83F5213D9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36639A-C13E-04BC-71C6-2231293FEE2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27F7C3-957C-0732-5ABB-413448C6751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AE37E8-D830-BCD8-5217-59459AF54AE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F932B1-7BE2-8BAD-B97E-9F17C7B446A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35A59B-BDC9-D63A-6177-257D8786ADE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116ECC-E8B4-077B-BB33-764D7DE914A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C260B6-391F-4C42-78F3-B471B9255BB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82C4E3-4A2B-E025-1D14-AE573AC80D5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3CF99A-6C8A-90F2-9D07-55FE46B8296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B5BF00-EFA3-5424-35D1-5BB115AE9DE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2BB7214-C592-710C-9230-A3922FFAB96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51855E-F613-4DCD-B410-E555CC24999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4B2B32-809D-7BD6-8C0E-68CA99935B5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6BF367C-7827-C955-6918-46CA97EA72F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C90A23-D79C-A2F5-A2C1-AEDC532A94F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AE5801B-B542-1B2C-274A-F18E19711D3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AA6DA9-2E96-5BE6-EC17-7E29054F05B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E02B18-EAC7-A68E-7D79-8ED0B563A62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9A4A5E-CBE3-22AE-7BF4-A77DE54014D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E1331E-F21E-5338-F87E-804ECD80F0B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E9E38CE-9E36-05A8-673C-5953C67A4FA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5446026-0A56-13C6-BE07-2D1CD11CE0B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E7F6854-25FA-1D57-8F90-94162BAF702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63B4EC5-A55E-0B56-C0D6-EFE6741EA76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FE2FAB3-DA69-198A-CC3F-8DD9857BCF1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4D3339D-2546-395A-73BA-C92213894C1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95B39F7-F95E-3529-EDE4-03F72AD3284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5751B5-9E3E-03EA-A2C4-7093D255088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AC9A0F-871C-37AD-9632-62668E66CEC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C541657-FA3A-FC47-F3BD-1ACE522469E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F58D49C-BC50-8A17-FE91-B5FAF63209D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5B108FC-337A-30E7-32A8-B4F6360A985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562718-052A-6172-F1F8-83458865D10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1CA156C-BF1F-BCD0-F6AC-1298BE28F75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BAF99B5-1D2F-F9F8-F9C5-892B2124E91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A2A6449-1CE7-6009-3260-A1F5570FA58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818BEE-1454-1075-F6E6-0A5EB793C7F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595561A-34C5-13D1-7863-E74C7C1569F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8411374-B149-7BE9-66DF-F1016098577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17DA53-C37D-1EE1-A508-564D6CAD162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09A9145-8EB4-ACBF-4C0B-54CBDABEC99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B85E8A-C046-90EF-BEF4-769FDDBAA70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354CB57-E49E-35D7-456A-8074F69909F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DD94F1E-8984-6E04-6A38-998D39B803A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26E0C72-A0E1-A772-7000-3D83A6A6356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AB12419-91C1-5AA9-EE4F-83DBA52A13F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839A5CF-2BC7-ED48-5366-7AEBE515384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B33F63-D454-21CA-D95E-B53BA0592E4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2DBA10-9A37-D522-6E8B-CB1BD803816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727995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EAE73-A3EB-1D56-9221-9A64178CF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4CC136-52CC-7589-0108-ACB6E994AA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2E8ADBF-458C-BBD9-331E-25E30A809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057AF92-95A6-6A27-B9EA-6F8FC91976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0127795-4921-BC50-A2EF-5B64FD83FE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BBF6D32-ACC5-6E7F-940D-96A31AAE43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2103285-D261-D478-ACC8-6CF99311822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7551BC-D80A-7CC4-0324-885CD43686B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FC75CB-DC83-0B6C-A360-8D1346C92CB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F0685D-76AC-0E4F-00DB-B6183EEC4F7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FA7B36-9370-9369-A46D-AB20352826A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99DE6C-ACE6-F7E9-4369-AD9148C0D3A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824213-3A20-3DFD-D5FF-6936534A881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71FF3E-924C-80F8-FD39-BCDD2AFBA0A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FB021B-4E3C-EBA7-DF82-EDF689F2DD7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5BDB79-2842-7656-58BB-EE9F75EB3BB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DBC3CC-40DB-A351-F7C4-A568BF3C37F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7A49D6-FC99-741D-E4D1-55F0935A065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8AFC77-3F60-7314-C62D-E9112B38F4D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483799-43C4-C476-8218-7DFEC2626E6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26BCC5-1970-E9C6-8064-1939EF10FBF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6C9B6F-6913-DD44-6EF2-FFCC3DFA98F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2CEC28-7ADA-28A8-89F6-FA4E571BC80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520A04-03AA-BEC0-EA0F-3CDD6030DDF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537840-2137-B433-A51E-39E36A92850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B64D76-0638-8E11-3C5C-07C6CFB7FBE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101AB1-8568-60F5-7A4B-24ECD57ACC0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4AEF4C0-EAA5-D093-18F1-8FA2EA7C384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C1EE93-CDC3-8640-D73C-BDFB35D6A36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AA5754-CE48-FF25-7E1C-CDA36695DCD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07C08D1-658D-3791-4511-5F6903330FA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5BF68F6-E5C8-C6B1-D0EA-40D7CB52FD1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898CADE-57F2-848F-304D-08F7607C5F2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B3DD21D-D898-29B1-B26B-FDBF6670AFE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D9F8FB-BB4E-76E5-1B14-09B64287D7E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12BC63B-3CAE-1E7A-1F83-5C6B585BFA5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ECB675-A287-4576-6360-B9D44563901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ED84CD3-F802-2A26-E467-A4F1B1C3D42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DFD52E-604F-7165-47EA-81D1034F7A2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8E9BF3-0930-0B4E-01E0-C73278142A8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19699B-B65B-A35B-8797-E5E157EFB5D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2D44E16-B455-CE1B-99B3-B7394B395B0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74AFAD-FF56-7797-9EB6-772AF53C434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E83B54-9DA4-718A-55EE-0E77B412A60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EA6D08-95BD-DDB2-36C7-90E8219D35C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AB4D57-1A22-E639-7CFB-A72AF814D80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79C855-FA6F-4F1E-56DB-BC7F36EF6C4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22C8826-0C52-09F9-C55B-9FA42ECDDD6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E87460-D0C2-88B0-52C7-C6BCE7987E4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F626145-A024-E9B2-A217-0EC24CDDC8A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ECE52D-E696-9C2B-B276-6828F6E029D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CFD9DFE-2A96-4BB9-B99D-6B87C094B2A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D741D71-5122-6827-99D6-9168FEF3C2E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10186DB-F694-7785-BC26-106E76329DC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6BA490-FE21-6151-F837-E29A53B714D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B307F1-DEA3-530B-F1D4-2F8D5F163DE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2CF8596-02FD-D632-1994-4C70A9B4FB3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998CFF3-F1F0-B870-25CC-5BC1343271C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631D944-575F-EBFE-93B8-9C087196D43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337692A-B63F-190C-3F34-A5147B8233F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2AA90C3-08E6-3EBF-3904-CB683BADF73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2AF7DD8-41D9-C9A7-306D-84A1530A44F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03B4DAF-1D61-D87C-6834-3749798A6CE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7EBDBC-4331-DE62-B715-C3021E65B56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812281-D78B-0CF2-5C00-145AA72C482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A5FFBF-846E-8422-1C18-C61323052E9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0934BCF-044C-DFA1-0EA0-92E7BCA357A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3DBA79D-EFBD-DEC8-E950-443E8E4679A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478138D-94CB-CF24-4ADE-103262267BF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4C20068-AE76-C102-96F2-DA6A70F4862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995C41B-74EA-F838-1947-7DDA53735C8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E4FDE6-FA20-E95D-00FC-C269881898B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D6A5882-16B0-B883-A79A-BCAEF3AFA9D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4890579-0B0A-D74E-D35D-2BAE1334DD7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EF7E332-9528-8317-FF2E-C8957CF26B8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F556C18-7050-DF56-3094-CC60EFE643C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02C02E3-982B-7A83-0057-9190EAC75AA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88F2FA9-8E3E-ED1E-4469-E0D43E41905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C36E714-79A9-5978-C5B7-19A85AFDDCA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A4A1928-C84A-7D32-AE00-D4BDC06493B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18A0F6-555F-BDDD-1465-E44422263A1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5222073-7C31-940D-09A1-722D0136A71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D906739-6985-1064-C279-C8DB901D3E9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867541-F8F9-BC5F-1EB4-A4EBAB3E889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F77DFF-508B-D2AD-E3A8-B29208EE746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49068CF-D443-49D8-AE39-9A5A347DF1E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39E59BC-394F-08B6-1842-FA1285B8550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44181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10188</TotalTime>
  <Words>3007</Words>
  <Application>Microsoft Macintosh PowerPoint</Application>
  <PresentationFormat>Widescreen</PresentationFormat>
  <Paragraphs>2530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404</cp:revision>
  <cp:lastPrinted>2025-12-02T00:08:17Z</cp:lastPrinted>
  <dcterms:created xsi:type="dcterms:W3CDTF">2024-03-19T02:13:08Z</dcterms:created>
  <dcterms:modified xsi:type="dcterms:W3CDTF">2026-03-09T22:41:10Z</dcterms:modified>
</cp:coreProperties>
</file>