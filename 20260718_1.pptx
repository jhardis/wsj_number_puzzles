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457" r:id="rId2"/>
    <p:sldId id="531" r:id="rId3"/>
    <p:sldId id="532" r:id="rId4"/>
    <p:sldId id="540" r:id="rId5"/>
    <p:sldId id="541" r:id="rId6"/>
    <p:sldId id="542" r:id="rId7"/>
    <p:sldId id="543" r:id="rId8"/>
    <p:sldId id="544" r:id="rId9"/>
    <p:sldId id="557" r:id="rId10"/>
    <p:sldId id="545" r:id="rId11"/>
    <p:sldId id="546" r:id="rId12"/>
    <p:sldId id="547" r:id="rId13"/>
    <p:sldId id="562" r:id="rId14"/>
    <p:sldId id="563" r:id="rId15"/>
    <p:sldId id="564" r:id="rId16"/>
    <p:sldId id="548" r:id="rId17"/>
    <p:sldId id="549" r:id="rId18"/>
    <p:sldId id="550" r:id="rId19"/>
    <p:sldId id="551" r:id="rId20"/>
    <p:sldId id="552" r:id="rId21"/>
    <p:sldId id="553" r:id="rId22"/>
    <p:sldId id="554" r:id="rId23"/>
    <p:sldId id="555" r:id="rId24"/>
    <p:sldId id="556" r:id="rId25"/>
    <p:sldId id="558" r:id="rId26"/>
    <p:sldId id="565" r:id="rId27"/>
    <p:sldId id="566" r:id="rId28"/>
    <p:sldId id="559" r:id="rId29"/>
    <p:sldId id="567" r:id="rId30"/>
    <p:sldId id="568" r:id="rId31"/>
    <p:sldId id="569" r:id="rId32"/>
    <p:sldId id="570" r:id="rId33"/>
    <p:sldId id="571" r:id="rId34"/>
    <p:sldId id="572" r:id="rId35"/>
    <p:sldId id="573" r:id="rId36"/>
    <p:sldId id="574" r:id="rId37"/>
    <p:sldId id="575" r:id="rId38"/>
    <p:sldId id="576" r:id="rId39"/>
    <p:sldId id="577" r:id="rId40"/>
    <p:sldId id="578" r:id="rId41"/>
    <p:sldId id="579" r:id="rId42"/>
    <p:sldId id="580" r:id="rId43"/>
    <p:sldId id="581" r:id="rId44"/>
    <p:sldId id="582" r:id="rId45"/>
    <p:sldId id="583" r:id="rId46"/>
    <p:sldId id="584" r:id="rId47"/>
    <p:sldId id="585" r:id="rId48"/>
    <p:sldId id="586" r:id="rId49"/>
    <p:sldId id="587" r:id="rId50"/>
    <p:sldId id="588" r:id="rId51"/>
    <p:sldId id="589" r:id="rId52"/>
    <p:sldId id="590" r:id="rId53"/>
    <p:sldId id="591" r:id="rId54"/>
    <p:sldId id="592" r:id="rId55"/>
    <p:sldId id="593" r:id="rId56"/>
    <p:sldId id="594" r:id="rId57"/>
    <p:sldId id="595" r:id="rId58"/>
    <p:sldId id="596" r:id="rId59"/>
    <p:sldId id="597" r:id="rId60"/>
    <p:sldId id="598" r:id="rId61"/>
    <p:sldId id="599" r:id="rId62"/>
    <p:sldId id="600" r:id="rId63"/>
    <p:sldId id="60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198B-328C-ACED-70E9-21B4C1467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26E0F-92C2-8F4B-A48C-F43E5A860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8D18E-E302-BC8B-CF03-58E514B8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8395-D512-44DB-587D-07C7D0B70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036D-F52C-8BD5-CAC9-03A4B64B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66493-5307-9735-7D0B-CF0B3307B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7E2D5-83C8-05B3-01AD-F3ABEFB82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7745-657C-FFD0-DADB-25821C8F0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2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4998-5DE5-D16F-3A66-598BD58E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77102-53D8-880A-F850-0650DCFD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B937E-A8B0-7E12-818C-4FF1555F4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4E5C1-746F-497C-E719-591A454FE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51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2C70-D8C9-91CD-2BCD-688886DE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DB6FD-69A7-97C9-163F-750EAF009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50564-BF2C-1A6F-AFF3-5B97A413B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4060-4A92-A343-31C0-00D643F20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56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1DF8-E6DC-54A9-20A0-DCD7F2BD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FCEB8-3FA8-D2D9-372E-B266C3923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46BE4-9826-934C-EE94-4870CD5AF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02697-8987-8F3D-1A69-02E9BA57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7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EF11-85A0-FC25-1CF4-EBEE6E0A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43819-4C17-EA20-F420-597433747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74964-C6E0-F64B-48AE-0E2D21646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36C96-CB90-BABD-1D10-08855B1B5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1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0D82-F1FE-E214-9B89-9C04DF34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E9388-FCB8-F830-6C13-7A1DA802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416C4-BA18-A982-1BBD-BD820F6E7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B41F-2180-ACBA-FE25-ABF1EF347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0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35BD-3DE3-0A89-E61A-7AB16445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DEAC4-23F2-8826-95EF-68647E8AE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F4472-EAB5-FB4B-81EA-31F893548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74504-9D1F-7930-E01E-1CE04127F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3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81D2-06C1-C4FA-A583-37E0F90C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726ED-2FB4-361A-593B-7C0BEB20F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0D60D-55B4-A6B7-F78D-013DA8102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F4C8-EE25-D08B-AFD1-5876CB516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7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D560-CA6F-0D46-3508-4202DE16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CC890-6362-62AF-413D-B0C38354E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5D96F-F05E-F35E-4F40-60E146732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C988D-1713-19BA-C095-F9C1CEA80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808C6-7483-CA7E-8FCC-87FBB7CA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471B6-2854-8DFC-63B9-F77BB7A85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FA335-41ED-24A6-5587-F11FE09D7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5DD64-7962-8FEC-9C9A-6C87B1098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85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CBDD-041C-2BB7-2E7C-B3B8017A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443A7-70B5-6B7D-487E-EA42BFFF5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020B1-C9F8-9AAC-52DA-1B38581F9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DCF84-C2A8-B456-63BB-EDA6B3C81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6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042A-B040-7449-C1B2-1FDE26A9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B3ADE-8BFF-089D-8065-690E67345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A8A62-B903-1122-6E3F-E212CF48D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66A2C-880C-B3E4-9D94-E41E2D9D2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84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47E5-0BDE-E6E3-1239-47A46DE0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C1C20-A381-6878-209A-726422A25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9BF8B-2402-5359-0125-C0B587F3D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A7C3-210E-D034-A0A0-855AFD68C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87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F5356-996A-83B5-6FFC-CF0176D9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1BA4D-1297-D434-C8B5-20E77EA5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6254D-E399-B269-DC12-432E61834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26DC3-FF6D-A185-3528-B6777B346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68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8B78-6AF1-BBC6-FE48-EB3B1E12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66CBC-2885-0448-FA8A-014E5D0DD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F31C2-307D-F372-95FD-BD8ED1CFB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62A-3B15-508D-4862-7F02AE845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56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38BF0-F4C6-728D-C70F-21FD1FBDF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86F3B-1B15-2EAA-2062-5CB9D034F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81897-58C9-B0B5-367E-521172CDE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27463-D36E-A1C9-6D87-D437B5FF4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88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D650-F1A6-E3E2-51E9-162E690B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F44D1-900E-6844-6423-FF2869FFA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3B409-69CA-F16F-7F0D-0A9ABDCE1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56E22-F425-5565-1F96-7010774FC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16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51BD-F5B6-C4A6-795D-1362A876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F3ED1-1182-AB8D-7A5C-EADC654A0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1F2A0-E8CB-CE43-FEC6-CB1C6C9D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FD02-6977-D904-B6B1-54DFD08A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40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EA07-A50D-1755-7D1B-A52561C0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3A85C-76AB-FC23-B914-AEB7869D4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33AB0-42DF-A704-76BF-53D0B153D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E5328-67B0-39AC-E08A-66A2669F6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9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2334-E346-483D-499F-D550D2E3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091C7-A8F4-2EDF-A4AF-3E7D8BECB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B637F-E979-E1EB-8193-F58285AF7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AFE0D-0CDD-6EF5-5AF4-E7ABBC085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90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CCF0-7BCC-77A5-251C-922473B6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777CE-DC0F-0017-279B-6CD391FED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2A670-98C9-AF7E-8D2A-4C1162A8F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E03A8-E33F-24A0-9AF7-E74D4CBB7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87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9CF1-BC2F-827E-5784-E769D5DA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14A12-DE62-0BAD-3A2B-DFF70B4BB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C5845-EAA2-0319-407F-AD30E4342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30CFF-DC3C-F992-0B59-F2324AA86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215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E2C4-30D3-5B37-0EDA-6CDC42B5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A91DF-CDE4-F25A-6D37-AE1158B5D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2F28B-7667-FE9C-B8C8-CB1B45482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2BB2-B191-3BD7-8200-372474FE4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92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975E-0EF3-9C84-2135-38E73963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3A3DA-2A43-A306-56A0-9B7FAC659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F5B95-91C0-CAE7-3B39-7A924B793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1627A-5380-2140-DC03-2EA744C35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378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C0865-9A85-C54B-4E66-26DBFA67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7054F-56AC-B6CC-90BA-CF812820C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BB68D-D223-6B20-A268-0A8A47543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AFA6-C90A-E436-042B-66BF99A4B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34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16DA2-28BF-ABB7-0042-63B6ECB3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6F881-B292-A119-3864-DEBA3E97E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F7F62-D1B5-90C7-79F0-0368E842C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9E49F-7A4F-9B75-BB2D-0A9B57F18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284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281C-EC34-9C0E-E009-24E58B5D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2058E-116F-EF9B-0734-7C44A6BB5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DE64A-4746-3CCF-DD2E-B74E7CA98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FF44-205C-97E2-CE6D-83ABDCFBB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72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E27F7-E1B3-B4B4-389F-17787161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68734-791E-B867-70F2-0BE81CB98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C9AEC-8472-002F-1D24-08D66E475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954E3-00CC-CA0B-83D6-590D65716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09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7A67-26C9-CDFF-538D-92E5911E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880FA-D3E7-442A-ACC6-DBC0894CB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65549-0D16-6C1A-D365-D4AC75551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8BD15-2F5F-970D-DCF0-68435288E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365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D7606-E477-DEF6-4A8D-AF364DC5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B3755-C7C2-D66B-A58C-DA46DBF0C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3FDE3-C7FA-E710-6DFB-42C05F9AD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F8E07-047F-05EA-4525-66777F877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14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DFCF-57B6-880C-0B07-B368DAA8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4E920-5167-5F21-7166-DEF5ED18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603D5-390C-F830-131A-B48BBA5EE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97F2-7A67-C62D-0BD0-0211F896D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406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19DD-EF06-7E4E-A4C5-FC44067E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C24FA-9487-9E83-C778-266092A34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F3FB4-573C-F539-838F-1D25ACB47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C59B7-47CA-AB64-37EA-1A7080209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12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9944-538B-903A-783F-F5BD4D62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C55E8-D7AE-B2D8-1E6D-D4B5205F6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F911E-C197-E982-548D-1E49592DB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B4225-7A7F-3B36-7D15-1232F887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838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E793-0A24-601E-590E-365A9F7C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BF972-D3A2-1369-FEE5-57BDFC73D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7B7BB-8EA5-7281-A172-C2C1939F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F533A-B0F5-55EE-1D30-4FBD4385C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58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4D87-FBB9-4B6B-1078-605ADFA7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68460-FC51-566C-1DD1-4F4C73060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8A924-06DD-307C-CF15-2BEDD41C7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D2F5-367B-3EBB-979A-11E7CED1D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168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9FB4-AF48-8C85-2E84-1B2C063E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0EABA-C2CF-2FCE-66D1-F1DE99EFD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4C134-C668-6BF8-8F17-0091F566E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ECDEF-C417-30AD-8F1D-E901E7D43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47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EFC8-370C-D1C2-9566-4DC61C82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5C7D6-E949-0EEE-F923-066141029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12D44-F763-F91D-E34C-82E75FF30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BCEE-6BB7-2783-1E7E-39111CBC9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84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B448-6AD3-D00F-84A8-7580B392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F82B5-C8BE-660B-6C1F-8D6574ED1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807B1-FDE9-ED6D-1D51-53759A4E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981D-EC0E-6AA3-FEDB-27DB7D84A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52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E95C-9BC6-B447-9AD3-43B8A262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FF43F-DB8A-9A31-F49A-D1DFFD5C1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8684E-BB60-90D3-1303-E3D926720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3AB6-010E-E5F7-120C-981205CC9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03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3AE5-5EB3-D279-0FB3-9B6B0B24E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A6430-BA49-BE7D-A629-1BF2A229B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777F6-296C-A4D7-4C87-3AFADA5EE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5BFE-36ED-8433-6211-FC4CFD342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16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53A2-E162-5A5C-6251-420E760A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CFC59-7BD6-632A-BC90-F9CE5F8F3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3C6FD-B73B-9E07-8E1B-7F5CA8DB1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2BDAC-ADD9-B5B5-9757-D479D7451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72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8810-A10B-B49D-56DE-F0EE21FA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B042E-671A-CE7E-05DF-44ED330F8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F3719-EC9C-EFEA-9F71-C7264C58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D94B5-D356-023B-B2E6-13DE035E3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556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0B9D-34B4-4FCA-DB91-BDFCEFFB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FA652-9061-533B-C988-92D03EF6D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C8AC7-9683-9462-38F9-2D01E133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35626-E85C-0048-0D61-D217823E3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235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8FDD6-B0E7-38AB-7B93-7E1D64C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253CA-273E-ADE8-8D2C-6006DDF99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0652-FC7D-080E-3C95-8463A5F7C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86509-D9EA-ABAF-2092-7E01E709B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381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C38F9-E917-DCE8-1E39-7B328605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22F20-0611-93A7-0947-E3D25BD41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79FB6-67CE-B57C-C7ED-8FB10ABBE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A456F-39E3-114A-62A7-7B934A568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784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F64C-8D94-4099-3E93-DF68B6D9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BC793-89A0-07F0-15CF-D23682B4F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8A67F-0492-7659-1327-DBC6B6BEC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3C18D-234E-AFAF-B4A7-88A2DE874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718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FB6F-3DD8-022E-A385-03C06097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10F13-5C33-C523-B006-A234A8E14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7C98E-8DC0-A19F-0960-A7B1DA4EA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6FC2F-30BD-1AD3-D545-999FA0695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242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8EE3-6BB8-692F-FCDB-E888D969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4D212-0793-925D-A970-3F9238BEF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A63E3-0776-0B7F-110C-CEE20414E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F8A64-037E-4E46-31CE-376E7A221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658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93A4-8486-2F99-5EAC-CE6C62D4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325B7-18D7-79D1-2571-D4B96EC9F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CB356-7507-F54C-58CB-70EBA2C8D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00DA5-01D4-781A-2E56-FB7222BDD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99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E094-529A-D0F5-6200-190D90F7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7F8C2-F759-2942-337C-B7EBF0180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E8C51-E4C3-3F21-02F7-DCCF88374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A5E8-2B04-E0B9-DFE7-E4DA57F04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437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9763-2EDC-C0D2-A3D8-E601D3DE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94E90-3FD3-5E87-843F-96337D4A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2C198-BA4B-FA58-1CFE-71FF77040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BA3D9-7A24-8703-3F2C-8C3FD394B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76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501-17B6-AD2E-1AFF-07436BE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2936E-CEDC-61D5-324F-E895040A0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0C6BB-C734-EA46-FC27-3FE84C77D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65C5D-AE56-C689-9B2E-54F770EAB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99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8F0E-2C94-1C79-62C5-9761571F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4B9AC-0C4F-50FF-BCF3-270D8B1F4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51AF9-294B-7D12-D7A3-9155CEBCA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5548-137B-870B-F4F6-A652429DF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421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1B18-0054-2227-86F5-137A0159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6C89E-70EB-DC96-9118-AD3754429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7254A-3B7E-2EA5-D45F-C6EE8789C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E4405-75C9-15D5-5D52-5E3A66C4B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425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A356-0A72-E94F-D743-64978DC6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23B41-525B-EDC6-3BF4-AA0534C1C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28749-2B52-D91F-80EB-929FD26DE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6DA01-3B2D-830F-4B29-DDEAC9F06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167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5DF6-AE78-CE33-0442-783043BA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BB00A-B674-C994-CBA8-1389C081A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7BBE4-6340-B342-30EB-3D2245FC9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E144-A5CE-B053-479D-7C9771A94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153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B3B1-F23A-3A3D-98B1-176706B2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AB68B-1670-BFAB-135A-785CC3BAA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78091-4A5F-8F2C-D17F-5D32D1068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06FC2-5F76-08B6-1843-C804ABF2A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658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FD90-518E-BA74-C244-5021AAFE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7AA9C-E522-E4B6-2A71-F999DD4AD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07754-AEEA-DB39-EE87-4EE36F953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3E97-9596-70C0-13BB-C82D92162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2844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853F-4273-3A5B-6A35-1BA9663B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475DB-F374-8BCB-76F3-01792877A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923FB-02B4-57A6-D873-115CA3FF9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3B3CA-915A-1692-DD15-5773686AD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30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3919-C8BA-E049-C9A4-E560D458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02739-7192-8FD7-6B11-84FD2468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109ED-1008-1A9F-A7E7-504D8AE1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585F5-E29E-C0E7-E5FF-93FD659AF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66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0DB4-BDDD-AA6F-1A48-E2010A3F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9C219-3E8B-64B1-45D1-951612087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1F309-0DB5-967D-54AD-A066884C9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CDF50-044F-173C-CB2C-40F22FEBA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FEAEA-5B40-D53F-34EB-E5F998602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98557"/>
            <a:ext cx="4543224" cy="499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5DA31-151D-9E8F-34A2-99A10093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6C8A29-19E8-C4B1-8121-AD14C4BB43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0322F9-F213-AA16-E2F6-0CBF54F32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FAD492-3085-FDF1-FA29-12E75517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175643-CD0B-D50C-173D-EFE00624E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45C1B7-5FFB-4007-85C6-9D9B604D5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6E730-4EB7-49A7-64F0-DA6C47455744}"/>
              </a:ext>
            </a:extLst>
          </p:cNvPr>
          <p:cNvSpPr txBox="1"/>
          <p:nvPr/>
        </p:nvSpPr>
        <p:spPr>
          <a:xfrm>
            <a:off x="6152446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56FC2-B5CD-3677-3D50-9D48FF505F94}"/>
              </a:ext>
            </a:extLst>
          </p:cNvPr>
          <p:cNvSpPr txBox="1"/>
          <p:nvPr/>
        </p:nvSpPr>
        <p:spPr>
          <a:xfrm>
            <a:off x="6654802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27B63-A504-8FBA-A19E-96D766DC19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ED84E-521A-2B74-3E2C-411CB74DB23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4AAF2-FC93-49A8-53E7-C772D376B4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DF8D3-AD50-5357-4444-EF779D37D7B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C2A441-E1DE-159D-781B-930C1BA59A33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B58FA-8450-CE98-B0E9-E7412F408C46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2EE458-B72F-D38C-4280-40DC027735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FCCE4-BEF6-3C36-8613-CE44083C844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E562C-240C-273B-79BD-BC4E50546A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AE1C4-A92E-106C-7237-185267FEAC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0DA39E-A70B-F7BC-1ABB-0C4951EEFC7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7BF85-0024-B9FD-56B5-0F433107C6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0082B9-DC46-3610-5B58-3716083052C4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A195B2-30B9-4825-B990-685FD0081A07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01AEB6-6D94-C474-B307-61D5515BE73E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7DC3B4-53E5-E7BD-4745-E50CE7E255D2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8440EB-B863-A43C-F85E-39E1882C53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D458C3-107F-2F99-EE2D-839FD3A1C00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695952-131B-E1C5-8886-E4681BE8919F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65D636-1AE5-F25D-6408-FD0EF706DE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16832D-DF26-FFC0-3303-90F73CC4532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55E42B-9337-3185-6B3B-8954FBC24A02}"/>
              </a:ext>
            </a:extLst>
          </p:cNvPr>
          <p:cNvSpPr txBox="1"/>
          <p:nvPr/>
        </p:nvSpPr>
        <p:spPr>
          <a:xfrm>
            <a:off x="715715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</p:spTree>
    <p:extLst>
      <p:ext uri="{BB962C8B-B14F-4D97-AF65-F5344CB8AC3E}">
        <p14:creationId xmlns:p14="http://schemas.microsoft.com/office/powerpoint/2010/main" val="177273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47EB-1CE5-DDC4-E019-40213E38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0192B1-7F90-73CF-D817-81BF78C970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FDCBAD-8876-EC4B-08B3-F743F66DB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0E02A6-7878-931B-BB77-7DACC260B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34D3EB-DF6F-9177-1C7A-73B7AEED7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DC24ED-3F51-0375-493C-00BDFCAE6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BF59C-40DA-5361-6C9F-6C292E9262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15A5A-1C99-74B8-F7CA-9945FA9663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A2F37-942A-4541-7811-5A29E7ED6EF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AE049-D5F4-52B7-E1AF-5003CA16201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C75DA-A335-775A-7B0D-BA61D123D0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F4652-DFD2-39C6-5C60-54A0801ED2F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43E3BB-0D69-4F9E-A1EC-23969B190F5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50DF42-FB92-761B-3D87-9AB38980180D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70FDB-5188-5D37-2DE3-0E53976AE1A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BAD545-4CBF-1FE4-077C-6242697C76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B01160-AD42-970F-0F51-AF199E3B88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26D9E-01B3-02F1-8655-0A057A72687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525BB-7829-9D38-BAE9-17FBB573E2E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8E999-E9EE-C56F-BEF0-677E021ED9A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92A08B-D893-EBC3-1513-283BC4205F1E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4A6B90-233B-8BBA-7CE6-FDFB095F61EE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0E0FE-9657-DB8E-D321-7DC7B001BC58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803A08-736B-1BBC-87DC-78DD0580ABBD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5F20FD-3EB8-EBB2-704E-D19BE2F2EE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F21BFF-110C-3A30-D474-28F585AB85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401073-2BA3-51B4-B9B2-404EF3C4DF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C648CF-769F-5FD1-4976-A282FFA7422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8E07F8-8C59-815B-916E-37ECD543F6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39E00E-786D-3C62-E93B-1AC6B4A6376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</p:spTree>
    <p:extLst>
      <p:ext uri="{BB962C8B-B14F-4D97-AF65-F5344CB8AC3E}">
        <p14:creationId xmlns:p14="http://schemas.microsoft.com/office/powerpoint/2010/main" val="240332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5303-DF88-3FD6-01A3-CE648DB6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12EA5A-0F9E-71FC-4C8C-40716015A3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[22 in 3] must contain 9 (since 678 only sums to 21), and can be 589 or 679.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37211F-6309-2D16-8F7A-1E4212B91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4DD793-AB30-FC45-92E5-923DCDDBA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E8EA5B-3BCC-0CDF-FF2C-E7A867698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A5F51D-515B-5928-329F-2052B96A2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6BEAE-B69C-3989-7489-1A49CAFCE78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C2A13-1DB8-EF3C-3C38-368C48E9CE9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DF0A9-C702-ADB3-073C-7F0D5AEF6B1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87545-2DFC-68EB-03CB-CBF48EE75E9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79A67-DCCE-D37F-7144-4A5AE3FA35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7A0A43-0DD3-6881-5E02-9A483F33AFA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C48950-81A8-F70C-F0A4-D785E6754CE1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DCB76-AE95-C990-AFAE-C44151289F48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CD71F4-DDE0-6655-3B18-4A22E193B7A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F91E77-0C93-8E95-B241-EEEDE37CB4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F62D6-8772-030A-B6D1-D8D132EC9E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FD923-C797-796E-8FED-D5322130BF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69D536-9299-0C61-F053-ACF6E8D3CA3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232BC-515B-0C3F-5604-B980E6845B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8AA01-AA4F-7D7E-BF81-DD0BB85ADCA6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7BB73-9284-992B-C84D-04A51547FA91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10B73-F35A-F403-58C4-4F84AA904D90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8409FB-6834-5767-50C5-C80643D63AE9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CA78C8-1F71-9160-E14B-399A5774933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979EB0-4640-B71E-E2CA-44485A6E880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1B5980-B718-033D-E113-62BBB6B34EC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14598A-F68B-11F3-D177-96C614A8B4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AA2E4-E7AC-6E3B-5255-422CD9CEF41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6C5EE5-382B-3DFB-920E-4CF69042F1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71596-3C1B-F459-DD8A-1B813F6BE62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2159CE-6804-9D77-51AA-8E841F69AF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5DBF19-4644-88F0-5657-8603F43C0B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668349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9BC8-3428-DA8A-6CE1-A3FD4E19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86E7-33F1-772E-79E5-29863AB1C2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783D1E-2156-5D5C-0BB8-EA1DD13B7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F43F24-3C65-E45A-EF36-1FEEAE54F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182C30-DF2E-38F4-4D09-4AF9CAFE6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534B5F-FD4C-5808-DB3E-272E512C5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DF2A6B-87CF-DFA9-92F5-BB4D47CF49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6F661-3934-BC71-DE7A-FCA3358239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887B4-7518-0065-E396-7011202EFA9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1A6243-8E62-C206-9B34-D71DABED00C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E219A-436A-3286-ED49-08649E4AF6D6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BA82AF-28C1-A8C8-49E3-84BC1D872DD6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E4A46-585A-5C76-FFF3-6A61D015D2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9C08B-D22D-5337-EBC2-C5E9593AA1D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E935C3-03DD-D2EB-D8C1-4AB2512CA7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C72EC-B378-3F6D-9F3A-A51CC00478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6750E9-1C3E-B70D-F2B8-1831F29BD7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C8E4F6-36AF-A635-3980-52FB9D0ED8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DCA9A-0151-3871-3F65-E68812417D4F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51C721-1664-C297-F105-D39A5DEBF732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C314E0-127A-F24B-8695-A810A95046E6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24A258-5701-EBFC-B06A-E3385552FB78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3238B-57FE-1094-5439-EE18C558CE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5396E4-E461-F023-18D4-91BF6DEB826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B6926-062C-A7A9-F8D0-4552B3DE7F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1C1B93-805D-0377-5A07-77B44B198E9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1F9349-2B2D-D5D1-B850-FDAC8C452F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2E62CF-0281-D70E-8CD1-88B3106F76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99412F-9F3D-9E47-DA3D-556D609CA4D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35E93A-1A9F-BCEB-A717-9D5F6302C3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1CE79F-D8E6-5CA8-3C16-973ED879099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389671-0FDD-A370-6706-ED1C60297C4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05C00-EC1A-7F46-1F99-9AC2EAF9CB1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525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C6AF-F1C5-371F-F214-0B730E38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50B669-2FD3-E1BE-5E5D-39953362EA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6825EF-8AFD-1D4B-C543-56F50FDF3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42425B-1E24-8B28-24D0-659729867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B3F587-2040-64C5-C591-B3A632F0D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D0D2F4-47DF-9998-FAEC-D55313D52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A5C4D-7312-17BB-DA59-EFDE89CA204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617B9-0751-288F-594B-C418662076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7AB6B-3E7D-024B-46A6-74EBF00495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D9D199-A668-ADFF-097B-E74DC0A756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6FB71-27C1-E8BA-E0F7-D592882C4312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D7C275-D294-674D-F4C0-CD7ABC38147D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C1B69C-A32E-6B71-7FF3-6A683F08618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FFB897-6DCD-22AE-F5DA-A4919F5A692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09884-BA42-5704-AF92-123E3ED6B06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65E61-4802-BA56-EE1B-329D1602DE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06383-1E47-975A-7803-4F1BC19319C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1B96F-FA53-4B2E-94C4-9767B004DDD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E2CB6-6006-C08F-52F8-62DB9F22332E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27D610-6777-A3F0-C38B-0A6329AE1A26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035AE2-6989-4D06-4E15-D176ADBF4F58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077DF6-4C9D-77BE-88B5-FCD26D0FBA9E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8EAA42-85B3-872D-160C-A8CD5075F50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BDBA7F-B3BC-450C-6973-F34E8CFE56B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AF7DEE-ECED-7B16-491F-E6F025CF17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BD0BD-F664-13DC-AB59-8F986DEE13E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5205E7-5F42-8D4E-F5D8-4B604377F8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099AEF-628D-3B23-6B6D-429A923CC3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3F165-ADAC-050F-7553-DE16D844BD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727A3-FB67-5842-CEFD-99C944D7F1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2022A7-A04A-4214-E7ED-33EAF354C7B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DBB37B-496B-B2F7-528D-18BDF3BA19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03513F-DA37-2BEB-5086-AA4A01A31E8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193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01F8-462B-7459-211B-6DD83E67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E275AC-E138-479D-302C-7F7BD8D933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A4475A-CA36-CCA3-9EA2-8D08C5D1F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8F4970-578B-6175-B2EC-53E309F25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08F1ED-823D-E7FD-D6B6-3E335B22E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5DFABE-8AEA-37FB-6AB2-F7DE8772D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27B08-1D7E-3E3F-C349-180CEF46A8E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0AF6D-3720-AE34-716C-2A45FAC2EAA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36D09-FC46-EA7F-BB14-06CF2E0069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FBE55A-4861-ECCD-A8B8-9A67F1E823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5F7EF7-B709-4D93-4480-866BF9E59C75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A3688-72AD-325B-F2BC-5C46E60C9543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FC4601-43FD-3685-A8BF-91C0A86DEE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17B4D-210A-2925-B892-035E9239EAB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18F92-87E7-1AAB-4CD7-B8A625F6C2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E718EA-70ED-6529-1342-4373A3D7F6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5A2E-D4D9-EA15-62D9-8A82313877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0A77C3-A2D9-95C4-66E5-E6D4A59366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E32BE9-7733-0D22-FC8F-F51DB21E9E66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72F35D-153A-5119-FA5F-083A5B97AECF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1503D3-C6D5-ABEB-D16F-38CFDB5757D1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CF2F09-72F1-80BF-7F7A-33938122B6F5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ABEC67-6A93-1402-ED80-F57CAEDE73B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D1B485-7E79-BCF8-3BBB-F81AC0FC84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F94AD-8E7E-94C0-2E12-2BC270506BA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639F92-551E-6BD6-80B6-8286C636ACF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EEB627-28E1-D1B9-7F0F-ABD63A6882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F73C89-C466-4F6C-9BCE-67F9FF5205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8E6EC4-6AB2-1D0F-656C-F3B38F2E371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AC72F6-269E-63BE-01CE-38E98495532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FCD198-7F55-39FE-2344-5D124F0F7A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869F30-F7E8-537B-3947-37E7A0A47E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B04982-2D98-D050-14C0-D0322256718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465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7F2E-948E-93C6-3761-F8953A55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E3703C-0448-718F-BE03-60E7F9C37C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1. (Note that [20 in 3] cannot contain 1 or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E346E8-7F60-0012-6CD1-E2B6421A0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FD8350-FB59-407A-1932-CD9386542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1316CF-46BE-563E-2055-AB26A597A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833FD0-5227-DCF2-B4E1-45C31FF88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E348A1-F320-D6FB-50CA-E8149D7AE6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45FD2-2B7C-3B5E-11EE-2C628C84EF2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1C6F5-835B-C559-A49E-0617EEF281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5CC36-1C88-0574-C1AA-F54F24F2D95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D6425-4229-55A6-94EE-8EF3A3A5CC70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DD05E-232E-4121-24C6-D414FE18AA40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3AB66-F75E-AA1C-BD86-985FF37E39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37B1E-F6C0-9716-D4C0-762F17AA543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31F66-8C09-0C4A-F1FF-E914E7C38C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CE042-8C03-DFFF-7901-C53CEA4AAB9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528B7A-25D4-9ABE-6397-46E8492570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EAA48-34D0-4FC5-8153-7213CDFE7C5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610424-7EC3-AA19-DF48-AA7EED995A16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9EB28-D9E4-DFB2-487E-23C009AB88E3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A8DAA-FF9C-B135-9B20-0C3EFF3B3491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39CF86-66D7-D008-D0D5-7F120D9610EC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038EAB-96C7-6EAA-E9A0-2B96A684AE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FE0CB-FE2E-442E-B596-8A8B53183A0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48FCCD-3012-4B91-A194-4566F0DB43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3EF72-89D3-C123-1758-8CDD2DD34B8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214268-0B58-8963-0BDF-B876B17BE4B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0B7E58-440D-7AE5-0B92-645C6BB7EE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A09B7E-080A-BD30-BBD5-01AFE3A597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653792-6000-7E5C-5EEE-35CA6BE02B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BBF939-F96D-9170-76FE-2A68691842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AE0837-BD03-EB06-BE03-44BFC78B57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2F8870-AD14-57B9-9DAB-07D4A250F5C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27C8E-92B4-1138-094A-1621E4BB66D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238F4-0F76-3938-8DAE-6CD1A12BF82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20C2E1-B6C7-F588-0F55-0CCDE588977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9199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78A7-69DE-A9DA-623C-4900B086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A6BEA-4547-A69E-7EAF-FC4DD794B9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79ACD5-EA2B-8785-9E43-B072AAD18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160CCD-BDE3-B62F-6922-1BD0A47F1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BC3B25-AA07-3B35-E1C6-8AD0F6E57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FE2832-CC90-BB4A-FF60-E6F181F83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9BA64-BE89-54FE-7565-FEE8D3BB95A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4A8A8-7516-DE81-23E8-E49937B46C1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D08B9-2ACA-5EC5-CC73-8AE4394AB0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E9A55-35D2-4C5A-734F-07F7FCEF4AE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73C51-FEDE-100E-374C-93494C8CC2F4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9051C3-6223-C802-673A-06D8FE045CA1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2774C-20CF-5C32-359C-5B397EE008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9C9257-20D0-DC2E-5AF0-151364E067A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974E0-EF05-D4E9-D5E5-A6D15A93C8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00C07-39B3-5A82-3440-E112742A2F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FFB0D8-A99E-2D7D-F461-E6AFEF9AE4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D1D10-C8D5-803C-C744-D1A5DA57696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998D2F-3F56-2A7F-09E5-12E9B6BDC19F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29369C-12DF-0098-F5DC-C72A145017A0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8A0EF9-7012-8447-D362-E5700835455F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DABF9-0D00-88D1-6447-C6EB6C8486C1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FA6223-7010-51B2-664A-F37E23F86CE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FDBC8A-DA4D-F676-F221-F6052E85EC1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4D8E42-D16F-7D53-54E1-73B960779BF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ED51D-56BA-9506-9147-A161DCA1ADD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F825BB-E3DB-EB60-D686-98423ABD4F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1F99AD-815C-0A95-0D11-8C46B1C8E03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A8EAF6-EF11-27D2-7D68-308ED6635D7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5F2651-ED75-E167-6697-8AE357C0D6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9D7609-AA00-1863-765C-205A235FFE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2CED8A-1D76-1E7D-05F8-16D9E827BC1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65402F-A8A1-477D-C51F-A728BA04B2E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78B95-9E92-F71F-02FA-7D61135277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8B28CD-B148-7231-907E-9404B7276E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77A76C-8A3E-BC9D-F243-6DB5F3F928A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7105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971F-2F10-C874-BBA9-495D745C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8CCB5A-1CD4-E95D-9280-1BCF5F9477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[20 in 3] -&gt; [16 in 2]. 79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8A55B2-3C77-C2E4-8E57-4C732D3EC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99D0D5-C45F-2C3B-E613-DD4EF1A49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1B2CA0-C9BE-027D-74AB-D3A3DC830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53AF5D-E110-2886-1D27-BAD8908A9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C9AF0E-C516-63BE-7048-C298FCFF0A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D6C4D-BA63-9C6F-9F68-05694208D2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098638-4E41-EE35-9ACC-DE0FD3E5F3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FBF2A-8514-6F30-C5F2-72142673354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B48B8E-C6D2-7726-1D81-FD7810DC0C0F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ADAB28-23E1-2A4D-885E-C16E9F622E6F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25C015-748A-3A6C-F7D8-ADD513A96D8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B27E4-16E8-2DE7-61F2-4726D8E2A7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9D579-3C46-E0BB-6FAE-A6FA605364D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C13337-058A-D552-9005-929BB9C14C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D59151-DF19-5089-AF9F-0B5B3DA149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4D1956-8F5D-36B7-1290-E0C70A5464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4D1F77-FE4A-0D61-23FC-574C933C93AA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55C8E5-3E7C-56C7-8CDE-CDF77361EFDF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DD78E-173A-A680-3CDA-9F3A2BBF0A54}"/>
              </a:ext>
            </a:extLst>
          </p:cNvPr>
          <p:cNvSpPr txBox="1"/>
          <p:nvPr/>
        </p:nvSpPr>
        <p:spPr>
          <a:xfrm>
            <a:off x="5650090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AA98A3-51C3-FB7F-4D17-C209BB9B2624}"/>
              </a:ext>
            </a:extLst>
          </p:cNvPr>
          <p:cNvSpPr txBox="1"/>
          <p:nvPr/>
        </p:nvSpPr>
        <p:spPr>
          <a:xfrm>
            <a:off x="615244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7B99B9-4184-7408-4845-0669F8B1F44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48BFC7-27A0-96B6-BFDF-0DE771130F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007E50-E67F-5291-4A99-20F96DD7B88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492D97-ABA4-52B6-ADAA-A92BA33E2D8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D4090-0F5A-8254-3665-85C3AFCCB5E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EAE9A4-31D7-EAEF-B965-021A009287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A452B0-352D-52FD-5379-B9810874AD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B5EBD7-81FE-4F6E-6280-E4B0D57CE2E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9266E-C8A1-FA3B-F140-7D164026E4A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E60F-A9E8-07F7-A37F-421EAD5F9C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2126D3-5D33-DD2F-A5C0-E9B20AA972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47B6F-248C-D348-2797-55D09FB93B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2DDF7-C8C0-DECE-274B-7FBCD9AE38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F204C3-6341-5ADF-6E77-ACB6435DD6B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9ABE43-E6E5-A6FC-91F3-20F85C3DC20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1B7CAB-FDEC-3415-1D45-66C2F9B861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9379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5565-7678-5618-8F40-1D538402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E222D5-553F-DDCC-9A68-0824070227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8E4F5C-9E5F-5EAB-04FA-23E49222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DAD6D1-3AE9-AD67-546A-56EE9D392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804BD0-D59C-B639-9163-7D3018912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09F9DD-CA98-A6B1-1CDC-FCCE81C32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3536E6-6A6B-5D93-FAE1-AAB66D5CEE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F6A2D1-E15D-CA7A-7F01-1C0F7D74A9A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38AF6-43B6-6274-808A-4BB73207FE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7A323-6DAF-556B-0498-00726E70044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9F2FF7-DB5E-BEAA-4473-D1376802A4C7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153425-7715-8014-2D04-F9971C651324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EA1EF-380F-85FD-61D4-BD34B2BCC3D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35840F-B895-5476-CE2B-AB4987C10E7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CDE8A1-1466-4500-99D2-CC8DBC4AB5C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F255B6-A330-CD3A-5A2B-A49D83AFA5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011A05-096A-761C-4D29-EFA16169A2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B27E10-8965-50E4-176D-45EB53707AA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CD1B74-A12B-6825-2551-7E30F9EA8B5E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149AE4-45F3-401B-39D3-346124305DF1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19CAF0-4312-6384-D7C0-619F5C7FEC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CD41A2-9EA9-6385-749F-8D0D4FE78EB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A06601-829B-C386-9D22-8CF4D39174E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1010FE-281C-CC01-9068-99A80977A0C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4BC43F-CC01-3E66-3A6D-66F68427140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A5A979-69E8-D7C9-59C7-C8A9C6E3696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9589FF-521D-CE8B-F881-9AB57972193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54DBB8-643C-4C8C-5509-9EB571CD80B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FD01EE-C5C5-20CC-A159-99FD991181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83485A-1CD9-D9C1-84DD-75029ADC17C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DA06B8-6ED1-5F00-BE1B-070B17CA02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B24082-08EF-FDBF-04D5-249B12C6B6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F9645F-6A61-755B-5945-8128AB5408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7A4E2-3403-CE27-1960-C208A344CD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763BDD-2DEB-D0E3-10BE-BDD5B1BE871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7AB187-FC62-3FB9-F4AB-D5F7A65DD79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C8E3F4-5755-B122-CA89-58FA34F86C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D9465F-6B6D-39A4-F584-9E692DF7833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79059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1D42-CAFE-6450-8F26-95695C287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614B1A-E32D-FBB3-0747-E56524077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3ACA59-5B86-7D34-A2FD-B3F5F597E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028552-FDDA-6A99-41D5-28BB0F785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19D7B7-F84D-B73E-464B-949A4A3C2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72632D-C87E-9241-BA5A-20DFA1E33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A50A9A-EB3D-2A5D-D774-E8FF157063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3D325-FD4E-0683-5FC5-D6C1E21D27E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CAC2F-57A4-C5BC-5F01-4BB154ECBD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3948E-7287-ECE3-FCA7-F21CC4FDE29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AC035-A777-F64F-15EB-B20B56F763A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651DD-07F1-BC1C-BFCD-2C972772DBA4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D59FC-7BA5-D4EE-97C0-AA5E883DC14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8D35B-D56A-5525-908E-2C1656C21F0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6B121-DE85-C8B3-B28B-3942F0F532A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4AF17-40A3-5C3D-D39F-CFC3CBB9C0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74BDD-F138-5D73-DDAF-500540E4A0F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58DDC0-F0F0-065D-CF77-BBB21AB574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401F0B-7603-3FC3-888E-ECF5BE8F2CAC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8E0C98-0064-C7BD-8150-306862FCD2B5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41402B-F68F-7371-22A0-77E38ADE45C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D6B36A-681B-AA60-AF88-11A455C61B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1E3C14-FE6A-8F48-074D-24177F4CB3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FF5B5-EEFC-1797-B7FE-808D064BB1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F9C222-1D78-F745-DC0B-4E3054DF473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8AF8A-B389-8390-4CA1-61A47D58A05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F7151A-81B3-91C7-12A4-452FBA9FA4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8AFBE1-2E0A-1F49-0865-EBEA8B01D0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AC2212-C5F1-3291-FFE1-C313C5FDAFD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87AC0-21D0-A3AE-2234-97A3C25906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A0BBA4-EAE1-17CB-47CA-AD31503A0D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2A290E-D9A5-CCAA-92E2-032413EB9D5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4F0040-DD35-BA98-A557-EC81D2CA00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EE00B-AD27-8E97-E22C-C1937F95C0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AD44F0-3D7A-68EC-B6A8-177F3B5D42D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817C61-3F3B-6B8D-67AC-52A08A69A8E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9903F3-3AB9-D645-7E84-7E2BEDC125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7785A3-274B-4B47-2609-D3E9CD6BE2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24D18F-CB51-31B4-0A62-05AD1E62AEE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321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6328-6666-E4B1-FE7B-AFC4329E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1DE364-B0D6-B3D0-6168-62B0090C8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45–(16+13+10) = 6,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B3FA13-F60E-D9CE-930E-4EB56DD38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7DB269-D0DD-7D26-E535-8A901ADC2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1FF1DB-A0D4-BF75-FA86-695FE3FC9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C6B091-44B6-3203-30A9-B2637960B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55BDE7-3A30-97A5-4376-579B7472412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05D2A-DB97-874C-D2B8-DC1E6C04ED8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691DB-F1F2-3E89-B36A-50DA80A2DB4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4D0D3-7181-E784-025A-EDAA55A3BDF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A9FC6-BB25-59CD-83BB-BB615019F752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597FF-34D4-65E9-F2DB-DBDC367F3E6C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9F783-2328-F5AA-4E90-C79E1A2B559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6C846-321C-C53D-D2F5-FD0ADCBEF34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67A4C-DD89-6798-9094-469B85F4DDD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78992-280E-5EE4-8123-F6DE67B0B93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683252-41D4-BBD6-4331-B0D38446907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9C3978-03CD-5FFF-252F-67587B91E8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896EF2-2757-0830-2415-59FC6E030083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4E7FFD-F3A5-159A-292F-9A42D6DE7D5F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497D90-210D-40D0-7F32-4BBD25888D9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BA3AE-7668-15CC-E201-CA47C0A535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903756-6360-437A-8AEE-17167845722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5D61C-71EA-5C6A-172F-16F36AEBC6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5D65FF-FEC1-AF05-4618-9BC1F55195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DE3A23-8CF2-953D-AB0D-A51D1357DD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7DF167-21CB-F199-AC34-175D000D1ED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9A7F40-899D-857E-A24B-5E44DA8A5EA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21B4CE-FA68-C349-AE75-877131B69B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7BADDA-5304-A397-14B8-1A2DD894F7E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747297-1449-7033-59D6-0D445EF457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080522-7CD7-F04C-2874-552A3FE8A5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CC23CD-62E7-E1D7-87CA-C8339B8EDD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1540B-25C3-FD40-AFFB-DBBAF892AD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1EA7A-2DF8-5CDF-C6EE-9691AAA2C04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FC7611-07F4-B04A-2A89-30ED749460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021971-731D-A7C0-CF9C-00ED1B5337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3C26C1-6945-D4A5-8745-F83D131F168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F2421E-F4DE-6F61-34F2-A14B8957F4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064A4A-FBCA-C733-6981-C9024538ED6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3D0ABC-C8A5-211A-6D85-0CA0C02668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</p:spTree>
    <p:extLst>
      <p:ext uri="{BB962C8B-B14F-4D97-AF65-F5344CB8AC3E}">
        <p14:creationId xmlns:p14="http://schemas.microsoft.com/office/powerpoint/2010/main" val="3758164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636C-D84D-D962-9EC9-A1D9E01E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401AAB-1FC9-7B1C-65DD-9CD5B60BA4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the 3 must be in [13 in 3], which -&gt; [10 in 2]. For the same reasons as the [10 in 2] below (the 79 doublet), it must be 28 or 46.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45AE3C-92A4-48D2-249E-1D5532EC9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10D80A-76E5-984D-39FF-BE09B77F3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790B0E-B603-1394-67CC-2165EBC76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B99410-DC43-1E80-DFE8-9E5B58312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5F621F-9319-633B-7B7D-D24B5E3FDF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5DCC5-5CF4-E79D-D2E1-9341C504B0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953C8-0CCC-96D5-D186-E630701763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1D9C2-08CF-9C69-D275-B8CDC17DF59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B3B39-0143-0981-307B-E7523466B02B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C330B3-EA93-00D3-844E-DDAE1BA50674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A3842-F9DA-0A9D-170D-031046FEAD0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07E95A-F31B-F9B1-74AD-B770734AF65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30AFEC-6559-5C4F-03B3-3AC6CD36F5A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4F4976-7DFD-61E1-0E90-B3A058B1767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70A50E-BE55-4F7E-48E2-E3384D48EE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949655-BE14-1D78-F9A2-49A3423C6F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5DE876-D4E3-A695-7F65-058F87501394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7A9AD-E821-A596-E7C2-69C84B1EAE45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CACED8-AF1D-D3B3-B08E-021F24AB3C3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4BEBC6-F9CC-F5AF-C1B4-B9B789E09D2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4A90C5-0E7C-17BF-98E7-9F032887EA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EC19C-4162-E717-CDA3-DD2284420C0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65CC17-A7BA-FD8F-AC58-77905B669B6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C8E94-757A-581C-0B39-6BCE492C652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CAB4E1-97C6-04CF-D839-559339E3255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89DE47-27D0-E5FD-E0C1-55FC48D5D9E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2DEC32-F58E-6D3C-9A7E-DAAE408A7F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8FE08D-6513-BF2B-AD3A-30B7292B6C9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4F5BB2-A609-BFBA-61BD-F65A6A38D7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3A0647-508B-4842-FF74-3005F42D75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9A259B-E2FB-695E-DF6F-77668AEE93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B0FA2-7C0C-C419-70E5-EFE3DE5B3D2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75411-FB76-707D-047B-3C83467FBF8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CD05D3-E164-8C39-57A1-2144CA03D0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F8C8F1-64E3-E3D0-DAE3-1170D00DDC7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31C9AC-CCCB-DA10-192E-9F332DEBDBE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27A608-640D-992E-0482-5712BDA5C4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8C3549-FA2F-1CEE-8CD1-4CFF665C0E1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898BAC-784D-BC0F-3E54-8A8D61AF1D6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45B7FB-1B63-D0A7-DAA3-4756967220E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9AB418-F3D5-9027-1CD8-2885A68F36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5CBC40-FF20-C824-1E43-0363AF3F13A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2427898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9630-E3CF-26D0-2792-E94ACD5C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2C24AA-59FE-AF78-1A6C-AAAC0756BF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57B445-B624-59B4-34CB-8116485B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14F3B3-5CC7-7F87-F905-277142A1D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42A57F-7B21-6812-A99D-10D4F415B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F399E7-C2C5-9F06-F363-B8A1AF09F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E4A346-0B30-F7D4-9A1F-F6AF6F23ED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E784B-81D0-C766-C4F3-DA3B028FB7B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573FB-7B4C-D292-1287-E5A5CCE1E09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071CD8-8798-43B6-6B61-6437BEA684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C2843-B461-8DA3-C498-4C16E96F29D5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452A3-21BE-F145-9ED4-A2AAAFE3FD36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28061-3707-87EA-2A0D-DE5144BE782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92BA8-89D4-E883-ED8E-1264837E72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DF8A1-37FC-E6BA-9C73-4C2E5E409A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7B19D6-9F72-C486-3466-CBC0C8F03B2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DB7159-81CB-D37D-864E-00E15964A8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E5EF6-6ABC-86DB-CA1C-BFDA93A7FAF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C9C201-806D-DB0D-322C-34CD747A2F33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761752-677C-521D-A6EF-1E0D46E684C7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7471F-8A0A-4DDC-0692-B73D9AD950F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11A658-CC0C-A29E-08C5-C26D395D3F8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BB70F-2DCD-82D4-887D-6FF1AD337F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6F3BC9-3C18-0F3B-24F1-9D0AB7656F7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2FD7A4-C3D3-93B7-DBE4-45F2BD27BB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1F5AE-DD18-5F4C-1671-53388EFA7B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A9E72-7E06-BD37-B4F8-16F8944916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92152-CF74-7667-490B-825F646672F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31172C-34DF-C4B8-57D0-F6A3BB98AE2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7E95C0-95C0-2879-CC32-51A513E11A6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54CD7C-2637-09D1-F8A4-AE74CEDBDD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B47D3F-D431-38E9-6D7D-9C990EC0CE2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2D674F-DD34-A4DE-CD09-7E70A0A29F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6193F-C881-DB0C-8904-2156DD8659E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A58807-9ECF-BD85-B8C1-2F93FD5BA3E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E54170-9CC7-D2E9-B6ED-9C988BCDBC0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F82F4A-32BF-A06D-7C96-34BF10F532D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F03DD9-A96B-F6F6-86DC-214B65EBFB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53602D-1A1B-68CF-7D60-3A51FD6F79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15D80-D51A-5629-D58C-0F426711E72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58395E-8759-4E0B-1A0D-421FF0D16CB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9B3500-F1DE-7BEF-274E-156A1F2385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8C6FE2-66D5-89F7-6CAD-07D359417B7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5BE635-1F22-6136-3182-9EB7357497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3377447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7ACA-4CF8-25A5-D574-A061AB63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69A8BB-C219-7B19-B75A-DE27DC1F39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left, center, and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750658-F189-CACF-FEFA-09465F36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EABDFD-D3EC-DADB-DF49-AB648FED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66922D-6821-5745-DF24-32ACD84A7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E20C14-EF25-360C-4996-7E77C272F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714DC-4E75-90AF-550B-2F548B747E0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32929-246F-99B2-3376-4A0B16F620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6BDC5-594C-5085-C08C-3949D66E76F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42218-253D-6643-70D2-110FE0A5CC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C2BEA-7935-C666-0468-7C6C609F44B8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60730F-A8F3-B364-D670-7857FEDB17BF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1848D-665B-B3A9-7398-E945C9EFD43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F4622-3F3F-E818-BC44-8A8A3968C49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5B3CDC-33DD-1550-10CA-A41E42D046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614BCC-184D-C28D-CB8A-0D81567C060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A15BB5-4C76-7BB1-F5EC-405307B6EE2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A18639-FA64-8004-87E6-F4CEDB78F08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33A357-2377-226C-E9C8-A96C1FCDF810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CF34B5-2EE7-7F7D-CF77-C4DBFAF6FCF3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5CFD77-8EF1-23C3-09DE-29B3AAD46DB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A5EC0D-94E6-3A8F-676B-921A11FE42E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05115-462A-4407-0980-20CD1C76E7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4E83A-1D1B-BBAC-C389-169D149B8F7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F66DA0-F22E-A53B-7EAF-E3A5B56A283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A2938-4653-0AA2-C1A1-F1668A5D16B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310203-E270-F93D-8E66-6AADA841B0B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49EEB0-9C28-3A17-BDDF-E165E00015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CD633A-FCB4-788D-47A3-4927DA8560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2A3D1F-5F98-9589-5BFC-2E324665A6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BEB077-7F14-A5F9-7D52-7D4FE244B57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B451E5-5B08-DC11-CBCB-8C707EF4AF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1E9F38-77F8-4ADB-6533-97BA72B209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071FE-DC32-3400-7197-4E5602F0CB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71D96-507F-B609-1279-8FFB544BFA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F97677-C9F7-C6DE-739C-33E384C1C50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0310D7-43EC-6A11-4453-B9C8A5879C1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C976D2-BCA5-2DB1-6ABC-A330C963303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8E77A6-E400-BEEC-A568-FAC90577B26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14CCE9-D60A-CCCB-F913-7CE6D0E982E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EAC89C-DC47-40DE-5FC5-7DBB852C58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E10969-6D0D-CEEB-7D3C-A770269E9A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A4D33E-9A72-CDED-FA7F-6C92969CCD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B797C1-A92A-E1AE-05D3-D3C9AB94E3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60823E-5BA8-8370-2A98-EA603D5132F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242BCB-4E5F-EF5A-A779-CE8604CBC1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128713-B52F-CB07-8A00-E0449036E85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A8C813-2046-480D-E674-9CAAD94ED9C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8ECF6E-65EC-B40A-64E3-AEE6989DAB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A36C1D-AE50-809B-75B3-CC971B0F2A8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6F537F-46AA-276C-B48F-D0BB107ECC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B5706E-3B49-8516-C35B-FA1DB9DB6D8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0DEC5B-65D6-2DCD-0199-7337C3D454A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0AAC06-DC02-13AA-BEF0-A432DCAF63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7B1D1E-D7E2-705F-6238-F00C4F7FC34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1914165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BA5B-1C56-A0B2-304B-A03F9012B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021B5C-D676-F6B3-8F19-0457CA624B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left block, 2 is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38DC6C-F2C0-F4D5-0622-1C099D26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C7D021-1A45-E170-96B3-4DFDF9F01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6CC23B-AE5A-D34B-E30A-7EFE0A16E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742E1A-1BDE-D90D-5E99-11C97E732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8F0951-DD77-805E-2D92-B64E302024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3EE7E-D677-3E95-DA85-19804D8002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D0DEB-EEBA-6F84-A096-C8C47AB9DA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9A5DB-964C-1010-BC7B-5277F1D5BCE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21311-E358-70FD-9947-29E16BDCA99C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0EEC21-B01F-B94A-FC5B-DB9FB4A1E081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D80B87-3A6F-F26C-A959-39992B1145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7599E-A8FD-9565-0581-26991870FE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918F1-1048-9F75-6FDF-4773E4B788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325D8-C361-4BED-6BF1-62FE4B9765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DFF608-4BAD-D8BC-218F-F5717BB27D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74DA3-DA9B-5579-6AF2-E2081BC482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0AF11E-354F-D7AF-C0B5-23290C382EC2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6CA55B-DB05-3AF9-996B-A720CBDFE96E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3BDF9A-ED06-6F14-73C9-E53803E0CFF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FEB50D-3287-D96A-7785-BEF0E19C42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1E1656-F314-95B8-2248-3138A6FDD8D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2628A-CBE9-890C-C627-4398872AD8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C0DE1-A612-B24E-F318-1306701FE0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DA0F5-CB4F-DDD1-0E05-E9FDD855F59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E3098-4657-30C2-D8AE-D7BA8A558D1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3E9186-FF66-B118-C93B-F00D7074A0E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2767B-AC52-D219-604F-7A63D1051F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91D87A-55EC-8043-32B9-B5981D3C2B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F74E29-F91B-0E9E-FC86-3641EC702D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F42AED-B85C-94B0-7939-FDA67321D32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877EF8-67B4-BA60-B734-8170F169EA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691D8-91D8-D918-A57C-54E4958C97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0E117-8020-42FF-6793-5AC08BAC24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E26D70-6A13-E341-2843-117405D746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37EBA7-1856-F361-916A-A64CE3B470B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3D428B-052E-317A-CE8F-3F5B711DC4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4D758-031A-241E-5B0B-A19E37DAD15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98DC29-7C9D-58B7-B5D0-57A12EC185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F1CD8-5519-0BE1-5ED2-6B1E0EFBFF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2CECB6-26B1-CE37-1175-8D97A6992C2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B35B2F-04F1-6909-0008-442D59AA82F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9AA3AC-401C-5776-10E0-22BFE34BA7A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C4BE1E-E560-16E4-29C0-152EE64F447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A1E2A8-CC8D-BE7D-61FE-DB182890AF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487FAF-B898-3B17-3A3B-1569601745B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0D88F0-8139-2F05-7F3B-89F7148E2F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B8C91D-E089-2929-5234-D51BF461C0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1CDF2A-E02E-29D4-862C-B97B25B05D7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A13460-5DEC-2505-D975-AD0BA89EE8E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AE6D7D-A756-4C61-9760-8D64B2B8B67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D9A373-5821-F397-3C57-FB3BE2414FF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B74C7D-7C0F-0727-78BC-E777395714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89A51D-F969-2BDD-29E7-72D49297AF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156910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24CC-F961-3176-884C-992B044A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22F97F-9736-5DB9-C55E-C2646918DF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way to fill [9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02DAEB-13C1-460C-787A-DAB21D19C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F61522-4BDD-857C-FDFF-334E93CE5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15C2B6-EA71-08CB-052C-37F7BE537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BC4B8D-BFEB-B660-E47C-3491EC4FB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B78D31-FBDE-F9E9-0780-81C5CD68382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55D9B-AB85-1B2D-F4C6-CC5465BAF04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AD7A4-87D4-205B-AFD4-A069A97DE2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2DB30-521F-5A3C-3684-040119895FF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4D3A6-9133-1F1F-AC2A-05D9563E4550}"/>
              </a:ext>
            </a:extLst>
          </p:cNvPr>
          <p:cNvSpPr txBox="1"/>
          <p:nvPr/>
        </p:nvSpPr>
        <p:spPr>
          <a:xfrm>
            <a:off x="4143022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C9497-F780-AE15-0A60-E2614E2881B9}"/>
              </a:ext>
            </a:extLst>
          </p:cNvPr>
          <p:cNvSpPr txBox="1"/>
          <p:nvPr/>
        </p:nvSpPr>
        <p:spPr>
          <a:xfrm>
            <a:off x="4645378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623BC-E777-A734-0AE3-4F89A78A1C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BD590C-7738-D2A3-BAD6-E71C299AA2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0EAF88-1ABD-2FC2-92A0-106DF43634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EB0AB-1AFB-DBB6-7705-FC32F1FC921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C3FC92-03BA-CC6E-C963-4B726CABCA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19573-3C4B-86A6-AD01-033D5DEFFEF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1412E9-4131-A75D-161E-9562C16B4311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01D9C5-B78F-C3E4-240D-E1AEC44CCD26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3F2CD2-1805-222C-4292-0FD2061BA6A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7639C-FF23-6301-F189-98F897FC81B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A81A53-ACB0-6F02-F49A-0A1739C4E32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1643F-22AB-9F3E-6914-D45AF40257B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10EB68-FA3D-D2CF-162C-A1E9CF7EB4E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292A52-4A10-AE7F-A55D-3BB838D1802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47ED62-EFEF-1B8F-02D9-20B1634E17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C41F99-FC05-DA2D-9AFA-C3BAD781719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F75A6C-00E5-5DD8-F1C0-16657713D5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D9CB0E-0EB0-0BBF-D830-EA5609042E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943250-8063-2CD2-AC13-3D07FA989F4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CF5296-D650-C9F7-7636-1A889D4E6A2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BB66C2-3FDB-F0DF-80CC-E27710973D2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2CF4B-2D9D-6855-5E05-97BABDF26D6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B8E729-4C25-B79E-3F01-FFD09E5A5E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B0CEA9-F42C-6EBB-CC2F-5D135708E29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782B35-0DC5-5C42-6650-D8B86BD84B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436E31-53FC-1F77-5FE7-9727F141B44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D3FB28-E0A2-F3AA-B344-683A305B307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058DB9-1CDA-E2BF-CA56-42B13DEE6F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665C29-519E-CE82-FA28-1FD78306CB2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A02B92-03BD-82D3-B928-BFA4BC020B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8B5837-8B2D-4247-F1A1-52FAA037BC9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49654F-212C-B316-05A4-210D363FC4E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827F0A-B73A-393E-8596-47CE4A8F83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72B56-0FF9-4262-03CE-A8C8908C6D4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85AE48-0664-7835-FC3B-333B7FB84E6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653172-DC26-A164-5C84-E7579A99E5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1823C9-BA71-92DC-0D20-B4513FB589C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CC4F78-1FA4-97BF-4B54-5743684EDA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0226FE-47D5-5F94-F09D-F6ACD52FE1B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74A5AF-C403-9072-99F0-583146F88B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37C1AE-59CF-024F-7E8A-C984CEE25BC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314FA4-4219-1DA3-AA49-D858199A0C1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1EBAA2-518D-B1C5-0B4E-7EAABD1754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3820137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6C82-F488-442C-3D8C-724A9F6F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51FCB5-3C95-EC15-B578-EB20C232BE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3B4AA5-DB36-7509-8272-9BA322A6B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03E2AF-DA12-2715-A2F3-054722923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7396EB-1EBC-E9D2-19A8-57615F741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DACF46-5D6C-0B2A-1B82-3C06E95B9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646D81-ABE4-A4E1-5870-FDD608535E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55ADF-DAD7-16EE-296B-C03C2EF869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5278E-FBFA-13B6-1F74-50AD364753F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E8B98-FFF5-61B6-66AA-C941F4E6DA5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A4073E-E185-ED91-9D70-56EDA7893BB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91D5C9-6C28-4FF2-15A9-9D4631E78C0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773CF5-F83A-1A9F-F513-98E53931207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FC75F3-E58F-DB46-D81F-5EE759CBE24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F6624-86D0-4D0E-2361-29FFD4CA360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A2A4FB-B910-BFAC-AC8A-E7C332565F0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C0E4F3-54B5-0B28-1F27-6AD12E9404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00B87-A6F2-6A6B-7DC0-AC9024376D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973423-B9AF-4767-4043-8BF8276ECC9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26E58-4AD1-AAFA-0050-6365484DDA0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4D29D0-4E54-F32E-8972-EC3598C9E0E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8E3006-CAEA-362F-F6D7-354ED4F180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09232C-63CA-4543-9659-C18FC49CEF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B7B28-AB11-BAB5-7BEC-514A4F306F0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AD0517-95B6-5643-4CAF-120F0B1C6C4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C84E7D-3E17-FFF0-7139-9B214BE489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407B29-AED6-EAFF-8229-52304DCEB57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FE1EF8-958A-BDFD-DDC4-EAEC9EE4A6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3E103F-3C8D-21F1-17A8-579E45D794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94729F-2D08-EAE2-2FDF-F4E96E30ED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F13801-5B76-228D-52DA-E6D1922BB9C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A38493-227E-9610-D6CF-22CB8DDF3E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12DC46-8814-0014-2CD8-12E3155EFA4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DE50C-4592-01AF-B858-4AFBB722EC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9C75B0-52C8-D3EE-25FB-86F087A4143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1B12E-92AE-580F-43D9-CB89CFE8A70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2A06D7-C9D9-0BC6-8A06-62F630A0966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01F1A7-3D19-FE97-FD3D-8DE691F6E1A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039B4E-04AD-C1BD-7716-59BBB25D6C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D0F325-521F-7AB5-0CC6-C6189E8564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1FDE54-35CA-A7B4-D80E-44A63A0316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29C749-8394-8748-D222-14BFEACE11A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AC59BB-538D-4DBA-9EEB-B3E4ED782F5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7D1D4F-4D2F-676A-DCA3-5066F398C41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108445-CB92-40F7-7700-ACFD929E919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108945-568D-CE10-A703-FF3BC5962D5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C08A0B-3D29-81B1-413C-D7D522BACE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61FBB9-3965-7820-726F-722EC3C5FE8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BEB85A-0AEA-7361-72CD-6AAD6C0D280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4CE47-CAA8-9D13-54F2-90C517821CA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C097AB-2818-A330-CF6E-A612649684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AB714E-8B8A-279C-DFE8-A723D648357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ED214E-C006-8F79-08B7-F09D34C75C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861645-11DF-3A99-61DC-445C747642B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FC84B1-81DC-2073-053D-D66626AD74D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659921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8D50-289F-286C-D960-68B14163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7C5230-DB74-E7DD-49D9-21FB263F92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[19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12CC3C-26D8-F9F4-D00C-372900D03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970E55-6C9A-C287-186C-D8B745E45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8CB0D5-C71B-4BAF-37A7-8C561D258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CDC491-D48C-EDB1-AC69-C1DF1D7B4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83ADEC-5805-6BE9-84E2-F7A9E525863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C4C54-F1F7-2483-7AEA-C611DBCA51A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8B4E3-0CC5-B67C-A591-7C0AACD029F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57B01-C1D9-AA96-606C-3367359D256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E2ACB-1E58-9DDF-5845-E0622E504E3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5AC1D-D04C-2EBA-B058-48AF9014B09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E1185-784D-B30A-57E2-A756ADCA44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7C573-E0D0-5549-4348-52EC19ACC9F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940E2-7EDB-F213-40AC-498CD28E83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F859FC-9E00-D34B-8378-6425096B406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35AD9-C3F9-EF7D-2427-3D7ACB391B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EC5B0-A520-FA77-3F64-2BC08BBD19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1F606-EFB2-67E2-FB5D-093198E945E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4A18B6-8A5E-0146-0C7B-ABD82DF451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D97975-1613-1244-7E03-731865E4F08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7EE88-5B6C-9847-8C4E-ADF5852C0F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CBA77A-1563-FF71-F073-D967A2D37E2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D790A-CCBC-7826-0F1C-E90EFDE0151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2FA88-9E87-CAD0-C654-B1E43202D32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1F8303-30D7-2D75-D466-5F4E3A135D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8120E2-48EC-F7E1-F5D2-D356E6D3D7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78D14-4085-9F1B-C44B-F55E49EC202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241910-670D-CCAB-224B-F72483BCA5F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BE5867-6543-372E-B734-5DC2CB826C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C83612-5421-EA72-DAC8-70F95392632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7C0685-465D-943C-452C-B711E8B4FD1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0D64B5-A294-048E-017E-A487AC1E9B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C3880-0184-7CDE-6525-93A87B53F9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135CBF-C8DC-C00A-F6A4-E6F69259DEA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11C43C-E7A1-FB98-5FED-2895A5B15F1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25779A-EF1D-E61A-9FAE-D3C8A0DA5A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998969-7EC7-12EE-82D8-87C2D477D4F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864513-8B83-578C-A009-F6092FCF520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99870F-350C-EDF1-D98E-2C0E3EF2C08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5186F3-BF0B-F0E1-D938-0072BB97871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753D8-497D-06B2-E859-7AB829A7352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C43AB2-9D7B-1C71-78EA-47A0633BEB1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8D9E75-B4FE-AC25-2C04-20ED02B110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900B6C-A637-31EF-D76E-23A1CBF57EF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046667-9BA6-D5CD-C572-FE9FFBFE45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61115F-0143-428D-B141-D674F3AA6C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85698E-705F-7AD6-EF9C-3B6366048D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43B0FF-304B-133B-16C5-E2F8D33E8B8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BB49E-A9BA-CA28-1F2A-299042F6D6A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B08B51-ED52-6124-DA96-3F808CD6AFC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1AEC2E-3948-640A-B789-FF7F544AF9F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029B93-463B-0EFE-B3D2-53C523A33CB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B815D0-A5A2-D937-2E0D-46C7AD8C01F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6D5005-37E0-2E19-D5E4-5E845F0C6CA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B21BCD-76BA-FD6A-FB36-7A76027BEC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2246858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73B9-9EDD-4B4B-69C8-80B596F3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C1823-0E40-A68A-268C-469EFE370E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09AA28-9665-DC14-F9B1-30C5BB8C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2846B9-2F72-1523-A02F-D6C6B8ED3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7C2D4A-3D74-CA3F-E47F-689570971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DFBC4F-3733-00E6-7102-1795D7D7BE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DB189-F809-30FB-0CE1-EFDAF6AB49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48D77-79D0-212C-5FF7-10EAB69F675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8B475-D509-6F4F-7A68-728D33C3D9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674F4A-CAAE-9112-D488-F140F91E14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7B3F8-7905-6411-A37A-A2A42B57F56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39D57-8E28-F587-5A8E-8DE02716AA3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953B9-D2EA-8968-7F3C-748CB6D63E5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E46E9-D272-E3F5-472D-E2D1E0DFC12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AC4028-6F9C-ED8C-2218-39325F8B9E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73F80A-0986-63A6-9618-FF0B16CF48B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2B679-604E-9E96-E94C-E4DFF38F1F9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1318B-05C0-8515-FEF9-5C2B3337538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6D4FC-B35A-E031-2162-81510834BC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6874BC-2576-5E35-EE88-C2B614656B8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2183B2-1B2E-2C3C-8F13-91B84540EF8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244073-CBDD-3171-3602-A3AF280B6F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D2C268-97BA-BD31-3D23-C499F219862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22244C-99DF-072F-263E-1E5864308D5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9D20D-EB22-5088-DD76-C72F11F169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C907A3-255C-00FF-6407-8F96E0417E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9649C4-AA44-D96F-AFFC-D8F3B72C93C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525A53-59DC-A036-61A5-964F80AE1E7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B2EDC4-08A2-52B2-1C13-3F0F3A4859D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BE24EA-E1AF-853D-4A83-246054BEE0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0FFCFF-D8EE-70E0-54E9-24DE5FD251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3A046A-CF39-0621-014C-5F8320D1B34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F59E3D-77B9-2FDD-A9EE-20EDD0D83B4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312D2-EF6E-036C-DBD5-8ADE198BD4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4BF14D-8940-56A6-342F-A927B865E95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B88691-4E60-9FEE-3751-FD908C48AE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D07617-890E-9EE3-DDA6-B034E8D2AE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08A410-6897-CD85-AA98-37A9B7F97D9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71586-7493-D795-2532-1B58D57A91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D53D55-832A-A94F-4508-1E9755A429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92BE87-9F29-699B-666A-B35EFB44A89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B9AF25-6128-27C5-AB7A-6FA2E421A5F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FE455B-2A07-4166-11CE-D5FACAD9307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96DA50-0B66-19A3-03A8-3F8951CE76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D5E10D-42A2-6DA6-A554-AC7A348DA43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9DB64E-3A59-79C0-129E-434FD90812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D9D0B6-05D6-1288-34FD-D5806EE88A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39DEAF-9C34-2EEB-C8DE-692117E934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8D3CF8-97EE-DD9F-85AF-2323D3716C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A2429-6E6F-AE48-58C6-769A873EABB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6FDDB-A591-C07D-D96E-8F454BF62F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24C36E-9D45-3686-4A9B-3935E0E5F5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32BF07-9385-5FAF-1096-FAF59050CF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D38547-D708-5CE2-B20E-B832B940CF4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276CFC-C4E5-16C8-E2D8-66E3BE00D9A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A25ACD-83F7-80BF-946B-0F139D413CB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1444513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20934-89C0-DAA3-866A-E137E685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A0931C-4BDB-F0F4-61CC-7E9CBB35E0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3] must contain 5. [15 in 3] -&gt; [10 in 2, no 4, 7, 9] must be 28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81841B-6046-9CC9-8768-8F00B1966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2967E7-0E15-E016-D1E8-0158BB6F5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429319-5806-3E9F-89B2-352F92C61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8620F2-9D34-C369-D562-AA57E000B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C79C83-9E89-600B-1BDF-9C3C1505F89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55CC1-50FD-0507-F39A-2ED2E31B67D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664C4-E1D6-E45B-3002-D8D483F8A4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8A0C1-3C8E-915F-F21F-E50106C628E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17533-7849-C844-ABBA-EC7FAEB8B8A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25929C-AA54-9BC0-62E6-3DFA21BD1A5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F77DDC-2AF0-F4FF-A34D-E7BE401F5E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6333A-1E2C-5D20-41E1-F8FF8999CD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8440E2-D834-9DD0-D80F-0EC4A4BDC7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6632D-81C5-834C-8124-41D9FD9DFE5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6EC7D3-EB6E-BCD4-62E3-29D147DB5F9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C52A73-EA9B-F994-1BD6-726D6EEAFA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22705-7D31-0ABD-9258-8E3B354C2C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3DA225-9433-8FB0-DA5D-9F46496D60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00CB40-D9A3-CF1E-F607-32A24BF0E2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D6983E-D518-D447-3845-3472E19F502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18DFD-4FD7-D47C-4B17-C3148A1276C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FD8CDE-A336-A40F-01F2-70FF794A16B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2A138-A39B-4871-924F-CFB4CC291E8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7FFDC-6E9B-239E-9396-51231D4963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A6D19D-2377-CC7C-97B5-162C239D87A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057BC1-4A20-B8C9-0650-3432FC4B069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FEB936-A0BB-E3D5-DD3E-688B86FE87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616817-170C-B4DF-E0B3-5B64C93345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9BB131-919B-26A4-9184-685B814929B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C77EF4-05A9-77AC-CE26-EEE667143A5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6CF4AA-B7D4-A682-AC5A-F232B2E23D9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C5740-97F1-A05A-B60C-0292FDB408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5D39C5-9A9E-D981-6570-000692C5D5E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FAC3B-8801-9B2A-AC8D-A9D48CDC579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A07FFE-EF5F-184B-CB35-32B110068CE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79B086-9A42-E489-AA02-F25AD216B81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99B379-3B84-81AA-319C-5DFED940DAC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71988B-C330-D136-B935-24AF28272D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FCF079-835E-841D-B327-0B21B3D3169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3E50B1-F432-8738-891D-9876153D8C9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C5C1EE-9F60-2C8A-98A3-FDC7B14107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43D68E-B30D-443A-D26C-EFCE1F3D7BA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0336BD-3BA6-F245-CD77-5B8EC4B538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712290-DFFE-ADFF-CE3C-561A9E183DE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25C482-C798-6D41-EE32-5C9051740E2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18B54D-02BF-1F01-02D3-1C2B30F7F3F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17B63E-03DC-047D-47CD-DD20807DBB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E8DFC-B2C9-BF18-AD39-E2D0CA1003C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1B5280-6EA8-47E5-0E04-D9FE12B51F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3423FE-1024-6763-6E98-77EAC1248FD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43FE2A-74AC-E645-8A36-59C06DF2AF6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BF27A5-D900-6D39-43B1-42DC136BF5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2186E4-B878-3BDE-4002-10996BFFC5A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60E9F3-ED42-5146-4F49-6C1B44130E4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FC037-1210-8246-002B-A9DA2400133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9E80AE-2288-9994-7DF9-21243BD2725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355A1A-C65C-57C8-15C6-AFB331B71C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417882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790A-3FA9-26DE-EB35-D8F54981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3FC83A-4266-B785-2993-7C39F6134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B55F49-D83E-A7D9-D3E5-C7EA4498B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EB2B44-D39A-53B4-606A-26AC82C72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930203-7D52-C3CE-706A-90226B1B4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09B219-5E1C-2AD5-A0CD-45D1843B2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6525F5-DB5E-01AA-5646-A036FFCBB87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304FA-34DB-5735-BE93-1103CB1ACEE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3A2BC-2C40-4899-BC89-B1AEED9A4B8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94DB9C-CD1A-AC17-95C1-94068E3337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F167D3-D926-8A4C-2D09-6D06BF446B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7517D-74D0-32DD-5F05-3FF16E470D7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901B9-FB61-9EB8-036C-52BA51103F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C605F-7D7D-422B-454C-07F7737E1F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84761F-41E9-C8DD-349B-9CBD89024CB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A94DB-BBF5-8307-A59F-546257CD12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8B03F5-5BB6-01A6-540A-72BC9AF1C86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F2B532-AA4E-942A-D9DA-AB56AAF38C6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6D393-0578-0316-5ACD-BBD0A306E54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072F9-42DD-DF47-2AC8-2C74C5C4585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65E4B6-1385-805A-99AD-E8A341DBD1D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0D599D-D2D9-6396-CFF6-DBB674FF30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524ABC-A618-A44E-B10C-AD4DC7B6A86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167034-109A-49C3-CD7C-0B450B83AC0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A4E49-A169-C046-C685-F0A3C5DDB66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ABC813-9846-5DCF-095E-09E5494DB8D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8A61BD-DE39-3E39-DE59-177CC6AEDCF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3AD9B9-2BF4-A152-1C80-D4E48CE12A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619A52-6933-DEAE-F6E9-ED48ECD8CA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F8BF3E-C866-70FF-5156-E0256C1D68A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DA4CD1-D805-1968-D3FE-0151E8693D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152BD-4DB5-654E-7DFD-ED3D4EF053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181A36-8386-7691-D488-16931EE0F18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9630E-CEE7-4B8D-CE26-64A022404A0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A28FDE-30CA-A1D9-170C-E1150C5DE4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D2452C-CCD2-22E9-B563-647F0C9AFE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3E32C0-98FF-52F8-F782-DA4C19BB106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A8911B-3C76-6430-21B8-D2CA0DF449B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BBC4B2-6DF0-3286-95DD-07015D7B30A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73E75D-8EE3-000B-E1A0-A31BE16830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B022ED-6371-5F6A-E9D4-1D6EB347C72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14301-26E3-8C5C-9C8D-DD2247DB062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080F91-58D4-26E3-F2D7-B7E3D37ADDF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238507-F6AF-1B86-CF34-02700183A7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18D4FB-64AA-2E85-DC90-C0457E21D2F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11D1DF-93F0-A984-4980-67C9364605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1FD777-E424-F06C-7422-58166CFF4CC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59B3F-0C3D-8300-6219-1F92D6C90E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418B06-E74F-5FDD-16B0-A0EF235186E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EA5336-8444-AF35-3E30-0B8203545D2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DD07CB-A4B8-0FA2-B5F4-A736CD93DEF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C7F9EC-47FC-602B-396D-B63896591CF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682B5D-D407-8385-5CDB-39AAF5D16DD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51FDCD-E4B6-7D3E-5990-9912C57A33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D1079-5D34-59A3-DA77-1E5EB0ADCC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613613-8033-2778-E90D-D9A19B0408C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200138-41E4-541D-F09E-4E23C3E9FF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42BB77-452A-D626-BA52-7D107A71DAA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EB2130-87F6-BBB7-EDEF-9CBAFDC17A9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3581485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4DF1E-8D94-553C-4AF6-BFBEBA3E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08CF1-77C2-BA72-F890-0C9EACEBA3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80C629-2975-3334-0414-901CB1D67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67C6BF-6803-DD2F-3159-A9F0BFD19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7A5628-0BEF-F19B-56B8-A3B336D91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49F0CA-9529-7486-E0ED-56D47A22E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183257-47B8-75DA-86C1-EFCC1344EE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FF62C-B50F-4D62-4942-4D7C5D056F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AD48A-339A-6D96-D288-577309A73C3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20B0C-4697-B79D-3989-DCCC7520EE3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8A82D-3176-91BB-D516-09F81258D76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D64CA-CCC2-5D35-AB82-DEC4AD05D38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1B457-31F8-02CF-CB0F-4C0E224356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6ADD50-901E-EA03-C4DA-8FAFEA1BB2D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571FB4-2450-5DEF-3C5D-635D0F0430F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0A0BDF-A581-7509-6BC1-AF2C1028F0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FA0FC6-85A8-5ACE-9524-709DD2835DE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A915B3-9560-E58E-4AC2-67F5CD330C2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E09201-991E-B5BB-3B56-59A45A2A310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1E586E-5F56-A8DC-4027-B35B1557AAE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3C641A-7163-0CAE-3935-30CE9E67BB8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4B1C5D-F527-E0BD-1C31-AF34E0715F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EDD4B6-7215-F7A2-4611-D21C8988B48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2E92CA-D16F-6205-8090-847FF840DC9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70C597-F97C-E28E-264B-CF86550F9B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C63982-8CC6-055F-6C27-D6D1ECCA16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96B86-3623-BE3B-43F5-8757F80F85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EEF20-AB24-A6E2-0CD7-180C9FCBD8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F96904-33F0-030D-A9A0-23E8428BC23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6855E-B886-EA49-32DA-5C93B02D9D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984F00-6F98-9F19-8977-3A07E1C379E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4D72DD-4876-9A15-0569-10DEED62367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1A6C04-B8DA-819F-2DE6-40C4C87662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603595-4984-98A4-9B9D-4C75694381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15A81B-50E9-D4B2-ECBB-9EAAF11EC4C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04AFBC-5633-9741-6D80-C184457EAAB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13B8F6-67AD-ED10-4F6A-7B3DA1B9F2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289B8C-B3D1-9133-B0BD-CC53AC4606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B40D09-4700-9F4F-965E-399C804F64D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2AAC3F-5D93-EFCB-1089-8C7CF1837D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440A8-E666-9126-3767-7DF3ADAE26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7CD8A-6BF6-4285-66A8-8D5EF01EC5F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FCD439-B38C-8FBD-AA28-5BDAE6DBB35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B21F04-AA43-B750-B7CA-0CD9899944A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E9791-92F8-6D5A-D3AB-638520FD938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6F51E-779B-493B-BA7C-6BE68A1E859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7E06D7-A430-3E99-E4AF-C45F27A007F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C0AA7B-9A10-4ACD-DE46-8C0F7C5E4F2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5880A-58A6-6F05-359D-5403C9EAABB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536686-9D2D-163C-D74C-C40D82D876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8DFFFF-9164-C0AD-2CFF-DC3CD80056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00CBA2-369E-4E14-A0BB-C92BDBDB288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55AE7-FF4E-A2BE-7209-45014CE3B0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F9F76F-19DA-B103-E32D-549F823195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1E9BE5-DB95-5FFF-4A4B-CEFBAD968F2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3B4229-84A1-136E-6C34-E7B4F2DC65A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0FA382-0AD0-8C47-66DC-5D36EEA3FCB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DF53A0-CB77-C84D-DE9D-57D5E1492E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E16D56-A791-2416-6737-CF520D45C2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3122706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2AE0-9CAB-B51C-577D-D2BAFE9A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1A4161-238C-0344-294A-6934F44283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3890FB-54E5-C96F-9031-1407EDB1C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C5012F-D70B-9061-EF0A-8EB5DE015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35C9EB-5078-6AFD-7EA2-D3CC2853F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F514F3-D192-8C4C-2100-2F5AFAB1A3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547A7-39CC-82DA-C672-756715CFCE7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ECBAC-AEF5-4933-D162-7935A047F6D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A1A04-F7CA-7414-FCC6-457495B4C01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20479-AEB7-25EE-A34F-6AD9A804710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14483F-487A-428F-A14E-627DD4B7F01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9709D-017A-DF4F-7677-CA634A49E74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48EED-C748-A573-B020-072EDCEEB44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60255A-8C2B-9F43-4C95-A312AF4B81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889BD-544C-D67F-D55E-9B4EA672606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9095C-5E7C-52A8-D02E-6092C497394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0EB12-079E-B548-324C-3E388E41BD3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6C65C8-DE16-8C7B-0FCB-72BD7171244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2CEC4-647D-D24D-50FD-3B8A9E7C26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1E89A1-BE4F-83E1-01BA-81862A5B2B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A9802B-FBC4-9E9C-83F2-8999FEA3222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FB7C75-0217-2E5D-685A-CFC83994EF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554930-700D-0C9C-9D31-F2081E92E07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B0087D-5404-3929-B402-5E67E1B06FF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30807D-56EE-68F1-42ED-AA1796009A5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04B8E8-FEC8-36C7-69ED-37D407D208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53B771-3D01-EE3C-4722-73DB598245A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33CB16-116A-C7AC-EFEA-5607A991EE2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4D44CB-CF18-8148-21C0-8551BC78B05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528A5-A0D7-AD8B-0A2C-75310E88AE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31178A-F39F-B0F4-AC0B-00611A0F8E2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04D976-3B48-CE99-E7A0-9A9BE6DFD3A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5FFF8C-85A4-3BCE-59A2-5FBECC6AA1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0A7FA2-E49E-C16A-F402-ABEA7A203F5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A5C59-00DE-CBC4-322F-A23B9726B6A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6E247-259C-AB3D-9CC1-07CA66E45E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06F354-3B6D-5A80-3F24-4EF3BCD171C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B1A9CD-543A-5559-FB1C-72CEF1D19A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DDB538-5FBD-4672-C8EB-D1AD03D7D6A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BC6F2A-C19B-2F0B-495A-505A42B0D0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00487B-9C6D-858A-94FF-56C6FF72FF1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8C0701-FFA1-68FE-3922-06FD6242AF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BB9AD0-EC47-6529-36A2-DB4D66FE3F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BD9A8C-5F51-306C-9F96-CCE78EB2543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1F43A9-9D6D-DAA7-39DF-A90BDC3A65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BA5FB-5117-863B-863C-F6E1771793E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049D15-075D-15BB-0B5A-0920A4733A9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48E9BA-A325-44E0-BD81-28E26514AD5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664A95-8878-11EC-0705-9D49EB3CED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E24934-46CA-1B1E-A63A-6893B1EBA79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6C8648-0B97-2B02-16C9-BC99855D27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5C2AA3-B394-9894-41B0-5E6D1B044E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649ACA-6159-E2D8-7277-84E8F8CFCE8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02E1D6-A65D-9B24-3BE8-9FFFDF80716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5DCA03-EED0-DD78-6400-8E2C1EBD72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D75D8-A87A-8577-6708-A9F7E27EE0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85391A-6768-E3ED-A653-6DCE5FE3E6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7F472-9BB8-A24F-F53A-0E19446E4B6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368413-C65C-B7F6-8DAC-3AEC3AF5584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8393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3662-1AC7-3111-ED7F-93231C7C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75931B-4404-86B2-4BC7-3BCA5417CB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23A934-5591-0D5B-0086-38B7AEE1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839D7B-A7CD-7DEE-940A-BFDE104CB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DCEF8C-5B63-4AF9-DD53-29B761D5D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8D6FC4C-51F0-622B-1D4D-255A97902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08D47A-9CC6-2B53-ED20-5E3A602F647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5B5F7-1641-663D-9D1D-D0C2023E5F0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F2FD6-C29E-B788-9339-F69A1C24BD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C50B0-3C45-6FD2-DCD0-E7A0438555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F3F6B-A0B3-EE6C-2A10-6931903D662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8816D-CF97-8AE0-0D0F-D8EE99CA97E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5B251-8077-C1C1-60AB-6A55AE5861E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9DD3A6-BA39-D60F-441D-EEE58A74FC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1840A6-D8A4-F04A-6166-8CA3E49F79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7341CD-672A-8A61-F425-DE396B23EE6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F07AE-EC68-34C4-C34E-99AF08CDEE4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FF6B4-68F7-CC4A-9ADE-507CEF6B6A7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AC62C7-C479-66E0-4475-B23E4E0670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7C473-EA14-D343-0F00-AF75D3C2721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10980B-B84E-061F-AB8B-A06A72B09CF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3E5ADC-52FD-3BF5-6C44-E2286A5B1E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FC9BA8-D01F-1884-A3AE-B91E584A491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EAF3BB-3872-5C6E-9E4C-D4CEDDC416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2C4966-1053-C740-91E6-BD380D0F03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5C5256-93AE-B78D-9F15-AC2B8DE12B0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B00274-CC1B-15C7-28CB-C846970A46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01F1F7-436E-8578-F167-7DBC748CD6B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D6DC8A-40A3-736C-60CA-125C6557FA7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36C55-01D4-3A1C-42AD-855BBC9D91B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7BA14A-C349-C4BC-90F0-4C0D1982DB9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55B8AD-D9BE-4494-5C1E-FD2DB83060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D7AD15-82A4-0C8B-6BD7-F697376685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47CAB8-6769-0EDA-43B2-E03A1326B98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4AD1AE-EBA6-C24D-74FC-180906B32E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01604E-EDA5-5B2B-75E4-F29AB2064F2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428324-091A-FAC4-B378-EFE13B8AB75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D13AE1-E05F-0FA5-7D7C-2D54233944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5A19EF-E6D4-11F8-4DD6-9A3A3809DDB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06B58C-BFC7-CB43-7A13-8F27095282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9CA688-B055-851C-C63C-B204349804C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5AAF07-8B0F-1476-0554-C550C879BE0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F5FDA5-EC52-AA43-C0B6-7548D78A4B4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F2D4A7-BE97-AF52-DF95-7B3FC7F5D09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07112F-BD9C-1AFF-21AB-114576106C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4DEEB-F805-BF41-4E9C-3E06E75BF20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E90B6A-8D9B-5F7B-F0CB-7E4DBB0B10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0B7E74-9AB0-DF52-46A7-49E8BF75C5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D0AFCB-6B56-30E8-666A-24010971803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D087A1-FBF6-A7CB-29A4-F46B27C67B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6AAB55-4033-BBAC-0D1B-9FD1E82D889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D11DDF-BC44-AFDA-176D-04AA8A006B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DC7B9-4CFE-D7B8-0E72-1F73A87304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76D2B-EFAE-4B29-B3C6-B709595205F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2C8D7A-B8A2-CD45-0096-699B9D564E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6E6DF-402C-D15D-2B58-0AB0B21BC29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CEC6B3-6D3A-6244-0CD0-C6D2D035D9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DCB803-8004-A25F-3FFE-F6C5CD815EB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D782FD-445F-C379-06CA-FE83D300830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059007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BB31-0EFF-183F-6145-B0BBBFF1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969A0D-DDB4-A4E3-A362-88BFA27165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63C155-7D32-56ED-38B0-F1B0194F8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786C19-7B3F-1B74-A086-E9761A9CC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7CDECD-B35D-D0F3-FD28-2A3D3B2A3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32A3BF-3019-C0A6-6E41-97D5CE620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5CDD9C-42E8-51D2-29DC-C1FCDADDB2B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951B4-8F44-9CE1-41CA-BCB62FEE7EF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5EBA1-0EB6-5306-EA95-E00AB99BF1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FC305-F6C3-6E8F-D121-EAE80642427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27929-C59C-6DE9-6728-668EFB8AA2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0D596B-0F43-16AD-098C-1E1A5135B9A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49B800-A6EF-F426-EDE0-A1E819550F1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A5DB63-D754-BDA6-737C-FFA84877B3D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B7938-D8A5-A174-EE9D-BBFFAB138A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15EB3-02AF-6371-9ECC-7C4CAA9008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61C1EE-6DFA-6D7C-488C-8D2F133C510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9F51E-5EDC-6512-C4CF-764F99AEE61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2C76B0-0706-2213-42D5-4FACD6F6BFD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E3A525-4C3D-FC39-4098-C911EA0FED4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C0ACB-ABDD-6128-E53E-49F34EA564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02BD7-8F12-05EC-8F25-D7EBBF31134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77AAA3-DB81-638B-DA96-2CB227E0C96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037B3D-75E2-981C-8F58-9E0B1746DA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C3F02-2D64-AB13-21B9-0CF750D3DF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7161C3-A8F8-E37B-9232-54F090A330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B75E1C-6AFB-65F4-41C3-FE16D8A95BF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6C980F-916E-FF60-C23A-5BBAADDE9E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D861-A9C9-3F2C-7E17-98D8AA1D42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C4925-57A6-D54A-0BF8-79E98B5E0F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DA3AE1-2177-F7F7-9DF6-27EF2C5710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CF2CAD-48C0-A40F-D2CD-2C6CEC43783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F16B6B-BF52-6FC5-7B43-51E7434E49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8F946D-A2FD-A11C-8892-128DDB6777D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4CDBA9-E778-E25B-996D-5E8D6172D34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A4B23B-1304-3A88-1595-7DB189A7EBB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72C247-CE99-7887-1095-B29886816B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0E0D38-4CFC-CD5B-C06C-06A71CEFAA7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823CBC-D1A4-96FF-E8A9-C363F5E55BE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5D940F-EB77-AD4C-DC16-583EB8C720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ED5A1E-72F0-4B8C-FB21-FF6D2953B42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19CEF5-2666-0271-27AF-B3D7C75936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363F80-B2C7-A744-BE6B-455CF8C402A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F4053D-3B77-0FC2-1796-C3F8243C9B4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B15C9E-A8D0-7277-95D7-C7F15F4767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E135A-8C1A-BBD8-4BE3-70C0AD77C3A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F8EA91-4338-CCFF-3F7E-E72998A20F9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52ABD8-142A-4C81-1172-06D2EAA2CB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613D1B-595B-2611-8E1E-42A2F9D1014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67F2BD-2952-23EF-0244-17EFD32FBE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721DFB-7F1E-6B44-BCD2-FBACACAD3DA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67A2C4-11E6-51D6-58CE-DA5AACEE9FE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3701D-07FC-1BF5-9AE8-7625BC75114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8ABFC9-0638-9A7E-D57D-2C0B41BDC04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E54B91-B032-FA2B-DD5B-D27224AAB49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892212-927A-F10D-24CC-067BDC794CC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603C06-B412-274C-4B1C-2C2F189A7D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8D80B5-A190-D7EF-FF59-61D284B318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1911C7-176F-9525-AD89-B52DC103ECA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496964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ED16-DF34-8ADD-9B3D-9A446867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3FF26F-45BF-7AFF-EB79-06CBC2F365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A65337-CC03-BF82-05F6-5727B9FF9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71BC2B-685B-ABD8-12F0-76EA056C0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24ED5C-DAD9-F4EE-D67C-432B21304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819579-5D52-93A7-9881-83AA9C8924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1BDDC6-1D63-1DBE-9AF6-5E6AA88CEA5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6BE98-1D74-B882-DC08-78CBA4E8F7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734C4-A410-234F-9164-B0B15B893DD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1EE702-7DC0-597C-0742-3B1EAE7A41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54A6B-5410-6AED-4988-01FE21500A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8C3CF-EBF9-E21E-A535-BA9EF16768D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83559-1CDB-8407-0220-075FF5DD24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C81158-2834-2DE1-6C02-FD64E5FC1C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2E0A12-4504-E5A4-4B3E-CA6F8733612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F9F91E-6322-5ADA-662C-DF1141097DF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5267A-3899-7AC6-D524-CFACF4BFEC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0C55C3-DB0E-968F-2C4D-93BADC8CDD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AA01C8-31EC-7DC7-E6FB-266AD4CC1E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6FC797-FF42-C93C-CEF1-6EC99587EC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D16E0C-B893-1632-1C32-5DFB733886F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9A57A-5D4E-83A5-D295-9CE9BF81DB4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58832A-423D-17BA-BED7-9A899061BCE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619370-8373-EAF5-83EF-5724AFE541A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775FD-E58C-1FA2-3729-13717E0BE0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6B7A27-39D4-DCC4-F76A-81D9AFEBAD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F7DFAD-6159-12C7-DE10-1687A3E7B6F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950443-A43E-137A-DB33-7EA5BB9510A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E812E4-351C-5FF5-54AA-1976FD5550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59F87-D71E-F9A9-6D1E-14157031FED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A944D2-B757-E72D-A298-3B3EC21D5D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550F56-82D4-31A8-D339-AD1E7CC61E3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0874DD-B8BF-A239-7036-746A008452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3DFBBC-43A1-DB21-7483-F10ED77934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5A3FA8-1755-9D76-4F2D-01E34FE2505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2FDC61-349D-B6C2-D30A-2C8A065231E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691959-BDA0-2638-72C2-18F0EF8DBEF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113688-5CEB-6D78-705E-755CDC4E876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341F66-3210-37DB-DA81-89D69EE4DD8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4F450B-F778-561D-DAD1-6E0B089D15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FB3ECB-DD13-70D0-B2AE-8FD621CF19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59773A-339F-FFDC-0A85-639044B183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D73EA-5556-F490-0AB3-6C617C359D7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125341-23E9-1A28-AE27-F10C664BFE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E20ECB-3180-1FB1-B7B0-2BC00CB7AD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19EDF-5E7E-83C2-E74C-739A537CB8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367A52-4174-686E-A222-8CF42C5ABC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EEF0F1-8A05-D794-6CD0-CF4D60E4B73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527510-8BFA-79C4-910D-805B29C00CA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5144A2-A0EF-ED40-C0C7-EF328519579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523523-1E59-AD38-B274-D9957F6B646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E8E97D-83DD-505A-F025-1B0CB4686E2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03FF9-E467-A823-ABD4-2FC9E57D429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75F1D-7637-38A3-8952-5B36814E18F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F6FE46-4DEF-95FD-DA97-CA206CD3CF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69736C-7A92-FB96-E711-1E25C99D2B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DB2259-812F-3C89-40C7-84A10F528A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8C10FD-2532-AB21-3591-A2EC2C465D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4FD84F-DDF9-FB9F-81C6-93D677F2891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1CCB85-5FE2-114E-BBEB-09D190BE2B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021722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773C-0F1C-725C-DFF8-033201B6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F4D2B6-4D95-1FDF-CA99-05E6434CB0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3E8B65-0D97-5463-FCEC-DA5CAFC88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847266-E1EB-1567-F1F0-23E08BAF4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FF5E77-B369-64F7-E858-6DC8E3186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583FBE-218A-5AE5-81A9-E59724834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268E57-28F6-DAE2-161F-665D1E97B7F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79DA9E-2F73-30BC-3F32-3BF801DB303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72FCC-EF1D-A9F1-9030-1F7C6CB033D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7641F-1BB0-7C87-CE6E-A7AE4D29C30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83C01-4E9B-9153-B9D0-EBFC4670AA9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BE9F26-07DA-E6D4-58BB-67882B3583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0CA85-2FCA-E3D3-4BA5-6CAE530512D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1D8A0-FA4E-8EE9-88C8-5BE84CE6E4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270602-F944-AA73-E6BF-A64C77E7D80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85B51E-C82D-6291-5C68-78BA0217EA2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C6281E-37B7-804B-AE05-6E3C5174DE6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759BCD-5610-EB3D-CD61-ECBBEF5191D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9883B0-8F28-B91C-171A-EB5D67720DE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E0712F-2A78-8FB9-05A6-CC7BD3D029E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7FDBB-B459-4C2C-4592-795BB7E9E54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18D599-0F70-920A-C6AF-EC0BDBC25C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76BED0-23B8-B154-83DB-83DF3BE36B7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45C341-5806-E7B3-7FA0-41B067965D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A93E7A-775F-AD88-E854-C29DB39C43D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31FDEE-6582-22FE-505D-2B59725E635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09A28A-98B3-5302-C8DD-D9E34D7434D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4A0718-6CF3-1786-304C-357A134686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320359-943A-0029-D2E6-B2F2D2D56BC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386CF-1F90-FB25-6B14-9FAF570B94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72BF3F-217A-A51B-E4C2-C6A0E88D6A9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CA180E-F34B-8BF3-46F4-13A0E3C6448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B115D8-0AA6-2D76-E28B-B36AA24056F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ABABC-B133-641B-5F05-2C354FA0AE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205873-6055-1E6B-D4DB-6E1C320A39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580BDA-E1B4-A3AD-638C-EE81D95793E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D32DF8-A37A-3FBB-107A-D4FCE2E221E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537C61-C6B8-9F9C-15DB-9BFE2044DC9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90E8F4-21B1-D3BE-9221-27C804E0C7A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8707E5-EF73-06A3-5EBC-030E1F1D24D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541BC5-EA96-8F3A-6A26-D51F00249BD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24AD91-0E3E-AF00-10E5-B5F7F176281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E9955E-EA7B-B2CC-E704-02C95D9118B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1B1F1B-39F2-EA88-A689-A1DA9634EE3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E5B040-12DD-0A35-E121-309B8E17F4A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95D5E-4B3E-D1FE-856C-7FB808B3B65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C45362-C525-D5EF-1F2B-641EB1BFE0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C295F2-B107-C3BE-D691-1D4BCAAE183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D3DD50-41DB-FF7A-FEA9-E9AEBB1BD38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5E06C4-A869-2193-1F44-665CD4D1962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24E5FB-885C-C819-F831-3605251409C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AA9745-EF25-D287-B69B-15584E9A263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1191E-1D7D-3DF8-3996-0F72CF6232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CEE80-9F1A-2471-02D0-2BBAE0471D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47A56A-9515-5585-3CE1-E3477BAFB2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3A6B5A-885B-0D84-4B1E-0DE2131CAD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94209F-109E-B0F8-3B3A-9B09D776CDF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95813B-94CF-950F-61E7-748C31A02BF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FB8BC2-3EC3-59E4-6FB2-90AC810B56A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CD769A-511B-A595-E77A-C6E1D98AEA5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403FFB-4AAE-D5C8-A2E3-A496CBC7E45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FE5223-2756-1184-BE55-0D3FE756F58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36662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D260-2238-9684-C049-C924E704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3FBE57-B684-4E53-42EA-0253C8EE36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185EDB-653F-D322-E379-1CD2BE9B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4DA9A4-ED4E-BC2B-EE71-67F85330A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2A9838-0B62-5F2D-EBD6-BC1691F68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C3A3C5-2DAD-C47B-6B50-D056BFC6F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3BC92-626A-9A8E-DAB5-0D88BF90DA5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FE2ED-2B25-D153-21DF-9405BCED9D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6B5E0A-C9EF-49E1-4BDF-25F807F7BC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7F1A75-4FA9-471C-5AB8-7A486A1FF26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78A12-03E7-C9B6-4C24-5CEA82295BD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F9E37-027E-4F58-F3C8-4E060A9FFD7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1714D3-57A9-6E35-5FA1-792B2E2310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8F466-FDF5-3593-DBCC-F41ECDEA3B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C08FD3-39CA-6077-3541-605E246FBBF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65DAE1-DBF6-2A59-9C18-D0C863293D6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F36169-DF78-C7F4-C1D8-9D743B4AF19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54CEF-DDB2-6444-F157-560536B5D7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DC929D-03FE-AD5F-4F7A-57B0A3B3ED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CC0ABF-6456-B784-C1C1-6C12C8BDFA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AA1E2E-349F-40EA-DD0D-41C8CC07B8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E6625-0D56-9002-E4B3-E491C7100E7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E8EF1F-1E93-4321-7E5C-40166A13C4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D775DC-999D-22A6-E779-99B76CE3FA1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65804-6ABE-E374-8FAB-D7F25A4039E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5CEBE-16D6-5A91-5AA4-9466D1C3A4D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DCF347-4752-DA28-3F10-93309EC384A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D54283-63AD-AF62-7A99-EEA1700EEB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89CB03-66AA-C059-75A5-0E3D4C206DB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C47A6-CD38-6268-96F1-6C3C9ADDD2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75762C-2B51-EC4C-5AB8-0AAB4D75BFE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C8C886-1A1A-2FF6-A100-A5AC677972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87950-6CEC-917D-2D01-EE379C57392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D54711-608E-6759-5B7E-E695E7252B4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B430FA-493E-3285-8EBA-C23659E9A4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4B31C8-6DFE-2959-C3C0-1C3296E017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998438-11B6-D8A3-01A0-A3D7E4517DC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1B386-9101-0C06-CFFC-748935408B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515A80-D5F1-CDA9-CEAA-19527486BD6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9EE53B-B5F3-05A5-14C6-2BFC944D11D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7FA024-4035-3E8B-EB99-17A15FB478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ED0D43-E1B3-A821-4D29-B8F879A0802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4D7C23-67EF-5009-5FF0-1235CAF774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28A8E2-757A-A996-24D4-BD463D4FBD7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DEBE39-D7F6-4734-E769-836E0D48F4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2DC27-0F4B-7381-C52D-5AB131C6E0C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20E4F5-3EE3-92EF-A40D-A162B754415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6A707F-56C3-0FB7-51B9-38B83BE88BD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8878AA-F209-B8F0-F3B1-721C005260E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D5B15E-5E82-ECC8-5D58-B8C33184AA3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0ED5ED-18F1-8A10-6319-96AA9727EA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92106C-81BC-817E-9719-C469889E464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63EC1-631C-1169-4225-B3BEC1BB13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08E11-4587-02FF-763B-E2379106858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A0065C-E990-C99B-5DAE-77C909430F2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679CB9-5EA8-A875-A1F6-CCD3009B099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DBDFA6-D08A-73F9-D96F-A29FDE0E432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78644C-13DE-5F80-E4FA-59C3662608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1FC9D9-D262-9DFE-C26B-04532F5E2F7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F53B4F-EAD0-C8FD-C90F-CFCF09F678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0297FA-EF5F-447D-9C73-6FCA985F50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EE5C83-472B-C73E-2B86-678318F5B4D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89911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2FC0-AB65-3DDD-D7A5-45D61A64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19F97-110A-3AFA-0C65-BDE646190F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2B7425-E002-5A73-1F79-ACEF1A78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245E29-6095-7E21-8945-9BE5E9C2B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EA742A-449A-C568-FEF4-F0DF38573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D74C6A-305E-BE04-B47C-CC7DA3F70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30C50E-5DF3-5227-40A6-9314D6F5558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FD92A-F932-E0DA-FDC6-687C12494D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36732-BD19-DCB9-6830-02FDC1E108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6E9C4-8112-4076-FA7A-EE64CA484A3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4035B5-B063-1612-3D29-A36193DA6E2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770DB-D6D4-CFF6-DE28-1AD3102B59A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611565-2F8E-69B5-6AC2-79788B4CBD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BDBAF-E900-5EE1-CB8B-5BA884F4EC0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B7D18-8B4E-070E-35DA-DCA5C14075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908A95-9630-AA2D-25BE-DDD68AA0E7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14CE0D-2034-3CB5-2B30-783AB7F1FE3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B76B58-BCAD-2EC3-37F6-F19B67D16EC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077BCF-EA80-75D7-2353-DD09649AE53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F398A-4A6A-972B-4865-9D67318FF6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D273CC-AE7D-CA96-0196-C0EFC8465A1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E6F63B-F715-7DDE-552F-061908CF9E9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21F659-D091-A838-CF5D-4AB265D41A1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C9B2DE-A552-68C7-B942-8CEB731E069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140AE6-21F3-3D0C-3BF9-5CAB957201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C24C3D-948E-970F-2FAB-14EEAE06494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A7000-1AF0-5CED-09F7-3773807E4B0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C61470-8B72-0E04-BE8A-A49E1AB0345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5F3839-A82C-A0CC-AA69-899D03725F3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2AA89-61C5-70EB-BD24-1EDE6CA4E30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9EF9E7-22F6-7531-3D71-4580E56A006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73B586-D956-86A3-70F9-9B77F8A7555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E979C0-FB74-9DD5-784D-6B4C0040AC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D6D1EA-8EE9-6AE0-BBCA-F85255AF18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EBBD55-B92B-EA02-E2ED-84D7CD90DF2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82F017-71CE-83B3-F23F-C52E23BA2C9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8704FB-96B1-12D9-E8D9-E31486B19A6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D6656E-48A6-97E6-375F-F4B21B3F391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C2AB3D-05C0-1149-912A-1F9BA31702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3BEC1D-5493-0C10-B428-EF6CC2656A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CDFAD9-31D3-7B44-3F14-3AFD669158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76D473-7E39-BD68-9884-EA9147D125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95FADE-F260-4593-449D-8D5154032E5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0643AF-1E45-55D0-3237-297FC7CB6E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04EFFC-3CAA-2AD6-36D0-9149ACEE123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1B6FE-7C4F-7FFF-F489-975A2345ADD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2E34C-9350-F93C-C23E-7B89E99224F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2FF408-7D3C-1A01-BCA6-181EBDF827C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CBE76D-D165-7EFA-8175-E7B82DA1034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BE0797-6443-C997-5001-4F8FBBFDF33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B59A04-61AA-B55F-75B0-280529CD10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BCFA01-21B0-56DA-376F-7661EE1B023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D9758-E620-60F4-8582-5859E59AF2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1589AF-F203-3C87-42C2-E1E8F632E7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9B2EA3-914B-34D7-91FA-951005E4EA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B0C5B-1C4A-CEB7-91A8-1C70E5A47C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ED5CEE-3368-CC1E-B829-3F1DA75E877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AB7DDB-CE08-7525-0F7E-1AFBF3CA2C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87A996-1793-BFB7-6629-D495D62E67D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82E9D1-570E-5710-9252-F7AE452D00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973ACC-DD04-EE8D-FC42-4E2EDF3C40C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EA3AC7-F464-F839-398B-CD0C8BD5F7B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7FA267-FE5B-AA60-F592-F25E234CB78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7C1CD8-58B1-40A7-8C82-025B4B632EA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67EA3C-3D91-8324-2BC7-32F01E81D71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BFDE34-1D5D-95FB-41BE-E6FCAAFE0C0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F5F749-AD75-51B8-6DD4-FA1E47C55A5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</p:spTree>
    <p:extLst>
      <p:ext uri="{BB962C8B-B14F-4D97-AF65-F5344CB8AC3E}">
        <p14:creationId xmlns:p14="http://schemas.microsoft.com/office/powerpoint/2010/main" val="3605169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B572-2C55-E5D3-0F4B-2870F279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09A963-8FB7-A6E9-EA65-1E54254629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[16 in 3] is three of 13479, which sums to 24. We need to drop two that sum to 8, for which 17 is the only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E21E9C-C3F5-05E3-D4E1-846A33DC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4AE4EF-A3F0-FEA8-71EA-BDCF2242D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02B6AD-3B22-1151-C6FB-009B265D5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26B76D-1D34-E59F-E23C-B61D948B7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A77267-B4EA-B8BB-CC47-3E32FA66BF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48CB3-C146-C2AA-0DF1-0734826CEBC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642EA6-D8F9-159C-7AF4-43FA0D7CB41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B3249-DA71-6D73-C8D2-1AB3FC1901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A75A4-F2CC-C3A4-9E46-F2F14FC6D1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95288-610F-C45C-2667-5912A75431D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1AC33D-F06A-2F87-0BDC-3A1BE7A0E81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51DCA-5BFE-D6A4-603C-958F982B6D7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7E2FB4-B0AB-8DAD-A77C-389AC3E3DF1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8B1A1F-F5CD-8A84-3ACF-EC4870C986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72B5EF-5431-5C07-E7E9-57CD91CFDE3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1D3E9-6FEF-8286-A797-E267B5C1088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AA005-EAF5-5984-1350-6FDCFBFDF4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7B1703-B749-27E7-16B8-A9470BF419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27F5AA-775F-35AD-53E3-1F7C55211D5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0E9C80-F54F-9477-288D-F25D8725F2B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140B91-4169-E60D-F433-E4203FB016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BE79EF-ABA2-F963-C1AC-772DF35FD7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9860B3-DC07-9DC3-9A06-940002F719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DC60A4-B192-3ADA-E32C-CAE6C4D4E46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492108-0B44-90AF-4133-B09BCE0C650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611822-15ED-B029-F879-E7C7520012E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455573-C5F5-531D-5A16-E973B5F064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F00DD-2FBB-F142-B447-AFB7CC0927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52C08D-F15B-7688-4CE8-B367B3B2B8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2231A0-77EE-C136-54FE-632E39954F3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E77544-B88B-C3F4-B6F7-FD031BE4E64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2C6457-3486-12DF-79D7-D76962D9314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771559-F53E-172C-A2F2-8ACA9D02C3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FE5E98-5664-10D5-8523-5223C95DEEE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BF2E35-F5B1-D748-C8C7-617528E4ECC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E736AC-4EAB-05FB-2990-294AE73ED92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1D657A-4ED1-5DA1-F0EC-B20CC88E0FB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861032-05E9-B466-B93F-3752ABFC59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1700D8-C8C3-49B4-4AD6-E8C899D2227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4836F6-5B8C-B0BA-B205-11831FDB777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199B25-5469-36FD-B05F-998DF416D49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03B689-88B0-F552-5F6A-1E892976FE5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B8FEC3-F220-1A93-3418-E89D64EFB6D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4C0AD-CF78-A793-585B-E577F3FA20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2EAFA-85F1-3FAA-9381-52B5855BB0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85A215-6086-4336-CFDF-2F705FA46DC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A57955-0AC4-F374-9271-F4B5D6C7339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F92A6F-46FE-F596-5D54-E533935C78C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464118-8D1C-3305-5322-25D21537D2A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59DB26-8978-DC61-495B-DC1BE36981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10D6C-7809-8837-3AF3-5805E789B7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6BCED4-DE49-0946-E11F-D052B53956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1E77B-DC94-AFBC-8327-7E9A25BD24F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B49ACB-611D-F3EE-55ED-01EC7FCAF8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A9702E-2600-A268-55C2-B44D717283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50A93A-6EFB-339C-839C-BBE60B4845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C10BCB-ED1A-CF8B-4FDE-DAA5334A59B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758984-1860-F125-8D0A-114E591BAEA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501163-CA88-92B7-D7D4-5F78F17595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FC3D7E-BAAA-7730-62AB-F79C8E69A75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73D9D2-93FC-EC6F-50B6-2B55A318F15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05966A-A0EA-3EDB-EFCB-CA850873FD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9E38DC-371E-95FC-AB88-11DD45FF04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E9C877-368F-181C-1176-4ACCF0A8BD0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1852BC-529A-CF13-D40D-F3D1AE4B64B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13479</a:t>
            </a:r>
          </a:p>
        </p:txBody>
      </p:sp>
    </p:spTree>
    <p:extLst>
      <p:ext uri="{BB962C8B-B14F-4D97-AF65-F5344CB8AC3E}">
        <p14:creationId xmlns:p14="http://schemas.microsoft.com/office/powerpoint/2010/main" val="3116405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415D-E49A-545B-F409-2AE83EF3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C12D6-6416-F364-B122-B09F2110DB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6CDF1B-30D7-3E2D-F4AA-EC1C1D7C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099F58-A7C2-A07D-5579-274ADEEED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195757-543C-960A-37E7-C445165D7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F0C24A-CB12-646E-9E11-6D908FB45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91DB2F-9C5B-E411-55FC-63D0440FF9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40ED8-5FB1-AD2E-1CD8-12A43A92E6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DC8E7-A0DA-E591-453C-003D0C8BED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87A6A-27C8-4602-C1C1-EB9596D2CA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68927-0A1D-EE8C-6D43-151D75BA99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7354B1-6A2F-B4B0-76AC-4D67328F6DA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673D2B-CF5D-7A1E-4183-204402B8403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FDF23D-57E0-BC87-CEF4-767E525C84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912884-F721-83DD-17C9-90BBD70D88B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C12C2-E10B-6A09-F07C-736D237CAC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CD8586-F708-E8A8-4E49-069F81583B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C09F97-9626-D311-BD0D-2ED41DA87E5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97616C-2D12-4183-C08A-4D038914DCA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AFB4A5-A410-226F-8D00-5F607527C36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D5D41-E1D5-E222-02E0-FA781214F54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691113-FA65-1904-B607-A6CE5EA072F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88BEDC-64F5-9AC4-2F3A-601A82D1B5D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DEF7E0-5769-33B9-167C-5AA99331EAE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DEDCF-B6BB-A741-3075-1F135B2D2F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EC0840-3161-C595-C276-6E69C051A9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8B89B-8CBD-2A03-26EA-CA4E2793BFC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07C556-4C98-CCA8-79F8-915AEBEB3E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CF5B60-F586-172A-2179-49C0D1DF7D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EA5B9-0360-7392-DD58-C694C2D64DD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F9AD95-3293-6EFB-0BB4-BFE7ADB4797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313509-62B4-562E-628E-1E40F30302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90F5E1-0E63-0324-35CA-8BE2ECC1101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DFF95B-C295-773C-1F51-65C5816703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DB6FA4-CB74-2913-8E8E-19311810A0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F8ACF3-F13B-1D29-E000-7A3916F71FA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E91F29-3DB3-EC1D-DF62-964D2E27EDD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2BB9EC-2A8F-8E15-85C2-205FE89B48D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0BA19A-D879-0C46-DAB5-151F399E938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2BDA06-2A20-1397-8D95-69548E89ADF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B1327A-5A6A-3DF1-2FDC-65EEFA2DE23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FC3EF0-117D-91BC-779E-6C09493883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6F00E3-017C-133C-1330-7A0266FE44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C197DE-B9A1-FD72-3263-B9EFA90D07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3C3F96-1BB7-3E3B-E356-301D383C094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737F1-E344-E220-9851-ED9A157480F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66767F-2ED0-CB3C-0460-F149B199EE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5CC4C1-D204-99A8-97FD-AD535E0EB6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385913-DDF9-61B3-F0CC-A986C56754E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622EC8-A4EB-518F-D774-4B5AA21C60E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0E9A04-ACE0-3BD8-A4CC-6215477B16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4F3543-B9DC-0BED-E4D6-1BEF560DE68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0990C-C363-E2CB-D729-9AC2C5305F5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9D765-8EA2-3C11-1FD5-C6E02D2C52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D4FC2-361B-5D42-006C-71E73A6F47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69BDDC-6B0E-24B8-C7D0-F43EC0FF973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0751FA-ADBA-C2C4-70A7-31A3407851D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1F565C-D9E9-BC72-F0D8-60695310A7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B32DBF-1029-D360-6A8D-7BFBE53AB1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21CD4B-7D16-DE1C-9677-8B876D27FAD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DBD222-3FB8-F9CB-548F-586A8289ABC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5CB1B8-8119-0358-4864-48697B2E648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3B2F7E-E581-5834-6B01-EE34837FDF1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5A6B55-ED0D-59DC-FE87-7B41BD1E313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72E4CA-BDED-A349-4F54-645DF6FABE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EE7DB2-8CB7-EB14-F5C9-B701C7CED2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F4014F-2102-0409-CCFD-ABB54836CB4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0224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0749-157B-1477-76FF-8CDE84E9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78B44-13A8-9332-F7D9-D4F6698C5A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5B2C68-2FEA-B827-D79D-4ADD102E7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4F5C95-5002-49ED-E350-2CE2BC40C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7B352C-FD76-9284-F218-7D88812F8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941F71-B902-55EC-F959-ED2BC07EA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EE846C-53C9-1BC6-34B2-0DB826AD10D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74C00-0D8B-363D-AA12-76A12537F8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70DC0-91FD-504E-5212-613D150879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3C5EF-3197-E059-3104-700BCE83F9D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AC5A12-FBAD-53AE-69B9-429D1E81CA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113EA-AE4E-765E-9405-AA05AF5700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19E5E-79A9-11DC-B6B9-13507628245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1D56FA-7968-542C-5BE8-0CB70E9392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F134A0-BBF7-A57D-AF3D-A741AA00F5F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2060F-4D0D-75C2-1499-5A02E3CED3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5BA1F-9D3C-351E-8881-94FD6FB11E7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BD3799-197D-531A-2CF4-11C370A93B5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98B0B7-A6D2-9B7D-9482-250D4F08B3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6389E0-468C-AEE9-B60C-DB77404AB32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6FCEC0-200E-C47E-7FE9-95262343BDC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4B08A7-3D6C-6BEE-7509-F6C6B5B83DF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BA550D-5352-7D60-926D-C3EA6A9F78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958534-F82E-8EEF-BD63-7CF6B19B40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AFC6AB-5128-C075-5F11-0008EE4AA7B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58A5A4-0FCE-DE1A-E2AE-D4892F0B117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2611B8-3A56-FDBA-94B8-68F159B6F5F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AC40A9-23A8-276E-967E-CE03A5C2CF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C55337-2320-D643-F334-7607831C60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973E6-2491-7E09-9D6F-1B4D50A717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7421CF-A438-00BD-969E-A8815EAE76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86656B-FFC6-8D46-4F84-08864ACDC98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5EE5F8-9EC2-375A-BE40-F5E8D2BFC38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02B5C2-AF92-5C4A-7CA9-F288BC8EF23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52CC79-D801-EFD7-C00C-EBD3757170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620C26-8150-F0C0-0B7E-3A35348CAC9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86D199-39B8-D3E4-E6E5-6506B12198D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AD7255-A452-FF88-7E04-1E4D4A75075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2F855-529D-C3B4-958C-F3FCB000E7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30FF4-7D92-5649-03CB-099507AD981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A7673C-883D-400F-7153-4BF8D662D7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21E290-184E-3BDE-B061-D4DE25A224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86D7A9-1FBB-F0E0-A982-16B5CD447F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C3D08D-A9FE-AE9B-CA72-8C50E280DA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BE9BD-125D-8FA0-F596-D7176838AC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73CC8-64D9-8F4A-0F5F-8F46BD64DF0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C05646-A894-6C01-6F74-A7190DBEDB3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C56F93-5F6E-6375-447C-B588A394CF5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AD4E49-1138-2973-4CF3-D37513D2417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5BCAFA-7433-83BC-600D-51003DA048A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4B7EB-EBC8-CFF9-53FA-00772CA78C7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3C1158-CC05-2163-76CA-7F47462006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62A7B-3C77-8ECA-6C17-DEEC7A5084F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FDFBE3-8DB9-C7A9-70CE-9BF3C3A411E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F16AEC-0146-D17D-C766-5D23C92559A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5F0AC0-F920-A34B-33A1-1F7B5DE870E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7FE3C-EC62-CD9A-0122-83E97F7A3C4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ED7E7A-4D72-ACB2-34C6-D9C7B78A98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A5853-6D26-A493-BEF1-78C2DD6ACC9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380E0F-846E-45AD-EDCD-6987EA5A59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A308E0-AEA8-B828-886D-DBDBC5E20D6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9AD8B6-E6AA-CBA3-B76F-C3802F9927A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BBCBA1-B7AA-8FEE-933D-9A85590B582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50FBBE-5E54-A798-3FD9-6B73AFF15FD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3E0555-242B-AFDD-77E8-453192A55B6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CD52DA-DEA7-532F-3B0B-7811EA2E83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49119-DAD0-5A9C-93B9-4DD337E57F3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094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8316-BB35-92EE-027F-FB07F5B5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10F385-A512-5930-B955-7850BF7E6F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86E7DA-3A48-1452-80A5-F7C98D96E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F8F673-724B-613D-C1CA-C970195F6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70C35E-FCC7-B063-E8FE-F8F6A60D6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F73233-4A37-1579-599B-18CC8EA03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71E937-6531-C2EF-FFCB-2D06EFD9243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905CD-4C25-24E7-2D20-95095AC3502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18031-478D-E090-6079-5828B20DAD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E7AFD-0CD3-E49D-29FF-4FB9312BD0C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DAEDD-78DE-02CF-CDBB-5CAD1BD876D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08FD5-D7A2-B589-EC04-B224695FF6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D9C8D-6C0A-32B0-10B8-87B1E25584E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3193DC-001A-4A17-7F85-EEC7FB36616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E7891-526F-EF8F-D99A-A42FFE41F4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2C141-ABC9-6BB6-CC0A-0F116FEC27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7C51E-7F92-64D8-8CFD-C0AA3EEE026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C5B0C-110C-AB63-4F3C-32C98CD1DAA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15118-6535-31A4-B7CC-B8F9010C8BD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698912-1882-D0C5-839C-84B2869E542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202D62-5307-2290-EB42-15B6EAC1A4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613077-F920-702B-25C3-414A4824DB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D4DFB-2D19-8AE6-B1E3-148A21731C1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2DF948-CA9A-CCD3-2120-D9546D4802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3DAB5-9FAF-5118-9D65-4DDFD39A8A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42E4E2-8049-5220-BE91-BA695E2859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84E34D-D153-71F2-5B26-9BCF6D30ACF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75E80F-3900-044E-0BC0-256B7E9FE9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5D2822-1640-8465-EE93-703E1BFA2E1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9A546-BFF5-5277-A282-05CAAC3450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E0BC12-27BA-8C06-BA6A-F32E6B3BEB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37ACB8-C1E7-09D7-06DD-051E3B916BB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0B66A-D961-048E-2EA5-1BD2AE03404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8C694F-A9CC-A939-0959-D36BB351DE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F4FB10-5D99-5B36-FD23-D4BC9B1FB8B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DD23E8-97BF-7240-7F58-0A47CEBAD88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DEAA61-E976-9FC0-A675-927F86647B3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0E4026-ABF3-3F4F-870C-371F88C3EA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015129-F2C0-6EB9-DBB6-179DD3B644D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FBCD48-2653-8AB3-8BB7-BD7B17E98D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F59A34-F342-95E2-38ED-53C586A895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0D4C8C-E097-88BC-3277-041F1F972E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2BCEC7-22A1-1DE2-CC02-C20E7E9D21F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29AF0C-26A1-F12C-C425-C00813E80D0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B6E502-E55F-8825-7FBB-7559197AB7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93862-2080-8539-969E-0E4D1D5ACBA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A62A79-F661-A8AD-27ED-AF7960B5A97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DB673E-56CA-9FCA-8391-EB557E9FD3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A441E-D8DD-7D1B-D6C7-34E41F341FD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9D45F8-F856-53F8-B614-D7F12E7B4C2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0436C8-72E8-1C06-7E8E-A184BA3F29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428D92-D153-93CE-A087-72DC05E6CE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BE743-F89C-BC4E-E75F-DDEA18CBF72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BED37A-B715-ABAC-067D-A17811EF617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D296D-C41A-E48C-1925-A6F3B33A767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3E7CDC-ED19-FD95-2842-2F3E7DD7DD7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3088ED-FB40-6EA6-DF85-66F4566B5A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0226F0-2586-5B58-ACFB-1EC600247A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70F5F4-5A51-EED7-0330-21BD2293288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51C9E0-BAE2-9091-8158-2142D9CFE4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F1C129-2BCC-8E28-A802-7647AD96200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EAC158-8220-A7FB-9F0A-2E444D95AB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757004-3DC3-FB72-3051-130614A2C25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734E9B-508B-D1EA-D4D7-344D8B7A72C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38F38E-F97C-CBE4-4BB5-DADFD5F012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D4B5B3-E6E2-63CF-1B09-B8DDE77643D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13FD30-CFE3-DBAB-10F6-301585E35C5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63FC7A-BA03-33B4-715B-BDE6E3F886D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79BBF2-EB0D-F3C3-BA47-F02E52FF210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009521-D97E-66C7-E32C-7C0F1D25663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</p:spTree>
    <p:extLst>
      <p:ext uri="{BB962C8B-B14F-4D97-AF65-F5344CB8AC3E}">
        <p14:creationId xmlns:p14="http://schemas.microsoft.com/office/powerpoint/2010/main" val="2634167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1FA5-D6F6-FDE5-4601-A5770D28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08DB55-E267-EC82-32F3-A8846B06B8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[17 in 3] is three of 4679, which sums to 26. 9 is the odd one out.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30C18E-495A-8811-96D4-B4E993572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6782FB-AD33-DFF6-61D4-32412E249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1B06D9-9EAA-2FCB-9F73-53D1B8167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06FA7B-0D10-2605-1250-FFD1438CF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0CE50-5501-6F66-6AAF-C6BC0937D41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8553B-CECD-4698-F5E7-FDFD59E265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A39A7-847E-F5F6-690E-A13D1E081C5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D7CBD-D2D2-0726-A7CE-0F6AEDB00D7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ED821-DC1C-BDE7-7403-6DC9CF17FF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8FE13-E66F-35FD-99EC-58877AD5AB1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373376-216C-281F-34A5-8A48B5709C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C2470-8C7D-2AB0-5CC3-F3569A28678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187AD9-5735-D57C-795C-D9BDFBFA76A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DC62B7-75A6-BAB3-01D3-EDDD21F169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18574E-CCC5-5E6B-CB04-41D69AA1EF4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11D4A7-8754-4A53-9FE2-707BB2AE7A1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47BAA-9F9A-3809-A8DF-9CB522A367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2EA6B6-5B78-AFA0-3C67-79A0C5076D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FBCF9A-7DFD-3675-F921-015DCD59A4F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CDCB3D-76EE-0ADF-8B08-F66CB519FA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707F22-8A14-BF29-BBB0-5B09970A074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8C9264-B767-5643-D215-734E1D88655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868937-4620-1D55-D1CD-7ECFC5DB77C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A38D37-416F-1574-A646-416E6343C02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F89632-CA5C-6BCD-C043-1C15B34D71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AE9B76-826C-0D1F-F57E-DCB15CCDC81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515E29-882B-D0D4-BAB5-CD25F8D79CE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C49EB-C1E9-FB68-726A-B0263BCDBC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E4374-499C-C0E3-35C2-CB8E834AC84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EE549C-1B96-0947-6865-73B5F58FCE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73FE06-7402-B5B5-9106-B1278FE05DF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9AF601-AEE5-CC2D-3922-1F3BEDB1C02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A89884-43E1-5A23-04FD-4DD08B2214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A42A4D-7826-70F3-13BE-E1E5C998AE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1E12DA-55C4-B245-8759-75CCB9D973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BA13C8-8434-9037-A078-86128058B1C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4656EF-7452-CA5C-0717-2E8167493BC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5EFB2C-BA22-3487-BB50-114B045773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8B44BC-DDC5-10E0-DA0F-31F51D8F89E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2751D5-BE83-FFED-A507-AF7AAE25C7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E0FBBB-307C-3E02-DB28-E3EB3218E42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1595EE-9AA4-19C0-A4D9-F375C8645D1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C78B14-5645-B0B2-4DB9-B23D518C80A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129F4-8EC9-B308-43F8-12F34485C78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5C296-7A9B-F59C-380B-0EDDE49F9AD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1EB229-8518-E33F-1620-EC4D8638C1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D385F2-1C55-2C3E-ED5F-FA6CAB3CFC0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741139-9F8A-F631-4D42-EE532076BC3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FCC20-1C34-BB28-0CCE-44D5973F46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6F68AF-DD5C-62D5-4D73-2C19F80AF85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737BE-EDD7-9FAF-4476-A38B0657796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66AFB-DFA3-B8FB-0110-F1BAC138E7D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A142A-5625-6D1D-2D97-2EAE63C8E6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3353F6-4216-B0DA-F1CE-5FFC55ABA9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9E29A4-CBDA-EFAC-4B3E-1A306ACA167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266480-23AC-1277-8FE7-75D65620C0F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98F2FB-323A-5282-B170-9D90629C2C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45E52-F18A-8FCD-C8AE-794DD375D7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F7008B-928F-95D1-364F-1336FE3D69F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4ECC93-EC89-C240-8A72-B056B124250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BBBEED-3A9A-7C99-E532-FA8FD6403D6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66C778-2096-2949-04F0-6A606BD9F67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E5E56F-124B-5144-6A94-2EA4ED32C9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25C7FD-F09F-9AE8-4DA2-8017F170B6F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CCAD04-155A-5C94-0898-2847696418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6D6E25-9742-0B17-B88C-E0477286CE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4095DE-E6C3-846C-E46E-81F7A4A816D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B8FBDE-B6E6-560A-322C-4EBAA53754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</p:spTree>
    <p:extLst>
      <p:ext uri="{BB962C8B-B14F-4D97-AF65-F5344CB8AC3E}">
        <p14:creationId xmlns:p14="http://schemas.microsoft.com/office/powerpoint/2010/main" val="2045919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A30C-3A53-F639-641B-662201EF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3FBA81-166E-C957-AB4D-BD031E77F7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61EDD0-0018-4112-3F9D-A150A7EA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AF60B8-39DD-1A36-0F8C-3BB13D34C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A65653-3C41-AC5E-F64E-6777DD0E6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E49405-E64A-4968-A0E6-B8FA076F2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AA0039-23EB-7134-C444-C271BF2566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C2B2A-0BD1-F3F7-C3FE-D251F2CDC3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D0111-0275-E673-6772-8107E74409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64D65-8B91-4718-92C2-CCA557BF2F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638A7-747C-7046-F888-6CF5CEBBC86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93A50C-E940-D97A-670C-838E5EE4BDF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0AA1B-08AB-13A9-9779-9BBDA1E789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6B22E-C840-AAD4-D989-378B0E2774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7AEC50-5AF7-A2A2-48B2-4A271283B0A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565851-60E3-6C9A-0496-1A0A2D080A4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C5B379-F1BD-E80F-FD62-97C596CE0E5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563F58-0E22-A563-1CFE-821F6419F9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58A3B-0EED-98A1-8650-25D9FB667D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6802D-823B-656D-A422-3F2F66439AB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8990E0-8285-F12C-DAD0-C36AB87A9E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A655AD-EED5-72DF-B3A9-0ED8D9A5F41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DAE4E8-E3D7-9D81-2B8A-553D2C87A4D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F6883D-F19C-6F11-25EA-0FB78C3D7F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61697E-FD19-F1D3-0FF6-A35A1CCBD03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A970F-C425-61C1-105F-EDDF155963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7BC693-8B0C-1486-9E97-0506891A74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BA4086-36D9-A4DE-8732-9B7229ACCB4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2FE667-B541-50EA-6223-E95B37E3481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B86C8E-21AA-09F0-2C5C-7FCD069A2B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058BAC-F4F3-3BC4-B459-0834CBB7A3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46561D-4590-3368-E81A-CBF59DD7BB8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2E38C5-7457-924C-2E36-921A2A33FA5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73318E-93C1-5C8F-4833-D317763C67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5FD156-DC98-D54E-F697-F25EBF65E4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CE392A-9A42-4456-B4FC-D3245FB1954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7625E2-B624-4947-C6D1-2E7D2F2AB2F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7B8A1E-DDF7-54DD-D9E0-61927714137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E6EB18-12B1-1425-E81D-B0C66B5E371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CA5582-01F9-6A0B-57B1-694AD2F355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FA9F32-A803-7ED6-78E5-62C44F4B9F4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44082-A9DA-C96C-4563-251C8A63773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F479F2-8D1C-5BAB-5907-604EF0F6E5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4D4E43-1412-BCA0-5385-E86B1D157B4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386A23-A0F5-97D1-C3FF-BD85A87F43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9221B4-8406-BC25-3E5C-A8AC830E30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D2383-FAC0-D4B8-4442-634FD2FE15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CBF5BA-3E26-94FC-E172-8DF77F6A5E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1171F-7A01-2E2E-543A-36C14505D87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B06B1E-CA77-A617-B612-9EA2B91CE6B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980FF3-C3A2-E3C5-BD3B-107BA499D0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40224-0E9E-22DE-6B10-C2CBA21A83B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6B1061-AE3E-36E7-7332-E74C33F965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5165A2-839C-CC48-F9D9-234D5C6CA7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E05F4A-5A58-1A62-4A09-F3CE160646B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5EA9EB-9620-778F-333A-3CCC4B026BF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528EBC-12DF-0BCA-2E48-632CEA3DBB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7E392C-C453-CFF3-FA23-DFF3067749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B02D3B-4FEB-026B-55C8-5D755F3FE57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ABD65F-36CD-D0D6-85EE-4C71E5177D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40E5FE-8583-FAEB-1B20-F334A81C647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C2F93C-EB3A-2A46-BB4F-9C822A5942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B082DA-C652-BD70-EB91-2F30CFD6B9A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E776FB-D060-2F01-A83C-F70F961969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590868-1B12-975B-7482-371D847C0F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F5AEFA-EB93-32D5-A17E-4F06C5D4EAB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92B6A8-5387-9F44-1954-4D8EF030117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8E903C-3717-1D11-1DA1-8E63B1F13D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B2ECD9-413D-9D79-B04D-035A770B8D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CD2491-B408-F031-41B2-4A817D60A2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9874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36EC-ACDE-2C3B-0DC6-FD35E2E9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D3E220-93B5-24A4-52A7-149F355577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22D729-8DED-E9A1-DE5A-AD1CA3C7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8EF1B0-7E79-CE14-338A-92F095D57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05D7EF-039E-300A-7757-5206CAD04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471A64-4657-0D9E-8A57-01A9DA7BD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5B6321-0E1B-3923-9CAF-EE4D5FE8FA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8161E-DDFA-8320-6BD3-6B551FD2169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73A17-AC23-2754-B1BF-9D547BAC6B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F423D-DA34-6F2D-ECC4-DCF2CF08B7F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E94997-C876-AF9E-EBD9-BBFFA1C739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FFD26-8883-2D5A-45CD-DA295AE954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08EF5C-0C1D-472E-A6E7-C4911CA747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BBD64F-9384-AEC9-BB14-D4B3A41F90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E9C76B-04BF-74E0-4FB8-0B529B89616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94C3B8-AB0E-2D80-CAB7-4EFCDC40192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29C7C4-1C29-5F38-3F00-1A088683F4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37DAA5-D82B-0CB6-E1BB-697FD6F59F1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EA25B2-8283-7500-9F2A-181AF5D3C5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15628F-81AD-802B-B9F2-F93A7FAA79C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A0F47A-85C2-39B3-4CD4-13964D4B7E3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54B5FD-6B8C-7305-ADEE-90DD305A810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F845A7-C0F0-9AED-3101-B80204AF04D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1AE7CB-1365-FF43-1192-AF89B1BF9D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297D44-BA12-29C1-C104-75CDBE8F43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7F904-79BD-229C-0511-06C954C0AB8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0EF66-B4BB-706B-4C82-02155841A02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8DFACA-8CE3-4764-1061-FA889EE078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7E564C-DF09-97D8-EA6F-E3EC86D3A89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3C504F-B815-73A1-CB82-CB41D58E6FF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B3F118-1632-20FB-D14F-AD644EDA182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01EC64-78D3-4CC8-4462-EF8A70DA91F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C75A2-05F9-7AB7-757B-B0BD0D354D8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F28C89-C15D-6D61-D5DD-48535D1BD04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AF94D7-BD27-0B86-1790-89A2D022CD1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D013-0517-0B73-CC37-AAC4E1374C6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45ED7F-DB43-3B95-8794-DEE20C4377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134C3E-104D-8C7D-6EDE-A737ACC917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46420B-525C-487D-728B-A7D2DF56EAC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1D7462-00FC-2B5D-6969-7809508858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3DC7BF-E6BE-16DC-F73E-722753BAAA7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5A0F1-8DFB-FFF2-181C-74F60829884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1A32EA-7F28-DD5E-E3F1-D30FCD526AF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D2CACF-C612-C372-C69D-3A504063FDC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C12F67-996F-FC62-2AE7-150D5200F06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CCE955-C388-07B5-A0B1-53A992B4ADA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FF7A08-4443-9090-BC3B-2291EC0362B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85D376-F3CF-3FD6-B27F-17EB40416FE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FA4E1-3BD7-33BC-C046-19AAE1BE685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ACF5F-2D43-C1F2-B83B-2935107DA2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8464D7-118F-098E-DEDF-5DC1E27E2CD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E6625F-F175-59F2-52F3-25E0CCEB29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E3AE05-C4F8-13DD-A5B2-6EBD2D205F8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2C7AE1-FF64-93AA-4202-B92676BFFDD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FDE569-729E-342E-3CFC-CC39A2BDB46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D53A8D-EB08-2EF7-86C6-E45D3171BAD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AF2B322-AAFF-2D4A-FCA5-D7458258D5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123B6B-6DB7-9B33-960E-00B6C9FB39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4BD20F-D126-6337-F44D-6C47434B21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1B357F-9C40-B7D9-FD65-EA063B60CFD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9EA50-697B-FAA9-6B18-022E7613277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E9BED0-14C9-0B52-8AFE-695EAB24773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05E451-3C8F-F656-5C1A-50BABC414EE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1E1023-06F3-E467-7C12-17AF04D270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4AD87D-C5CD-9C47-8007-F234EEB8BB7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F45EB8-72CC-85AE-0BBA-2D4E5D2693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08FF5-BDB2-27AC-6CAB-D0038C241B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8874D-D6DB-2F19-683B-6A9F0710DE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5EC66-B9D3-791F-E9E1-FFB6CB81CC8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CF5EB-5480-C638-0BFB-2F5E898F8F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5828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FC2B-B7A8-8766-AECC-46DC7F03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7B0850-0F0B-531E-FFFB-C507B3104A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8673D7-B00E-21A9-5BAE-2BC7C4B87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4F975C-E612-1FBB-05B3-BE453BA92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7781B6-27BF-A06F-F613-B397F2D04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C94D34-D576-322E-ADDE-F29CF03619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4D5874-1BA8-890E-C4F9-04144702E0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B8F6F-1864-2A05-FD75-9A08FE4491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D3512-96CE-1830-0014-52F8058FC1A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015746-4F40-FF15-A5FE-1E8921468C2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EFD2D-A594-630A-CE28-A8E87396D6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C84FD-F4DB-4FED-2BC5-A76CB81CEB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FDFB4-1C66-21A3-7D2B-A473CCCBD3D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809351-7B75-F646-053F-5066790A1C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974213-4B25-5E81-56DC-60B5C90E6C9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FA182B-1FCB-B96A-D178-0FA8659F9E9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054A1D-B061-AAC7-3697-CFA07F1180A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41023-975F-BC7E-E4A7-1DD1955FFE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A8616F-8A08-8ED0-B9A6-CB6B33C383A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93086F-90D4-6A76-9016-DC9869F261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94FC9C-C324-E0EE-DEEE-5BFE4C7CFFE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922CF9-23EA-928E-805B-A20FBA15EDB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9B28CF-A872-ABC9-4D6D-3B896A9DB1C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BFC94C-425B-2121-7137-2070E606A4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5DA35A-D939-F8FB-5ECB-CEA5CC24DEF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1BCED-7A1D-AA44-EBD8-5217367D15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D2B9D3-AC6A-1EF2-DBA5-D9C49F9A711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B8CDDC-4BEB-E54D-0AD9-0C14508AA4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B4B908-1389-FFB8-9D5F-D91272C716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D0AA17-14C3-3066-37D7-998B9A2834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1DB720-F369-E61C-D3A9-C61AF8BA1FC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6D2A5C-ACB9-F78E-E9B8-2D72E6065EA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A78515-3540-2913-7616-98A15821302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65BE06-43DC-5495-340B-F8D45E3D4F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38EE79-5770-F7D2-4E82-8AB9E5E97D9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7C216E-E05B-5F6E-2378-668E1EAEEE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C78AAA-C57B-F92D-BE8C-5CB4C278E29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380310-13BB-A6D3-7C58-51AE12C2AA1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C89D44-8877-7AEB-8AF9-C2F16554FB9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55361D-875F-9F73-4780-C7A0BCDDA5B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E71734-1B61-91B5-0AB3-E7CFFCCBDB8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6879F-3725-773C-0D02-3B543DF420C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22E2A7-BFB9-30C4-E9AC-3FDA0C3A157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8CA396-7995-86CA-0D2D-D8655590FF9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D6B950-3C82-C9A0-BB02-AE32FC345BA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46A3BB-5476-EB87-34DE-257DC0BE6D7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BC8657-91BD-6363-BD7C-9542350A96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BBBEE0-1873-4C3C-8F0D-3E7C3EA5EFA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8C40A-918F-CCD4-6074-1602691C55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01151-C431-F3E6-A77B-2A59550128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D4F77-4B9B-23A3-7FA5-25D9EECFB49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C223E0-13BA-44B6-1F81-F434CFB7C95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A6425F-930D-AEF9-3F19-23577E048C5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299234-24D1-D462-89E0-A26EB1AE2E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360F8D-8FF2-F700-C9CE-37FF1D48B0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973308-D8E7-0D57-BE7E-75AE9EBE1DF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728A20-6824-7777-0F27-0E0DF3E5E9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637F19-CDA9-0F7B-3110-0308A28C83A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6C1E81-A92E-F1F1-8D1C-F649645430C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226507-942E-9430-9E3B-684F522A16A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3B67A3-66F9-E9E2-FC98-ABB7FA1CD48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D3F376-43F4-5D7C-231C-ED69004B31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097C99-BBE5-62C6-8219-D0B5D1E0D6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392B87-CC04-44C3-D8E9-20B38FE87C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349580-52AA-5976-D7CE-31DD6F8ED2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373D2B-A71E-6465-E0AC-689CE2C425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BF8BE3-AFAB-CC89-1343-6E8AB9E754D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F5B076-E226-CAA4-248E-CAB618B61B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8FFCC4-2171-C083-78CA-A7E9BE3F4C6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426B7A-E2F1-E6B3-86F4-E78E534871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94725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264C-ECD8-CFC8-717F-DE98C264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9BBD89-0E6B-CA67-6A9B-11192CFE31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391B22-E4EA-0654-7720-CA838B88B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2B4A2F-9492-FA4F-6936-4DAB7A0D5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291252-6BA6-0E67-B953-541A65EC6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95FD2A-851F-D4BF-947B-0E4D3D95C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CAEE7D-3973-EEEB-8843-D4D79CBBC5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4AD72-6BA4-A994-1DCF-843151EB789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2ED12-37EE-D556-4694-FEC3C510774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D1EB6-3EFD-F9F1-066B-0B215207B3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303DAA-3B41-6FB1-FB30-12058EFBBFB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8F8D30-A165-A903-DFE9-224BF55B9A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AA8345-F145-212D-EAFE-81E0079B1BB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542693-E52E-1180-A6A4-149306110E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2831E-8B94-BADD-A024-7CB19A73A1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71521-B137-B0D1-12BD-84BC7708B2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0AA3F8-15DE-2B88-8C23-177E695668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C37514-C54E-D750-EFE9-6979FEE426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7BD589-0FAC-1C00-57A6-EA6BA617109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F8AE8-EDD1-C643-A4CE-1E67893CDA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9B6917-8858-F564-FA40-6BEA22BF99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3DF856-BCDD-1CCB-BA51-14112F8E70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CE0AEB-E37D-28BD-D68F-7C5DF79735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5CBEBC-BE5A-FAED-FE35-441C9C27D7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50AD4A-E4C0-3BDC-0E72-01F460033E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CC4CC-4A44-54A2-200C-12E6D9B189D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86724C-C2FC-EAB0-DD34-F64EB258FE1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8F8FBA-C71A-FC8B-EEC3-8FC55256ED1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57F859-C7C7-AF52-D758-7F08137288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2DD567-8611-A2D5-74E3-3B17F836A9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A73B3D-ADE3-10A8-A40E-319404C4BD6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8D4F12-983D-8496-B6BF-775DD52AEEF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E1DE43-8253-FB9F-EF2A-519DC20434D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DF813-AAE8-8392-6C5C-0188E598BC2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1A115F-F2F3-CC47-CB58-624E32692B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271427-1226-603A-B3F8-269D71ABDF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A70962-B131-56A5-48EF-E3006FA4B6D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BB9FD-4D31-F9A2-6CA4-4470431EAB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F375D4-7622-A617-6190-C469D5FEB08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D6F077-BBC9-D638-7A78-AB4B5AFFCA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FA725A-DEE6-02CB-A01C-B0912C2A9B2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89F37-F5FB-6661-4A36-77131C1B71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0D5A5-075F-BF33-177E-CEF9715603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73FFFF-97A3-DFF9-F980-1D2CE575E0B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9990DB-2BDA-84AC-FD9B-37A23A072EC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248983-05CA-C266-8C31-CDF6FB6CF8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7FB9A0-39F0-6798-77AF-7E9414F7777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B9984F-725B-868B-CC05-68174468FF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A64199-E650-8FA5-C926-8845E42D5B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99AB0D-BDB5-B80B-66AC-62956394089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8C680-3B6D-AC2E-76EF-717DAAF177D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111792-2E83-DF4F-FF32-7D23884805E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EFC225-F7BC-1E17-65A0-FA422050A1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728177-2E97-3E43-9A6E-FB1BEB6A8F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083A7F-C29D-4F3A-BE19-CDF6C82DA2D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89D9F3-D15F-063F-B26C-67B6F06C40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15EDD1-44BD-43A0-7C98-3447687E547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544C35-A3AB-48DA-2F6E-BD10BEB0BE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4265F7-930F-23B7-B4C1-DE97DAEFBB9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BDBA53-3090-C6D9-6F5D-9557104369F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7227AD-1FB5-019D-0F86-68EEF5F3599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242908-1613-3D10-FBFA-D7F11A4CA2E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C95762-287E-6D37-7355-3D1C33B82A0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A14AA-DEA7-F577-178F-E61F4016A4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C92D0-AC74-889E-1CCC-BAB6C83E73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F02AF6-43B1-144E-84F3-C83972485C8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67E916-BD5D-4425-8BF7-7270450CE51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27BF8D-59FA-6BF8-928F-2A05202B5B3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0512E2-C005-96E6-4BE7-2FBB33B2216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59D9C8-C062-2856-26D4-1D088E676F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0951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22B3-FD2D-D66D-3849-E9811E31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9736C-154E-690E-F75B-064F0455E7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2042E7-D726-88E0-446E-D55619B3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C59B2C-8BEC-B67F-9563-6910D53C4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17D4F1-12CA-6300-CFBF-9DF78FF58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2485CD-51FF-D95F-4209-65AD1E713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E84D1-DB9E-1705-CAAB-67865985753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BB4806-795C-FEA9-DF3F-E4ECE51009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57A804-4994-C512-96C1-AE894E0427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A0228-9343-1B17-2694-5E67188F79D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68AA0-0044-4F32-E2AE-DCB64EB422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F057A-189F-5722-ACBD-EE0A145CE49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89F132-B60B-0910-09C2-451FCF1D20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8D1AB-17F9-53A3-CF6D-31F52C9C86C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ABF46D-D694-E77F-0C6F-E70FED3319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C1ABC3-68F6-6264-0AB2-D9B16EFA209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69B701-475B-8CD4-EDA0-D5D0FE479F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609D5-E876-1041-661F-91225380A31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5A03DA-5963-BB36-1798-391166C17F5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A14ACF-7034-E49B-2036-C0EE988327C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E34C8-0C05-3DE6-D045-EFDBBA32A9F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992815-5D05-2423-ED2F-97D0C3ECABA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5B83F9-3112-2C8B-B0D4-244DA6895F5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DABC0D-8A12-22CB-FAA2-F0A37AC5509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896379-D4CC-F280-F6A0-2533A2B6147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9E6BB-A784-541D-BCD4-03D2C7C0EA9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83F4C5-B9FB-5233-D1F7-4225062A170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7EDBEF-1022-F7E2-19A1-47252944CC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64530B-9147-C4FB-E894-E25835D5BC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506BDB-8067-69F0-7E49-F18C67F306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EF93F-CC2F-93B7-6174-359F66D7D26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31FAC-4E08-AF47-FF97-6FF89B90E52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B29318-4354-30C2-1BC1-CB7AF31C13C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B6872B-DDD3-A3DF-82AB-A6E5CC438B2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C98C18-D72B-7DAA-C986-1360638CA0E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243237-C912-8985-7D86-52F44948715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8034B1-977F-6B61-491F-E6EFC8A33E0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605DB4-D916-DE3C-0312-D6BAAB376F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2BCAEA-5267-6862-AFBA-3A6423496D9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10D848-1C7A-6619-FDD4-9B0B2C23CB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3C6C8B-3F33-C7D5-0E47-BD43CE99C0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3A94A-FB54-EA85-77B4-D67C2F6F94F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942EB0-3A19-DEFA-1B5A-2B4447286C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16B42C-2F24-2307-CB76-1FBDA7E90F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ACB4B2-3D93-AC17-982E-60739DD464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E3C280-809F-2ED4-7D3B-F72B746A3D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365821-3566-4018-945D-B23AC83E65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07754D-FA09-05D7-C9EB-502011F12A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43BB0-B675-B35C-58D0-CA8FC8656F2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0211B-3FBE-6D1F-228B-2F4BB716D13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4A55D9-E3EA-65C3-0CD1-CD3C81BF917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F84057-D53A-BA00-A03C-EFF6CF66C47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0EC7F4-9F09-BCCB-6F72-7D91DAC55CD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9A1DF1-2FD1-E22F-2B37-DC4ACC410D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2BBDBA-FF64-102E-0D13-49B9A6CF55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D48B6-5F03-D89A-205F-D4424F5941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B9B3A8-4790-FB5C-6F4E-74384453B73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D438B7-E49C-DA40-26C8-D9346D2814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F03982-E79B-669C-9FA5-E9EEA4AAF5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F8D582-4196-E1BA-AEC6-BA8E885AF72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C39CF9-4CB1-7225-3046-207164819F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41D1D8-DD1B-DD2C-1C4F-B1E8C219897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4955B0-7876-6BF8-7C6B-CAAA869AE95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FF7924-7251-A218-D6E6-7D43503023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01533-D735-01EA-3478-D23D8E75EE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801AE-07D4-A284-8A05-F8FB510AB3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2E3C8-B755-7FF5-7366-1FD35D7E51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7E2025-22DF-E99D-7D86-F4E9C854DE5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48B736-2BE8-F6FA-C166-B32CDF206F0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B9991-40EB-6654-6DA7-EC004638FF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E76C97-D56D-3B19-23EC-9554E0D8CF8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84525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DBED-BB7C-C416-98A2-0D9CFD35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70DC7B-9A41-F4D1-CEFF-1CC3721E82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2BDDD0-78B8-261E-37FE-7B4CBE3C8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6E8641-175A-46A9-3680-C41A59CF7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E68BAE-FBF5-4C1A-0891-28CDB7DC6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E31499-561A-2BF3-D138-13611360A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4D3FAA-5067-B496-ADDE-75B1D1A9562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ED45E-D598-E34B-2814-4DDA33EC01C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664A5-5F42-5680-87A2-BE91BB00DD9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8B0F4-A4F7-EFF2-9127-31D16166890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1BF4D3-3280-4D9C-CE87-ED4D6AC718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A285F-54C9-38F0-4EA1-6FD29EBBD1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6F47A6-5750-00DF-5949-A2214A9362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38702-5F60-DC45-B02A-048230563E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8847CB-7231-E435-D370-851F27C378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6963B-F9E4-B2DB-CC1B-D1A5FA998EC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005819-EF79-EE16-71AB-C1928C5E4F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E526AA-C6AB-7AA6-E27B-CF0C43EB8CA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330E32-D92C-DD83-6015-2E8D450CEF8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08432C-4429-B1D0-060C-167A47FF701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A4D049-91E7-D484-4BF0-6DF45DFB3C9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63C9A9-333B-83A9-9F85-0BB5307795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75D441-0B4A-4383-FABA-AB8542C018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D276DD-10E1-FCE7-7BBA-7B82FEA63D6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AA977A-03AB-1474-715A-E273735FCE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A5434-A089-2878-106A-8EF374BEF0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C716E-ED6F-192B-18A3-C366C90F4AA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F80B12-3368-42F2-9819-96F608F8C52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0241C4-D1F5-A7D7-F526-582136D4EA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28B4C9-7F98-4AED-0F26-82ACAA0438B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240B1-A37A-8527-9B5E-24EC450C82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A1F135-A3E1-A7D2-FD7C-2E16594D4E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042DC4-C45F-1D73-4B95-4A3F3976DFF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64995C-8026-074C-80B6-BD516B6328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4092D7-A69D-B01D-FD59-C76814219B2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CFA55D-8E81-8427-5863-C1BB938BF52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38F476-8B64-87AB-431A-479A8A4B109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29521F-A5B5-9552-F0A9-E9A4AB7619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A46A2C-A890-D42D-0052-045ABEC0F89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BA2DCD-3177-DC75-8341-893CE7A218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2788D6-3A6E-0E85-B663-E857D190D86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A4A4D-F75F-D76F-64B3-D0DA49D4CC8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BABD3A-B94B-BD27-4AC1-4944C78686B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29637E-867F-55DA-6AF4-1A365FC3995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EF2C74-B084-3E82-CE4D-05B53875CA6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E63122-9415-DD53-A73C-6E2ED678B53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FC049-C52F-CAF2-C389-B6702748EFF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F579-B61E-4949-0F2E-AA3E42A5AD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1FEED-03D5-8226-0AD1-FA1615F89CE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10AA18-E75D-4D4D-DF63-5DD1124ACC9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87AB5-9C4A-461B-77D7-123DEAA0743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9FD1E2-61B2-A845-1111-DF2D5822DE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69A638-CD04-C6D8-EE2B-60C6D0AB56F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E76531-6B17-3131-4D7C-B11D487A31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BB0836-4422-C06C-0835-658EBC6077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26160A-0F21-63A4-D2CB-FDFA032E1A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F8F608-16DF-A047-364B-18685A7DDCE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79BC14-5B04-87F1-A6E1-0F6874B1DBE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64D251-A381-8ABD-CDB3-CDE820491FE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499D4B-045A-AA2D-604D-4F3A994ADB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46058F-CCDD-28C3-8519-9AE6AC9CA9C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5164F3-49B2-B4CD-3132-293FA76BFF8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26FE59-014F-B7F6-1825-3452FA3E0F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F410BB-09D7-3638-BF25-8B312016BE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1EA67-A3BB-FE92-0D37-F12D35441BD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AF78AB-3DA5-701C-D0C4-2104F0C6D79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009C2B-FA3E-6D9F-A175-0627E393E8C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550364-804E-832C-EBB4-A31C1F3643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7F07FF-D966-7398-4F34-515A9B7BDC5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D7E696-FBE3-3CAA-C6B7-39CABBE3ACB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965BDE-3849-50D3-157D-C2ADE97F2B7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DE174C-0226-8B8B-894A-B3F2235207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0E9F2-5B52-F0B7-7048-1112BB12780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B86769-7D14-CB4D-5A5A-95B52C4259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898654-E194-D5D2-37CB-462421E475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594B9B-C635-3AE9-A8C2-C34ED841FB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352005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08B9-33B0-97B8-7B7B-BED2BEA6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E56970-F9A4-F745-A2C2-164059C0B3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4E0BF2-C8D0-E5DE-3E24-664AC14B2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2FE9D4-E0D6-4B1F-49B9-BAF9DF18D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6F5F23-6871-79E9-5AB7-CD2EEFA59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6757CD-5C45-C93B-4503-3BF466539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F56AE3-DCBB-19F7-B1BB-D829F5960AD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C70DC-4E6A-43BF-33CB-98F4E26DCA5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990B8-60E2-6853-3630-3E736CFFBC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5EF69F-3003-5BFB-F70E-E7794FB845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821E1-8CD8-81A0-42A4-A68D813BE6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780AD-533F-E8C9-214B-F9D110D0B19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55EE0-5D98-B311-A5C7-B1E3BD70C93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C72B8-2C17-783E-E511-54273A4583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226200-CCF4-A9DE-DAAD-F40C504636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4F742B-62CE-25AA-558C-B0ECC1E9CF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A957AA-438B-F694-96D2-B43129B7E01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F795BC-8053-0FC3-E11A-4377B2EAD7A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3709BC-B9DB-2420-4395-78F8BF48A4C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FB034-6344-FEFA-AEFA-AE2355E6A73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49927F-25E0-9FD2-3994-933A681A4C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282743-73F4-80C4-8B17-0402EC01791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AB7023-65DD-B82D-9ACE-B0CFD3ABC52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2D5FC8-EE0A-C2BF-1BEF-5FB2496943B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B1A2DD-0457-EA3C-786B-E21BFCBEFE0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6454E-0A2B-FF3A-F80F-8510C677B5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204000-453F-9FD5-0B82-8EEF5305183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C89A52-2242-8C3D-A551-CE203F888F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F54E0A-31B5-48BB-8EE0-54317E62120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681DB-C4A4-E6E0-DDEF-B87C6720D1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D7E90D-B2BE-960F-6168-E149EB3612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109E3-8B2A-473C-82CB-7FEBB6B35B1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485851-FC05-E8DB-36D6-37031F46720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9A0AE2-A022-8096-23E6-B58893FEFB7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42EE42-30DC-58E9-5A50-64577522EEC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B021FB-B401-A234-A6D3-065381FEFF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7ACDBF-FDD9-1ADB-C71B-F36CB1EE0F5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33ABDC-E058-A141-0269-5536CFAD403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FCFDFA5-55AF-E44C-4500-7DFEE8F31C4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B7962F-C7B9-26C3-98D7-AAE2315EEE3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B6FF13-8C3F-354E-FEFA-6E4FC2031C4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C26DF-0353-4299-E2ED-8AEF1DBB04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F99E91-AA73-77A9-9413-2288845EEF0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E09B70-11F7-39DA-7785-164158265A3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4852C6-F815-8740-6F57-8BF0DB4E494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2009B1-A953-F7DB-920A-8A0AE19AD33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5821B0-E5D0-39D3-78C5-641994388D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0F91D9-187E-EAEC-0589-4BA5BF65094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D90068-D8F9-1AD4-2B91-545BFCAF7F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E7E04E-7AC0-CF5B-222A-FA63CC4757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E6CE3D-1C3E-2FA3-2267-4D98064106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45BB82-23B1-C4EF-9F28-D5D0B4F3536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D0F599-68C6-96CC-3976-D62D709A65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DAFA61-5C9A-5E47-BAF8-4BBE8C3F666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486810-5CA0-8448-3ACC-372DC8B7B48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98377C-FDBC-1896-7F20-48B3219B53E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F579C8-634A-071D-920B-19189D663A6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A99174-14E8-CDC5-A347-2BFC93F67A2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AA053A-4327-C0E9-7E45-6DF001EFF2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CBA77C-426F-5E05-5FF5-070C00255A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1EA6FE-C67B-DFD9-F596-3F0B35C65C7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237053-8818-A563-BF60-DBCC2EF3C7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060637-7CAF-9400-BC85-E60A992CD9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2BEBB6-FCF5-5141-FA05-404FA1B751F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1B0A02-717C-F983-74FE-9A9D7EC1067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F49BE9-EC12-15B7-1810-00966ECFE97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5EC55-C6CA-3187-D948-57B9B72DB7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64581-B106-8E19-C468-C7636FB2E5A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05A772-56AC-E659-DFDC-D9DA7636DD7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B8542C-5C26-86F3-9897-5D2FBA80417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1108E4-E287-7CC8-F3FF-9AFC27F5C25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F045E4-E285-F17B-1A45-36E4A5CF367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678432-7889-8DD5-F5DA-1843E1018B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ABAE08-844F-CEDF-FF68-7D5D53CE777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E8F291-97FF-7C86-781D-7DD33F884D7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DF7CDA-8B35-00A7-D239-CF669C10A9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336338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CC37-0642-BB54-086D-3F0A73B1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82AAB4-A907-F0B6-FD71-9CCF3F7F5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460496-12EB-8F07-AA4F-20D0C9E57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80F6E4-9D2A-67E0-5351-19635A14F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E7BC11-9F0D-3A6D-2A8F-6624CE5F7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1352BF-4C36-420F-D6B1-A4FFD42C2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319ECA-9C70-0CB2-17F0-17A70FBB53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C7B17-B84E-B6ED-07EB-E3548B496FF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23519-7D40-226A-6250-3ADEE308F0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1FF4A-4278-B5AE-CACB-71BAFF87E68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E2AF7-BF7B-1B09-6554-B945F276804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7B42F9-CFAD-9F70-0EEE-6EC3EB7565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33256-191F-9FB4-F0BF-147270B9C10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9D4F8A-6061-491D-C977-04EC306CD3A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2DEF72-CC8A-FBA8-0FC1-49E5EE5797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40A186-FBEC-37FD-0856-72B8FB7EA9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4843BC-FF58-8357-CDAB-88F0F651755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5161E5-855F-D0AD-DAB7-31BC6234197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40E47-F4B5-9FEA-D7B2-ACFC3FD86C2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856EE9-2573-F07D-F3DB-6760D6AAC96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FC9D71-26C5-ADC6-9879-349463A81DB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34475-6802-7A7B-7B52-FE56CB2A2E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C5916C-60A5-EEA2-2267-53A098D791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FF8556-7405-59C0-9B51-A9B8A6AD49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3CB3FC-ECB3-3790-157E-2388DE184C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31489-40F5-06E0-1643-B360078F7C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88184B-602D-C4A1-C5EE-8A6853F5FAF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4B3A11-603C-93B9-4594-3999A16933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E723B0-643D-2BD7-687B-EE9E980E607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711B73-ABA9-F496-501C-798F253F7C4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F6F5DA-9C3A-2F6B-2279-552EB0B7CFE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8D5436-E447-E803-DD99-40B68639796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44B05-9459-C529-7636-BE5F58A4B8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B8C33F-B0D8-F481-AA8B-12F0581767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71B1BE-8107-5955-AE4F-9F625629D0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3A47F3-F858-D749-4852-459F3EF016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A93BCF-8D28-179A-7F86-EE95FA6141E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AD23F0-48E8-5C4A-C783-843A492AD7A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42FC70-2D81-C20D-8F18-5CB1046F29E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F7EED2-7420-4E0D-FAD4-8C8F676D05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EBCF85-A62A-D904-A09B-5B649B5BA96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B480D6-A2D2-0A52-6A18-E92657244A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357691-2477-99A4-4A53-C1107FF270A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0E4DE3-6FBB-43A8-E7DC-E102526EE8E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EB3A59-C362-3225-8353-488ED03605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84A341-40D4-9603-6DCF-9E5CEB89CC7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8FAF28-663B-838D-F9C1-0F8C1C2A5B0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42D1C0-9353-6E7A-DAA3-D879F832FF1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707A1A-0445-76A9-6BAB-71419269273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94AD3-0A79-59B3-EC30-BB6A71A887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58ABC-6521-C963-265D-08DD72167E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29A11-069C-7BCC-89D1-5DBB2A51BAB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F79281-E151-7486-285F-96A1A294710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8BF7CB-6B5A-6DB2-9566-91FD7799F1A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FEC8AB-D7C4-9DC0-493F-0818E29C9E3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4AB42F-2DE4-5620-9450-65FD986D8E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60E38D-4BF6-0AA6-DA42-B6FFD547D50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DDA7EB-E765-9095-D64E-0D7350958AB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BE1B7E-4417-99FA-EDCB-18D84D8F66A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3661A3-5F36-B938-298D-D5C18302C37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1F0ECA-02DE-343C-9166-D5A75E93C6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98A881-C5F7-37D8-6B17-8BAEE0C4EF9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40C3E7-A3A9-5357-4A33-281669EE1A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1C1147-0558-6BB1-D582-AAD17D35F4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4140C-967C-2BC0-71D3-DBCBFA3F267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5D486-E3A5-A9D9-4446-6B9128456FD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E3EDAF-6FF6-FD5E-CFF9-4A6A4B8C55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7ED62B-5DA4-2DA4-9952-FAB455DC997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18D193-130E-85E2-9851-54160F60D8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F6B0C8-A4F6-F86A-328B-150958F946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44906C-4998-57DA-B9A3-671C8E989D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1DB8B8-7981-F396-E896-0066D0573B3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D1B57F-5A08-4441-4D62-221C62D09A3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23B2D5-814B-07A9-F743-915576424F0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C77BEE-C891-D1DD-54F4-51306640AB7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1DDFA2-5512-DE86-D4E6-EEB97B1402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C7B126-63AB-B890-54BC-D2121997789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B711C8-F79E-0C19-ABEB-A933422D36A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B0BCF3-70F6-79C1-58F6-4D74CD220F4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42EC39-78F7-DE08-A3AE-DA5A3854EB7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15679</a:t>
            </a:r>
          </a:p>
        </p:txBody>
      </p:sp>
    </p:spTree>
    <p:extLst>
      <p:ext uri="{BB962C8B-B14F-4D97-AF65-F5344CB8AC3E}">
        <p14:creationId xmlns:p14="http://schemas.microsoft.com/office/powerpoint/2010/main" val="2875556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5BE4-32F6-5DF8-3A89-B299A8E3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D468E9-7F3F-D41A-3DEF-C07080C0BB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A2E366-AC37-2A3C-2644-526E0CEFE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409910-A978-03D4-C9FF-46C42DFCE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B815D5-E7D6-3552-E51D-D72009CB1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9E309B-9776-D31C-23CD-4125A5998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DB5186-00F8-0C05-B35F-EB6307B0B8A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9F95C-EBA2-1D6E-7764-BE6353EE13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74914-B713-D55F-9663-E6E55E34C8F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A98D9-4E80-3C26-89B4-C767A91558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EAA9BD-F6CF-F431-FE9A-0474E734474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80777-F5BF-3522-600F-8A13C356D7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065D08-E9C9-B6DA-071A-1681F0AEE1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C3910-123A-F0F3-8869-16D5429279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A1B9EF-035F-2A7F-B143-CF1FBA31C4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0AD1CD-88D8-B7F0-C74A-DCA574BA25E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DC4C60-745C-A950-3100-AEE4A95586A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C64DD2-0382-8F86-1D85-86785CE1899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DA6B17-6845-B51B-4108-A7F7762E328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EB50F1-B19F-DFEC-85B6-A8A6DF60AD9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3307A8-20B7-B44D-53D3-DDC37D3E1F1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CCFBBD-94EF-1C2B-A789-DE1C955B40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21C45C-C168-25E7-0A02-67445F5EF1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5DFB92-40B4-8BB8-C45E-B93E8FAF88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4B4883-7D87-157C-13F2-F2FF248CE5C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A65DF-E9BC-18E5-EF52-927D3527012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B84CD5-223D-D291-5679-850D8D61A32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040061-60D0-4957-20AA-13DBD21661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7C9AB3-B904-7104-47D6-DE997E28B41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F523C-D442-045B-334D-8A069CD30A8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C2C946-2C66-3564-8C07-D59330AC6C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94356C-4477-9897-323F-7B0A889042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A55C29-BD7A-5FCB-3EFC-256AC8E2F8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B2A0DE-A4F7-EB81-7FEF-7D3D71F1A1C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C9592B-801C-3FEA-BB34-AE9C327F49B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FB1664-5BA0-2441-81E8-EDE64DE16F7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A4585C-0319-D4F4-6ED0-A4C046C836F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771288-3819-E1A1-B33F-221359AD86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5A2FF6-7BC9-B595-DE53-E297E28F25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58A33D-1C5D-44DC-FB91-EC4FF0A74EB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D9FCAC-4DF9-51BC-1C07-4902438E510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627B1-DF19-5C15-7194-B28D62ED110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6E138-2FEA-25F0-2743-2F009F8CF74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3C1542-5436-1954-FEFE-3B6A244BC1F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B089F2-D8E4-F915-60BF-290C9CB962A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C5D506-7207-68A7-BEC8-5BD080CD41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782A3D-C7C7-4208-F4DA-2AC10ADAC1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64E7C8-CC73-D630-69C4-8811B7D8FA4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62038-BF6B-26B7-CF0A-96744969663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D673C-777B-6AD9-48F9-AB586ED4D2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693BD-F139-5860-55A0-AB341A89B4A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C05F62-F9E0-144C-C4E9-82A8C01A47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96614-F0E3-BE39-1BD7-710667953C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0FAF29-04B3-68F0-0818-64F10C6C87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31AA94-39D7-DB8E-1D90-ABE773877A0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2DB029-9E59-D16B-5478-D2AA071F70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79117C-3C03-6157-B97E-2A9AF71E91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9799F9-46A8-7E92-60E0-B6497BEF70D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0C3AE4-2865-55D6-1D77-83D1C1B99FF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C672C5-B3A5-07EE-9C47-C96C0DB0166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A7DC3E-E9B1-6B88-7FC1-FFF05BACDB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C3AEF6-15A4-0CF2-E76A-151582F69C6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B6FEDB-AD73-FAC7-F3D7-D34174919F5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EB3306-74CB-A361-4596-F1CA8BD8DB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2F06B0-13F5-4046-4184-20EB4251E2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F16CDE-7079-A14D-75D1-A9C316F98FA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C6860-351D-FFC2-BB79-833581868D1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8B767A-B194-4912-65C1-2C9A360081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93C346-9532-BC49-72F9-084E1E6A1C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ABBB89-7189-EEA8-C54D-E3224FD26DE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10650E-8C60-2967-FB59-6A5F9F5ABB5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E3F00F-EDA0-3FE3-013E-67A0D8531D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188527-1DF6-4CBF-C10B-67D7F4C91A7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C20F09-5EC8-1BC8-9C4E-859897884C3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4F5539-8407-03E3-86AB-638B5F50AFC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723A99-C855-03E5-8ACD-7431CAF7E3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040F19-ACEF-7905-6730-43ECCDFE634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DB028A-6F57-AF94-3737-4A3ADA5A2C3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9D4588-275F-DB68-15DA-42C65CBE56C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A47A63-B0F8-9196-6E73-5A5EACF8B2E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</p:spTree>
    <p:extLst>
      <p:ext uri="{BB962C8B-B14F-4D97-AF65-F5344CB8AC3E}">
        <p14:creationId xmlns:p14="http://schemas.microsoft.com/office/powerpoint/2010/main" val="3309154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7AA-3057-9891-C45B-2A1BE8BD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4EFDE0-7D96-89C2-63BB-7B9F346964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[22 in 5] -&gt; [9 in 3]. That eliminates the 9 in Row 6. -&gt; [4 in 2], which must be 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6C3451-2E1D-808A-A780-79606EC8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4D66EB-6D05-0161-3B07-AAF6BF438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E3D05D-6C32-9EE8-7D6B-916693885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AD008F-D097-4975-876A-98AA8CBDD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2B72D1-2504-D881-9F2D-99DE90C3F6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DE314-A2EC-C309-F726-84F0EB112C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EB193F-1E59-0073-B272-9B2D6A3109A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50406-3D0F-EC19-E37C-4A6552A095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CDB343-9EB4-75DA-B33E-25E456D46E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133D3-9766-4A4A-8E15-A828858984A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AE714-A438-F97C-11DF-5BBD5ED5EA2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DD41D-B29B-CDA5-180A-87468957775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673C9-C265-10D5-A361-F6102182CB2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ADDA88-6F8F-4874-CAEB-55BC3505CE2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6DE1BC-6947-F80D-1BB1-7FD1D6BB89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F96CF-9F71-11A0-C08E-D1E94E6D0C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A5405-3F20-C49C-AF59-3617CF1A46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D6DCA4-0D8E-6DD2-14C2-24ED384220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66973A-F01E-E202-9A23-6344D57F404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DB1848-FED1-9B7E-DBC7-C53A6EC9551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D60794-333B-4CC1-2856-5B59CF4BD87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E29CE5-9E0E-AA1A-65B0-3FE10EE2A69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4A50F-869A-6C51-93F9-80189A678D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C95FB4-E3F5-9480-AB0F-FC2F4DDFAE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815ABC-A06F-BB10-DB6A-22CD4A0022F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5BA16B-A428-0E51-B56B-3135FCC7DD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638CCF-88FF-DFC7-CF28-C50043611B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C5F57F-E6B2-AF92-9E87-1E1008B8DE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1F64DB-F852-1F8E-F01E-30B74010BB3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181FD1-5DD2-8359-3846-F43F5DB7D28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178A72-080B-848C-1DCA-193FF98323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8DF026-58A4-9D47-A6C2-A5B9262899F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7CEB01-8EB9-6A3D-9D1C-5883D4D6835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7EE852-74C2-4CDE-34EF-050E0CC92B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C3CC8F-9A79-5B99-5421-33F4D61AC3B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A656FA-74B2-A0E8-CF5E-020A6A866A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5AFF7B-AFED-2B67-1220-77C37CA9C7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F0433A-1B27-5726-4EE4-5510583380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30EB3-7CD6-9A1E-E758-1ECDF4BC23A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22571-95C2-4297-0B89-913575DC581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62AA14-70A2-7DE1-5C20-E25C53183B5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FE01D9-9D24-4B95-EBFE-416A80AFEDA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0669DE-5859-AE26-17A2-D5243B61A5F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2B7CAC-23C6-E855-54B4-9A0694A2C4B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BE7F7D-32D0-F219-31A3-3F3CBA15193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EECC82-6E9C-3E50-EB27-1ABF4FC8FC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D99C33-95D7-4716-62AD-4882B9BED3E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13C11-4D84-0163-D167-D2B67B385EE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875BA6-2E3A-C358-AD28-3347390E68B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6E0D27-423A-7FA7-B06D-965FEEB756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7A32C4-4785-0231-62F7-46DCDA85C3A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F61AC9-5E5E-7B3A-F947-2706AF5EA79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A51B6D-7791-05E7-CFEA-47D6B33A264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3C822E-464F-C576-764B-84D3DF2DC3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1BA2A0-5D6E-D0FF-46B0-77E76A3B9C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E503D5-0446-CCC5-626D-10F0D514A5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2F7F42-8C00-470A-A887-D4FDB2984EA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75351F-A5FE-030D-22F9-5A00D36AEA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90F9D6-6C23-DFA1-8C3F-62F269EA1CA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D29BDD-2A31-79A2-A496-770E4B63A9B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0E638B-38E2-9C3F-7CB2-C8DFA0B265E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3C622C-13DB-0EBE-32F0-4DD3599384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86A2E-FA99-944D-5762-080E3F043F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A80855-D7E7-416B-C806-E2A2355A76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58A360-5A63-D888-9041-B3869681E70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092C26-67F8-7740-ABDB-09CD83B182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5FCFCC-3F32-29FF-D438-09F0FDE6141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8D7792-F408-92A6-B0D4-BCA6A9733BB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142C4F-8AA9-F0CA-6E4B-FA0C91344C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D5D48E-715F-A984-CF04-31C51161CCF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324700-9798-48AC-1A11-2473BE051BD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AACA6E-F62A-26A2-D471-16665D7A1A7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F13AD0-B6C9-5A3F-9B0C-F961B0FC1C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D99A85-EC29-0211-002A-6E73D46A80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45D621-F279-5CF4-58A0-59245B22C3E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A5F3D1-6D7E-BB19-F23F-ED4A29B19B2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7EC257B-DF8A-EE79-12EC-A126CFCCCA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0191EE5-C870-0AC7-7B49-04F2D7324B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87C85BE-F8A4-F05E-FE07-46C9F260C0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609050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A388-AF31-A1AD-02D6-E5A09AA9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68CB35-6700-6A9C-ACA4-2C9719873F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78B433-DD6F-5D93-AB7B-5294E3D86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2F0C86-4F7E-C097-5A08-8C80FCD07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1D78E6-463B-757F-C34E-D04364BD1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57A065-C918-8FCE-D0FB-EEA4EDA33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3275BD-81EA-ABCD-991F-A21FB97ECCD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A579B-98E9-CF5A-24CC-4DC04027418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7109C-DEC9-9276-453A-1E0EFAFA3C9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22AB7-EC80-16F9-EFE3-DC5E838D3B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FDAA5B-44B3-A35C-F627-747A442CDD9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20885-60F2-409F-5572-4B0B8447CB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FFF94A-43F2-B0E1-198E-E885102AD3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C646D-93AA-6251-4FFF-8CECD571F45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EB7FA-E23E-B7D4-E8AB-AD0036381CE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9D14B7-FB6C-8256-933A-D5AA0D8422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3C33A-D087-606C-AA62-3C1E2E56CF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B6EBBE-7E3E-A5C3-5121-EA3B0031EEC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F2C055-E956-1CB0-80F9-1DA1F63174C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1454A3-BC25-42E6-B05F-B217F749F09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64A61D-46EE-A0F5-9496-D0F72744C8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FF175C-11A9-EDB7-59DE-1FCD8AEE5A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7987D4-35F0-98FC-64F1-B10BB5C0E05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DC9A83-AF44-81DB-5B2C-3CC4013054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E05E07-7156-6699-9462-0420950107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BFFEE-9799-51A3-D35C-59166F7D0E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9CF996-A2E2-F31B-3BBF-C39883DBEC4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3BB69-1C1D-48EE-53DF-5A053B195F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583DA-92BD-2CD1-CEDF-C6C4F495AD0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F9B499-0DB4-6F0A-1382-3E86BDD098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B47BEC-8B78-0915-A8C5-F23432EF5B3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99DA1C-CEDA-04E8-8E85-7AE1371EE69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F40F66-2EA2-575A-A059-7E2CAF8DCF4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C2D778-0263-84D5-10E5-815B9F3DAD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EC158B-A694-BD76-7D0C-D20756032D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1EF22D-A00A-2ABD-563A-015EA14F81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B46599-6540-B153-E08B-F0E865A49AC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491BE3-65B1-80A0-FEF5-AA2B375A1A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173FE4-2D05-E0D5-9CC0-6184F136AF5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8E4648-9F5E-71EE-C086-72EFEED00E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6DFF8B-1080-F506-9B09-EF6D072C11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B686E-2353-37A5-61EC-FD34181B485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035D6A-869E-EEEE-C7BA-C97EC9D92CA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22DA42-EC7C-1AFE-9954-8D09B8E52EB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B8ABA6-040F-A571-3B3C-6858C1268C3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3D5A64-2499-279A-C98F-ED9BA39AA70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08251E-0C6B-3817-B185-FD047EA3071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9BD757-AB60-6F76-305A-756B1EF77B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EEC6C-9D9B-9C2E-4E69-0483D8D4672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E30577-ECB0-E80A-20B7-5BF11926565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152BA-DA55-872E-B5F5-4396036814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5A9455-A397-AE39-9D53-765EA644CD3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9BA462-D500-7958-CB92-1DA5F2BCE8A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7A815F-3891-7ED2-9B21-1137795693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A9A445-DB0D-EF36-F621-BB0412C0E3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F6FF2E-17AB-6472-1C5B-EE44694F0CD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FC9664-6823-991A-EBAB-27844E067B9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600E8D-0434-EFA3-09E4-CD50AB17B2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0C3E23-6D30-0093-B175-3E475E3F7B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F63D35-0AC9-C013-3BCC-8F634A2D722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115B5F-408D-90CF-E317-2E5C70D227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0FECF1-3CC7-C398-C901-D544A52F412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DFB2E8-7C0B-5929-DE69-DCA72BBC4AF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7A36A-83E3-D4B9-0BA4-BCA03922A4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4FCC6-51FB-384B-52DA-6B18D160590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941730-ECBD-265A-E686-9FAFCF481D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DEC884-3124-39FC-5FDD-920D4C8587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8F5184-5D6D-6C0A-0F01-D1EAABD791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2DA5BB-F250-C7B9-8201-54C8920E09D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98E9D9-009F-1508-8CBE-555E80785F9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0DE14C-4C5F-2409-5488-78684CEC805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ABDC544-E4D6-0248-708A-46725300EEB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E2F911-FA44-F9D7-BCA7-53EC8BBEE4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97DC9E-2171-5339-9AE4-6FCE7ED5FF6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E2D56A-6C70-D745-3AF3-EF4026B2B9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C3BDBD-6EC8-D53D-F16C-CA04F9B3F5D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3199D9-5E69-1B4E-FEF6-9279DB02DE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45EDC9-E03C-4D4D-12E2-DB90CEF465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D89AA55-DE1C-2DFA-1ACC-7C1B80B7A7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F771E8-0DE6-CE80-EBD7-511D2BA5581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B48809-6B1C-A361-804A-99900AF3FCE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22275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9105-EDD1-C9A3-D2C1-DD0767D6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C5B7AF-3E80-A96B-7DFA-4240FB59D3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2AB8FF-93A4-467C-E05B-6C6A17C6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F4D9D4-A5F5-D1CE-68C6-8D12BDF4A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FEEB34-E276-A340-2C34-8E4DC6062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721F3F-9D7B-E19C-CD89-FE1063857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FCA3B0-0C45-21D9-5325-D9D9457BD86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B15B3-897C-0966-C584-92560FCE898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45FE1-DE53-DE97-EC5C-9AAA0B8730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53765-700D-FAA3-44AB-80A2C9B78F8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7EFBD-891B-EC9D-FD2C-21A046C098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62510B-A48C-B77C-26C3-4593F4EECC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E2EDC-5B23-4CBA-D668-1862AC2BB41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1102E1-674A-1B26-CD12-5FC6CFFF549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BECE13-F97E-7B5E-B429-D63D2F6791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5B748-AC64-66F5-26CC-102F73C1B5B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5B98E9-D331-9D7A-40E7-142B985BA7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4D697-7CFC-5238-0FBD-F0FB8D42FC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232279-8904-A95C-2D38-65CDA912CD2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9AAAD0-1DD7-3F6E-0E5C-208FBB021F2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D39B57-93CB-393D-81D9-C38C4DF6F3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2865B4-5908-5B6D-579A-618380CD5C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9DC02-00A0-5583-0602-49A5CDCF76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CC4136-646C-3735-FD8B-9EB52ECCC1B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5A6841-407C-DD68-6C05-CBDF4BA05B3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1C716-5815-BBFA-E783-F795D62CE6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1C0A60-F5BC-2368-8F2D-1334A561834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994A24-82B3-D002-BBC8-6F5369BC38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7ECCB6-4155-07ED-FD05-F16049F84F3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1283E1-FBAD-5C5B-F812-E54A04FE8D9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4F345B-2D9B-C23F-1083-865EF9B60D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7BE018-9F13-9FDB-DE9F-28D24C121B9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6DB8C6-F015-078D-574F-8BC831FF9E1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C825DF-82F0-BE14-4E2E-E2DAAE5B88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6FA372-0E61-B501-1778-A6A7D9D9C0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3C13E8-6D20-B0AF-EA4D-B969E851A89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D8A55B-17BC-284C-3883-45BDA1BB79E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C08046-148A-79CD-B8E3-8E0A061497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AFB36F-B334-0B54-2040-30B0FD739EC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A47AD5-EE0E-316F-C811-39680A9934E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0BF48-C88D-9A5E-73C3-77959753A3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D4EEC-002C-655F-5FFF-BDEE3624C12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8E1D1C-8883-079A-DAC7-D4B2403EA04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9A3E7C-B0AE-882C-F928-78A90DF6CB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49795B-8630-C74F-3B05-3E224E87C2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59E0F9-BDAD-4B02-166C-3457E746E19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35CF3C-C01D-8E34-F245-946D3F34FAD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8F4933-F471-1B71-C066-A555EA4174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09D8EA-72EC-CFF4-2A27-325B2FF4CE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38CA1-8364-9E26-B0D5-E2A93F44E1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B707E6-13F9-301C-9D48-21998D1EC9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2CDBA3-630E-8568-3F54-37C36B73AC4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1592BC-7946-7928-F6E5-13C9B5D28C8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F1E75C-71B8-5775-2467-A44C7B1FA78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E41C3F-2B2F-C7B3-4E62-968E02410FF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2BCE4B-1E2A-11B1-C71F-6574C5A4D6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0C4C4C-D350-2017-FF90-7AC12C35022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86DC88-BE88-6AEA-82EB-1D1B00DA77A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6B1C59-C723-A9EC-9C18-61F6004131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8E3A81-3F00-ECB9-909C-9241D854EFF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AF47FB-999A-6668-ADB3-72F9123E7B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CE4044-5449-C1B5-3470-5ED6EA4827A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F410C-4865-8BDA-E7CB-7CB6919C73F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951740-63E4-37DF-7E83-87F26EA2347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EF7B89-B8A7-43BD-A599-BA22A0C88F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52738-988B-ECB1-DF30-540DC2DED59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0AC775-6BDA-B633-A967-BA42874E13D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3E0C09-189D-BB39-2F5B-AF5B004DB4E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BDA73C-2499-080B-F4B2-F587BB6E20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CFC607-8518-2FC1-B75D-3EFA549D191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D49828-5327-8943-93F2-4A6F2C09C17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A2A892-0110-7964-D49E-CA0AD1B2F63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2AB9DF-11FD-3CEE-8590-585C63F7D6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0423E7-3AA4-A0B2-2CD4-BA3CDA45B0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2816C50-FC7B-958A-E8A7-E4AD4269D54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2CC42C-3AE7-E416-E55C-CAC4267BC7F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A95803-7C06-9A64-2AD0-5ACC565266B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4C3699-119F-17A9-AF51-38C1A9070DD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41EDF5-FAAC-1A27-B41D-371E5AD072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EECBD4-8A30-F5B9-24E0-EFC5BF9F5E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6C2056-7740-6966-7549-C7904C7816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4809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46C-CE61-28CB-9494-8215BADE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E3F6D-F42F-4BCE-75AE-511D321A65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04B65D-2F7F-91B1-1B90-A2D7B26B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85DF09-0497-B278-455B-256E65850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80A314-BD2E-D293-0006-77421229C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A4318C9-3C9A-10C6-06B7-FFDC85FA6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4FBEBB-3120-1C63-2514-B97AD6FD20B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4AC8B-0B6D-66BE-F0C5-A89DFA5FA35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854C5-2BEB-FA13-58EB-316581867B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05EDB-1FE2-1D4A-C69C-F4B129F85B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CEBC06-DA7A-95F2-76A5-649CD81253C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DFC1D6-A00F-577F-B340-5C8FFDCDA4D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50120-9EFF-6137-AB8B-D0904A6BBFE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86722-9BDC-FC5C-3CBC-2F54300B03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B4465-A408-4540-EF73-37583B37E6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02FC22-A8E2-5502-F982-E4D296E471C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20FB12-F19A-F6A2-D29F-3E6DC60F299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0918CE-7D37-C2C5-336F-7EEB170EA03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3D5A19-E80F-10DD-C856-ADBEBC07D2F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76AEF9-4DFF-DB54-AE4B-A7120E53A4A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9FE395-3CEA-B055-171F-B30CD93FA51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F4EEB6-86D7-FC12-89BA-EE74976CCF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0D39B2-716F-800E-2916-0EA41E4083F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88115C-0182-BCAB-55BC-20034EC897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5D4E81-33F6-8DFE-B7CD-1155DEA1864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A34F5-B25B-DDA3-5D75-C6FCEF6F32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10E438-104E-233E-ECC2-10002150C90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96B8A3-00A5-9F95-6B15-0BB8C0DF28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4FBB8E-5118-E946-9FF0-24FE9F4759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6D020D-2CE0-02A7-433D-72042C9089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74A3A0-02AF-EDF2-20B3-C37CBE64E9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C174A0-3A92-0825-A24B-25B76B8A482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CAFECF-919D-AFFD-0811-2EB97B4C4F1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332B83-5AFC-FCD4-2A36-EFD156A78C8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056761-BCF4-4DF1-89D1-C8F7AC7CF25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D6641-74D9-8EEB-8518-F429F9C6439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5852AB-38D6-581F-8F7D-C1C482E22F3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C86A7A-135A-3B89-EC6E-749455DD12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5C41CE-5FBD-6C52-EBEC-B2786ED2229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3AF40D-45D2-9581-5801-7B82693458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513DF2-C70E-4003-453A-CAF811B344D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3D9F5-156A-A16D-57E0-19BA432C2C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7DA97E-49DC-4D6B-371A-2C70AA42293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9C62D6-0E89-9B1F-EF95-45BC33F798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E163E9-78FD-18F4-02A1-E8957BBC83F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B93B97-EFD1-06F1-B418-766B7509CC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926C3F-23F1-C3D4-BF00-19BCF795C3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A0989E-FE1B-10A6-22BB-CEFFBAD19A8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8DC75-0300-89E0-8666-345EC3E8BE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E4670-B64A-F0DF-BE3A-2FAE5C9E77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C1AA93-62ED-0678-171D-E6CDE1684A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3B6ED1-36BC-1140-A4F8-2C7EBD76A41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E02C80-E44C-A78C-1F09-442CF56754A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4298C4-4A90-D500-97B0-FF4E5FCFF8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C798C2-7569-F4AA-FEC4-CEECD3C1083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6CD8EB-D755-9555-AE4A-5FECE9BFDE9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4BDA23-2AAF-42AF-5D10-CEC4A68AB81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F03F16-2FBC-551D-9695-36BADEE1538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0EC8F0-E0C2-1391-BA78-334806AAAB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21C53-9612-96A2-9073-ABABA0D658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E18EC3-2A56-EC6B-65EF-92FEBD5732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146DD7-03F7-B072-1693-98D9160ABFC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67E71C-E386-065C-BF43-B111F2F3A5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1E5CE-DEC0-2F16-A465-AB16C26AE7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8D42E-66D0-37A1-5687-1DD536AB9F1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7E2344-CDC4-DB56-9C9E-750A1F3B54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4ABD23-E6E7-A62C-7628-64E929A982D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936357-425A-138B-6339-62EBF27FCE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EF1BF1-939A-2BC9-6170-2F82670A0A6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0C7204-AC22-357F-46E2-005343FCE48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44F5D0-D8D9-23BF-A32E-27A8A46730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CD1811-74E4-3DD2-64B4-66E86A4B34A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CD5229-D682-0B51-0E64-0DAA1D9DF51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54C0A2-AB11-E8BD-3409-E0B41AA4F41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FA214C-B015-5FE0-10CA-7F84D5FCFC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6DD917-41A7-E64B-F0B5-E965881366B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072550-3799-5064-9B98-2B8F2DC6B8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394C42-5CF0-209F-16AD-6DE28FFC1D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C605AC-639D-5A2D-5768-F762C08900D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BB76F6-654B-F0EB-313C-E2A661BA411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C80410-5246-3503-D9B3-5638A10E8F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014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E798-03E9-4492-A767-116D22D2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1D62B2-21A9-1911-F4E1-FE0002D3D6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8AFAB2-5E62-1884-418A-FC12D7680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7BFE8A-BABB-1894-B7B9-B4325E95E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69897E-6AD2-8FB8-9151-904A96ACC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52DECB-474D-85C4-284F-C812C5A10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207C6B-BBA1-32DF-B8CD-A568E74526C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A461C-2716-D5AF-F19F-FCDA4DD492A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E175A-E81C-8441-72AB-31C73F0BF8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6549A2-8AB8-06CF-A5CE-2D31C7D1A91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56E92-7C7A-2485-D403-4B0C49C360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0BC8C-8B39-A0B4-02B1-5000F63DA4D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1A7BB-B20F-3905-F373-99840C2FA6A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41F81-9B01-275F-8648-06367069118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E7CC08-B7BE-D6EA-6912-3C31B68C73C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19D49C-52A3-DA32-8905-8752409C9D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F9181-FE3C-3B2B-2880-7CEE6DE4322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7C01C0-49D0-0262-5B67-A7088CD228A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3ABFA0-711D-CFF1-5545-81BCEDED474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9EF4E3-DAC8-F3F7-BF4B-7DEC2C2C82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639AE6-EBBC-C69B-8212-90575B6983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A28BE7-66D0-CB3B-474B-758432E43C9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862177-EEBA-7A4F-0E89-FC9427641F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CBBFE9-17E8-C7B7-F12F-41038C2606B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0520BC-ACF6-5A59-9FE4-F56BEA0F541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7A4F4-5022-A72A-CD25-C808E16523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550BFE-2D25-3CD6-E94F-DA4E9D1690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14ECC0-2E3D-E1F0-CC18-75803242A62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FC1BCE-4564-16D2-AF25-03430ED6072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2463E7-D492-314D-E519-E579CB3F9C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AA0B5-81CD-F2FF-A21C-47036D1EA07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241501-27BF-9B5E-E31F-E3B724CC08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F4F038-27E0-E038-5A03-553C1FC5328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E6A7A2-6EDB-75DD-E8BE-24044A87A2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C308F5-FC25-628B-4316-9E7EB66B245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404879-1E16-E695-2027-486192BD12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7C2B11-64A5-B528-4696-753B4F8C08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4F1CFA-3F8A-6658-5E2D-D89E5EEF98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02957B-3F7C-8DC5-729D-BA8EF86E64F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688575-9A9D-02F4-8E59-FA96821B9A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56B648-AD2D-554B-80DE-770BBA9033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3CCF6-040D-5DCC-B106-A5D39C0B43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1B9403-60B4-B5D2-700F-7876CB3269C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BBFC4C-E533-FB5E-FDEB-FD6B6F0BE0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3AAC0A-9491-9B64-5039-9865538AB5F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9CBA20-125D-AA19-17A4-BA9B6CA369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9C7011-53F3-D11F-83A9-6F53B7A830A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ED8908-7499-93E4-FD59-64B0A712E9B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463CE-E1F9-8902-6CCC-910064C33B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A32901-38D1-B3B8-245D-9C0CBC37672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B2E4DC-EA72-BA98-B4CC-5B55D2F0412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40FCFF-956B-C356-931D-99EF7F8CF9D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EB349F-B79E-258C-6651-157364F148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9AB8EF-3D29-1D91-8D2E-DF84B339ED5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1F11D7-80AB-3551-7835-A1C3BCFD40A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4144A4-F207-79EC-60B7-8C33B44BBBC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2E78DA-08D4-F4D0-F096-E01018C3D49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4D0CAE-90CC-1735-F8B4-321945B25C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4C9892-65CB-8D73-5A2E-10C5B9A305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06F2CC-C77E-89E9-CEDD-BDF6E386422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0FAE88-F625-5945-829A-C5A11B3511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74C44-DA4F-FCEB-D4CC-594C0F6B9F3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DD0A0B-8FCE-3391-6A47-EE2441F550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4AE584-84A5-8EBD-F73F-98B13B4C13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99AF7B-AA00-C774-911B-1671621C039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695BFD-DA0E-F02D-6324-835DC7ADC4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77F74A-CDDA-7882-D2D3-579362EFA3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1CD991-D96C-2D76-0F9C-2F75A07E95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538F78-2507-323B-8348-3B17D4AB96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C37852-D172-14AB-C2FE-5532D3F36C5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95E01F-7919-C08F-B42B-E14CB0A28B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25E8A2-EA16-BB27-4D92-AC59F3A6BB2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964921-6A02-4B7A-3CC2-64D4C81C671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2370BC-9E3A-FDD5-28CE-95CFC453F6F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2AE742-CAF0-CC07-CC06-C95CD1EC7C7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7CB05E-81D5-F76C-EEC4-0F371BDC623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F76294-9741-432E-086D-DEA1246B391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D5226C-9904-9808-A464-BA022A1559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EA63CE-FCDB-D7ED-C7F0-16CF953F9D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A4E39B-0E3D-0BE4-208E-214B580F968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33CAD8-7EE8-F4B8-8A32-0A9A2B68C9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281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466E-7925-9D60-1AD3-FDE6B1B9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939100-83B3-03EE-7A83-FDACD6C5E9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D62958-EC54-9B91-3690-946CC7837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D7780E-A629-5D62-39B0-02B60A625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C97E3A-D793-9CA4-828E-0C76C6A63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78B3EF-63B4-5377-F815-F642B42EA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25A4C3-DFA3-0D53-3CBC-08208A9B90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51862-7134-F65D-7A46-0BAD9608D1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EB543-F4C8-D5E5-5A62-CB7F50C951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F6F5F-050F-D454-52B0-852FB37EE6E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2C713-A333-97C3-1F55-5430BD15AA5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575E7-6E26-D375-6DBF-D593963031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B9B48-4C32-2CBB-39F2-8E662E5424F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12172-9DC2-EB48-390A-A8F5EF5DA0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D2062-49BA-3BDE-75DD-03D54D8154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4D4CD8-696A-A96F-6B79-6049C267A42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2582F-91E6-5B06-C699-2EBA1AB319A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C569F0-BBB6-142C-13F1-7BDFBD8EDC3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6D19A2-10AC-7EF9-848D-26DAF1EB6A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3063DF-C0D3-C57E-FF3C-C111BC98FD1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6A0BF5-78FB-513F-6263-CEFA76EDA2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0FFCC1-CB16-5F4F-4856-91DE18712D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34EA50-AB43-9A51-01D7-376FAFAE7F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CB10F7-3A57-81EF-6477-7BED5D153A7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E8F596-9262-AFF6-D2B1-56BCDE10905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B3937-576E-9B9E-2CAF-15E64FE045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F021CF-FFC1-3602-FF9C-5C14E903815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988C7E-CDF3-35DF-0AFE-D15D7A3364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7DB6EE-E2CA-D470-FCB9-A8134881A6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5D3B5-868F-6F99-2003-CCDF9CAE762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F16554-D320-4855-C22C-5BF3AC3F23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1A29A0-7771-593E-86E8-3C97EA86CEC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523A41-24A2-6178-2AE4-EB5ECEC123E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54DD35-9CAA-34BE-DA5F-C43E7B7A6BF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FCCBB2-E6A7-DB36-D5E9-AD733110EBC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EE5A1B-D8AB-9639-EAC4-7F20157F5B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FA7F1F-ABFD-DA7A-883B-B78A63B1FE5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A1A391-5A9B-48B9-D4FD-6753308A753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8E46A9-F3AD-9510-74A6-200225AD5B1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E41907-4952-CEB4-D19B-E2E84A32116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9403AC-3AA4-CC11-44E2-0B30D7EA462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745B8-6B82-01CD-21ED-4F979A98347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33C0B-E7E8-A041-6426-12EBCA43BC6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1EF05E-72C1-194F-B4DB-AE5BE502BF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E453-6D75-F328-8956-91F4115F612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24D1DD-67FA-957B-3CCB-6990D6C363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BA7B8D-0DA3-6DF3-61B4-006009ECD6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49206-D12E-3772-C154-7663F32295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4F48D-8026-97E1-8E3E-78143AF5DC6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3407FF-A1FF-E62F-4FC2-0CDA74CAAA3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E29419-A69B-0B88-8D9C-A8F517E45D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3CD3E4-C3D4-ECC5-AAF8-5481EDDAEF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20C6EA-BF58-4409-84B5-4F23463730F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AAB718-81EF-A884-FE0B-BD9E3B6D635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E496A7-6FE5-A252-39B6-2FC7DAB8279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84DCEF-D91D-0E15-A3A7-748A40AD6A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CC026E-EA04-AF61-B70A-1252385B962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C687CC-3EBA-4002-4A11-3A1C7B705E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3A15A2-880F-28D5-0DBC-CA3BF8A4BE6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531F89-3E14-49E5-E4BD-E7EBD6A2744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F99EAB-3FD0-20A5-8C25-EE586E76AD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F687E-4599-7664-25F1-60507B0DC76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22BF4C-0D22-4DF5-571E-F1A5F5990A8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A3933B-9D98-A24C-5BFB-60A75EC964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49AB3-F855-5F74-0785-BD7EEA99F8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B6B890-03FF-257E-99CD-4089BCE857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7C7898-5352-93BA-DF7F-F6DB134B058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65EAA2-15E9-076D-8468-3842860F5B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F9A6DD-5B34-32FE-DDEC-362CB86D322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6DEFE9-B8A1-134B-FD81-C677A322E2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BBCC37-47ED-C481-EEC9-608A1410FB1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56D14AA-630A-DE6D-3733-1D6753DDCB9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59821C-69BB-E148-9B29-09E33DE0924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9B0F1D3-A798-82DD-E161-202323EE2F7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5DAFF9-9A5C-E4A8-2658-E41810BD713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FBA15D-35AE-92B1-D3C4-987937D72FE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4904C5-95DD-0543-E163-7C8CBCA9D4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E13E22-F045-FA22-31BA-174450746F4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8AE38F-5381-59A4-3F9B-1816D68C04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DF6E3E-CC65-25DB-62FC-6DAB9C39BCC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84B175-B8FE-E051-6AC2-2647C9899FB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41072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8BDE-B1C5-4416-2E90-2721334D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E8CAF8-47EB-BC66-9AD6-2513E0DEA3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right block, 1 is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D1915F-C37F-2BD8-9B10-1EA5492FD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50C693-DC8A-6382-C0D8-DEB4F0654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6E4F46-8EC9-2CA1-DF3E-A12E400EF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62A918-77A2-C82C-0FF8-3B179DEF2E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6E65A-BD62-C922-6968-26D030E2A4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DD0C6-E8C4-4D53-71D6-70B6A80E728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96DC3-5E90-B60A-43EC-8D0DD2EFEB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FE0AD-A3C7-987F-9C99-187A44D3EDA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A1897-1F46-C3DB-7DD0-0E14BE988D0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FB5D1-17F4-4E19-3B77-4B58ABCF90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4F361-3829-A16D-BA79-7C50AA99C99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AD85A-567E-0064-E9D7-1819CF1E9C6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2452C6-BF90-7424-5518-3884D109B72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E1B05-508F-0583-5D8E-45C61E35569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1558E5-8BA9-BA60-DF8D-D73D63F1EBF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EB05F6-C01D-85CE-99B4-DAD676DB791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7B2343-6533-68F5-08FD-FE29FFFADC8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727EF7-83D0-158B-7A77-D4EA17496E0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67E38F-1631-AADA-26CC-4405822A640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33D19D-9B5F-320D-B63F-A731CA659D7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31B6D3-B0C1-8BEC-70C3-CABA36A7B26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42ADB4-423B-3889-D563-008ABB0322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D04BA9-E232-946D-D858-DD7AFE12F56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F89A4-9A40-0D2C-B4B1-B33467F9FB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362B81-31D2-384C-55CF-A978497397B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FA8C14-4516-43F9-DB69-F2067311513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B46662-4A4E-46FC-1867-8C2481D69A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8F12A4-5675-B924-E115-69F737473EE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1B5BE4-28D5-BBC3-4279-69E557AFD5E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BD7F31-A07F-407C-15BC-EA9D5404ADF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AC7E4E-2963-7341-43D5-F2652F98522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284AF5-31E6-5763-A2AA-3BE5BA1550D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A42496-5ABD-F65E-8551-3C0EC667C2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E9AA6A-0208-DDA9-FC49-D262F0DA38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0103ED-3325-54F9-479E-C8196612E75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BFDBD4-E181-5206-B7AA-C1D1C88826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9E54B8-42E9-65B0-BD19-C5FF4372C1F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F77748-2363-6989-8EFB-352B2600C1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DB65AB-0ABE-4E8C-DB4D-71C75C06FE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C18EA-E13F-4E96-AECB-84541AFAA4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333528-DBB5-3CA8-ED78-2D87408128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C5B55C-1224-1C0B-156A-9AFA769602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773523-47AC-3E7E-FC5A-9397ACAADEE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189DB-BDDE-42D6-FC43-AAF0AAB9BE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D3439C-BCEB-FB73-4C94-5EC34991CE7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C2BD-D9EC-F978-6E74-2945796415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9D8AD-59F1-E7C3-C20D-438BCBEF6BD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1ABCC8-695B-7D20-7826-0C976E5EE9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E75905-7AD1-3217-F441-ED44E4FACF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15F728-12EE-591D-B162-1E96853FCD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138DEA-E431-2341-7564-B4B07AAF910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772981-7882-C70C-ECD5-0EE154D04F5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151E0E-94CF-8E66-32C6-546D4541801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9608A2-B2D5-DCB4-174B-9D974F62AEF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CBC287-A253-5244-C80C-F653E38858C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BD8011-52A1-ADDB-E580-63C8CF72A68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218A3C-FEB5-D113-AAC8-74F798F13CC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ADE53F-1177-7C69-6FB2-B8A849A8345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C968F1-F6C1-99AD-124C-3177E90288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B741E-00DA-C050-B85D-A8C5CFF0B5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AB408-5097-FB4E-BE5B-96B61B227F0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D051A2-4CEF-89D2-FA5A-72B79839CC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91882-FBB1-9AAA-ABC8-6035FE0730D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C44503-AD8F-9F65-9F74-C54616D074E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C0A10E-5A39-9AF8-AE34-8D8C86902E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45FB45-9AE6-546A-1784-C048BD9947C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546BDC-4BF2-463C-292A-26AA0CFEC1F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F767A5-75FA-602A-EF62-57C34BEEF43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009114-BA63-29D3-F063-B3172F759D9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CD474E-005E-97EA-FCDB-FAED17FB4EE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58CB3F-BE93-AF55-FB83-13A6273F4BB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221DAC-71E9-1360-0E76-024C9B71EAE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9B2493-D055-1672-85D3-E047015C250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5F61AAA-8DB2-91AB-E7EB-5B831ADFCA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D10757-19B6-696F-FD81-BCCDA1845E9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00A84F-15CE-9752-19C7-AFDEB7E8C5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CD2DA9-2382-621F-F1CC-49ECE1B162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AD09FC-BFFC-E46D-FD7D-FE1B00645E1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6CA0C7-D51D-8520-350A-B8BC8CE029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983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CAB7-04A6-7B30-1DDD-033195EF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9563EC-DBD1-AB9C-6F90-1EBFB8DCE6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D93B2C-9ECF-F66E-A557-0EAB5D9C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B8780B-B2E3-4E4A-9DA4-39127F5E0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142B14-C038-98D3-B5BC-7609C541D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B1205B-9C4D-3141-AE7F-A7F50AFA7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B8D177-E2C4-C139-7E14-43232E981A9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309DA-6548-FFA3-2028-924BE7560D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E6CF7-92A2-A7A8-07F0-06898CC633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22C5B-CCAA-F44A-504E-AB3895D18E7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8D7AF-CC78-8E72-4E5B-CEC2456637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29D26E-CFB5-B71B-FB3B-C322D6328D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3E7C6-1674-766D-ECBF-E3B200FBAB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6BC80-3185-6125-9A7F-D925CD0AFB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08F6CC-5D9E-7FE9-B00B-00F183DF7A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45D5A7-F06E-0330-A170-E2CA9C804AA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099F42-F29E-8654-8760-7878587EE1D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076AB-506D-61A8-26D6-44AF6895F15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842023-6416-BAEF-1F47-686D9BAFF34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F606E-4424-CDE6-CF18-DBBAE8B77C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F6266B-2D71-945E-AD91-CE092AC931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7AB12B-4FC7-C13E-26BF-FB4E56A4B62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214A0C-23F6-A065-0C2B-2A2519E342A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5C37ED-F78A-95D1-35BA-3CD3D8C7B21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5C074-3C43-AFA5-50C9-4DCF7D74387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FE41C-A7D7-B32B-6C78-7ADFC98B0AA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4CE379-19A5-2416-4439-1F50CCA6FA4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33D788-E275-0C82-4E7C-7E254EDE64A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619EDC-B1F8-E36B-74DA-D89A5DB515E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356863-6E6A-46CF-3AB4-003C3FD2860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692A13-1E70-0123-6CEF-35E342DBAA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768096-5631-7203-8AB0-DEBA8762F1B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84F954-B698-9545-9E04-19DF596FB76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D3D3AA-77B5-56F1-6B68-E8CFCD58122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0588AD-9583-00A1-4359-F08F04B669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73C6AF-4E22-90E1-4FC6-BD02B52A35C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7F6C26-A65F-7D9E-17CC-F8BFB3DDACE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57A392-776A-6303-E49E-E4FFBD05F0E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2B3B7F-6B8A-CAEB-3E68-EB08C77DC8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64A0E7-E857-7897-F5D6-DCC09AFB35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76929B-4277-3478-F0FD-08D7B5E5768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C4240-DB6D-B444-AD3E-09D6E04A89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AC2A8E-916B-B0F9-1B8A-8E4F917F696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DCED70-0EA2-8589-95FE-435AF26CB0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5F0323-5510-9606-F88B-72CC9F7784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96B706-1DC2-785D-2568-EA6E1A7DDE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C9852B-57BC-5E94-00FC-8206FE2AA4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66C95-1816-2AFA-486A-13360EE4E26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5709DC-D37E-514B-5D09-8DF7F1803C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0C59E-875F-498F-0A31-DE7D980E7C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C1268B-AB36-17E2-738F-0F33CE3805E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D7F368-B735-A56B-8545-43F7E40DEDD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3E4966-6716-4182-89C1-5CFB0D04745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50A64B-AB5A-54F9-A192-7252FC2DDB1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DFF94F-4CC2-1DB2-42DF-3358E486CB4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4D589E-1D8D-C744-E00B-20EFDD509F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BECBBE-0B35-D72A-8317-300C1A5EF4B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5A9D21-DA37-DEA9-B64A-7E69EB0B7E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B483C5-CB61-9B20-B3C7-547922927E9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7EC754-5B6A-14BD-AD03-7ED5565A53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F4F1D3-5A0C-D91C-C004-4AA8191E59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1FA3E-5979-83F0-A291-0D132621E61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0AE04-ADB7-3DD5-53EF-D2FCA3F2B65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8AFC6-F640-D4C1-3B4C-30A5D059E0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C8029-DCBD-AA46-2C46-45E497BACA0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B52839-6A25-1A10-E728-2B62945F76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B542A8-B3A0-5A3F-7EBD-5DFD85443F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EC62F-1684-A2BB-A69F-6279FD2C061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172186-7CE4-E0F0-C5F2-54BBBEEDC8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C3CC3E-49A1-0B9C-847C-95659B1876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F00179-5BD2-1FBF-1620-7CF1B7B1CD9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731F5B-8ACC-5C49-0C69-4B91492BBA6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C44D3E-F4AF-9518-6B76-94B956158F4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74BA1E-EA2F-04F1-6B86-ECC2AF08A08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868904-3831-E24B-AFE3-844401C4B17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4D13E0-EBF7-41C2-000A-1986A4B4D4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AE23446-3F4E-7FED-0B3A-BE078C25BBF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702E9D-5700-59E4-F874-7A285C39A35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853BF4-C586-B4AE-95FB-B04BE9A4EE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796FF3-D81A-E340-E4FF-8258672B61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2BE4D7-AE84-AD40-1193-35403B2AEE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44CAA8-473D-3AF1-23F7-512234C0A54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792F6D-7B6A-A918-85E1-458613A43B8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2489</a:t>
            </a:r>
          </a:p>
        </p:txBody>
      </p:sp>
    </p:spTree>
    <p:extLst>
      <p:ext uri="{BB962C8B-B14F-4D97-AF65-F5344CB8AC3E}">
        <p14:creationId xmlns:p14="http://schemas.microsoft.com/office/powerpoint/2010/main" val="2912266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E775-8769-3794-3698-596214AA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5EBE1A-8570-7BD1-E49C-B0EEB59466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3CDE13-4BB4-4353-5B39-1C63243C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C09466-95B6-A14E-7140-93D3239AD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32BB0B-4AA7-1C35-29E9-9666E0B5C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98E5F6-6CF8-5F9A-FF47-3481F3CBF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7BB8F-927A-9C1C-EBFD-BEC11692633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61B75-1E91-0CFD-2822-16CD32A79C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B3175-1112-1060-8E2F-C54425C214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0A53E8-5E44-9B32-2164-A39E544D29D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89AAB-2A0F-6378-94F3-D9AFF92A00D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0271EF-8AF8-B0C0-AEE7-740F7A3DFA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509317-F3D5-3272-CE8D-9C48D8912C0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898AD5-3B5A-D20B-D387-EEE125BA076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713D4F-0C49-BB04-D941-C03AA874DF4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6F3E8-4126-B781-EC0E-51344ECB40A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356D3E-C3CE-86C4-6E6C-86693899755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1A0442-45A1-3D2A-C911-27F41C44D10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ADC259-10C6-8DE6-F325-0AEAB3A7A3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634C3-C27B-6AAD-F1BD-1C4AFB88FCB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CDC10-6239-9079-2E1E-F2B30A506ED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36660-7B08-67CC-7724-306906AE59A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6123CF-CF97-2D54-B9DA-F2A36F1414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4797AF-EDC7-7EA0-FA1B-F852BC880E6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0FC605-FB74-8FDC-4C9A-AD7976F469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EAB61-1BE6-12E7-E61F-24FAE2744A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DDD7AB-E635-DAFC-E099-C1D139D93CA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C2C746-C257-EE30-515B-27BFDC8720B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067EF4-AF1A-1F6A-D6DA-6793BABEC1B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E53B51-29B5-6FED-73B4-1403AF5905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05F23F-2467-B219-AEE9-240EAE146C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2ED8FB-EEDF-F1ED-B7F4-960306D8E28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98DD5D-D9C2-5D9C-5177-D80D4F589A7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7C9C60-EA72-7F89-B11F-6E9B8930D4D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23502E-A257-1A7D-9FBF-CADFD47EF1B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803E97-1E48-5C21-5D90-55B1B91A150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86B34A-4A73-51F6-A7DD-2B7A92E522D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E6248A-3F94-CB8A-EB61-24B5BACFFEB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2EA89-2F83-5FC6-E01C-1778C7A301B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868E72-5EAA-2EC9-59EC-F73220DCB8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06CCE5-B57B-10DF-D433-AD22A3FFD4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D76B1-2E9B-CCC8-C13E-3C0AAB2CE65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2A70F4-D988-D003-E676-095043DEBD3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99D41B-6167-6258-860E-6CF161969BF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2C8D16-F366-6B01-B5CB-B654C8ED41A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954987-A091-A7E8-E834-5DF69145255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A5B151-3AB0-4848-FFAA-43142B678D0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1F95D-A77D-361B-5D68-7EED1FCC2C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917D9-7639-E1A8-B7C0-121E16EB3C4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54301-7B87-4129-3FC8-64014340F4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68BEF8-07E2-4BF7-A520-322BB3A072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EEE0AA-97C6-F409-BDF8-C373E7EAA36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CE167-F40D-942D-FCB8-5FFE727EF09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B8974A-D5FF-135B-3D40-2B08AD46FAC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283F0F-3E40-AF67-2FC1-4C6114DCA1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609DFC-E84F-5B99-95B8-7652A355F34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279247-4A70-7248-7369-9D38743781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459E4B-DF78-1211-0301-04AE11EAE41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1FA013-83F7-873F-9BBC-75FC17E6F53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D636EB-CEF5-52D5-CE43-F04076E9035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5580E3-5E85-572B-610C-D7055F8D36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B289E-AF38-6DB8-0677-5575535610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2BB1E-9CDD-A5A3-4905-29205299C4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8F3EA-47A8-9D98-8298-17AF9B11BF7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5D963-19D3-57D6-E3D8-DC14594829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5037CE-6C50-916E-8DE5-603865178F0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BD365D-E0D1-65A6-48C9-71D5888236E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213783-98A2-42B3-2B21-CFC87E4D4A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D1AA90-C419-0684-D074-561A79E9071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2F458D-9B81-76EC-F765-B5A07812E55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5758B2-13A1-E46C-8060-9140351FEAF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B7ABFF-C576-D711-DBB0-8C9CC70D1FB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A063E9-4182-EB21-D763-79813A39AC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BD841C5-981E-38B8-6125-DA09EE391D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4D8B2D-F30B-73EC-08FD-262BA521C37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3405A4-B92C-366B-95CC-68183CFEB33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FEE8ED-0863-E689-FBFE-98E9AE818D4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196D1-0F66-ECB7-D7D2-72774736148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94C844-D130-20B8-5237-4EDAC3EB9FC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5D4CD9-E597-C3F1-3601-599409227C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ABC677-0A7C-81A1-B32A-55CA82A31A0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3C6B5B-5318-F9EA-010A-EB1F98D865A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9254B5-7C61-D607-6C66-A7B1AB3A5E1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</p:spTree>
    <p:extLst>
      <p:ext uri="{BB962C8B-B14F-4D97-AF65-F5344CB8AC3E}">
        <p14:creationId xmlns:p14="http://schemas.microsoft.com/office/powerpoint/2010/main" val="34918858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EA6A-085D-1B5B-66DD-448AB1C6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528F3B-8FB5-8D52-9EAB-BD28216C24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9 must be in [17 in 3]. [17 in 3] -&gt; [8 in 2, no 1, 3] must be 26.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4B6CBD-1721-DB0D-2285-1427C47F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48C2D1-B83D-D7B0-DFBC-E7A0CC73E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B2F659-075F-3A1C-88A9-B7BE4F662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4C8A29-B64D-79E2-293A-55EA3B0C6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7FDCAE-6582-BF43-1FCC-4AA58ADA3E0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A34D0-7C0C-09F1-F971-CBBCFDF695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2E6F5-212F-005C-1911-42F8865FD1F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84AD5-248F-AB4F-A889-62AA6DFADF3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D2DB24-F73E-59DE-012A-E3DC19CB90F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3949F2-BE6A-6B3E-AA57-08F4EAE2BC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A56EF-F637-C01B-686D-A0771AB0CC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5FEFB2-2F1F-C06E-6093-EF82244D9A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1C42D2-FA9F-1DA6-A700-78E6DCB123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FF9680-A6F7-3CC9-187A-E31631F75C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62B88-C251-CA82-288B-981B2607F22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67F523-C8F5-B881-00F5-4585B68D866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BF9B5-4309-59DB-99D2-F5839AAF4E0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246A7-1C1A-3B49-D401-3D123778DD1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9EA89D-9A6E-CDEF-C4FE-98434EF824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747D20-0682-38BD-2826-E3B0F115FE6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F1E6E5-2DB9-8151-152B-308DFFCEB0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0019E9-58B4-7CCD-922B-49E790DC4B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190599-85DA-CAED-2779-81541B8B6F5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A509C0-278C-A6DF-8991-CBEC34749D3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17F622-6F57-B24B-6E9B-9179430223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8BBF60-F940-5372-4B61-DEE2C491F0D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ECACF4-19CE-C41F-5ACE-3DB8A64132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4781F1-23C0-702E-4A34-132DD7C0EC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29C0DF-A686-F135-DF08-36AA39ED785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401719-6E79-55C1-1AEB-58BD82B51F4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FF3036-A8D4-DF07-1D6B-80408B3E701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A8109D-F3B5-4FA7-B843-7A410A09C29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E26433-D304-0CB5-86BB-84F8110755E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E4C2C8-C56C-D7B3-180C-9BC513724E9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C5A8F1-AC0F-5D75-E524-15FCB8FCEC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7CF97B-0179-0E98-911A-0DA996AC21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AFF736-8BFF-E1D7-19AD-3305E4CD76C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F49B2B-926C-C785-6C77-2596A30577A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AD7B23-F504-75DB-CBDB-12A5AC51AB6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EE902-920A-4012-B38D-40717DB007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98299E-1EE7-1EFE-04CE-EEB86A7AA6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CD0E64-81C1-D7D4-7817-9676C07C0A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75F43A-EF4A-8335-DEC8-BB3353E26DE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BE1FF6-974A-031A-CBA4-65D2CA89DA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F8ACEC-6122-4EBC-123F-285F3A99E7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FA9AC-721C-5EE5-A64E-18DB10E051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4174F3-FEB6-E4B7-0DB6-70681BDCD96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78730-0073-B797-6A81-881C83A6D2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C311BC-C27E-EF45-4EF3-CECA44A3DD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F5FF95-658C-865D-97C7-3ADED6EEC27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E2648E-73AE-B6FC-B283-3D93580EDDD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940D00-7300-4F11-607F-001E19211DA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8414A4-84AB-F4D4-83C0-9201898DBB5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83D3A3-D153-AE60-051A-B676E14832D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CCD00E-65D9-70B5-524B-7C7F1A3EC14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E0C69B-DB96-4332-B41E-DDD9D37FE9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47DA49-8D13-5A55-0D9D-90DDE43D255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1A1F9E-0C8B-2C0A-4549-735280BB4DE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3C9A2E-B457-BBD0-B06D-712B5A5364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14D83F-EA76-E80A-A73B-ED584D6D8D4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EE94A-375A-A9E0-1783-5E62EBAB13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9C8EDA-67FF-C3F3-8CF2-CE081B0395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384F18-13A3-1C33-6E11-9983B66CDE6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D6CBAA-4CFD-796A-7CC9-715918252C3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5BEFC7-BB9B-74D5-4B09-4217D8159F3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6B5FEB-0985-4EE7-B8D3-D07E2451F7F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A534EE-0379-479D-B970-43617F3EE44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B93989-953E-0A15-F168-11867B57F22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E438A3-3718-A12E-78B6-4FF6FE819DE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B490D2-F536-6730-A65F-0D947682EC5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01090B-C5C6-E3BD-A002-E5291F59FE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513D9B-56EC-0FC4-1C78-AAADB5B8F83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D90387-3F7F-478C-44DC-4926CDBAC6A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D83D42-CDC1-1973-913C-5986BEB9AE5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2E45F2-95A3-B137-0149-BB7ECB3DED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42E177-6E1A-00DE-CF0C-4512FCF1B57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D45162-C600-5B8D-8A17-C395C20046C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F3DD0B-8E59-584A-659D-1C421C54378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60B24B2-7571-7DF4-0C11-3A4787EB4B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C5DB8D-A528-CFEC-BD21-7DFB53E0DBA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AF9304-1FB2-F45A-7B09-59CD10CB261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092E154-3169-D434-CCA6-792628A52B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7848A88-FE10-51D2-647E-1C99025DD6A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</p:spTree>
    <p:extLst>
      <p:ext uri="{BB962C8B-B14F-4D97-AF65-F5344CB8AC3E}">
        <p14:creationId xmlns:p14="http://schemas.microsoft.com/office/powerpoint/2010/main" val="2030961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F28C-518B-2B35-B7AE-2A658473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90F442-5EA7-C95A-CF1D-75B8772D91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DE3B8A-AD38-17D3-7A6B-CF191A2D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BD3AC9-918B-A6DD-7633-F8F3F0271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F84DC7-66DC-3FA4-C164-176DFFF16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BCA8C2-7926-F51C-02FD-86652A875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2A1132-990B-5E37-348C-94F752E3C72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30CABF-D7E1-1EB6-EABE-44807344CE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98C63-7A80-5E5F-B020-DF9D1B43DF3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96D47-F05C-7553-96D8-3C858266324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05D9A1-97F6-978D-8647-4A57CFDD7A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1548D-0886-F6B3-8308-F265FDCD229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2482C-7345-1870-3865-D17A560E4E2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74C76-547E-6A79-B98D-9142CAC13F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454C3-384C-7B8B-3398-137A2742213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4132C-F0BD-87C6-EB50-6FF2B7BE76C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BEA134-4631-2BBA-D474-3026D8AAB8B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A3C3A7-0497-860B-EF4B-AAB1132BB48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58D2FB-2C07-F56A-5858-CDBF8D15DBD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C50581-3A37-A31E-BCBE-FA07C281DF9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4458E8-A133-63ED-1331-C73C5422F0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889680-3A39-0F4D-92D8-007E4AC0337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30CD7D-2C5E-CF31-9E31-A3A8819D6A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5E833-A24B-CFB4-8377-79D1FCA1C0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B4866C-CA8D-5D18-F139-3DAECCAF078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83BC31-D1C6-8B76-752E-5C71E6FA162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4B938E-E02E-4EBD-B9C9-17677BB6319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E708F7-7AFC-9736-783D-B061C4F22E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9E44B2-714B-A37B-5E81-BB38221AF5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8576C2-3F76-D5EB-DEF6-B9ABBAD9AE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9AFD80-B7D8-9B1D-5AE2-73DAC3AAC25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3A6E8-C48E-F2B5-000D-B487222BA8A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6406E5-C9EE-4EC1-B157-6A478D8E2E8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511150-86E5-5318-6C11-7F4DE1EA32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B8F5CA-5D4F-CDFC-6D1C-DD830CFDA20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7905F-C24C-1E8B-AEA4-EB8515BA4A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5212B9-F848-D44A-9CFB-FF3021EF3BE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85DC42-853A-73C9-4136-450F0906FDC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045E80-B2ED-1D38-8185-158D2C0982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95FE4-7F46-B8E7-64B0-46BCA5228C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84FE16-B240-3E4C-2DBD-9E7B3CFAAE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7FDB27-F109-7E32-CDFD-567A7CBEB2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CC20EF-5AF1-CA7F-A5CF-FF9CB7A633F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476617-0A2D-B5E7-5F24-9622C7360A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90D1AB-8235-1AE3-77D1-2CB9524BB5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75FF04-90C1-A5E2-84B5-C7478D831E3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3BAF0-9974-1B4A-FB99-A95C3EDFE4D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CEB4FA-F5A5-A879-D8B1-AAD3E0B2666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A5C6E5-8E1A-2BA2-6085-6A57CA92CB3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D6684A-73D1-A3B1-8B58-2786A049B6B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8A69D0-5C15-BD57-3990-47F8871AC11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9ACA9A-6C66-F408-F4C8-925F024F295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C24133-EFCD-73C3-0DE2-3EC74076C65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FD1FD7-AAAF-0D9F-F185-3F00EE5C1BA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666494-1F4D-B74C-2370-2C768C1C4CE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D21A6A-0863-8FC8-CB82-DC43869BBB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75ECCB-2302-3CE7-64EE-12BCE95CF64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3E5844-FFB1-1EE1-A017-2C779D544AF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C94BE-626F-EC0F-7110-5A8CA72C890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E50B64-B3CC-18F4-E432-85F7DF2B276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AC231-6EA9-82F0-D9B4-E29011C2DC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EDAAA6-C33F-8C8D-5D7F-EFE0AA794B9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1DE80D-8474-1C29-8146-69AC4147280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76B665-55B2-7372-C487-49A11481727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31DFA7-9BB2-3FC7-69E0-D9451FAAC0A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B6AD40-C2BE-4F36-A6B3-3AF52A643E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11EE68-5D96-8A07-3D57-D4642C9CD31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FEDA34-9864-4A52-5868-8A039EE91E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0100CC-4AAF-B1F7-A67D-09D3E370C3E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CFBDDDB-7C04-1E24-2C8E-7FF6F2642A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3DF8FE-11F0-0781-74EB-9B65EDD98FF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EEB584-C69C-9253-BB62-80587E707AB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11FA0-4F62-5846-40B7-C005BAF039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9FBDC8-3848-FE2D-3F12-E6957C9B67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8110B0-2AFC-0E60-042C-820E2E3F28C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3DEC30-8698-5473-6604-874641C09F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086DD9-7A2E-58E3-2B2D-A4F6CD71FB8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B3A107-798E-19D5-04AC-ECFDCE54E77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01E3C0-D28F-3E11-B096-A5BE976024E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0148DA-2B5F-057D-D15D-C6C03B23F7B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94B683-889E-E7BD-B284-ED85FDB685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C29265-1CF8-5F55-1EEA-2BACE50562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1F1F080-8DD0-68FF-E2C6-0F1AEDB702E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70C32B-EB36-4A09-5AF1-7A08BD2FE11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340B23-7F8E-69EB-9E84-F9AD0DBB69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947424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9298E-4416-0E87-EE55-029C554A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780C63-21DE-737A-C91F-F730FFF1FF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6CAD0D-D3A2-D267-715C-FC4570908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53F7F6-8089-F213-1AEC-6B4C6CA5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E9788F-495B-787D-D4F0-B4AD10A4F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F5BCDE-F27D-6B93-45CA-12D3A6A96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C097E-ACB4-9901-2923-20E0FED90F5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E8CDE-5802-A851-A631-DE0E831455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A7B37-9F21-B4E4-7C9A-A4A74640CCA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7C046-F388-9E1F-F82D-7F7F13B0FE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B58C8-A687-E5E8-15C4-DF06898F08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14594C-49F5-90CB-DD5F-32A57E3BE2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5DAEFB-8BF0-ED1E-0248-385E3ADCD4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12899C-83A4-7AA0-7539-4D04D33AFE3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DFD19B-5ADE-A6CB-C058-6F29AF2538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9200EE-6950-C51F-899D-FB9BF012314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0E5672-5ABD-2576-8402-2A6FE723C8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6F3913-F87C-FC72-582A-FEA2C93811C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2528BE-9A9E-3BC8-CD31-0A8518C701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379087-D155-F213-C71A-7BE80FD5B26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F499AD-D76A-E6B7-3978-2D180DE4A4F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A300C9-A623-DE48-7402-CFC6BD1E01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764600-3E64-6715-B73D-E68C37BC3E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3F039-99BC-0966-B070-CF4024D420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76F8B-4343-C0A6-5509-E1080E04B7E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D70A2B-5E03-9B79-B3C6-2DCB3935FCA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14140F-0DDF-BA8F-2881-6A7A48F3DE3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7D4A27-2100-4F12-51C4-29E75E5732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869533-59A7-0F7A-4161-A92E0453DD0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4D95AF-DA8B-ECD5-95B6-F4A2D2776F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44DEAB-0E14-50B6-F54E-4D420487461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4CDA04-9C1D-4F10-98A2-509E299E2A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B28C18-763D-20A6-383E-7DE9CCE4058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CC60A3-ED46-E3C7-3BA1-962C5550D4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E263C8-ABC1-76C0-151B-B1430218950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DF7DA0-C11B-86AF-731B-100B41CB660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9B5CBC-085E-0CE8-AE89-B5326A2484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07475E-23B1-F9FC-0DF5-B6819CDFDC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901F89-63E1-4B70-3FC2-199047D4CD3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465F6-0AD6-3326-08F5-BAB196C4CD4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966147-1227-6C19-10EC-E732AD88E7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A348F0-5726-D414-9B86-4CD351DBE15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0FA100-089F-FE3D-11A4-13F9E1213F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D30E9B-0EFA-5F6F-5F32-01526993EBB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1DD2A-4944-3E46-7769-6AF7F822DF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D92979-A5A6-A01D-5052-34748B4CD8C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EBF86C-E6A1-E18E-FCE5-3EF7E9A2DB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A18754-F599-B2BA-4E1D-E71B16E0517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492B55-E394-448B-E00F-514EEF0C3A6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C9CBBA-2C90-F2A8-E16C-C9A123DD174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E997BF-557E-E620-E78A-C3BD5B2AC8D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8487CA-4805-B0F8-FE1A-8FDDCCB838D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1573BE-78C4-BC20-DA4C-A7B7B9C442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16255B-5965-4D7F-2CFA-531EA4E8B9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9C7AE-8EF1-7628-294C-7E8DB783CB6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CDA8F-0569-C13A-B241-82C53006BC4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CB274-CD4C-AC32-FE6D-713FA05C3C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881777-3719-C612-EED3-E4C17C093E3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BD7A0-8E70-0B4C-8EB8-1A9101CC233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81C740-9D81-C031-10A4-CBED1ED772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B930F5-7686-1E6F-F9BB-7B067A7A1C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004E16-B45B-F838-47EF-7841494DC90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4A346A-84E8-D7AC-17A4-70AE326E95D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4A1273-5861-013A-BF40-32C306F7A4E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27BE8B-11CE-E6B6-08E3-F12437A90F4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7F0804-1A09-A813-61F5-86B3D86527D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6233F7A-710E-A61D-BE13-1AE4AE2440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D081665-CBB3-D6CE-7A63-526E98B7B6F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F257C0-4304-7AF8-0A36-E5551AD6AF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8BC7C0-CF07-481D-C992-70E564347B8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879D17-3819-8A0A-19A3-0DA22C26AC0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B082C8-42AD-112F-4CF4-BCF30442907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5E98B5-EAD5-F3AD-C344-2405985A3DE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2A8D6F-CA64-C16F-704C-D54C272A52D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B09786-9C40-D550-4C72-480B129B93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8D2149-97E2-ED0C-135A-B3AB994A258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FE01D8-8D67-548A-8E49-A3D7F1A6EAE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2A05ED5-8411-31F3-9FA1-412593D220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1C1AF6-D8D6-72E7-2EE2-892CA57C465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5214D2-5325-B1F8-DFF1-25CDC293329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C37D1F-5459-EF3B-C133-7DE2169CB9C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07456B-2755-41AD-F2F0-FC8C5FB5C6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53DC89-79D7-A244-625A-84276F67A72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04FCFB-0843-0D84-32E2-99D9768993E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AC6340-78AC-D5CF-05DD-2273373313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752158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EF88-8ADA-0D0B-A08E-4FE23501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E0FCD7-20BC-E142-7B6D-2CA2CE17D1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D6B54B-0586-B5C9-F480-D1099AD2D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BFA2F9-D36D-402A-296C-D75AB525B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DA79F8-B40A-CBBD-7AAA-643815CEB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E5DADE-D9CF-550C-E6E3-F79D7284A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9F21D6-A044-556A-32F7-8901368ABEE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CBE8C-7EB7-9184-7523-77A039FB94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95A52-6246-4202-9534-CDC876EE06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E3E48-36E4-5D7E-5EFF-211BC16310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278F87-CB14-95B7-40DD-A7BC39094C0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ADCBB-406B-FA2D-93BE-C9A499549C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9AA02-6E3E-2A43-8FFE-B11545FE950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1EB748-C4B4-5EF7-FBFC-3F748089244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FA0ED6-2B80-E9C3-5110-5A8B8CBCC1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7AF50-20F1-2AC9-86B5-202F436214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0ED2B1-8332-C14B-0AAE-05848ED355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4C558-CAD5-9C6A-E37A-17DFF92FD6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BCE10-AA2B-E50A-34B2-E1019D8A840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58EBA1-5548-8F25-CD51-B4F664E525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B02B0B-E284-83FB-F583-A2381A7E02D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65DF8-DFF6-EDE3-D53C-892CE3549F6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9081B8-0AA6-E31C-D54E-F9D45A6383B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8195B4-8581-469C-FB56-6462D01502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F2BD61-6693-4EFA-5766-E8CEDECC055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EA149C-4217-7955-7C47-B240FCBD4A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F858C4-46B0-154D-9BDA-FF165D6440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A0D76E-CCCE-E885-6C4B-96C5DF0B869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B5800A-1114-8733-E9B8-EFAE2F93436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A6D009-7184-79F1-8DD5-715D24BE246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A945CA-2E2D-0DFD-E1AA-B8C98870C75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A29080-35D5-96EF-58FB-AB915147D79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DD2672-6A4C-5F55-028A-A9CEBD12A8B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F767A7-FAF3-5DB3-48FF-C6079985CE8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33A94-650F-DF3D-7AA0-FF3BDEA5079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3867DF-DC41-CA81-3394-1744F210D3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E77471-39BC-FFE5-70C0-FA93348009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A2D18D-8275-6ECE-4236-3D46D1B76AA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1CF40B-EF08-0509-732B-5678F8FC43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DE06A-10E6-50A6-66F9-4BCA56753D8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0FA86-B05D-2DF9-7CA3-55FD475BA55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68D820-2332-3E43-7544-E7A1968F120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9D9CEE-BAA5-7FC0-DB45-E26C42445A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F302645-2942-1761-019F-1FD2E55C6A9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928D96-0CA6-B408-F719-4EB93A24C21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3959DF-B4FF-7464-A328-24C3184E8B9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DF4C9B-320C-EF7D-D138-A5DD2E9742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C640C-5DAB-2317-54A4-92451B72C9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7D154-51C1-6571-5ACA-435B0797A74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AE36D-891E-0199-8CEA-09539130459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E86BC6-90AC-DA22-2753-4C0E8E47F54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677CA2-0B35-0EB2-2BA0-FD733F0A8D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6F7CD1-C129-F145-304E-2D2FD76126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E0ACDE-EEC5-B7A9-0B00-81929DAC73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60B4E0-249A-A916-F8BE-C29692B54D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6A8808-834F-990C-8567-9CAF3D3287B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AF957-99AB-3CFD-AA21-5D97D8CEC85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3A4014-27B6-81F8-A81E-A1CE80373DB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074C4D-2C2D-C8CB-550D-81471AA2F9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8569FE-8BD6-A3BB-0327-276B4BC02FF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4ED5C0C-CF92-2172-EBEC-81E43F89B4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B4952B-89F6-9AB7-92C1-720C2857960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CD519A-A7E0-252C-206A-D7F3CF75E8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B0A8BD-1FC0-1ACF-FAB0-1E75171414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2A41B6-B40A-7E17-69C1-9EF81E2AD5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CCFBEB-B534-D89E-85DF-DACE20120D4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60B0FE-A133-B97A-31D9-A1145FD7F8E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19E5E8-5CFF-9283-E12B-F67D51322BC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A19CB96-4160-4A16-A52E-4CC737FF9F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81B1B17-F64B-CEA9-7085-4DDB028E9E6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9ADAF2-3AA3-A794-F778-34767AE563C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81C63F-3268-0B10-A515-F9ECD30676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DA933C-47A6-15B7-7ED5-8A0ACB287B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FE423D4-D146-0ABB-6A95-1FF762D8E95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BB12BAC-CB25-E543-01D1-AF8ECA63AF7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3A6FDC4-0CE3-E173-A797-6E94ABDF38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8DE2A2-3560-AB3D-2229-E9D729C58F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18DA35-664D-6331-CCAF-597A381A204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2979C0-89FC-6A51-8DF5-39AEC34C56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6412EB-7236-850E-FAAD-44619BED54E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00F4A2-D869-BD31-4F52-63949B89A0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B8FB39-D0E7-F20C-5D08-39100C885E2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8E930EE-E190-647E-02F1-BF3F7DB41F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9444A1-3466-5D39-1620-E4ECF47675A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8C16427-4CD9-F2E3-2E2D-5F58B2C52F5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595841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AEC3-3304-EE9A-3569-EC9F6DA1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3923ED-625D-8BEE-92F2-2565EB7C23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EF57CE-55FB-70B5-0FF7-18FEC4CA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F99DE0-AE82-3A52-133B-52F76D148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818238-3CE1-5ED8-ED16-EF29E2ACC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25128C-914B-A7A1-7719-2B5873C4CB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0AD546-A0FC-7CFB-106A-5A6F079FFD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D6545C-D9A7-C62C-87E2-2D38AB3845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496082-8CD3-CFB8-B4BA-0A82B26C698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A69CDC-EC94-E159-BDB3-38103B063A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6DDBFD-8B5E-CF7B-3512-1D85E0AE7A4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005C2D-2E50-524C-F825-C62ED4836A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BE0F43-7A5F-AA15-2BAA-3475E7C1DA1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BA0F01-9EE6-121B-A8E9-0CCCF7647A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261628-B168-B812-2D11-DFE4EE4672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96F67B-EF1D-526D-2805-AF291B21ED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C10676-9A87-B284-E980-F8C784A7C8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3E34F-53A0-24BB-0FEC-B9C7C3634A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AD5D11-5079-3518-6D63-5830397063E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2F7940-4840-121F-D08B-C37F69AC92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A5BD5E-6697-C8E1-44B7-BBDB1FFF12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2D25F8-2458-C3BE-34D0-E90ACD45FE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6D05A4-DE91-2ABD-0CBA-7833967404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5AA993-F775-75BC-0F4D-511D13719D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2EC4D0-1FFF-8A4B-7361-9D332B2527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AE9281-5163-E2F6-643A-3815F9DBA36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735EB0-E5B2-1C7B-CB79-EDF82EBE02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C3F809-B1CC-4055-2F62-D6F340B0AB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FE7676-C5D3-2810-10E8-0753270B3D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DB7E9B-A07D-EF25-9C01-098ED225E6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4DFFF-0937-76EB-D656-A13B826AF16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BB839A-2C8E-8D50-449D-2814598800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4A6406-6380-5E46-AEF9-36B1F13C76E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56C8D0-C688-044F-A843-2BBD0BF8A8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66060-9533-3D5F-D4E7-8D4892CC5F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7E0D66-717B-3220-6507-072B70B472B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302757-3E29-1D51-42AE-8319239298C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4347B0-45E8-3128-2069-F86BFCEFAB6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F0FED2-3163-03FF-99C5-02EC969A998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D82307E-7B07-970C-DE9C-4D031F9F0E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2DE176-0EB0-4C96-5BB2-C5402273F30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E593C5-DF35-7A81-6F11-CCB0E08057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59C6B8-3804-391E-4BBF-F5B0DB7B995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25F92-954A-CDCD-EA3A-57F593A397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F650F-A77D-9BD3-9D46-C50B2DD5354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B6513-B32A-4AAE-9EDB-7A371FEB442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EA394-FF76-8162-16EB-1918C3D5176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307C34-649C-9049-549B-0C5C062465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9B760F-8B6B-E210-9C0D-4715E75E12C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EE1729-B6E8-A4F4-AE12-15A8D940B0E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045927-6A69-5483-B6EF-43D775C413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D1CDF2-009A-35CE-82EC-BAE1542D3D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A4BB80-F495-88FA-ED55-3298DE608C3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658D80-DEBB-0A66-F10B-C664239E62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CD0206D-436B-7BB9-9632-77DE3C6DDF1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153EE3-D46C-7218-124C-9110AA80D86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CCBD7E-09C8-7742-4AE3-08403B8BD4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18DC31-4C0D-BB36-A66B-347E593B96F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68C5CD-918E-7B84-7E7B-65AB7A7DA2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B60D3A-FDB3-65EB-B476-03FA6A53DB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B1E667-96A8-9865-4E8D-AC0077A8C3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11061ED-8E8D-CF00-2E6A-971FB82FDED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6078BA-0DC8-2FCD-285D-7840A34EC5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5D372-30EB-7300-F389-9F96CB4C84C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DACF4-B092-DFBD-AED1-2B16036412A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720617-0D6E-4DDE-ED99-0F15D4BB8A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C35A7-5C0B-BE5E-B71C-19B378E289A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1E88EB5-C1F1-72C9-BFB8-5479CC0D27D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CB394A2-A791-7F46-35F4-FAC4D7EF32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D7C53B-D66E-8E04-FCBD-73C3DBCB27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A4B4E2-F5E9-92DD-F094-6CE53B7BBF3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06A1B8-1232-0D51-1D2B-490072009DF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3794B9-DD97-A762-202A-280FF8ACCC2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2C02CD-01A5-1D67-1ACE-B1038A7BE3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32A5EA-DF7C-9CEB-2FF4-961E3308A9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9A5377-5C19-DE6B-D5A0-B734622C74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186FBA-95D2-5717-50F1-04B3C066A7D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AB6B652-7ABD-F0A2-01FD-E72A562C85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40C6A3B-4198-94EB-BB85-59C08939F9F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9E97E90-3C04-9386-322B-A563BE9275D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D0F475-B5B3-BBAE-D8EC-81AB0F763B7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C97625D-1856-DD9F-3B04-A531A4C36ED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5170F2-BCFD-D09E-984B-4048E8E0DD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68078B0-078A-2ED3-289F-034218AFB7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4FE1A5-B8C3-130A-2EDE-8D2815B859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20436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F9F2-0A0F-6F6A-41A8-F480B70D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06F6E3-6B3C-F0BE-69EF-5C62F0DCA9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6CFE83-057B-9241-E4C0-83DC0CC2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9882CA-5C1F-2E3A-E956-833F34C3E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AACC32-69BA-952B-3724-065A99124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70F4E8-C255-A862-EEF3-C1D9C48F28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CB1212-44D6-E510-DD05-F75991971F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ECFF2-2D5D-B2E3-2CC7-D9EC280692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B0D175-2D14-C3A2-A0F2-FBE1F804D0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F3FD14-424F-4EBE-10D8-0BB6AD5A19E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69B1BC-08E4-6AA4-1C7C-24720B744F8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42A880-F185-9608-EED2-E5799DB3A3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9A71F1-AF60-AD7E-B778-0C81F2C78E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D959D-1A6C-0765-A2F9-C980377D8E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44EEA-1753-E29A-C2F2-8D161E1B7D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CA451E-DCD1-1F53-5045-304FFE95E78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4D6FAE-2165-705A-8F56-4CD7541A4F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BAE53C-666C-9794-B1B7-BFE40E604CE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15AB3C-063C-523C-EBDB-E085E2B3167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5EC22E-D9A4-04AC-1F83-3CA14111318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29AB0B-4CFE-5CB0-0B92-EDA02A15182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EA2B72-4F10-2702-1D61-EBF1579888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3EA5F6-0430-5BAC-5B59-B02CF22456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5A282-EBD7-5EA4-B934-6B3A26B68D5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0E1B98-A926-30B1-AC35-9B98284616E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BCBCF1-7F53-3925-49D1-2233E517067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3F30A9-51C7-C931-889B-3FE80272DA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DDB381-12A7-CB6A-B1B4-0B69B52DBE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5FC1C-5B7E-3A8E-C3B4-0D846A0002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6DC685-6EA9-B4EA-8433-D253C78F42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13A235-2224-3316-CE7C-7BDE4872E6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DE5B47-8B04-AA12-6457-CE799103B10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2612B5-0E45-9B1E-B09C-3AF6FA2E00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DAA6FA-BD96-0E55-27E7-818336E910B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EC8889-4540-1839-9F7D-74EE184DEF7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C40E16-E3A6-3872-37E2-21E4FEC32C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4987C-1894-516F-F342-12C4C57F535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BB5B2-79AC-48C7-924A-7B34F3E7FC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D87260-92C0-B480-3C61-A84043C870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59E56A-8AF1-5B36-B8ED-88CFB4809A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3A8AEB-9DD3-F585-619C-874063DA70D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FA38A8-88FF-7337-9530-1458B211581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4B8F93-4A22-7064-B6F4-C5FDC1AAF5B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79F517-4C1A-EBB1-A6FE-FAFA1BFAD6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386E5C-B1FB-AB70-8CDC-517A5D96D5B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AA2AD8-B725-B0D8-2C04-9DA0BB6F971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2CFCC5-1498-A8DF-83E9-37BB5817DA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5F9934-42F3-5E88-C226-410BA9AF708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E70025-1BC7-49A4-6AD6-E96BDCC8E0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49767D-4DFC-DFE1-255D-4811BACD89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819B34-FF81-9FB5-6700-079207A6B7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D9EBB8-CA0E-A4D5-524C-4DBAB0C85E8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072ADD-B337-3764-3ACA-B13C7A40CD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BE0F1F-31B4-7E14-008A-F32DF3FF93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D2EFB7-DEC5-C856-84AB-C856E567552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71A1B86-F0FC-0BEA-EF62-480EDC534F0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31B09-0478-C326-14B4-A2E081B668E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9509CC-6CE4-2FDF-D1CF-9BE9D1869E8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DE66FB-B0C5-3E09-8545-5FD383FB3B3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E40BBE-5651-3375-D7D4-DA10B63B4E5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5DB265-3FA4-B5E5-DC1F-406A0E65E6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4013A9-AD55-F6E7-7DC1-E331A82898F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1943BB-8FF7-FE55-EBD6-F1E4BE44E8B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5D60B0-F3A0-307B-002A-6BC88F8D1B9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D36C2E-20EB-21DB-BE8A-9B667F07867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A85BCE-1663-82E8-F926-E5A1FBEBFA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7AE53-C88E-E445-CB76-32BEAD8E897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91DB40-289C-1724-69E7-3C03B4A717C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7E087B-584C-682F-CC33-DB1AA20570B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1C0507-9C6F-5F53-D9F1-1D0A2F52AC5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BB49D2-3772-48B4-2011-9E9DAB2876E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03D2BB-9F2D-1C14-0C3B-F4F099EF13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CC32946-7BD1-A762-2C85-74CA05B74E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B838B9-51F0-EA01-FC6B-C6FEDE87AB0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0602336-B372-B45A-779E-88E576AD46C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E7015A-7914-0F24-09ED-DF4DF633F22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BAC27BB-7BA6-9403-495F-F67460A6662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F86DF4-8A4D-95A8-AB69-452BAE7E8E2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6D47C37-D266-41B9-7ABF-1A1953C2D4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CED75F-3F56-9E8D-99A1-09C0D4DAEE4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BC62847-D716-B632-7DA1-E9C2117EAB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436834E-53B2-18C6-59D6-CFEF3DE535C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453634B-12E0-51F3-CB49-63FC132157F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B453126-718E-C277-823F-73CC3DD30E0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2641276-A6A3-9498-2846-348867C503B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2640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BFF2-EF9F-D35F-841B-0F14E645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111295-DF79-BD48-B914-E6CE1EF6C9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41951C-6176-1A3E-50BF-F6B9B10A4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AD099E-1CC1-9121-572A-9D2E7A228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B0FF21-57AA-65C2-3DAE-07E2DABCB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1C0C15-1517-0620-E312-2F2FA7AB5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CEABEF-6200-30E7-8FE7-2CF740E5CE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EFA9D8-A428-B660-1B71-15A75F97DDB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835715-7E61-1B30-5F3B-5AC589D3045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B1FBE8-B477-3D26-0ECA-3FD41A88A79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C406B-2984-79E3-54A4-39273E2327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0DB41-CDD6-D456-26C9-667D261375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AB843E-FD18-BDFA-953F-A137319B0E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134CD0-74C0-730E-1F8B-75EFB5CF56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B3931D-00C4-52DE-09C9-AAA718F7630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04D5E8-A15F-4491-129D-7D0A77C2A6E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648FF4-9247-3F1B-1378-D42F0CB0BC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FA97-1EA5-4C95-E6E9-140DC8CB62C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C79898-10E7-4B23-4EE8-41B15233F8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5DB27E-9D00-4F89-A675-0D56BC561F1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03579D-602A-E8B8-85C2-53769838DB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45F85-24CD-FE8B-47CB-8788E491C07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82AF8-F986-1109-615C-41415EC404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D4CF2-5217-C3D7-1F65-5914D70A46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B0311D-4F53-96CB-66E0-32F794EFDEB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482774-E229-FB6A-2E70-F0DCED8914D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F43F46-CF25-94B4-FDAE-4A32F03CF95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343D42-6A79-CAB1-80D2-8CAE78E2311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B59A00-2470-9643-184F-D17D3665030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30DEC2-29F6-F997-75EA-0CA7784EFB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BF540-0C87-F330-F31B-FD547459729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39E06-DA75-862F-919F-57E478CC2C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9E5F35-9D2C-5959-2C4E-1915A84C872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03DB9-1D92-8169-A69A-333BC97BE07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201328-B74A-2555-B6EE-956B6C8B99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91EBEE-B4F8-6CD8-EDEE-F45A75FFF3D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7FDF7A-9A2A-5121-8C25-91D235D1F48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CA7EEB-A47A-F09C-6577-1C9B3A2073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2F1FFB9-228B-E7B5-BB2C-43FD6B67C68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86BFDA-8F10-2C2D-3A86-F760A7B852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9300A4-8C8E-1A00-DB59-034E4E60C4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BCCC7E-B19C-EC30-1F14-427FDC70A5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731248-7512-047E-03A4-CF9BFC71A19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3AC107-7E44-2342-8021-F759BD1334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42DA55-D82D-3258-E8B9-D44013B5EC2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2EB274-8A2C-9E46-D7DD-BB7E840883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FC8907-C7E7-F612-0D1B-D4E1DFB6F55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579161-FAB7-4C0E-2C09-782EB0F311A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1A7C9B-19BC-2C50-0029-76683FE7AD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B7E51D2-333A-1C90-8F9B-033CC30CF94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C504B3-BE38-D898-62A6-DA249ABDD0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87950E-D1FF-8313-9281-D832BE412F7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8390E4-7FB7-B143-6E95-7BB7919A1D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EDE95F-74F1-75BC-8482-15DB39F773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D45C920-A977-5EE1-74FA-12ACFCE8302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14303A-E87E-9439-BA92-FCD6FA8E804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C2DBF-CE36-C441-F418-6379303D970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C548FB-B628-130C-BF47-A48F9817078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2B04DA-91EE-360A-0C93-C783479DAE5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EB0724-C5BF-86FE-919F-0EEF0765B66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5EE61D-36EE-5466-5BDA-121E184B85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D372D2-84A3-E5BD-1EB9-B4727C36185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A3B161-F432-2E58-A048-3D98F469918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C59889-2C64-E2DF-8C63-D23DECB0115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91DE3D-941B-B7DC-FB47-DEF031A6BF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1B9873-86DA-6342-B54E-62B53DC514A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B44913-E36A-AC8E-94AB-34E1D8966A1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A461-99FA-588A-AA01-E35CC299900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01635-0125-EC11-10E8-C055E5D9E0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8D9FD4-0F95-09E9-A193-A4C012F8C2A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C2DA7A-9EAA-BDA6-0893-750FB83A0F7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3D8CDB-E688-6034-61D6-B9C1CEA3CB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E9AD8D-5A35-0E13-8D2F-5DEE944372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F2D80E-C06C-8E9F-6B15-17D26AA70D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1AA82F-EBA4-7EDD-AB10-16CA4D1EF5C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D1972E-E09C-0871-C37D-548E73457E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38B064C-D843-547B-3249-AE22ACA3F6D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C847FA2-8E05-590A-76D4-8573630A925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791A18-52F1-6E23-E158-579CFBB6A3F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2E6EA9-42F9-520C-5C6C-B8ABFAEC6FB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284C2E9-8B49-7DFC-8145-1633DA9A0AE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7C24820-7D9D-57BA-A9F5-8225FE6F630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87C22C8-3B50-CB2E-4783-366AF7FAD50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1B450ED-BDD5-EA2E-E668-4FA256D8BD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E42D6CD-D26B-1534-9F63-2D3F0D03A2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46577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DAF8-7986-94C1-0BC3-617CCEFF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E31B54-5D8D-F756-0D08-0FBD4ACA7F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4F8516-EB31-7884-3271-5808EC973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B7DAD1-D805-9AB1-F302-B2E095B1F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20EA45-7563-C3C0-4088-7E42BC08E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DCAA8E-1FA0-41B0-751F-C89269312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C3B182-E499-F346-77FD-2A184B606C6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D1F2B5-6A62-5923-3852-9691D3236CD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610D4-3791-1F9E-BA04-46C99BB99E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B44435-4D2E-EA9C-FC3A-ED442FA7D41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1EB83C-65BD-B684-1F5D-3399F28709F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C22553-6D54-2C3E-B856-354F01DC9F4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EA6302-DD2C-E8D9-9C80-A94C24CFB90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FC981-EE2D-6F95-0732-8EF73010E1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7BD240-0923-9D3D-A62D-4EE88835EA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7CFF73-897F-C29D-CFC8-8C558C0B3B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2F71C0-3609-C7E8-0FF3-82679126AA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5376FE-A266-2521-1A3D-43117C7797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2A3F48-34BA-9C42-34E2-15FA5FF0A3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2CEF7-BE9D-3EAA-A37F-99736550E1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DB7556-DD3E-03BE-46BE-ECC56FBBD7F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CA708D-5CD0-6EEB-610E-2EAB376CCA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904D03-F841-BB61-9F9F-9673B6DBC4B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A098CC-2C36-5DF3-654F-419F0B1820D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4386E3-309F-3761-8C88-1DA24BB843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7EB87B-42CF-88F4-BF94-1C1FE6E92B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38CC07-75DA-72F8-8453-C981DF2C0F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643B5-BF18-6433-55B4-362929E1AC7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641594-D0F4-17D4-4E21-B4F6F24BAE8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A7D88A-4C6A-1082-68C5-65EAC89A5C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A42E1F-0863-BA15-04C6-01E01F7A3B1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50EE45-9C08-6C88-575B-5CCCEC5F9C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4B453C-1F1D-094C-7AD6-B989D31C7E9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B651CC-BCC2-C84A-CEBF-18D4EDE5EA8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B52C25-489B-8847-3C1D-3095C2D7313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32479A-59F3-11F3-A780-6BB7B0302B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76979B-9066-CF38-61E3-2B5CDBCAC52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041E89-019E-9BAC-736E-FF30DA0A0F9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B2F560-AEF1-F29B-C9CA-02C5BA2856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926607-7A9F-5186-9FC1-083EC40E523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3B0C56-A870-A524-351D-CA988998C83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B0625F-3075-6EAA-AD43-823D04B9953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4CFD31-F31F-2DC4-3C96-3B1A0554E1F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02CF2B8-A295-A6D3-CE24-EC6BF48E1F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6509C4-DD59-F6A2-8AE0-89DCB1D891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772BF2-262B-44D2-54AF-B0B0F71557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92E4F1-A1CD-0B7C-42BA-927F424F20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6E40ED-E22E-1A2E-5E4F-12DBEA211B7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EB180A-4BCF-C2EA-2198-AB2CCEE8F3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1B3B95-E9C9-935C-A545-DE44B47C4E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1071E5-F9A7-20FA-392A-C1BD771A2E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33D71B-C88D-FAED-B37D-318CBA7A21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5323A1-E363-BD5F-EFCE-A4141AB7A2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B96B25-7D9C-E0BA-02AC-8D05903316C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106E7C-5E5A-2D36-C2E2-8D671C32673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239A16-6925-BDDE-5E24-45021FB9BBE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4FB63B-2A57-2A05-7E56-85A6B1F1D0C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E7ACD8-B70C-B8CD-D481-2F337A20356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3D4E07-E0B7-EDD1-7707-3C0C298E5C1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A0865-2B7A-7C5F-5061-C9C86006601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0834B9-261D-253F-22E7-ED994B6C949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5535DF-E8A2-2E74-4FB8-AA4208E30E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46CD11-C00D-365C-40C6-84E0F770243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2605B-8446-6DF5-E5F4-0C2FE4ADAE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D53CA-1AC6-104D-DA4D-6F2D72B399F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195EAA-7125-E434-CBB3-40F0A96638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2DD07-B7C9-0592-F574-B1BBE328A2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0736B9-E9EE-B482-3468-71123AB25B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C90988-FFB4-5827-139A-774E1359F19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5DA605-73BB-77AC-DF41-1ECAD81D430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D1F8B1-6300-CBDE-FD02-72ADFB4C361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31F756-9EEB-5C59-C82C-ACFBA88CAB2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4ECE6B-03EC-3430-7069-D3E05F7B8B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9CD0400-B421-F11C-3E68-23CA9471B71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BF1C85C-4B8D-C7B1-F664-412191DB9E2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3330D94-222C-8293-10A8-D5F2418B3CE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E84A9A6-C2D2-DAA6-B115-DEC454E8E2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70C397-D1D3-AC7F-039D-68516D980AE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CE6CC97-FF37-8A1C-EB1E-163327AE03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831F2F7-FDE0-48F2-D82A-58CDBB44262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9C67679-BD75-8F38-2103-310D6479C52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FAEC6E2-96C0-2EF2-0C21-4900527F8BF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65AA27-85C6-0E75-5145-41B78AA438C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02FD2C-5719-6112-FCE9-E14666346AA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6C9991D-8E14-D681-6AB2-9F36756F6EA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27496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141B-338C-548B-2522-4CFACD4C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ABF96A-9E17-79B9-AE30-8027E09CD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5750A9-A4F5-90D2-7F29-EC4AC617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ED7781-241D-AF11-9AC4-139B1F216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A94C85-ECD0-9C49-A827-051246ED4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021C14-9E3E-E074-786A-D0090EB4E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82699F5-37E0-A086-0FA4-B41C5C134D3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735B7C-F486-77C5-BEC5-21CDB12F9B2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94C30-E933-A124-3C84-668D95F4E05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4201A-5A27-64FC-3598-408824AB057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25193B-E786-C007-F7AC-0C078E5DB4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EF0823-98CA-C313-01C2-C79D0A1F098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A00080-91A4-D8B2-BF5B-65062B50954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AAC69-0EA6-26CA-8B99-9DA63C46A9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16040A-33E4-74DC-6FC1-9917553FB72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E79249-D1B2-B4FF-AEFC-32157E8A630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950F2D-26FD-35C4-5462-78529EF36C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D3543D-BC57-CFA1-6E07-88D147745E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44566-C42A-2D98-FD9E-84C5203B5EF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2C39C7-9C9A-A2EC-CEEE-D49B40BECA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F20287-2C06-417E-77AD-FE96A3995C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9BF191-4C2B-39CA-98FF-E1493406658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69776A-16DD-B15E-7B25-490B22071C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A151ED-8769-3811-C3A6-DB27B43370F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7F4435-EBF3-699C-FBC6-2BC63ED746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4EDE10-0627-897C-E26F-842295156B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6F0A3-6F5A-0A72-1B69-DD5BC7111A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5358A-A854-8073-BF60-721341B61DE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B93A9-8F2F-96D6-BF54-2F5D488CBE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C50E99-DD8A-8942-FB92-936D80AAE97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5DCDFB-097A-5359-002C-F1B453C8441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D26A54-6B13-29B1-9EAF-9748847D312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3637D7-9775-AEDC-6D02-98208B03AC3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746F65-6A69-06DE-10A0-E21FE9B122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96ECAA-2EEF-03CA-3966-6F1DE57975B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F8DAB8-6D91-59B3-2724-E3F0D8ABC71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05CA6B9-3278-A4A2-DEC1-369BA776673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965408-52E1-258C-1DFA-02241F4B45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57822AC-576A-3EC6-34DC-106C354E464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94A6C4-D514-4933-E7D0-F6182B89D30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8C7D7C-000D-2B6F-5546-B80AD519A7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9EF419-60B0-2AA8-69A5-15BFBA0FCE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BD3872-E1AC-29AA-E009-186606216C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92CE36-DD22-4FEC-912E-020C00492B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3F9B6E-EFF7-0573-948E-88F95A116F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D351FD-55EA-9C8B-9293-44C52458186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CD8AC6-AE6A-82D8-0C72-840437AACB4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3BD540-0115-A49E-A14B-E019928959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437D3F-D714-32AB-4191-E07E345693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36B143C-3B49-9273-863C-B401B74E85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A3D835F-DD7C-1346-5124-4C22CE8B03B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51D037-9792-DEEC-BC69-89844B1957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1ADB37-FBED-D0D6-A2F1-6B9E255D6F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E5B6DC-3DB7-13F9-9471-FD1510742B1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BCFA42-5EA1-D323-C0A1-A40C69FA85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2A3D42-EFEE-D556-EE96-0C74010ECE1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14DD25-2838-9FCA-7E66-119D950CC29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7E177F-D017-A0C0-1213-B7AF26B316F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E8F560-6144-4C72-0B8C-DFE120F8F9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E836BD-5641-8848-C36F-CDE9C13755E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16AAC9-037A-FC8B-66C2-8CFA4C9FDB5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EEEC25-A6EF-8880-AE65-B14CA9F5BA5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A4430C-D56F-5B5A-ED8D-050FFB1A2F8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F36A4-AB75-C0D0-B95B-7A3E63EB95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8ADA8-B06E-C5C1-99E6-167327229B0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DAF1C7-7C6E-D8D5-089A-852E31D5ECC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3FF2E4-B38F-8760-4EEA-094F0B0B9A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A98CF-F50F-ECD3-9455-456DC8B4D8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AEE342-8773-7AA2-DB07-E10E897885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BAB62E-0627-B1A4-8C68-84BFD1E1BAC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08D136-123A-70E6-70CB-FC02FED5B21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F34151-220A-7AF9-4DD0-27DCB7B0D57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21A520C-4EC3-159B-4B01-3F0FE14FC1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5E11DA-ABF8-A0BE-FDA6-C7D3ACB95A6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91927B9-4DB5-BE05-1F40-93EDC64F9F8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6D06697-805C-C579-4E8C-4DCAF0DD46A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D558E9D-A521-387E-0B47-E00B637625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40A3144-E048-52B3-FAF7-DF558DCBAA7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858CDF6-8454-C37D-DF05-0914FD1771B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0F5DF6D-9E58-F58F-2301-FCAD45D7C8E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0BD23B5-58D4-C75E-847A-116D750B480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292B2EC-B660-1343-DFFD-A65D516CA7B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20F8736-AC69-A01F-8408-B773BBD5D27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7C2F371-B6DE-55CC-271B-33E0ED78BA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5BD1C48-6178-D1F3-0071-C26041308F4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E0DC7-8618-BE10-2D95-13182E43AF1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5E096-1FAA-BC04-9AA1-FA7AD22671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789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9889</TotalTime>
  <Words>4095</Words>
  <Application>Microsoft Macintosh PowerPoint</Application>
  <PresentationFormat>Widescreen</PresentationFormat>
  <Paragraphs>3703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398</cp:revision>
  <cp:lastPrinted>2025-12-02T00:08:17Z</cp:lastPrinted>
  <dcterms:created xsi:type="dcterms:W3CDTF">2024-03-19T02:13:08Z</dcterms:created>
  <dcterms:modified xsi:type="dcterms:W3CDTF">2026-07-17T00:13:13Z</dcterms:modified>
</cp:coreProperties>
</file>