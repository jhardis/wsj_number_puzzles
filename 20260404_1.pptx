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5"/>
  </p:notesMasterIdLst>
  <p:sldIdLst>
    <p:sldId id="457" r:id="rId2"/>
    <p:sldId id="532" r:id="rId3"/>
    <p:sldId id="533" r:id="rId4"/>
    <p:sldId id="534" r:id="rId5"/>
    <p:sldId id="535" r:id="rId6"/>
    <p:sldId id="536" r:id="rId7"/>
    <p:sldId id="537" r:id="rId8"/>
    <p:sldId id="538" r:id="rId9"/>
    <p:sldId id="539" r:id="rId10"/>
    <p:sldId id="540" r:id="rId11"/>
    <p:sldId id="541" r:id="rId12"/>
    <p:sldId id="542" r:id="rId13"/>
    <p:sldId id="543" r:id="rId14"/>
    <p:sldId id="544" r:id="rId15"/>
    <p:sldId id="545" r:id="rId16"/>
    <p:sldId id="546" r:id="rId17"/>
    <p:sldId id="547" r:id="rId18"/>
    <p:sldId id="548" r:id="rId19"/>
    <p:sldId id="549" r:id="rId20"/>
    <p:sldId id="550" r:id="rId21"/>
    <p:sldId id="565" r:id="rId22"/>
    <p:sldId id="566" r:id="rId23"/>
    <p:sldId id="567" r:id="rId24"/>
    <p:sldId id="551" r:id="rId25"/>
    <p:sldId id="552" r:id="rId26"/>
    <p:sldId id="554" r:id="rId27"/>
    <p:sldId id="555" r:id="rId28"/>
    <p:sldId id="556" r:id="rId29"/>
    <p:sldId id="557" r:id="rId30"/>
    <p:sldId id="558" r:id="rId31"/>
    <p:sldId id="559" r:id="rId32"/>
    <p:sldId id="560" r:id="rId33"/>
    <p:sldId id="561" r:id="rId34"/>
    <p:sldId id="562" r:id="rId35"/>
    <p:sldId id="563" r:id="rId36"/>
    <p:sldId id="568" r:id="rId37"/>
    <p:sldId id="569" r:id="rId38"/>
    <p:sldId id="570" r:id="rId39"/>
    <p:sldId id="571" r:id="rId40"/>
    <p:sldId id="572" r:id="rId41"/>
    <p:sldId id="573" r:id="rId42"/>
    <p:sldId id="574" r:id="rId43"/>
    <p:sldId id="575" r:id="rId44"/>
    <p:sldId id="576" r:id="rId45"/>
    <p:sldId id="577" r:id="rId46"/>
    <p:sldId id="578" r:id="rId47"/>
    <p:sldId id="579" r:id="rId48"/>
    <p:sldId id="580" r:id="rId49"/>
    <p:sldId id="581" r:id="rId50"/>
    <p:sldId id="582" r:id="rId51"/>
    <p:sldId id="583" r:id="rId52"/>
    <p:sldId id="584" r:id="rId53"/>
    <p:sldId id="585"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144"/>
    <p:restoredTop sz="94568"/>
  </p:normalViewPr>
  <p:slideViewPr>
    <p:cSldViewPr snapToGrid="0">
      <p:cViewPr varScale="1">
        <p:scale>
          <a:sx n="113" d="100"/>
          <a:sy n="113" d="100"/>
        </p:scale>
        <p:origin x="156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CCFB1C-7F6E-CC48-8B12-2D5A9AE1C913}" type="datetimeFigureOut">
              <a:rPr lang="en-US" smtClean="0"/>
              <a:t>4/2/26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E9560A-78B4-504A-9396-2AE516B1349B}" type="slidenum">
              <a:rPr lang="en-US" smtClean="0"/>
              <a:t>‹#›</a:t>
            </a:fld>
            <a:endParaRPr lang="en-US"/>
          </a:p>
        </p:txBody>
      </p:sp>
    </p:spTree>
    <p:extLst>
      <p:ext uri="{BB962C8B-B14F-4D97-AF65-F5344CB8AC3E}">
        <p14:creationId xmlns:p14="http://schemas.microsoft.com/office/powerpoint/2010/main" val="3059927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4D157-A7E6-0CD3-8266-DE0939AE43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26FDA5-ABD9-E89C-43FB-F19D8441B2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8E2E9E-AD91-B134-310C-59487A42F7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F40DBF-0F4C-781C-F266-8D63105C1D0C}"/>
              </a:ext>
            </a:extLst>
          </p:cNvPr>
          <p:cNvSpPr>
            <a:spLocks noGrp="1"/>
          </p:cNvSpPr>
          <p:nvPr>
            <p:ph type="sldNum" sz="quarter" idx="5"/>
          </p:nvPr>
        </p:nvSpPr>
        <p:spPr/>
        <p:txBody>
          <a:bodyPr/>
          <a:lstStyle/>
          <a:p>
            <a:fld id="{C0E9560A-78B4-504A-9396-2AE516B1349B}" type="slidenum">
              <a:rPr lang="en-US" smtClean="0"/>
              <a:t>1</a:t>
            </a:fld>
            <a:endParaRPr lang="en-US"/>
          </a:p>
        </p:txBody>
      </p:sp>
    </p:spTree>
    <p:extLst>
      <p:ext uri="{BB962C8B-B14F-4D97-AF65-F5344CB8AC3E}">
        <p14:creationId xmlns:p14="http://schemas.microsoft.com/office/powerpoint/2010/main" val="17955788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121AD-245C-6735-A972-38D1A88556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FE9B5C-28EF-7415-9727-D0E56EEFE8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853220-1773-4053-73A5-D4121961564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8D4FE11-F9FC-85AA-D0DC-C1AF0C32D148}"/>
              </a:ext>
            </a:extLst>
          </p:cNvPr>
          <p:cNvSpPr>
            <a:spLocks noGrp="1"/>
          </p:cNvSpPr>
          <p:nvPr>
            <p:ph type="sldNum" sz="quarter" idx="5"/>
          </p:nvPr>
        </p:nvSpPr>
        <p:spPr/>
        <p:txBody>
          <a:bodyPr/>
          <a:lstStyle/>
          <a:p>
            <a:fld id="{C0E9560A-78B4-504A-9396-2AE516B1349B}" type="slidenum">
              <a:rPr lang="en-US" smtClean="0"/>
              <a:t>2</a:t>
            </a:fld>
            <a:endParaRPr lang="en-US"/>
          </a:p>
        </p:txBody>
      </p:sp>
    </p:spTree>
    <p:extLst>
      <p:ext uri="{BB962C8B-B14F-4D97-AF65-F5344CB8AC3E}">
        <p14:creationId xmlns:p14="http://schemas.microsoft.com/office/powerpoint/2010/main" val="5336396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C5013-6433-DE9C-1BFE-5EB9C0B84D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BB840C-DBA0-54FA-4F72-31A7A9F405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83A81F-8E1B-D080-A26F-9C2DE7CA59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F11177-D248-99E9-CB92-FEA5414A74A0}"/>
              </a:ext>
            </a:extLst>
          </p:cNvPr>
          <p:cNvSpPr>
            <a:spLocks noGrp="1"/>
          </p:cNvSpPr>
          <p:nvPr>
            <p:ph type="sldNum" sz="quarter" idx="5"/>
          </p:nvPr>
        </p:nvSpPr>
        <p:spPr/>
        <p:txBody>
          <a:bodyPr/>
          <a:lstStyle/>
          <a:p>
            <a:fld id="{C0E9560A-78B4-504A-9396-2AE516B1349B}" type="slidenum">
              <a:rPr lang="en-US" smtClean="0"/>
              <a:t>3</a:t>
            </a:fld>
            <a:endParaRPr lang="en-US"/>
          </a:p>
        </p:txBody>
      </p:sp>
    </p:spTree>
    <p:extLst>
      <p:ext uri="{BB962C8B-B14F-4D97-AF65-F5344CB8AC3E}">
        <p14:creationId xmlns:p14="http://schemas.microsoft.com/office/powerpoint/2010/main" val="30264868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64681-2854-069B-1C11-F18A594B32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3FFE4B-99A9-26C1-1B6C-EDDD465CBE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D67544-3E9A-F6D5-CF3F-81E23637026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88BCB8-DFDE-02E1-1F97-B92AD141EEFD}"/>
              </a:ext>
            </a:extLst>
          </p:cNvPr>
          <p:cNvSpPr>
            <a:spLocks noGrp="1"/>
          </p:cNvSpPr>
          <p:nvPr>
            <p:ph type="sldNum" sz="quarter" idx="5"/>
          </p:nvPr>
        </p:nvSpPr>
        <p:spPr/>
        <p:txBody>
          <a:bodyPr/>
          <a:lstStyle/>
          <a:p>
            <a:fld id="{C0E9560A-78B4-504A-9396-2AE516B1349B}" type="slidenum">
              <a:rPr lang="en-US" smtClean="0"/>
              <a:t>4</a:t>
            </a:fld>
            <a:endParaRPr lang="en-US"/>
          </a:p>
        </p:txBody>
      </p:sp>
    </p:spTree>
    <p:extLst>
      <p:ext uri="{BB962C8B-B14F-4D97-AF65-F5344CB8AC3E}">
        <p14:creationId xmlns:p14="http://schemas.microsoft.com/office/powerpoint/2010/main" val="392750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F3976-A8A6-0B69-74EB-41290D9412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6B560D-E619-D573-B5A9-7800B8D1AC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91E2DB-CDAC-3154-A5A7-2B42472EB3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EE3C52-C75D-EB10-9297-FEBB20CD8F87}"/>
              </a:ext>
            </a:extLst>
          </p:cNvPr>
          <p:cNvSpPr>
            <a:spLocks noGrp="1"/>
          </p:cNvSpPr>
          <p:nvPr>
            <p:ph type="sldNum" sz="quarter" idx="5"/>
          </p:nvPr>
        </p:nvSpPr>
        <p:spPr/>
        <p:txBody>
          <a:bodyPr/>
          <a:lstStyle/>
          <a:p>
            <a:fld id="{C0E9560A-78B4-504A-9396-2AE516B1349B}" type="slidenum">
              <a:rPr lang="en-US" smtClean="0"/>
              <a:t>5</a:t>
            </a:fld>
            <a:endParaRPr lang="en-US"/>
          </a:p>
        </p:txBody>
      </p:sp>
    </p:spTree>
    <p:extLst>
      <p:ext uri="{BB962C8B-B14F-4D97-AF65-F5344CB8AC3E}">
        <p14:creationId xmlns:p14="http://schemas.microsoft.com/office/powerpoint/2010/main" val="7048629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6B51E-91FB-AF3B-B4BC-9E09B66BD2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B9D3E7-8ECB-27C6-D2ED-3A439CBC38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2DB384-7976-EE8A-27B4-06B1587977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6519E8-1FCA-0DBD-16C2-83FFD6D42B88}"/>
              </a:ext>
            </a:extLst>
          </p:cNvPr>
          <p:cNvSpPr>
            <a:spLocks noGrp="1"/>
          </p:cNvSpPr>
          <p:nvPr>
            <p:ph type="sldNum" sz="quarter" idx="5"/>
          </p:nvPr>
        </p:nvSpPr>
        <p:spPr/>
        <p:txBody>
          <a:bodyPr/>
          <a:lstStyle/>
          <a:p>
            <a:fld id="{C0E9560A-78B4-504A-9396-2AE516B1349B}" type="slidenum">
              <a:rPr lang="en-US" smtClean="0"/>
              <a:t>6</a:t>
            </a:fld>
            <a:endParaRPr lang="en-US"/>
          </a:p>
        </p:txBody>
      </p:sp>
    </p:spTree>
    <p:extLst>
      <p:ext uri="{BB962C8B-B14F-4D97-AF65-F5344CB8AC3E}">
        <p14:creationId xmlns:p14="http://schemas.microsoft.com/office/powerpoint/2010/main" val="37910743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AECB3-F233-9F90-3FB4-8F4F3029D7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8AE25B-1626-B0F2-A520-A9B9C41E81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AD5D91-B284-A077-11F4-49E900865DA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D10FFE-0FF5-FC2E-D2C2-A787B740C076}"/>
              </a:ext>
            </a:extLst>
          </p:cNvPr>
          <p:cNvSpPr>
            <a:spLocks noGrp="1"/>
          </p:cNvSpPr>
          <p:nvPr>
            <p:ph type="sldNum" sz="quarter" idx="5"/>
          </p:nvPr>
        </p:nvSpPr>
        <p:spPr/>
        <p:txBody>
          <a:bodyPr/>
          <a:lstStyle/>
          <a:p>
            <a:fld id="{C0E9560A-78B4-504A-9396-2AE516B1349B}" type="slidenum">
              <a:rPr lang="en-US" smtClean="0"/>
              <a:t>7</a:t>
            </a:fld>
            <a:endParaRPr lang="en-US"/>
          </a:p>
        </p:txBody>
      </p:sp>
    </p:spTree>
    <p:extLst>
      <p:ext uri="{BB962C8B-B14F-4D97-AF65-F5344CB8AC3E}">
        <p14:creationId xmlns:p14="http://schemas.microsoft.com/office/powerpoint/2010/main" val="20609953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CE0DF-F617-E977-E383-6059EE3BA9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BA8C4-5FFC-409A-DA80-4A8B8A3A36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FEEFA9-961B-282E-6973-89AA6DEE16E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85AB46-2697-FB54-51F5-0D6EA1E0891F}"/>
              </a:ext>
            </a:extLst>
          </p:cNvPr>
          <p:cNvSpPr>
            <a:spLocks noGrp="1"/>
          </p:cNvSpPr>
          <p:nvPr>
            <p:ph type="sldNum" sz="quarter" idx="5"/>
          </p:nvPr>
        </p:nvSpPr>
        <p:spPr/>
        <p:txBody>
          <a:bodyPr/>
          <a:lstStyle/>
          <a:p>
            <a:fld id="{C0E9560A-78B4-504A-9396-2AE516B1349B}" type="slidenum">
              <a:rPr lang="en-US" smtClean="0"/>
              <a:t>8</a:t>
            </a:fld>
            <a:endParaRPr lang="en-US"/>
          </a:p>
        </p:txBody>
      </p:sp>
    </p:spTree>
    <p:extLst>
      <p:ext uri="{BB962C8B-B14F-4D97-AF65-F5344CB8AC3E}">
        <p14:creationId xmlns:p14="http://schemas.microsoft.com/office/powerpoint/2010/main" val="36315797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C4E17-F218-7395-DB51-A02013EBBE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897726-5BE2-94E0-CFF0-36D2E17972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F14C24-4F22-F342-579F-ECEB273F66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FEEB1B-1F2C-0754-14D7-3F692F4B8973}"/>
              </a:ext>
            </a:extLst>
          </p:cNvPr>
          <p:cNvSpPr>
            <a:spLocks noGrp="1"/>
          </p:cNvSpPr>
          <p:nvPr>
            <p:ph type="sldNum" sz="quarter" idx="5"/>
          </p:nvPr>
        </p:nvSpPr>
        <p:spPr/>
        <p:txBody>
          <a:bodyPr/>
          <a:lstStyle/>
          <a:p>
            <a:fld id="{C0E9560A-78B4-504A-9396-2AE516B1349B}" type="slidenum">
              <a:rPr lang="en-US" smtClean="0"/>
              <a:t>9</a:t>
            </a:fld>
            <a:endParaRPr lang="en-US"/>
          </a:p>
        </p:txBody>
      </p:sp>
    </p:spTree>
    <p:extLst>
      <p:ext uri="{BB962C8B-B14F-4D97-AF65-F5344CB8AC3E}">
        <p14:creationId xmlns:p14="http://schemas.microsoft.com/office/powerpoint/2010/main" val="41227062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C8F14-FC32-1DB3-848E-8FB15E2CCA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0B5BEB-6FF7-5619-CFD5-B4CDBB15B2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B47B6A-93E1-85AA-A087-FF83CB492B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9360AE-36A1-C0D1-10EE-7C37027AEB29}"/>
              </a:ext>
            </a:extLst>
          </p:cNvPr>
          <p:cNvSpPr>
            <a:spLocks noGrp="1"/>
          </p:cNvSpPr>
          <p:nvPr>
            <p:ph type="sldNum" sz="quarter" idx="5"/>
          </p:nvPr>
        </p:nvSpPr>
        <p:spPr/>
        <p:txBody>
          <a:bodyPr/>
          <a:lstStyle/>
          <a:p>
            <a:fld id="{C0E9560A-78B4-504A-9396-2AE516B1349B}" type="slidenum">
              <a:rPr lang="en-US" smtClean="0"/>
              <a:t>10</a:t>
            </a:fld>
            <a:endParaRPr lang="en-US"/>
          </a:p>
        </p:txBody>
      </p:sp>
    </p:spTree>
    <p:extLst>
      <p:ext uri="{BB962C8B-B14F-4D97-AF65-F5344CB8AC3E}">
        <p14:creationId xmlns:p14="http://schemas.microsoft.com/office/powerpoint/2010/main" val="30614287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DEDCF-CABF-2932-CF2E-24A44FC7B6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D7DD99-3EDA-1932-255B-C4A6A8BE9F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951662-CC28-9882-D3B8-D89763FD81C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259AA9-8755-6F61-E642-AC6C6B8C29D9}"/>
              </a:ext>
            </a:extLst>
          </p:cNvPr>
          <p:cNvSpPr>
            <a:spLocks noGrp="1"/>
          </p:cNvSpPr>
          <p:nvPr>
            <p:ph type="sldNum" sz="quarter" idx="5"/>
          </p:nvPr>
        </p:nvSpPr>
        <p:spPr/>
        <p:txBody>
          <a:bodyPr/>
          <a:lstStyle/>
          <a:p>
            <a:fld id="{C0E9560A-78B4-504A-9396-2AE516B1349B}" type="slidenum">
              <a:rPr lang="en-US" smtClean="0"/>
              <a:t>11</a:t>
            </a:fld>
            <a:endParaRPr lang="en-US"/>
          </a:p>
        </p:txBody>
      </p:sp>
    </p:spTree>
    <p:extLst>
      <p:ext uri="{BB962C8B-B14F-4D97-AF65-F5344CB8AC3E}">
        <p14:creationId xmlns:p14="http://schemas.microsoft.com/office/powerpoint/2010/main" val="34780209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99FAD-F379-9E5F-EBE3-129D7FC4B4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919A25-81D8-D003-3F16-702E901036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624C9A-53A5-7CCC-7199-4610914846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B535CF-8389-4D51-258C-995700A8CAC7}"/>
              </a:ext>
            </a:extLst>
          </p:cNvPr>
          <p:cNvSpPr>
            <a:spLocks noGrp="1"/>
          </p:cNvSpPr>
          <p:nvPr>
            <p:ph type="sldNum" sz="quarter" idx="5"/>
          </p:nvPr>
        </p:nvSpPr>
        <p:spPr/>
        <p:txBody>
          <a:bodyPr/>
          <a:lstStyle/>
          <a:p>
            <a:fld id="{C0E9560A-78B4-504A-9396-2AE516B1349B}" type="slidenum">
              <a:rPr lang="en-US" smtClean="0"/>
              <a:t>12</a:t>
            </a:fld>
            <a:endParaRPr lang="en-US"/>
          </a:p>
        </p:txBody>
      </p:sp>
    </p:spTree>
    <p:extLst>
      <p:ext uri="{BB962C8B-B14F-4D97-AF65-F5344CB8AC3E}">
        <p14:creationId xmlns:p14="http://schemas.microsoft.com/office/powerpoint/2010/main" val="35039961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4BDE3-53A4-EE2F-8D27-4A9A4FFCDD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C80198-ACEB-BFB9-4496-AE56600F9C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79E17E-7D93-3F3D-B6C5-449AF9FF1F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8D961F-2A3D-2FFA-53C1-76460629EEC8}"/>
              </a:ext>
            </a:extLst>
          </p:cNvPr>
          <p:cNvSpPr>
            <a:spLocks noGrp="1"/>
          </p:cNvSpPr>
          <p:nvPr>
            <p:ph type="sldNum" sz="quarter" idx="5"/>
          </p:nvPr>
        </p:nvSpPr>
        <p:spPr/>
        <p:txBody>
          <a:bodyPr/>
          <a:lstStyle/>
          <a:p>
            <a:fld id="{C0E9560A-78B4-504A-9396-2AE516B1349B}" type="slidenum">
              <a:rPr lang="en-US" smtClean="0"/>
              <a:t>13</a:t>
            </a:fld>
            <a:endParaRPr lang="en-US"/>
          </a:p>
        </p:txBody>
      </p:sp>
    </p:spTree>
    <p:extLst>
      <p:ext uri="{BB962C8B-B14F-4D97-AF65-F5344CB8AC3E}">
        <p14:creationId xmlns:p14="http://schemas.microsoft.com/office/powerpoint/2010/main" val="31342542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2FF61-8A94-C363-981E-0863CF7AD0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954ACC-9FDE-3CC1-2140-91A35871F2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861CD6-0ECA-03F4-74A9-DF6AF3D3B9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178AE1-DE53-F7FF-16C9-F966E9722240}"/>
              </a:ext>
            </a:extLst>
          </p:cNvPr>
          <p:cNvSpPr>
            <a:spLocks noGrp="1"/>
          </p:cNvSpPr>
          <p:nvPr>
            <p:ph type="sldNum" sz="quarter" idx="5"/>
          </p:nvPr>
        </p:nvSpPr>
        <p:spPr/>
        <p:txBody>
          <a:bodyPr/>
          <a:lstStyle/>
          <a:p>
            <a:fld id="{C0E9560A-78B4-504A-9396-2AE516B1349B}" type="slidenum">
              <a:rPr lang="en-US" smtClean="0"/>
              <a:t>14</a:t>
            </a:fld>
            <a:endParaRPr lang="en-US"/>
          </a:p>
        </p:txBody>
      </p:sp>
    </p:spTree>
    <p:extLst>
      <p:ext uri="{BB962C8B-B14F-4D97-AF65-F5344CB8AC3E}">
        <p14:creationId xmlns:p14="http://schemas.microsoft.com/office/powerpoint/2010/main" val="26736506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CFB61-D306-B10D-38F3-F06578A0F8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D55673-4517-8495-7568-3BFDB4EE59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69CD27-CB70-474F-B7A4-CA7B6A32C70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2A2CEC-C671-ED68-4496-823FD95269D6}"/>
              </a:ext>
            </a:extLst>
          </p:cNvPr>
          <p:cNvSpPr>
            <a:spLocks noGrp="1"/>
          </p:cNvSpPr>
          <p:nvPr>
            <p:ph type="sldNum" sz="quarter" idx="5"/>
          </p:nvPr>
        </p:nvSpPr>
        <p:spPr/>
        <p:txBody>
          <a:bodyPr/>
          <a:lstStyle/>
          <a:p>
            <a:fld id="{C0E9560A-78B4-504A-9396-2AE516B1349B}" type="slidenum">
              <a:rPr lang="en-US" smtClean="0"/>
              <a:t>15</a:t>
            </a:fld>
            <a:endParaRPr lang="en-US"/>
          </a:p>
        </p:txBody>
      </p:sp>
    </p:spTree>
    <p:extLst>
      <p:ext uri="{BB962C8B-B14F-4D97-AF65-F5344CB8AC3E}">
        <p14:creationId xmlns:p14="http://schemas.microsoft.com/office/powerpoint/2010/main" val="6491407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7B084-AB23-2639-09DC-E2BFB276C9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8DAF01-8BE6-10F7-7235-11E2A1FF97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1B7498-4D6C-28D8-B1F0-3BDD30D32E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294EEA-1987-93F1-1DE7-6FE175F70BEC}"/>
              </a:ext>
            </a:extLst>
          </p:cNvPr>
          <p:cNvSpPr>
            <a:spLocks noGrp="1"/>
          </p:cNvSpPr>
          <p:nvPr>
            <p:ph type="sldNum" sz="quarter" idx="5"/>
          </p:nvPr>
        </p:nvSpPr>
        <p:spPr/>
        <p:txBody>
          <a:bodyPr/>
          <a:lstStyle/>
          <a:p>
            <a:fld id="{C0E9560A-78B4-504A-9396-2AE516B1349B}" type="slidenum">
              <a:rPr lang="en-US" smtClean="0"/>
              <a:t>16</a:t>
            </a:fld>
            <a:endParaRPr lang="en-US"/>
          </a:p>
        </p:txBody>
      </p:sp>
    </p:spTree>
    <p:extLst>
      <p:ext uri="{BB962C8B-B14F-4D97-AF65-F5344CB8AC3E}">
        <p14:creationId xmlns:p14="http://schemas.microsoft.com/office/powerpoint/2010/main" val="1845788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85B3E-41CF-8B59-471C-32CD1EBEC2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D15655-14A2-2018-84CC-576559414D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8D23C5-2085-E071-06BA-37DB025ADC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9AE1EB-0A4C-1F63-D40B-5DAFA6A20209}"/>
              </a:ext>
            </a:extLst>
          </p:cNvPr>
          <p:cNvSpPr>
            <a:spLocks noGrp="1"/>
          </p:cNvSpPr>
          <p:nvPr>
            <p:ph type="sldNum" sz="quarter" idx="5"/>
          </p:nvPr>
        </p:nvSpPr>
        <p:spPr/>
        <p:txBody>
          <a:bodyPr/>
          <a:lstStyle/>
          <a:p>
            <a:fld id="{C0E9560A-78B4-504A-9396-2AE516B1349B}" type="slidenum">
              <a:rPr lang="en-US" smtClean="0"/>
              <a:t>17</a:t>
            </a:fld>
            <a:endParaRPr lang="en-US"/>
          </a:p>
        </p:txBody>
      </p:sp>
    </p:spTree>
    <p:extLst>
      <p:ext uri="{BB962C8B-B14F-4D97-AF65-F5344CB8AC3E}">
        <p14:creationId xmlns:p14="http://schemas.microsoft.com/office/powerpoint/2010/main" val="12052635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77037-0B58-9AB5-190B-B0E86212F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041DD7-A26D-7280-A2D1-C68D877E5B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B5EB80-2757-8648-380E-6A23BBE509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B962009-B722-E23C-2BAA-69403DFE6AEA}"/>
              </a:ext>
            </a:extLst>
          </p:cNvPr>
          <p:cNvSpPr>
            <a:spLocks noGrp="1"/>
          </p:cNvSpPr>
          <p:nvPr>
            <p:ph type="sldNum" sz="quarter" idx="5"/>
          </p:nvPr>
        </p:nvSpPr>
        <p:spPr/>
        <p:txBody>
          <a:bodyPr/>
          <a:lstStyle/>
          <a:p>
            <a:fld id="{C0E9560A-78B4-504A-9396-2AE516B1349B}" type="slidenum">
              <a:rPr lang="en-US" smtClean="0"/>
              <a:t>18</a:t>
            </a:fld>
            <a:endParaRPr lang="en-US"/>
          </a:p>
        </p:txBody>
      </p:sp>
    </p:spTree>
    <p:extLst>
      <p:ext uri="{BB962C8B-B14F-4D97-AF65-F5344CB8AC3E}">
        <p14:creationId xmlns:p14="http://schemas.microsoft.com/office/powerpoint/2010/main" val="20274734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765AC-5132-6C29-1613-BD740C0809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A64925-94C6-825D-A1BA-797EF05985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C1F8F7-76C1-E9A2-D394-64070E56C2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BB8D993-D4E1-E8B3-85BB-C460813BBFBE}"/>
              </a:ext>
            </a:extLst>
          </p:cNvPr>
          <p:cNvSpPr>
            <a:spLocks noGrp="1"/>
          </p:cNvSpPr>
          <p:nvPr>
            <p:ph type="sldNum" sz="quarter" idx="5"/>
          </p:nvPr>
        </p:nvSpPr>
        <p:spPr/>
        <p:txBody>
          <a:bodyPr/>
          <a:lstStyle/>
          <a:p>
            <a:fld id="{C0E9560A-78B4-504A-9396-2AE516B1349B}" type="slidenum">
              <a:rPr lang="en-US" smtClean="0"/>
              <a:t>19</a:t>
            </a:fld>
            <a:endParaRPr lang="en-US"/>
          </a:p>
        </p:txBody>
      </p:sp>
    </p:spTree>
    <p:extLst>
      <p:ext uri="{BB962C8B-B14F-4D97-AF65-F5344CB8AC3E}">
        <p14:creationId xmlns:p14="http://schemas.microsoft.com/office/powerpoint/2010/main" val="22087743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6CD2A-E185-9DBF-B3C3-0E87A01286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A6BB12-FA95-6A90-D7BC-733479C960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695DBA-471B-2B4A-D3DE-B4BD20208D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333DAF-6641-592A-7373-9CBFD6627BB6}"/>
              </a:ext>
            </a:extLst>
          </p:cNvPr>
          <p:cNvSpPr>
            <a:spLocks noGrp="1"/>
          </p:cNvSpPr>
          <p:nvPr>
            <p:ph type="sldNum" sz="quarter" idx="5"/>
          </p:nvPr>
        </p:nvSpPr>
        <p:spPr/>
        <p:txBody>
          <a:bodyPr/>
          <a:lstStyle/>
          <a:p>
            <a:fld id="{C0E9560A-78B4-504A-9396-2AE516B1349B}" type="slidenum">
              <a:rPr lang="en-US" smtClean="0"/>
              <a:t>20</a:t>
            </a:fld>
            <a:endParaRPr lang="en-US"/>
          </a:p>
        </p:txBody>
      </p:sp>
    </p:spTree>
    <p:extLst>
      <p:ext uri="{BB962C8B-B14F-4D97-AF65-F5344CB8AC3E}">
        <p14:creationId xmlns:p14="http://schemas.microsoft.com/office/powerpoint/2010/main" val="19836622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10B58-0BEE-A5FD-F673-ACC0501435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7F7B6B-640A-83AE-B1AD-4BE4DBACA9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4A3CE7-D4DC-16E0-19A7-5F10E10CDB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03BDDB-C063-146A-9C70-D8D138A438C7}"/>
              </a:ext>
            </a:extLst>
          </p:cNvPr>
          <p:cNvSpPr>
            <a:spLocks noGrp="1"/>
          </p:cNvSpPr>
          <p:nvPr>
            <p:ph type="sldNum" sz="quarter" idx="5"/>
          </p:nvPr>
        </p:nvSpPr>
        <p:spPr/>
        <p:txBody>
          <a:bodyPr/>
          <a:lstStyle/>
          <a:p>
            <a:fld id="{C0E9560A-78B4-504A-9396-2AE516B1349B}" type="slidenum">
              <a:rPr lang="en-US" smtClean="0"/>
              <a:t>21</a:t>
            </a:fld>
            <a:endParaRPr lang="en-US"/>
          </a:p>
        </p:txBody>
      </p:sp>
    </p:spTree>
    <p:extLst>
      <p:ext uri="{BB962C8B-B14F-4D97-AF65-F5344CB8AC3E}">
        <p14:creationId xmlns:p14="http://schemas.microsoft.com/office/powerpoint/2010/main" val="33759445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0939A-C367-38F2-7372-31FB6A77EE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EAA74B-C5D8-491C-CCDF-1DA3090335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1F019A-D56D-BF7D-6EC4-F9DBA2866A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7482CC-8CA3-6122-E343-7757AF2BD367}"/>
              </a:ext>
            </a:extLst>
          </p:cNvPr>
          <p:cNvSpPr>
            <a:spLocks noGrp="1"/>
          </p:cNvSpPr>
          <p:nvPr>
            <p:ph type="sldNum" sz="quarter" idx="5"/>
          </p:nvPr>
        </p:nvSpPr>
        <p:spPr/>
        <p:txBody>
          <a:bodyPr/>
          <a:lstStyle/>
          <a:p>
            <a:fld id="{C0E9560A-78B4-504A-9396-2AE516B1349B}" type="slidenum">
              <a:rPr lang="en-US" smtClean="0"/>
              <a:t>22</a:t>
            </a:fld>
            <a:endParaRPr lang="en-US"/>
          </a:p>
        </p:txBody>
      </p:sp>
    </p:spTree>
    <p:extLst>
      <p:ext uri="{BB962C8B-B14F-4D97-AF65-F5344CB8AC3E}">
        <p14:creationId xmlns:p14="http://schemas.microsoft.com/office/powerpoint/2010/main" val="30721398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645E1-87F8-ECCC-09BD-92E30E906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B9E3DE-9E5F-D38C-56B0-B865984AC0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CC8DA6-6ED6-2DB6-0D5C-DA1B71CD15E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579784-BA73-C0E4-9256-330BBACF202E}"/>
              </a:ext>
            </a:extLst>
          </p:cNvPr>
          <p:cNvSpPr>
            <a:spLocks noGrp="1"/>
          </p:cNvSpPr>
          <p:nvPr>
            <p:ph type="sldNum" sz="quarter" idx="5"/>
          </p:nvPr>
        </p:nvSpPr>
        <p:spPr/>
        <p:txBody>
          <a:bodyPr/>
          <a:lstStyle/>
          <a:p>
            <a:fld id="{C0E9560A-78B4-504A-9396-2AE516B1349B}" type="slidenum">
              <a:rPr lang="en-US" smtClean="0"/>
              <a:t>23</a:t>
            </a:fld>
            <a:endParaRPr lang="en-US"/>
          </a:p>
        </p:txBody>
      </p:sp>
    </p:spTree>
    <p:extLst>
      <p:ext uri="{BB962C8B-B14F-4D97-AF65-F5344CB8AC3E}">
        <p14:creationId xmlns:p14="http://schemas.microsoft.com/office/powerpoint/2010/main" val="25439524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0DBD0-F760-439E-004B-1329AD9F8F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08B860-87E9-11D8-AEAE-5F698D05BF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10CE0B-B663-23F7-DAE8-CE20A61014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76E501-95CD-AD47-FF83-43921BAFC4C1}"/>
              </a:ext>
            </a:extLst>
          </p:cNvPr>
          <p:cNvSpPr>
            <a:spLocks noGrp="1"/>
          </p:cNvSpPr>
          <p:nvPr>
            <p:ph type="sldNum" sz="quarter" idx="5"/>
          </p:nvPr>
        </p:nvSpPr>
        <p:spPr/>
        <p:txBody>
          <a:bodyPr/>
          <a:lstStyle/>
          <a:p>
            <a:fld id="{C0E9560A-78B4-504A-9396-2AE516B1349B}" type="slidenum">
              <a:rPr lang="en-US" smtClean="0"/>
              <a:t>24</a:t>
            </a:fld>
            <a:endParaRPr lang="en-US"/>
          </a:p>
        </p:txBody>
      </p:sp>
    </p:spTree>
    <p:extLst>
      <p:ext uri="{BB962C8B-B14F-4D97-AF65-F5344CB8AC3E}">
        <p14:creationId xmlns:p14="http://schemas.microsoft.com/office/powerpoint/2010/main" val="37285082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DCF1A-AF92-9502-2C49-BB57D89B36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EEB5DC-F276-FA25-FFE8-79DCCC6AA3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C5E65-8316-CDF2-AA08-53C5F0E6A5B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FC32FC-5D74-4FB3-71A9-2EFEA9DBA877}"/>
              </a:ext>
            </a:extLst>
          </p:cNvPr>
          <p:cNvSpPr>
            <a:spLocks noGrp="1"/>
          </p:cNvSpPr>
          <p:nvPr>
            <p:ph type="sldNum" sz="quarter" idx="5"/>
          </p:nvPr>
        </p:nvSpPr>
        <p:spPr/>
        <p:txBody>
          <a:bodyPr/>
          <a:lstStyle/>
          <a:p>
            <a:fld id="{C0E9560A-78B4-504A-9396-2AE516B1349B}" type="slidenum">
              <a:rPr lang="en-US" smtClean="0"/>
              <a:t>25</a:t>
            </a:fld>
            <a:endParaRPr lang="en-US"/>
          </a:p>
        </p:txBody>
      </p:sp>
    </p:spTree>
    <p:extLst>
      <p:ext uri="{BB962C8B-B14F-4D97-AF65-F5344CB8AC3E}">
        <p14:creationId xmlns:p14="http://schemas.microsoft.com/office/powerpoint/2010/main" val="30976849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C82F1-8C1B-FFF2-0DE6-17D77F593B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D38A00-D128-3F56-1F92-927309A8B3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35EBCB-BAE3-1415-B4C3-95C506BA7B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FEC52B2-523B-BE35-F242-FEEA9D783680}"/>
              </a:ext>
            </a:extLst>
          </p:cNvPr>
          <p:cNvSpPr>
            <a:spLocks noGrp="1"/>
          </p:cNvSpPr>
          <p:nvPr>
            <p:ph type="sldNum" sz="quarter" idx="5"/>
          </p:nvPr>
        </p:nvSpPr>
        <p:spPr/>
        <p:txBody>
          <a:bodyPr/>
          <a:lstStyle/>
          <a:p>
            <a:fld id="{C0E9560A-78B4-504A-9396-2AE516B1349B}" type="slidenum">
              <a:rPr lang="en-US" smtClean="0"/>
              <a:t>26</a:t>
            </a:fld>
            <a:endParaRPr lang="en-US"/>
          </a:p>
        </p:txBody>
      </p:sp>
    </p:spTree>
    <p:extLst>
      <p:ext uri="{BB962C8B-B14F-4D97-AF65-F5344CB8AC3E}">
        <p14:creationId xmlns:p14="http://schemas.microsoft.com/office/powerpoint/2010/main" val="37234728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0FCFE-087B-4B32-2F25-B13CD59B0C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E4A2F-7278-A252-B501-6912E62235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62BCA9-5BA5-0268-358A-A705023E06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63BD0F-46CC-0864-5AD4-ABBF423AF797}"/>
              </a:ext>
            </a:extLst>
          </p:cNvPr>
          <p:cNvSpPr>
            <a:spLocks noGrp="1"/>
          </p:cNvSpPr>
          <p:nvPr>
            <p:ph type="sldNum" sz="quarter" idx="5"/>
          </p:nvPr>
        </p:nvSpPr>
        <p:spPr/>
        <p:txBody>
          <a:bodyPr/>
          <a:lstStyle/>
          <a:p>
            <a:fld id="{C0E9560A-78B4-504A-9396-2AE516B1349B}" type="slidenum">
              <a:rPr lang="en-US" smtClean="0"/>
              <a:t>27</a:t>
            </a:fld>
            <a:endParaRPr lang="en-US"/>
          </a:p>
        </p:txBody>
      </p:sp>
    </p:spTree>
    <p:extLst>
      <p:ext uri="{BB962C8B-B14F-4D97-AF65-F5344CB8AC3E}">
        <p14:creationId xmlns:p14="http://schemas.microsoft.com/office/powerpoint/2010/main" val="27387718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6794A-D7C4-A635-3091-2AC680F5C4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30AB50-897F-633D-E043-2DC111E0D3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0DD221-455E-3E21-675F-47AF61EA2C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E27FF7-9FCE-180C-E1A4-940F69401E29}"/>
              </a:ext>
            </a:extLst>
          </p:cNvPr>
          <p:cNvSpPr>
            <a:spLocks noGrp="1"/>
          </p:cNvSpPr>
          <p:nvPr>
            <p:ph type="sldNum" sz="quarter" idx="5"/>
          </p:nvPr>
        </p:nvSpPr>
        <p:spPr/>
        <p:txBody>
          <a:bodyPr/>
          <a:lstStyle/>
          <a:p>
            <a:fld id="{C0E9560A-78B4-504A-9396-2AE516B1349B}" type="slidenum">
              <a:rPr lang="en-US" smtClean="0"/>
              <a:t>28</a:t>
            </a:fld>
            <a:endParaRPr lang="en-US"/>
          </a:p>
        </p:txBody>
      </p:sp>
    </p:spTree>
    <p:extLst>
      <p:ext uri="{BB962C8B-B14F-4D97-AF65-F5344CB8AC3E}">
        <p14:creationId xmlns:p14="http://schemas.microsoft.com/office/powerpoint/2010/main" val="346742133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72128-D745-A200-6D4F-58D9641054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DA9AC1-3151-2A70-1CE1-2D3CB38215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C0092B-CD33-34A7-ACD3-5E2F42A3D0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5E499F2-5677-FFB4-452E-FA23C76DADC2}"/>
              </a:ext>
            </a:extLst>
          </p:cNvPr>
          <p:cNvSpPr>
            <a:spLocks noGrp="1"/>
          </p:cNvSpPr>
          <p:nvPr>
            <p:ph type="sldNum" sz="quarter" idx="5"/>
          </p:nvPr>
        </p:nvSpPr>
        <p:spPr/>
        <p:txBody>
          <a:bodyPr/>
          <a:lstStyle/>
          <a:p>
            <a:fld id="{C0E9560A-78B4-504A-9396-2AE516B1349B}" type="slidenum">
              <a:rPr lang="en-US" smtClean="0"/>
              <a:t>29</a:t>
            </a:fld>
            <a:endParaRPr lang="en-US"/>
          </a:p>
        </p:txBody>
      </p:sp>
    </p:spTree>
    <p:extLst>
      <p:ext uri="{BB962C8B-B14F-4D97-AF65-F5344CB8AC3E}">
        <p14:creationId xmlns:p14="http://schemas.microsoft.com/office/powerpoint/2010/main" val="21353909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F3A14-5060-4435-32A4-4E8B767259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E77EB0-0332-E62D-3BB4-ED14EB0ECF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197927-345E-F8E3-3DE0-8139CDA5988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8BE703-C3BD-082D-5994-FA922012F44E}"/>
              </a:ext>
            </a:extLst>
          </p:cNvPr>
          <p:cNvSpPr>
            <a:spLocks noGrp="1"/>
          </p:cNvSpPr>
          <p:nvPr>
            <p:ph type="sldNum" sz="quarter" idx="5"/>
          </p:nvPr>
        </p:nvSpPr>
        <p:spPr/>
        <p:txBody>
          <a:bodyPr/>
          <a:lstStyle/>
          <a:p>
            <a:fld id="{C0E9560A-78B4-504A-9396-2AE516B1349B}" type="slidenum">
              <a:rPr lang="en-US" smtClean="0"/>
              <a:t>30</a:t>
            </a:fld>
            <a:endParaRPr lang="en-US"/>
          </a:p>
        </p:txBody>
      </p:sp>
    </p:spTree>
    <p:extLst>
      <p:ext uri="{BB962C8B-B14F-4D97-AF65-F5344CB8AC3E}">
        <p14:creationId xmlns:p14="http://schemas.microsoft.com/office/powerpoint/2010/main" val="1167020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EC9D2-8EDD-36C9-D64A-66AED4D12E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AEC42F-635C-6884-38CF-1674076BB5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D705D2-27CA-C059-A2F7-A90C49C57D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99833B-8E73-EC4C-FC91-DD039D9127D9}"/>
              </a:ext>
            </a:extLst>
          </p:cNvPr>
          <p:cNvSpPr>
            <a:spLocks noGrp="1"/>
          </p:cNvSpPr>
          <p:nvPr>
            <p:ph type="sldNum" sz="quarter" idx="5"/>
          </p:nvPr>
        </p:nvSpPr>
        <p:spPr/>
        <p:txBody>
          <a:bodyPr/>
          <a:lstStyle/>
          <a:p>
            <a:fld id="{C0E9560A-78B4-504A-9396-2AE516B1349B}" type="slidenum">
              <a:rPr lang="en-US" smtClean="0"/>
              <a:t>31</a:t>
            </a:fld>
            <a:endParaRPr lang="en-US"/>
          </a:p>
        </p:txBody>
      </p:sp>
    </p:spTree>
    <p:extLst>
      <p:ext uri="{BB962C8B-B14F-4D97-AF65-F5344CB8AC3E}">
        <p14:creationId xmlns:p14="http://schemas.microsoft.com/office/powerpoint/2010/main" val="7884415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79553-20DC-626C-891F-12CAE2D4E6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8A0C62-F7E7-A7F5-3D66-F0DC3B3AA0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1A965C-4509-2BA1-A3DD-58F6664F80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AD5D91-22B1-553B-43BF-3652C5F2F444}"/>
              </a:ext>
            </a:extLst>
          </p:cNvPr>
          <p:cNvSpPr>
            <a:spLocks noGrp="1"/>
          </p:cNvSpPr>
          <p:nvPr>
            <p:ph type="sldNum" sz="quarter" idx="5"/>
          </p:nvPr>
        </p:nvSpPr>
        <p:spPr/>
        <p:txBody>
          <a:bodyPr/>
          <a:lstStyle/>
          <a:p>
            <a:fld id="{C0E9560A-78B4-504A-9396-2AE516B1349B}" type="slidenum">
              <a:rPr lang="en-US" smtClean="0"/>
              <a:t>32</a:t>
            </a:fld>
            <a:endParaRPr lang="en-US"/>
          </a:p>
        </p:txBody>
      </p:sp>
    </p:spTree>
    <p:extLst>
      <p:ext uri="{BB962C8B-B14F-4D97-AF65-F5344CB8AC3E}">
        <p14:creationId xmlns:p14="http://schemas.microsoft.com/office/powerpoint/2010/main" val="42327125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30A4D-BBA6-7473-80AE-CA2D324F39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B3D1A5-3943-A509-14A6-3D025507F9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07BE63-265D-214F-4C26-9946060732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F22F04-7017-A598-738C-9C8D2EBB9220}"/>
              </a:ext>
            </a:extLst>
          </p:cNvPr>
          <p:cNvSpPr>
            <a:spLocks noGrp="1"/>
          </p:cNvSpPr>
          <p:nvPr>
            <p:ph type="sldNum" sz="quarter" idx="5"/>
          </p:nvPr>
        </p:nvSpPr>
        <p:spPr/>
        <p:txBody>
          <a:bodyPr/>
          <a:lstStyle/>
          <a:p>
            <a:fld id="{C0E9560A-78B4-504A-9396-2AE516B1349B}" type="slidenum">
              <a:rPr lang="en-US" smtClean="0"/>
              <a:t>33</a:t>
            </a:fld>
            <a:endParaRPr lang="en-US"/>
          </a:p>
        </p:txBody>
      </p:sp>
    </p:spTree>
    <p:extLst>
      <p:ext uri="{BB962C8B-B14F-4D97-AF65-F5344CB8AC3E}">
        <p14:creationId xmlns:p14="http://schemas.microsoft.com/office/powerpoint/2010/main" val="314167901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20646-1B50-D26C-B3C2-A87B949DC6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6054ED-D138-7382-109F-D44AF240FC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5CA1C5-3594-EE4C-E828-99732C0988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75DF61-6C24-FB76-25CB-A0B2523C2743}"/>
              </a:ext>
            </a:extLst>
          </p:cNvPr>
          <p:cNvSpPr>
            <a:spLocks noGrp="1"/>
          </p:cNvSpPr>
          <p:nvPr>
            <p:ph type="sldNum" sz="quarter" idx="5"/>
          </p:nvPr>
        </p:nvSpPr>
        <p:spPr/>
        <p:txBody>
          <a:bodyPr/>
          <a:lstStyle/>
          <a:p>
            <a:fld id="{C0E9560A-78B4-504A-9396-2AE516B1349B}" type="slidenum">
              <a:rPr lang="en-US" smtClean="0"/>
              <a:t>34</a:t>
            </a:fld>
            <a:endParaRPr lang="en-US"/>
          </a:p>
        </p:txBody>
      </p:sp>
    </p:spTree>
    <p:extLst>
      <p:ext uri="{BB962C8B-B14F-4D97-AF65-F5344CB8AC3E}">
        <p14:creationId xmlns:p14="http://schemas.microsoft.com/office/powerpoint/2010/main" val="240375304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EDD4D-32A3-4483-531E-F8527ED8F0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E2CD92-A62F-2315-7F48-72723089FC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86EB61-5C00-66EA-F960-0398D45D12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7AAF36-C093-8C0A-37A4-E5BC8378BF01}"/>
              </a:ext>
            </a:extLst>
          </p:cNvPr>
          <p:cNvSpPr>
            <a:spLocks noGrp="1"/>
          </p:cNvSpPr>
          <p:nvPr>
            <p:ph type="sldNum" sz="quarter" idx="5"/>
          </p:nvPr>
        </p:nvSpPr>
        <p:spPr/>
        <p:txBody>
          <a:bodyPr/>
          <a:lstStyle/>
          <a:p>
            <a:fld id="{C0E9560A-78B4-504A-9396-2AE516B1349B}" type="slidenum">
              <a:rPr lang="en-US" smtClean="0"/>
              <a:t>35</a:t>
            </a:fld>
            <a:endParaRPr lang="en-US"/>
          </a:p>
        </p:txBody>
      </p:sp>
    </p:spTree>
    <p:extLst>
      <p:ext uri="{BB962C8B-B14F-4D97-AF65-F5344CB8AC3E}">
        <p14:creationId xmlns:p14="http://schemas.microsoft.com/office/powerpoint/2010/main" val="80758439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5861C-0534-5089-740B-98C83BF0DD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4B8237-4954-523C-1AD5-342223E9A5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144ABD-0429-CF46-08A9-1AA4A1F79FC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FE0753E-4AC8-46BB-7CE8-1321FB822F67}"/>
              </a:ext>
            </a:extLst>
          </p:cNvPr>
          <p:cNvSpPr>
            <a:spLocks noGrp="1"/>
          </p:cNvSpPr>
          <p:nvPr>
            <p:ph type="sldNum" sz="quarter" idx="5"/>
          </p:nvPr>
        </p:nvSpPr>
        <p:spPr/>
        <p:txBody>
          <a:bodyPr/>
          <a:lstStyle/>
          <a:p>
            <a:fld id="{C0E9560A-78B4-504A-9396-2AE516B1349B}" type="slidenum">
              <a:rPr lang="en-US" smtClean="0"/>
              <a:t>36</a:t>
            </a:fld>
            <a:endParaRPr lang="en-US"/>
          </a:p>
        </p:txBody>
      </p:sp>
    </p:spTree>
    <p:extLst>
      <p:ext uri="{BB962C8B-B14F-4D97-AF65-F5344CB8AC3E}">
        <p14:creationId xmlns:p14="http://schemas.microsoft.com/office/powerpoint/2010/main" val="26586915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7593B-F214-E908-8AEB-A50070ACBD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90433C-E734-6D81-3514-C57CFF1D4C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76D3FD-671F-93FA-D8B2-711B0CEFB9D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FDA65B-80F7-97FA-0ECA-1D0C1E7DEF09}"/>
              </a:ext>
            </a:extLst>
          </p:cNvPr>
          <p:cNvSpPr>
            <a:spLocks noGrp="1"/>
          </p:cNvSpPr>
          <p:nvPr>
            <p:ph type="sldNum" sz="quarter" idx="5"/>
          </p:nvPr>
        </p:nvSpPr>
        <p:spPr/>
        <p:txBody>
          <a:bodyPr/>
          <a:lstStyle/>
          <a:p>
            <a:fld id="{C0E9560A-78B4-504A-9396-2AE516B1349B}" type="slidenum">
              <a:rPr lang="en-US" smtClean="0"/>
              <a:t>37</a:t>
            </a:fld>
            <a:endParaRPr lang="en-US"/>
          </a:p>
        </p:txBody>
      </p:sp>
    </p:spTree>
    <p:extLst>
      <p:ext uri="{BB962C8B-B14F-4D97-AF65-F5344CB8AC3E}">
        <p14:creationId xmlns:p14="http://schemas.microsoft.com/office/powerpoint/2010/main" val="72060687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F0F08-9D13-3EF8-91AE-F453369816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2AC8A9-A454-071E-E86F-FB961D4463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4D6D0F-E347-C9F3-02E5-2699218123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472FD3-C5D0-928D-94EA-36C497E76DB7}"/>
              </a:ext>
            </a:extLst>
          </p:cNvPr>
          <p:cNvSpPr>
            <a:spLocks noGrp="1"/>
          </p:cNvSpPr>
          <p:nvPr>
            <p:ph type="sldNum" sz="quarter" idx="5"/>
          </p:nvPr>
        </p:nvSpPr>
        <p:spPr/>
        <p:txBody>
          <a:bodyPr/>
          <a:lstStyle/>
          <a:p>
            <a:fld id="{C0E9560A-78B4-504A-9396-2AE516B1349B}" type="slidenum">
              <a:rPr lang="en-US" smtClean="0"/>
              <a:t>38</a:t>
            </a:fld>
            <a:endParaRPr lang="en-US"/>
          </a:p>
        </p:txBody>
      </p:sp>
    </p:spTree>
    <p:extLst>
      <p:ext uri="{BB962C8B-B14F-4D97-AF65-F5344CB8AC3E}">
        <p14:creationId xmlns:p14="http://schemas.microsoft.com/office/powerpoint/2010/main" val="307856667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B4983-0F70-5D65-D9C1-A9FFC2269D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63DDF6-F478-E757-24D4-7197D83937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CDB566-DD6B-A87C-D65D-28327698DA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89B488-0E3C-023D-1EDF-9174BB4696A7}"/>
              </a:ext>
            </a:extLst>
          </p:cNvPr>
          <p:cNvSpPr>
            <a:spLocks noGrp="1"/>
          </p:cNvSpPr>
          <p:nvPr>
            <p:ph type="sldNum" sz="quarter" idx="5"/>
          </p:nvPr>
        </p:nvSpPr>
        <p:spPr/>
        <p:txBody>
          <a:bodyPr/>
          <a:lstStyle/>
          <a:p>
            <a:fld id="{C0E9560A-78B4-504A-9396-2AE516B1349B}" type="slidenum">
              <a:rPr lang="en-US" smtClean="0"/>
              <a:t>39</a:t>
            </a:fld>
            <a:endParaRPr lang="en-US"/>
          </a:p>
        </p:txBody>
      </p:sp>
    </p:spTree>
    <p:extLst>
      <p:ext uri="{BB962C8B-B14F-4D97-AF65-F5344CB8AC3E}">
        <p14:creationId xmlns:p14="http://schemas.microsoft.com/office/powerpoint/2010/main" val="280191215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59886-6A98-D7DF-FADB-21C23561F0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B4DCF5-57CE-F1C3-F26C-E8F57EDCED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42D11C-67BC-7412-60F6-61743143AD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1B6759-888F-2B97-52E6-06D7D668D8DA}"/>
              </a:ext>
            </a:extLst>
          </p:cNvPr>
          <p:cNvSpPr>
            <a:spLocks noGrp="1"/>
          </p:cNvSpPr>
          <p:nvPr>
            <p:ph type="sldNum" sz="quarter" idx="5"/>
          </p:nvPr>
        </p:nvSpPr>
        <p:spPr/>
        <p:txBody>
          <a:bodyPr/>
          <a:lstStyle/>
          <a:p>
            <a:fld id="{C0E9560A-78B4-504A-9396-2AE516B1349B}" type="slidenum">
              <a:rPr lang="en-US" smtClean="0"/>
              <a:t>40</a:t>
            </a:fld>
            <a:endParaRPr lang="en-US"/>
          </a:p>
        </p:txBody>
      </p:sp>
    </p:spTree>
    <p:extLst>
      <p:ext uri="{BB962C8B-B14F-4D97-AF65-F5344CB8AC3E}">
        <p14:creationId xmlns:p14="http://schemas.microsoft.com/office/powerpoint/2010/main" val="65033375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71E85-C8D3-5F73-C99B-E2633BC689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7DAD88-017C-6AF7-A9B5-098289AD3F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84C1C2-037F-BCCD-F0EB-27B9E0648E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66252B-0D50-96F3-DB94-53C5EFE10B0D}"/>
              </a:ext>
            </a:extLst>
          </p:cNvPr>
          <p:cNvSpPr>
            <a:spLocks noGrp="1"/>
          </p:cNvSpPr>
          <p:nvPr>
            <p:ph type="sldNum" sz="quarter" idx="5"/>
          </p:nvPr>
        </p:nvSpPr>
        <p:spPr/>
        <p:txBody>
          <a:bodyPr/>
          <a:lstStyle/>
          <a:p>
            <a:fld id="{C0E9560A-78B4-504A-9396-2AE516B1349B}" type="slidenum">
              <a:rPr lang="en-US" smtClean="0"/>
              <a:t>41</a:t>
            </a:fld>
            <a:endParaRPr lang="en-US"/>
          </a:p>
        </p:txBody>
      </p:sp>
    </p:spTree>
    <p:extLst>
      <p:ext uri="{BB962C8B-B14F-4D97-AF65-F5344CB8AC3E}">
        <p14:creationId xmlns:p14="http://schemas.microsoft.com/office/powerpoint/2010/main" val="427792448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4618C-A108-FA80-F0BE-1C17406CBA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CEC86A-0303-69BE-F172-8CA6AAFA35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329B47-08BB-FC6A-B5D7-31C2D87A73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B5E69C9-07AE-25EC-8F59-7DF40A25F86D}"/>
              </a:ext>
            </a:extLst>
          </p:cNvPr>
          <p:cNvSpPr>
            <a:spLocks noGrp="1"/>
          </p:cNvSpPr>
          <p:nvPr>
            <p:ph type="sldNum" sz="quarter" idx="5"/>
          </p:nvPr>
        </p:nvSpPr>
        <p:spPr/>
        <p:txBody>
          <a:bodyPr/>
          <a:lstStyle/>
          <a:p>
            <a:fld id="{C0E9560A-78B4-504A-9396-2AE516B1349B}" type="slidenum">
              <a:rPr lang="en-US" smtClean="0"/>
              <a:t>42</a:t>
            </a:fld>
            <a:endParaRPr lang="en-US"/>
          </a:p>
        </p:txBody>
      </p:sp>
    </p:spTree>
    <p:extLst>
      <p:ext uri="{BB962C8B-B14F-4D97-AF65-F5344CB8AC3E}">
        <p14:creationId xmlns:p14="http://schemas.microsoft.com/office/powerpoint/2010/main" val="140544445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599A4-D4B6-0C86-FE72-58E27FA79E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836660-95ED-64EF-5DDF-67ACD52179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757036-B337-3D98-E0E6-F5099F691D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5B5F4EB-DB8A-CF09-6FC2-50EE72A07EA5}"/>
              </a:ext>
            </a:extLst>
          </p:cNvPr>
          <p:cNvSpPr>
            <a:spLocks noGrp="1"/>
          </p:cNvSpPr>
          <p:nvPr>
            <p:ph type="sldNum" sz="quarter" idx="5"/>
          </p:nvPr>
        </p:nvSpPr>
        <p:spPr/>
        <p:txBody>
          <a:bodyPr/>
          <a:lstStyle/>
          <a:p>
            <a:fld id="{C0E9560A-78B4-504A-9396-2AE516B1349B}" type="slidenum">
              <a:rPr lang="en-US" smtClean="0"/>
              <a:t>43</a:t>
            </a:fld>
            <a:endParaRPr lang="en-US"/>
          </a:p>
        </p:txBody>
      </p:sp>
    </p:spTree>
    <p:extLst>
      <p:ext uri="{BB962C8B-B14F-4D97-AF65-F5344CB8AC3E}">
        <p14:creationId xmlns:p14="http://schemas.microsoft.com/office/powerpoint/2010/main" val="324205695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0F162-88C5-D26B-80B2-0E82C0914E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AFFE8E-2D5B-0E1D-A9B5-601A7417EB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7DA261-53E4-4963-2CFC-69F0C9D621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4017FD-06D5-25B9-5752-CEDCA9920F87}"/>
              </a:ext>
            </a:extLst>
          </p:cNvPr>
          <p:cNvSpPr>
            <a:spLocks noGrp="1"/>
          </p:cNvSpPr>
          <p:nvPr>
            <p:ph type="sldNum" sz="quarter" idx="5"/>
          </p:nvPr>
        </p:nvSpPr>
        <p:spPr/>
        <p:txBody>
          <a:bodyPr/>
          <a:lstStyle/>
          <a:p>
            <a:fld id="{C0E9560A-78B4-504A-9396-2AE516B1349B}" type="slidenum">
              <a:rPr lang="en-US" smtClean="0"/>
              <a:t>44</a:t>
            </a:fld>
            <a:endParaRPr lang="en-US"/>
          </a:p>
        </p:txBody>
      </p:sp>
    </p:spTree>
    <p:extLst>
      <p:ext uri="{BB962C8B-B14F-4D97-AF65-F5344CB8AC3E}">
        <p14:creationId xmlns:p14="http://schemas.microsoft.com/office/powerpoint/2010/main" val="301915505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5FDE2-EF52-23E2-76DE-FD1A276049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B12402-B090-007F-B917-1D491E0C49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F12086-D52F-47F0-B1C8-3FC9327614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9C5EB8-CA2C-69C3-EC25-73E45339B8AB}"/>
              </a:ext>
            </a:extLst>
          </p:cNvPr>
          <p:cNvSpPr>
            <a:spLocks noGrp="1"/>
          </p:cNvSpPr>
          <p:nvPr>
            <p:ph type="sldNum" sz="quarter" idx="5"/>
          </p:nvPr>
        </p:nvSpPr>
        <p:spPr/>
        <p:txBody>
          <a:bodyPr/>
          <a:lstStyle/>
          <a:p>
            <a:fld id="{C0E9560A-78B4-504A-9396-2AE516B1349B}" type="slidenum">
              <a:rPr lang="en-US" smtClean="0"/>
              <a:t>45</a:t>
            </a:fld>
            <a:endParaRPr lang="en-US"/>
          </a:p>
        </p:txBody>
      </p:sp>
    </p:spTree>
    <p:extLst>
      <p:ext uri="{BB962C8B-B14F-4D97-AF65-F5344CB8AC3E}">
        <p14:creationId xmlns:p14="http://schemas.microsoft.com/office/powerpoint/2010/main" val="6505947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31712-ECD8-C569-43BF-C41D55FC8F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1EFF46-E083-2261-D450-EA89155288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4F1A85-30F5-CF29-A612-102D1803A0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2A0BC3-71FE-1F0B-F60E-8DCA1FC2F4E7}"/>
              </a:ext>
            </a:extLst>
          </p:cNvPr>
          <p:cNvSpPr>
            <a:spLocks noGrp="1"/>
          </p:cNvSpPr>
          <p:nvPr>
            <p:ph type="sldNum" sz="quarter" idx="5"/>
          </p:nvPr>
        </p:nvSpPr>
        <p:spPr/>
        <p:txBody>
          <a:bodyPr/>
          <a:lstStyle/>
          <a:p>
            <a:fld id="{C0E9560A-78B4-504A-9396-2AE516B1349B}" type="slidenum">
              <a:rPr lang="en-US" smtClean="0"/>
              <a:t>46</a:t>
            </a:fld>
            <a:endParaRPr lang="en-US"/>
          </a:p>
        </p:txBody>
      </p:sp>
    </p:spTree>
    <p:extLst>
      <p:ext uri="{BB962C8B-B14F-4D97-AF65-F5344CB8AC3E}">
        <p14:creationId xmlns:p14="http://schemas.microsoft.com/office/powerpoint/2010/main" val="186379803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2BD23-B379-99FE-E255-B446E6260A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AFA9C7-5662-BDAF-6961-A28EB73088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03FC75-0550-560F-99D8-19E15C7C4A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3A922E-F714-1299-AA24-E48887C0A009}"/>
              </a:ext>
            </a:extLst>
          </p:cNvPr>
          <p:cNvSpPr>
            <a:spLocks noGrp="1"/>
          </p:cNvSpPr>
          <p:nvPr>
            <p:ph type="sldNum" sz="quarter" idx="5"/>
          </p:nvPr>
        </p:nvSpPr>
        <p:spPr/>
        <p:txBody>
          <a:bodyPr/>
          <a:lstStyle/>
          <a:p>
            <a:fld id="{C0E9560A-78B4-504A-9396-2AE516B1349B}" type="slidenum">
              <a:rPr lang="en-US" smtClean="0"/>
              <a:t>47</a:t>
            </a:fld>
            <a:endParaRPr lang="en-US"/>
          </a:p>
        </p:txBody>
      </p:sp>
    </p:spTree>
    <p:extLst>
      <p:ext uri="{BB962C8B-B14F-4D97-AF65-F5344CB8AC3E}">
        <p14:creationId xmlns:p14="http://schemas.microsoft.com/office/powerpoint/2010/main" val="315459501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F0D34-41C9-84A1-49AC-FA0CFCB3AA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13FC94-8AD8-B52C-1869-F0877A188B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2FCB3A-DAD9-58C1-89BB-C852D3FB6B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1A4D59-6C26-AA40-AECD-187633325BBE}"/>
              </a:ext>
            </a:extLst>
          </p:cNvPr>
          <p:cNvSpPr>
            <a:spLocks noGrp="1"/>
          </p:cNvSpPr>
          <p:nvPr>
            <p:ph type="sldNum" sz="quarter" idx="5"/>
          </p:nvPr>
        </p:nvSpPr>
        <p:spPr/>
        <p:txBody>
          <a:bodyPr/>
          <a:lstStyle/>
          <a:p>
            <a:fld id="{C0E9560A-78B4-504A-9396-2AE516B1349B}" type="slidenum">
              <a:rPr lang="en-US" smtClean="0"/>
              <a:t>48</a:t>
            </a:fld>
            <a:endParaRPr lang="en-US"/>
          </a:p>
        </p:txBody>
      </p:sp>
    </p:spTree>
    <p:extLst>
      <p:ext uri="{BB962C8B-B14F-4D97-AF65-F5344CB8AC3E}">
        <p14:creationId xmlns:p14="http://schemas.microsoft.com/office/powerpoint/2010/main" val="219155072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26117-6A2A-AA52-9F07-AC2694EC6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190410-5394-0F26-2B7E-177DD9C707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6C8179-EDE4-F37A-9624-1753157C912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DAF847-7EA2-80DF-E0AE-59939E0FB718}"/>
              </a:ext>
            </a:extLst>
          </p:cNvPr>
          <p:cNvSpPr>
            <a:spLocks noGrp="1"/>
          </p:cNvSpPr>
          <p:nvPr>
            <p:ph type="sldNum" sz="quarter" idx="5"/>
          </p:nvPr>
        </p:nvSpPr>
        <p:spPr/>
        <p:txBody>
          <a:bodyPr/>
          <a:lstStyle/>
          <a:p>
            <a:fld id="{C0E9560A-78B4-504A-9396-2AE516B1349B}" type="slidenum">
              <a:rPr lang="en-US" smtClean="0"/>
              <a:t>49</a:t>
            </a:fld>
            <a:endParaRPr lang="en-US"/>
          </a:p>
        </p:txBody>
      </p:sp>
    </p:spTree>
    <p:extLst>
      <p:ext uri="{BB962C8B-B14F-4D97-AF65-F5344CB8AC3E}">
        <p14:creationId xmlns:p14="http://schemas.microsoft.com/office/powerpoint/2010/main" val="140688708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2D295-6524-C849-26C1-033846C4E1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D49DB5-BE79-EA1C-DFCD-58A18861FE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15E06D-6237-59E9-53A2-F2390DF4FEF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86305B-F3AA-9A0F-32F4-52566E8D3A18}"/>
              </a:ext>
            </a:extLst>
          </p:cNvPr>
          <p:cNvSpPr>
            <a:spLocks noGrp="1"/>
          </p:cNvSpPr>
          <p:nvPr>
            <p:ph type="sldNum" sz="quarter" idx="5"/>
          </p:nvPr>
        </p:nvSpPr>
        <p:spPr/>
        <p:txBody>
          <a:bodyPr/>
          <a:lstStyle/>
          <a:p>
            <a:fld id="{C0E9560A-78B4-504A-9396-2AE516B1349B}" type="slidenum">
              <a:rPr lang="en-US" smtClean="0"/>
              <a:t>50</a:t>
            </a:fld>
            <a:endParaRPr lang="en-US"/>
          </a:p>
        </p:txBody>
      </p:sp>
    </p:spTree>
    <p:extLst>
      <p:ext uri="{BB962C8B-B14F-4D97-AF65-F5344CB8AC3E}">
        <p14:creationId xmlns:p14="http://schemas.microsoft.com/office/powerpoint/2010/main" val="327212584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EA99C-E1D1-74B9-6D25-1A5FD736C0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D0179C-DB28-2335-9301-A3F20D7FC0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C8BE5E-578B-22AA-3BFF-012635B06F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4EE561-CAB3-C021-D456-C46043F230F4}"/>
              </a:ext>
            </a:extLst>
          </p:cNvPr>
          <p:cNvSpPr>
            <a:spLocks noGrp="1"/>
          </p:cNvSpPr>
          <p:nvPr>
            <p:ph type="sldNum" sz="quarter" idx="5"/>
          </p:nvPr>
        </p:nvSpPr>
        <p:spPr/>
        <p:txBody>
          <a:bodyPr/>
          <a:lstStyle/>
          <a:p>
            <a:fld id="{C0E9560A-78B4-504A-9396-2AE516B1349B}" type="slidenum">
              <a:rPr lang="en-US" smtClean="0"/>
              <a:t>51</a:t>
            </a:fld>
            <a:endParaRPr lang="en-US"/>
          </a:p>
        </p:txBody>
      </p:sp>
    </p:spTree>
    <p:extLst>
      <p:ext uri="{BB962C8B-B14F-4D97-AF65-F5344CB8AC3E}">
        <p14:creationId xmlns:p14="http://schemas.microsoft.com/office/powerpoint/2010/main" val="38119600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A6FC2-F905-CA4A-ADA1-76C2971BCA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F421C-DD9A-6889-FCCC-3158D5CA7A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93F875-3C82-583C-0C8C-D368E33184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732F59-FD85-54F0-43B6-3B29F2DA90BF}"/>
              </a:ext>
            </a:extLst>
          </p:cNvPr>
          <p:cNvSpPr>
            <a:spLocks noGrp="1"/>
          </p:cNvSpPr>
          <p:nvPr>
            <p:ph type="sldNum" sz="quarter" idx="5"/>
          </p:nvPr>
        </p:nvSpPr>
        <p:spPr/>
        <p:txBody>
          <a:bodyPr/>
          <a:lstStyle/>
          <a:p>
            <a:fld id="{C0E9560A-78B4-504A-9396-2AE516B1349B}" type="slidenum">
              <a:rPr lang="en-US" smtClean="0"/>
              <a:t>52</a:t>
            </a:fld>
            <a:endParaRPr lang="en-US"/>
          </a:p>
        </p:txBody>
      </p:sp>
    </p:spTree>
    <p:extLst>
      <p:ext uri="{BB962C8B-B14F-4D97-AF65-F5344CB8AC3E}">
        <p14:creationId xmlns:p14="http://schemas.microsoft.com/office/powerpoint/2010/main" val="29229086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BA1A7-6D43-42AA-4544-77EDAB93DB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3F3CD2-2D87-99ED-BAB3-D31F6A4305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68C5CD-DF25-2542-FF29-9C14A6B44C3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D12E15-3DE9-CF58-7782-56110B612CCF}"/>
              </a:ext>
            </a:extLst>
          </p:cNvPr>
          <p:cNvSpPr>
            <a:spLocks noGrp="1"/>
          </p:cNvSpPr>
          <p:nvPr>
            <p:ph type="sldNum" sz="quarter" idx="5"/>
          </p:nvPr>
        </p:nvSpPr>
        <p:spPr/>
        <p:txBody>
          <a:bodyPr/>
          <a:lstStyle/>
          <a:p>
            <a:fld id="{C0E9560A-78B4-504A-9396-2AE516B1349B}" type="slidenum">
              <a:rPr lang="en-US" smtClean="0"/>
              <a:t>53</a:t>
            </a:fld>
            <a:endParaRPr lang="en-US"/>
          </a:p>
        </p:txBody>
      </p:sp>
    </p:spTree>
    <p:extLst>
      <p:ext uri="{BB962C8B-B14F-4D97-AF65-F5344CB8AC3E}">
        <p14:creationId xmlns:p14="http://schemas.microsoft.com/office/powerpoint/2010/main" val="20045307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F9BDA2A3-0B56-A4BC-FB3E-5478898E2B5F}"/>
              </a:ext>
            </a:extLst>
          </p:cNvPr>
          <p:cNvSpPr>
            <a:spLocks noGrp="1"/>
          </p:cNvSpPr>
          <p:nvPr>
            <p:ph sz="half" idx="1"/>
          </p:nvPr>
        </p:nvSpPr>
        <p:spPr>
          <a:xfrm>
            <a:off x="1371600" y="5486400"/>
            <a:ext cx="9445752" cy="1143000"/>
          </a:xfrm>
        </p:spPr>
        <p:txBody>
          <a:bodyPr/>
          <a:lstStyle>
            <a:lvl1pPr marL="0" indent="0">
              <a:buNone/>
              <a:defRPr sz="2000">
                <a:latin typeface="Arial" panose="020B0604020202020204" pitchFamily="34" charset="0"/>
                <a:cs typeface="Arial" panose="020B0604020202020204" pitchFamily="34" charset="0"/>
              </a:defRPr>
            </a:lvl1pPr>
          </a:lstStyle>
          <a:p>
            <a:pPr lvl="0"/>
            <a:r>
              <a:rPr lang="en-US" dirty="0"/>
              <a:t>Click to edit Master text styles</a:t>
            </a:r>
          </a:p>
        </p:txBody>
      </p:sp>
      <p:pic>
        <p:nvPicPr>
          <p:cNvPr id="3" name="Picture 2">
            <a:extLst>
              <a:ext uri="{FF2B5EF4-FFF2-40B4-BE49-F238E27FC236}">
                <a16:creationId xmlns:a16="http://schemas.microsoft.com/office/drawing/2014/main" id="{29647FD4-57F0-3B00-6705-225C1F25F524}"/>
              </a:ext>
            </a:extLst>
          </p:cNvPr>
          <p:cNvPicPr>
            <a:picLocks noChangeAspect="1"/>
          </p:cNvPicPr>
          <p:nvPr userDrawn="1"/>
        </p:nvPicPr>
        <p:blipFill>
          <a:blip r:embed="rId2"/>
          <a:stretch>
            <a:fillRect/>
          </a:stretch>
        </p:blipFill>
        <p:spPr>
          <a:xfrm>
            <a:off x="3166259" y="224846"/>
            <a:ext cx="4542869" cy="5041243"/>
          </a:xfrm>
          <a:prstGeom prst="rect">
            <a:avLst/>
          </a:prstGeom>
        </p:spPr>
      </p:pic>
    </p:spTree>
    <p:extLst>
      <p:ext uri="{BB962C8B-B14F-4D97-AF65-F5344CB8AC3E}">
        <p14:creationId xmlns:p14="http://schemas.microsoft.com/office/powerpoint/2010/main" val="3834513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94743-B086-9A1D-3BE2-DD15285A746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0CEFC70-38F9-BD71-579C-1F4DEDA47A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2F92569-D687-F730-54A4-431B655508E3}"/>
              </a:ext>
            </a:extLst>
          </p:cNvPr>
          <p:cNvSpPr>
            <a:spLocks noGrp="1"/>
          </p:cNvSpPr>
          <p:nvPr>
            <p:ph type="dt" sz="half" idx="10"/>
          </p:nvPr>
        </p:nvSpPr>
        <p:spPr/>
        <p:txBody>
          <a:bodyPr/>
          <a:lstStyle/>
          <a:p>
            <a:fld id="{069363D2-3164-4145-A578-C91A7CE0BB59}" type="datetimeFigureOut">
              <a:rPr lang="en-US" smtClean="0"/>
              <a:t>4/2/26</a:t>
            </a:fld>
            <a:endParaRPr lang="en-US"/>
          </a:p>
        </p:txBody>
      </p:sp>
      <p:sp>
        <p:nvSpPr>
          <p:cNvPr id="5" name="Footer Placeholder 4">
            <a:extLst>
              <a:ext uri="{FF2B5EF4-FFF2-40B4-BE49-F238E27FC236}">
                <a16:creationId xmlns:a16="http://schemas.microsoft.com/office/drawing/2014/main" id="{8B703A70-2667-EDB6-55AA-33F2B75DF9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08A86A-DF98-B80A-F92A-0243739D2689}"/>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752018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10CD2-26EC-3693-3584-A1A3B203F1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FE58AA-4CD0-A17C-27E6-209C794D916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4697F3-ACE3-F75F-B6DB-E2EDCB101DDB}"/>
              </a:ext>
            </a:extLst>
          </p:cNvPr>
          <p:cNvSpPr>
            <a:spLocks noGrp="1"/>
          </p:cNvSpPr>
          <p:nvPr>
            <p:ph type="dt" sz="half" idx="10"/>
          </p:nvPr>
        </p:nvSpPr>
        <p:spPr/>
        <p:txBody>
          <a:bodyPr/>
          <a:lstStyle/>
          <a:p>
            <a:fld id="{069363D2-3164-4145-A578-C91A7CE0BB59}" type="datetimeFigureOut">
              <a:rPr lang="en-US" smtClean="0"/>
              <a:t>4/2/26</a:t>
            </a:fld>
            <a:endParaRPr lang="en-US"/>
          </a:p>
        </p:txBody>
      </p:sp>
      <p:sp>
        <p:nvSpPr>
          <p:cNvPr id="5" name="Footer Placeholder 4">
            <a:extLst>
              <a:ext uri="{FF2B5EF4-FFF2-40B4-BE49-F238E27FC236}">
                <a16:creationId xmlns:a16="http://schemas.microsoft.com/office/drawing/2014/main" id="{E877B070-E19C-7C7A-25CB-AF7C97F4AB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37F193-7B3D-9447-B9FC-64FB2E720B25}"/>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609500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894EB-0995-8BC4-1C13-B926701ED8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BE455E3-AE09-9D5C-4866-DBCAEF29771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809359-F2A6-099E-D457-FB4976E8B617}"/>
              </a:ext>
            </a:extLst>
          </p:cNvPr>
          <p:cNvSpPr>
            <a:spLocks noGrp="1"/>
          </p:cNvSpPr>
          <p:nvPr>
            <p:ph type="dt" sz="half" idx="10"/>
          </p:nvPr>
        </p:nvSpPr>
        <p:spPr/>
        <p:txBody>
          <a:bodyPr/>
          <a:lstStyle/>
          <a:p>
            <a:fld id="{069363D2-3164-4145-A578-C91A7CE0BB59}" type="datetimeFigureOut">
              <a:rPr lang="en-US" smtClean="0"/>
              <a:t>4/2/26</a:t>
            </a:fld>
            <a:endParaRPr lang="en-US"/>
          </a:p>
        </p:txBody>
      </p:sp>
      <p:sp>
        <p:nvSpPr>
          <p:cNvPr id="5" name="Footer Placeholder 4">
            <a:extLst>
              <a:ext uri="{FF2B5EF4-FFF2-40B4-BE49-F238E27FC236}">
                <a16:creationId xmlns:a16="http://schemas.microsoft.com/office/drawing/2014/main" id="{E868D10E-33CC-A61E-F850-633C403F3C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E52A36-99CB-F55C-ACC1-D46F4EBF2A8E}"/>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265860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0032E-D76D-01DC-ACC3-A5F6F34C0B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181452-1F3E-95FB-1DCF-20830E009B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2B7308B-161F-AA81-3B91-25A7195D6A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7584CB4-2FAA-C87B-0278-FD1F16105A6B}"/>
              </a:ext>
            </a:extLst>
          </p:cNvPr>
          <p:cNvSpPr>
            <a:spLocks noGrp="1"/>
          </p:cNvSpPr>
          <p:nvPr>
            <p:ph type="dt" sz="half" idx="10"/>
          </p:nvPr>
        </p:nvSpPr>
        <p:spPr/>
        <p:txBody>
          <a:bodyPr/>
          <a:lstStyle/>
          <a:p>
            <a:fld id="{069363D2-3164-4145-A578-C91A7CE0BB59}" type="datetimeFigureOut">
              <a:rPr lang="en-US" smtClean="0"/>
              <a:t>4/2/26</a:t>
            </a:fld>
            <a:endParaRPr lang="en-US"/>
          </a:p>
        </p:txBody>
      </p:sp>
      <p:sp>
        <p:nvSpPr>
          <p:cNvPr id="6" name="Footer Placeholder 5">
            <a:extLst>
              <a:ext uri="{FF2B5EF4-FFF2-40B4-BE49-F238E27FC236}">
                <a16:creationId xmlns:a16="http://schemas.microsoft.com/office/drawing/2014/main" id="{E9EB3548-58B7-CC82-7526-F47EECC631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725728-77DE-9067-C037-0F4A37C618FD}"/>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3386737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220DA-D412-1E6E-D212-C26FE2AE103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C6D9DE2-8BC9-5CD3-98A2-2F07C05E3F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52FD07-250B-0FD6-7698-EFBA488CF8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AE512E-5E7E-6D45-2D58-1B044598D7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5F8E62-62B7-FF78-DD11-69774DDB6C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FE82641-31B3-87F3-FC9C-760F5B5EFBC3}"/>
              </a:ext>
            </a:extLst>
          </p:cNvPr>
          <p:cNvSpPr>
            <a:spLocks noGrp="1"/>
          </p:cNvSpPr>
          <p:nvPr>
            <p:ph type="dt" sz="half" idx="10"/>
          </p:nvPr>
        </p:nvSpPr>
        <p:spPr/>
        <p:txBody>
          <a:bodyPr/>
          <a:lstStyle/>
          <a:p>
            <a:fld id="{069363D2-3164-4145-A578-C91A7CE0BB59}" type="datetimeFigureOut">
              <a:rPr lang="en-US" smtClean="0"/>
              <a:t>4/2/26</a:t>
            </a:fld>
            <a:endParaRPr lang="en-US"/>
          </a:p>
        </p:txBody>
      </p:sp>
      <p:sp>
        <p:nvSpPr>
          <p:cNvPr id="8" name="Footer Placeholder 7">
            <a:extLst>
              <a:ext uri="{FF2B5EF4-FFF2-40B4-BE49-F238E27FC236}">
                <a16:creationId xmlns:a16="http://schemas.microsoft.com/office/drawing/2014/main" id="{175D0B37-C72D-AB40-FC50-0F2BA55DA8C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C0F554-9EE5-C216-0F66-7B3B4944571D}"/>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3691539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96625-DF37-5199-8B5F-0AD4D7EB81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2CC992C-BF00-880C-96C0-7042C394ED33}"/>
              </a:ext>
            </a:extLst>
          </p:cNvPr>
          <p:cNvSpPr>
            <a:spLocks noGrp="1"/>
          </p:cNvSpPr>
          <p:nvPr>
            <p:ph type="dt" sz="half" idx="10"/>
          </p:nvPr>
        </p:nvSpPr>
        <p:spPr/>
        <p:txBody>
          <a:bodyPr/>
          <a:lstStyle/>
          <a:p>
            <a:fld id="{069363D2-3164-4145-A578-C91A7CE0BB59}" type="datetimeFigureOut">
              <a:rPr lang="en-US" smtClean="0"/>
              <a:t>4/2/26</a:t>
            </a:fld>
            <a:endParaRPr lang="en-US"/>
          </a:p>
        </p:txBody>
      </p:sp>
      <p:sp>
        <p:nvSpPr>
          <p:cNvPr id="4" name="Footer Placeholder 3">
            <a:extLst>
              <a:ext uri="{FF2B5EF4-FFF2-40B4-BE49-F238E27FC236}">
                <a16:creationId xmlns:a16="http://schemas.microsoft.com/office/drawing/2014/main" id="{AA390746-6A20-2222-138F-BDCA2EDA12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7D388B-382C-CD6D-1A3B-DE8DF017D387}"/>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4259337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3BC02C-7483-7A7A-5354-1616AA5D5C28}"/>
              </a:ext>
            </a:extLst>
          </p:cNvPr>
          <p:cNvSpPr>
            <a:spLocks noGrp="1"/>
          </p:cNvSpPr>
          <p:nvPr>
            <p:ph type="dt" sz="half" idx="10"/>
          </p:nvPr>
        </p:nvSpPr>
        <p:spPr/>
        <p:txBody>
          <a:bodyPr/>
          <a:lstStyle/>
          <a:p>
            <a:fld id="{069363D2-3164-4145-A578-C91A7CE0BB59}" type="datetimeFigureOut">
              <a:rPr lang="en-US" smtClean="0"/>
              <a:t>4/2/26</a:t>
            </a:fld>
            <a:endParaRPr lang="en-US"/>
          </a:p>
        </p:txBody>
      </p:sp>
      <p:sp>
        <p:nvSpPr>
          <p:cNvPr id="3" name="Footer Placeholder 2">
            <a:extLst>
              <a:ext uri="{FF2B5EF4-FFF2-40B4-BE49-F238E27FC236}">
                <a16:creationId xmlns:a16="http://schemas.microsoft.com/office/drawing/2014/main" id="{660BC8C8-CDC3-97B6-5888-93197E1549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6C0EB0F-BDCE-E810-451C-168B2B13A2B9}"/>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41323639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63DE7-75FC-0404-38C4-4C8BA62E7B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496F1FB-D688-5CBE-3F6B-2779251017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61E1062-A0F8-7378-6259-452596C601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FF6140-8766-DC48-76B8-3CCA9AE814CA}"/>
              </a:ext>
            </a:extLst>
          </p:cNvPr>
          <p:cNvSpPr>
            <a:spLocks noGrp="1"/>
          </p:cNvSpPr>
          <p:nvPr>
            <p:ph type="dt" sz="half" idx="10"/>
          </p:nvPr>
        </p:nvSpPr>
        <p:spPr/>
        <p:txBody>
          <a:bodyPr/>
          <a:lstStyle/>
          <a:p>
            <a:fld id="{069363D2-3164-4145-A578-C91A7CE0BB59}" type="datetimeFigureOut">
              <a:rPr lang="en-US" smtClean="0"/>
              <a:t>4/2/26</a:t>
            </a:fld>
            <a:endParaRPr lang="en-US"/>
          </a:p>
        </p:txBody>
      </p:sp>
      <p:sp>
        <p:nvSpPr>
          <p:cNvPr id="6" name="Footer Placeholder 5">
            <a:extLst>
              <a:ext uri="{FF2B5EF4-FFF2-40B4-BE49-F238E27FC236}">
                <a16:creationId xmlns:a16="http://schemas.microsoft.com/office/drawing/2014/main" id="{A75EF2E7-A2CA-3672-1E8B-91BB705640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F05B17-1A06-FFD4-9DA2-DD17D363CE25}"/>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0434035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4234A-C922-2D66-252C-D286F8F886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A83645-2F0A-288D-3E4A-4B2A0F3993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23567A8-683E-46D7-65F7-FE65B0279F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FF03D4-5799-29C2-B960-ACB1D94C369A}"/>
              </a:ext>
            </a:extLst>
          </p:cNvPr>
          <p:cNvSpPr>
            <a:spLocks noGrp="1"/>
          </p:cNvSpPr>
          <p:nvPr>
            <p:ph type="dt" sz="half" idx="10"/>
          </p:nvPr>
        </p:nvSpPr>
        <p:spPr/>
        <p:txBody>
          <a:bodyPr/>
          <a:lstStyle/>
          <a:p>
            <a:fld id="{069363D2-3164-4145-A578-C91A7CE0BB59}" type="datetimeFigureOut">
              <a:rPr lang="en-US" smtClean="0"/>
              <a:t>4/2/26</a:t>
            </a:fld>
            <a:endParaRPr lang="en-US"/>
          </a:p>
        </p:txBody>
      </p:sp>
      <p:sp>
        <p:nvSpPr>
          <p:cNvPr id="6" name="Footer Placeholder 5">
            <a:extLst>
              <a:ext uri="{FF2B5EF4-FFF2-40B4-BE49-F238E27FC236}">
                <a16:creationId xmlns:a16="http://schemas.microsoft.com/office/drawing/2014/main" id="{4F4B8BCD-EAE3-2871-51C7-771B7DF075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5741F1-D331-2192-5F65-9DB5585C4DCB}"/>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7056092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831E0-2506-463B-6A1D-2E997B58E24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C2888F-D6C9-FAC2-0EB3-EF63307BB1C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D9D78B-309E-CCD2-C0DA-8B2E3D16B11A}"/>
              </a:ext>
            </a:extLst>
          </p:cNvPr>
          <p:cNvSpPr>
            <a:spLocks noGrp="1"/>
          </p:cNvSpPr>
          <p:nvPr>
            <p:ph type="dt" sz="half" idx="10"/>
          </p:nvPr>
        </p:nvSpPr>
        <p:spPr/>
        <p:txBody>
          <a:bodyPr/>
          <a:lstStyle/>
          <a:p>
            <a:fld id="{069363D2-3164-4145-A578-C91A7CE0BB59}" type="datetimeFigureOut">
              <a:rPr lang="en-US" smtClean="0"/>
              <a:t>4/2/26</a:t>
            </a:fld>
            <a:endParaRPr lang="en-US"/>
          </a:p>
        </p:txBody>
      </p:sp>
      <p:sp>
        <p:nvSpPr>
          <p:cNvPr id="5" name="Footer Placeholder 4">
            <a:extLst>
              <a:ext uri="{FF2B5EF4-FFF2-40B4-BE49-F238E27FC236}">
                <a16:creationId xmlns:a16="http://schemas.microsoft.com/office/drawing/2014/main" id="{49318859-EB6C-DBE7-E231-BD638FBF70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DCCD95-C583-5245-72DF-6AD690D353E3}"/>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36750675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69EFD7-1358-426B-0140-A202A2D530C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D6D7B90-D96C-BD6E-65E7-55E7D91F25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7CB66A-8728-B88E-C058-E9DC9E0E00A0}"/>
              </a:ext>
            </a:extLst>
          </p:cNvPr>
          <p:cNvSpPr>
            <a:spLocks noGrp="1"/>
          </p:cNvSpPr>
          <p:nvPr>
            <p:ph type="dt" sz="half" idx="10"/>
          </p:nvPr>
        </p:nvSpPr>
        <p:spPr/>
        <p:txBody>
          <a:bodyPr/>
          <a:lstStyle/>
          <a:p>
            <a:fld id="{069363D2-3164-4145-A578-C91A7CE0BB59}" type="datetimeFigureOut">
              <a:rPr lang="en-US" smtClean="0"/>
              <a:t>4/2/26</a:t>
            </a:fld>
            <a:endParaRPr lang="en-US"/>
          </a:p>
        </p:txBody>
      </p:sp>
      <p:sp>
        <p:nvSpPr>
          <p:cNvPr id="5" name="Footer Placeholder 4">
            <a:extLst>
              <a:ext uri="{FF2B5EF4-FFF2-40B4-BE49-F238E27FC236}">
                <a16:creationId xmlns:a16="http://schemas.microsoft.com/office/drawing/2014/main" id="{864AFAF8-3C65-F3B5-B108-F27717ECDD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21642F-5721-9D1C-3D1D-6C1ABCC72C93}"/>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507743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6A456F-C771-8F4B-C98D-9BDEE57818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FD23516-7E50-1256-7BC0-68CAD2D90D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011502-CDE0-E081-1B9D-874EEBF9B1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69363D2-3164-4145-A578-C91A7CE0BB59}" type="datetimeFigureOut">
              <a:rPr lang="en-US" smtClean="0"/>
              <a:t>4/2/26</a:t>
            </a:fld>
            <a:endParaRPr lang="en-US"/>
          </a:p>
        </p:txBody>
      </p:sp>
      <p:sp>
        <p:nvSpPr>
          <p:cNvPr id="5" name="Footer Placeholder 4">
            <a:extLst>
              <a:ext uri="{FF2B5EF4-FFF2-40B4-BE49-F238E27FC236}">
                <a16:creationId xmlns:a16="http://schemas.microsoft.com/office/drawing/2014/main" id="{9473C5F3-3A43-75DF-E382-0F9630A01C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EC1DBE2-D540-2BBE-7791-BE410B8C51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1F62E73-FB30-9C4C-8DFF-19E2C751B483}" type="slidenum">
              <a:rPr lang="en-US" smtClean="0"/>
              <a:t>‹#›</a:t>
            </a:fld>
            <a:endParaRPr lang="en-US"/>
          </a:p>
        </p:txBody>
      </p:sp>
    </p:spTree>
    <p:extLst>
      <p:ext uri="{BB962C8B-B14F-4D97-AF65-F5344CB8AC3E}">
        <p14:creationId xmlns:p14="http://schemas.microsoft.com/office/powerpoint/2010/main" val="1299515533"/>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D0A50-E4B8-B9C3-5177-C6AFBE291E5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EABAD0-26FF-2429-AA3C-799A8664316C}"/>
              </a:ext>
            </a:extLst>
          </p:cNvPr>
          <p:cNvSpPr>
            <a:spLocks noGrp="1"/>
          </p:cNvSpPr>
          <p:nvPr>
            <p:ph sz="half" idx="1"/>
          </p:nvPr>
        </p:nvSpPr>
        <p:spPr/>
        <p:txBody>
          <a:bodyPr/>
          <a:lstStyle/>
          <a:p>
            <a:r>
              <a:rPr lang="en-US" dirty="0"/>
              <a:t>Start.</a:t>
            </a:r>
          </a:p>
        </p:txBody>
      </p:sp>
      <p:pic>
        <p:nvPicPr>
          <p:cNvPr id="4" name="Picture 3" descr="A grid of sudoku puzzle&#10;&#10;Description automatically generated">
            <a:extLst>
              <a:ext uri="{FF2B5EF4-FFF2-40B4-BE49-F238E27FC236}">
                <a16:creationId xmlns:a16="http://schemas.microsoft.com/office/drawing/2014/main" id="{F6091D9C-BB94-C92F-54B6-41DFBD939B5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00F2C2C-B17C-CAE0-2A94-0B0164D60A0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B6A1E27-B0EF-0D2E-77F3-45C5486A13F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6A3FFB8-54B3-D7CD-B299-A02362981388}"/>
              </a:ext>
            </a:extLst>
          </p:cNvPr>
          <p:cNvPicPr>
            <a:picLocks noChangeAspect="1"/>
          </p:cNvPicPr>
          <p:nvPr/>
        </p:nvPicPr>
        <p:blipFill>
          <a:blip r:embed="rId6"/>
          <a:stretch>
            <a:fillRect/>
          </a:stretch>
        </p:blipFill>
        <p:spPr>
          <a:xfrm>
            <a:off x="4584700" y="2311400"/>
            <a:ext cx="0" cy="0"/>
          </a:xfrm>
          <a:prstGeom prst="rect">
            <a:avLst/>
          </a:prstGeom>
        </p:spPr>
      </p:pic>
    </p:spTree>
    <p:extLst>
      <p:ext uri="{BB962C8B-B14F-4D97-AF65-F5344CB8AC3E}">
        <p14:creationId xmlns:p14="http://schemas.microsoft.com/office/powerpoint/2010/main" val="39131366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B4A88-D5C2-739C-25AC-8D1882B21A8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8105B0-3AD9-6B66-951F-D4FBE86D5DB1}"/>
              </a:ext>
            </a:extLst>
          </p:cNvPr>
          <p:cNvSpPr>
            <a:spLocks noGrp="1"/>
          </p:cNvSpPr>
          <p:nvPr>
            <p:ph sz="half" idx="1"/>
          </p:nvPr>
        </p:nvSpPr>
        <p:spPr/>
        <p:txBody>
          <a:bodyPr/>
          <a:lstStyle/>
          <a:p>
            <a:r>
              <a:rPr lang="en-US" dirty="0"/>
              <a:t>[29 in 7] is 1234568. (No 7 or 9.)  [10 in 3] cannot contain an 8 or 9.</a:t>
            </a:r>
          </a:p>
          <a:p>
            <a:r>
              <a:rPr lang="en-US" dirty="0"/>
              <a:t>Therefore, there is only one cell in the upper right block that can be 9.</a:t>
            </a:r>
          </a:p>
        </p:txBody>
      </p:sp>
      <p:pic>
        <p:nvPicPr>
          <p:cNvPr id="4" name="Picture 3" descr="A grid of sudoku puzzle&#10;&#10;Description automatically generated">
            <a:extLst>
              <a:ext uri="{FF2B5EF4-FFF2-40B4-BE49-F238E27FC236}">
                <a16:creationId xmlns:a16="http://schemas.microsoft.com/office/drawing/2014/main" id="{0C91B638-40E4-2E2C-EEF9-25F0B1CA605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E82F1BE-AE72-DB04-AA8D-EF3798A19C0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7951C9F-2A2B-159C-CAE0-6F12620FE99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7D0B21B-71C0-A34A-BA1F-48E9D1FFDEC8}"/>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DDC0A285-37A5-0EDF-C8B6-C293724903C4}"/>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1026271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65E26-D57C-8CB5-2255-8752C6F92E7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2D1E1FD-F754-E9E5-D4DA-F0791C034079}"/>
              </a:ext>
            </a:extLst>
          </p:cNvPr>
          <p:cNvSpPr>
            <a:spLocks noGrp="1"/>
          </p:cNvSpPr>
          <p:nvPr>
            <p:ph sz="half" idx="1"/>
          </p:nvPr>
        </p:nvSpPr>
        <p:spPr/>
        <p:txBody>
          <a:bodyPr/>
          <a:lstStyle/>
          <a:p>
            <a:r>
              <a:rPr lang="en-US" dirty="0"/>
              <a:t>In the upper right block, the [10 in 3] must contain a 7 (since [29 in 7] can’t). There is only one way to fill out the remaining cells.</a:t>
            </a:r>
          </a:p>
        </p:txBody>
      </p:sp>
      <p:pic>
        <p:nvPicPr>
          <p:cNvPr id="4" name="Picture 3" descr="A grid of sudoku puzzle&#10;&#10;Description automatically generated">
            <a:extLst>
              <a:ext uri="{FF2B5EF4-FFF2-40B4-BE49-F238E27FC236}">
                <a16:creationId xmlns:a16="http://schemas.microsoft.com/office/drawing/2014/main" id="{08F5247C-A0A3-803E-DBA6-8747D742927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2CAD659-AE8B-73AB-CAC1-AD35979725E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BF44970-6D01-1886-DB76-3A1001823A5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8AF27B8-CB21-5B26-DE20-981EFF4B5831}"/>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12D31D75-3550-8E55-148D-1760BB2A1888}"/>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3" name="TextBox 2">
            <a:extLst>
              <a:ext uri="{FF2B5EF4-FFF2-40B4-BE49-F238E27FC236}">
                <a16:creationId xmlns:a16="http://schemas.microsoft.com/office/drawing/2014/main" id="{665B6B5D-03B0-C522-F40B-AD93F631136E}"/>
              </a:ext>
            </a:extLst>
          </p:cNvPr>
          <p:cNvSpPr txBox="1"/>
          <p:nvPr/>
        </p:nvSpPr>
        <p:spPr>
          <a:xfrm>
            <a:off x="6654802" y="901933"/>
            <a:ext cx="570089" cy="230832"/>
          </a:xfrm>
          <a:prstGeom prst="rect">
            <a:avLst/>
          </a:prstGeom>
          <a:noFill/>
        </p:spPr>
        <p:txBody>
          <a:bodyPr wrap="square" rtlCol="0">
            <a:spAutoFit/>
          </a:bodyPr>
          <a:lstStyle/>
          <a:p>
            <a:pPr algn="ctr"/>
            <a:r>
              <a:rPr lang="en-US" sz="900" dirty="0"/>
              <a:t>127</a:t>
            </a:r>
          </a:p>
        </p:txBody>
      </p:sp>
      <p:sp>
        <p:nvSpPr>
          <p:cNvPr id="8" name="TextBox 7">
            <a:extLst>
              <a:ext uri="{FF2B5EF4-FFF2-40B4-BE49-F238E27FC236}">
                <a16:creationId xmlns:a16="http://schemas.microsoft.com/office/drawing/2014/main" id="{B82330D8-FAC5-B1AC-0F4A-D1D3BE30BF30}"/>
              </a:ext>
            </a:extLst>
          </p:cNvPr>
          <p:cNvSpPr txBox="1"/>
          <p:nvPr/>
        </p:nvSpPr>
        <p:spPr>
          <a:xfrm>
            <a:off x="7157158" y="901933"/>
            <a:ext cx="570089" cy="230832"/>
          </a:xfrm>
          <a:prstGeom prst="rect">
            <a:avLst/>
          </a:prstGeom>
          <a:noFill/>
        </p:spPr>
        <p:txBody>
          <a:bodyPr wrap="square" rtlCol="0">
            <a:spAutoFit/>
          </a:bodyPr>
          <a:lstStyle/>
          <a:p>
            <a:pPr algn="ctr"/>
            <a:r>
              <a:rPr lang="en-US" sz="900" dirty="0"/>
              <a:t>127</a:t>
            </a:r>
          </a:p>
        </p:txBody>
      </p:sp>
      <p:sp>
        <p:nvSpPr>
          <p:cNvPr id="9" name="TextBox 8">
            <a:extLst>
              <a:ext uri="{FF2B5EF4-FFF2-40B4-BE49-F238E27FC236}">
                <a16:creationId xmlns:a16="http://schemas.microsoft.com/office/drawing/2014/main" id="{5577042C-0E00-C488-BE1F-D0C23F9E8E02}"/>
              </a:ext>
            </a:extLst>
          </p:cNvPr>
          <p:cNvSpPr txBox="1"/>
          <p:nvPr/>
        </p:nvSpPr>
        <p:spPr>
          <a:xfrm>
            <a:off x="7157158" y="1402877"/>
            <a:ext cx="570089" cy="230832"/>
          </a:xfrm>
          <a:prstGeom prst="rect">
            <a:avLst/>
          </a:prstGeom>
          <a:noFill/>
        </p:spPr>
        <p:txBody>
          <a:bodyPr wrap="square" rtlCol="0">
            <a:spAutoFit/>
          </a:bodyPr>
          <a:lstStyle/>
          <a:p>
            <a:pPr algn="ctr"/>
            <a:r>
              <a:rPr lang="en-US" sz="900" dirty="0"/>
              <a:t>127</a:t>
            </a:r>
          </a:p>
        </p:txBody>
      </p:sp>
    </p:spTree>
    <p:extLst>
      <p:ext uri="{BB962C8B-B14F-4D97-AF65-F5344CB8AC3E}">
        <p14:creationId xmlns:p14="http://schemas.microsoft.com/office/powerpoint/2010/main" val="23202759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3127A-2558-A2B1-FA57-EA18937117B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6562191-CFF6-BC1B-3B96-6B452909BC6A}"/>
              </a:ext>
            </a:extLst>
          </p:cNvPr>
          <p:cNvSpPr>
            <a:spLocks noGrp="1"/>
          </p:cNvSpPr>
          <p:nvPr>
            <p:ph sz="half" idx="1"/>
          </p:nvPr>
        </p:nvSpPr>
        <p:spPr/>
        <p:txBody>
          <a:bodyPr/>
          <a:lstStyle/>
          <a:p>
            <a:r>
              <a:rPr lang="en-US" dirty="0"/>
              <a:t>Complete the upper right block.</a:t>
            </a:r>
          </a:p>
          <a:p>
            <a:r>
              <a:rPr lang="en-US" dirty="0"/>
              <a:t>Then, complete [29 in 7].</a:t>
            </a:r>
          </a:p>
        </p:txBody>
      </p:sp>
      <p:pic>
        <p:nvPicPr>
          <p:cNvPr id="4" name="Picture 3" descr="A grid of sudoku puzzle&#10;&#10;Description automatically generated">
            <a:extLst>
              <a:ext uri="{FF2B5EF4-FFF2-40B4-BE49-F238E27FC236}">
                <a16:creationId xmlns:a16="http://schemas.microsoft.com/office/drawing/2014/main" id="{C443E350-7B50-E975-E8F8-9221C6A0916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269AAF3-B0EE-FC90-7319-BAE56A3163B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94417BB-BE2A-F062-E27A-1A382357503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66E5490-A0BC-545A-2305-96BC8A0C0F80}"/>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53CAC885-7A8B-4850-F2D6-141FADCD782D}"/>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3" name="TextBox 2">
            <a:extLst>
              <a:ext uri="{FF2B5EF4-FFF2-40B4-BE49-F238E27FC236}">
                <a16:creationId xmlns:a16="http://schemas.microsoft.com/office/drawing/2014/main" id="{927F3EC5-893B-AF18-E8F7-09D1DCD55E29}"/>
              </a:ext>
            </a:extLst>
          </p:cNvPr>
          <p:cNvSpPr txBox="1"/>
          <p:nvPr/>
        </p:nvSpPr>
        <p:spPr>
          <a:xfrm>
            <a:off x="6654802" y="901933"/>
            <a:ext cx="570089" cy="230832"/>
          </a:xfrm>
          <a:prstGeom prst="rect">
            <a:avLst/>
          </a:prstGeom>
          <a:noFill/>
        </p:spPr>
        <p:txBody>
          <a:bodyPr wrap="square" rtlCol="0">
            <a:spAutoFit/>
          </a:bodyPr>
          <a:lstStyle/>
          <a:p>
            <a:pPr algn="ctr"/>
            <a:r>
              <a:rPr lang="en-US" sz="900" dirty="0"/>
              <a:t>127</a:t>
            </a:r>
          </a:p>
        </p:txBody>
      </p:sp>
      <p:sp>
        <p:nvSpPr>
          <p:cNvPr id="8" name="TextBox 7">
            <a:extLst>
              <a:ext uri="{FF2B5EF4-FFF2-40B4-BE49-F238E27FC236}">
                <a16:creationId xmlns:a16="http://schemas.microsoft.com/office/drawing/2014/main" id="{7E7B7540-ED70-3BB0-366C-2A9A9CD4B5AF}"/>
              </a:ext>
            </a:extLst>
          </p:cNvPr>
          <p:cNvSpPr txBox="1"/>
          <p:nvPr/>
        </p:nvSpPr>
        <p:spPr>
          <a:xfrm>
            <a:off x="7157158" y="901933"/>
            <a:ext cx="570089" cy="230832"/>
          </a:xfrm>
          <a:prstGeom prst="rect">
            <a:avLst/>
          </a:prstGeom>
          <a:noFill/>
        </p:spPr>
        <p:txBody>
          <a:bodyPr wrap="square" rtlCol="0">
            <a:spAutoFit/>
          </a:bodyPr>
          <a:lstStyle/>
          <a:p>
            <a:pPr algn="ctr"/>
            <a:r>
              <a:rPr lang="en-US" sz="900" dirty="0"/>
              <a:t>127</a:t>
            </a:r>
          </a:p>
        </p:txBody>
      </p:sp>
      <p:sp>
        <p:nvSpPr>
          <p:cNvPr id="9" name="TextBox 8">
            <a:extLst>
              <a:ext uri="{FF2B5EF4-FFF2-40B4-BE49-F238E27FC236}">
                <a16:creationId xmlns:a16="http://schemas.microsoft.com/office/drawing/2014/main" id="{3FB2987E-4FB1-BB52-6390-AB03C37211CF}"/>
              </a:ext>
            </a:extLst>
          </p:cNvPr>
          <p:cNvSpPr txBox="1"/>
          <p:nvPr/>
        </p:nvSpPr>
        <p:spPr>
          <a:xfrm>
            <a:off x="7157158" y="1402877"/>
            <a:ext cx="570089" cy="230832"/>
          </a:xfrm>
          <a:prstGeom prst="rect">
            <a:avLst/>
          </a:prstGeom>
          <a:noFill/>
        </p:spPr>
        <p:txBody>
          <a:bodyPr wrap="square" rtlCol="0">
            <a:spAutoFit/>
          </a:bodyPr>
          <a:lstStyle/>
          <a:p>
            <a:pPr algn="ctr"/>
            <a:r>
              <a:rPr lang="en-US" sz="900" dirty="0"/>
              <a:t>127</a:t>
            </a:r>
          </a:p>
        </p:txBody>
      </p:sp>
      <p:sp>
        <p:nvSpPr>
          <p:cNvPr id="10" name="TextBox 9">
            <a:extLst>
              <a:ext uri="{FF2B5EF4-FFF2-40B4-BE49-F238E27FC236}">
                <a16:creationId xmlns:a16="http://schemas.microsoft.com/office/drawing/2014/main" id="{436DB400-05F3-5150-5E3C-ED0B278E4996}"/>
              </a:ext>
            </a:extLst>
          </p:cNvPr>
          <p:cNvSpPr txBox="1"/>
          <p:nvPr/>
        </p:nvSpPr>
        <p:spPr>
          <a:xfrm>
            <a:off x="5650090" y="901933"/>
            <a:ext cx="570089" cy="230832"/>
          </a:xfrm>
          <a:prstGeom prst="rect">
            <a:avLst/>
          </a:prstGeom>
          <a:solidFill>
            <a:schemeClr val="accent6">
              <a:lumMod val="20000"/>
              <a:lumOff val="80000"/>
            </a:schemeClr>
          </a:solidFill>
        </p:spPr>
        <p:txBody>
          <a:bodyPr wrap="square" rtlCol="0">
            <a:spAutoFit/>
          </a:bodyPr>
          <a:lstStyle/>
          <a:p>
            <a:pPr algn="ctr"/>
            <a:r>
              <a:rPr lang="en-US" sz="900" dirty="0"/>
              <a:t>12</a:t>
            </a:r>
          </a:p>
        </p:txBody>
      </p:sp>
      <p:sp>
        <p:nvSpPr>
          <p:cNvPr id="11" name="TextBox 10">
            <a:extLst>
              <a:ext uri="{FF2B5EF4-FFF2-40B4-BE49-F238E27FC236}">
                <a16:creationId xmlns:a16="http://schemas.microsoft.com/office/drawing/2014/main" id="{E666F01A-4D12-25C8-C491-0E6F4286C14F}"/>
              </a:ext>
            </a:extLst>
          </p:cNvPr>
          <p:cNvSpPr txBox="1"/>
          <p:nvPr/>
        </p:nvSpPr>
        <p:spPr>
          <a:xfrm>
            <a:off x="6152446" y="901933"/>
            <a:ext cx="570089" cy="230832"/>
          </a:xfrm>
          <a:prstGeom prst="rect">
            <a:avLst/>
          </a:prstGeom>
          <a:noFill/>
        </p:spPr>
        <p:txBody>
          <a:bodyPr wrap="square" rtlCol="0">
            <a:spAutoFit/>
          </a:bodyPr>
          <a:lstStyle/>
          <a:p>
            <a:pPr algn="ctr"/>
            <a:r>
              <a:rPr lang="en-US" sz="900" dirty="0"/>
              <a:t>34568</a:t>
            </a:r>
          </a:p>
        </p:txBody>
      </p:sp>
      <p:sp>
        <p:nvSpPr>
          <p:cNvPr id="12" name="TextBox 11">
            <a:extLst>
              <a:ext uri="{FF2B5EF4-FFF2-40B4-BE49-F238E27FC236}">
                <a16:creationId xmlns:a16="http://schemas.microsoft.com/office/drawing/2014/main" id="{D87C7F23-648F-C0DC-63BD-1C9D2BC84C0D}"/>
              </a:ext>
            </a:extLst>
          </p:cNvPr>
          <p:cNvSpPr txBox="1"/>
          <p:nvPr/>
        </p:nvSpPr>
        <p:spPr>
          <a:xfrm>
            <a:off x="6152446" y="1402877"/>
            <a:ext cx="570089" cy="230832"/>
          </a:xfrm>
          <a:prstGeom prst="rect">
            <a:avLst/>
          </a:prstGeom>
          <a:noFill/>
        </p:spPr>
        <p:txBody>
          <a:bodyPr wrap="square" rtlCol="0">
            <a:spAutoFit/>
          </a:bodyPr>
          <a:lstStyle/>
          <a:p>
            <a:pPr algn="ctr"/>
            <a:r>
              <a:rPr lang="en-US" sz="900" dirty="0"/>
              <a:t>34568</a:t>
            </a:r>
          </a:p>
        </p:txBody>
      </p:sp>
      <p:sp>
        <p:nvSpPr>
          <p:cNvPr id="13" name="TextBox 12">
            <a:extLst>
              <a:ext uri="{FF2B5EF4-FFF2-40B4-BE49-F238E27FC236}">
                <a16:creationId xmlns:a16="http://schemas.microsoft.com/office/drawing/2014/main" id="{EB9B81FB-9ACB-9B66-A5B9-C6BF939A9DD9}"/>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34568</a:t>
            </a:r>
          </a:p>
        </p:txBody>
      </p:sp>
      <p:sp>
        <p:nvSpPr>
          <p:cNvPr id="14" name="TextBox 13">
            <a:extLst>
              <a:ext uri="{FF2B5EF4-FFF2-40B4-BE49-F238E27FC236}">
                <a16:creationId xmlns:a16="http://schemas.microsoft.com/office/drawing/2014/main" id="{698FE342-E5BE-81DE-0006-49060607469F}"/>
              </a:ext>
            </a:extLst>
          </p:cNvPr>
          <p:cNvSpPr txBox="1"/>
          <p:nvPr/>
        </p:nvSpPr>
        <p:spPr>
          <a:xfrm>
            <a:off x="6654802" y="1903821"/>
            <a:ext cx="570089" cy="230832"/>
          </a:xfrm>
          <a:prstGeom prst="rect">
            <a:avLst/>
          </a:prstGeom>
          <a:noFill/>
        </p:spPr>
        <p:txBody>
          <a:bodyPr wrap="square" rtlCol="0">
            <a:spAutoFit/>
          </a:bodyPr>
          <a:lstStyle/>
          <a:p>
            <a:pPr algn="ctr"/>
            <a:r>
              <a:rPr lang="en-US" sz="900" dirty="0"/>
              <a:t>34568</a:t>
            </a:r>
          </a:p>
        </p:txBody>
      </p:sp>
      <p:sp>
        <p:nvSpPr>
          <p:cNvPr id="15" name="TextBox 14">
            <a:extLst>
              <a:ext uri="{FF2B5EF4-FFF2-40B4-BE49-F238E27FC236}">
                <a16:creationId xmlns:a16="http://schemas.microsoft.com/office/drawing/2014/main" id="{476040F2-FBD9-8A45-1A2D-A07E8B9BECE7}"/>
              </a:ext>
            </a:extLst>
          </p:cNvPr>
          <p:cNvSpPr txBox="1"/>
          <p:nvPr/>
        </p:nvSpPr>
        <p:spPr>
          <a:xfrm>
            <a:off x="7157158" y="1903821"/>
            <a:ext cx="570089" cy="230832"/>
          </a:xfrm>
          <a:prstGeom prst="rect">
            <a:avLst/>
          </a:prstGeom>
          <a:noFill/>
        </p:spPr>
        <p:txBody>
          <a:bodyPr wrap="square" rtlCol="0">
            <a:spAutoFit/>
          </a:bodyPr>
          <a:lstStyle/>
          <a:p>
            <a:pPr algn="ctr"/>
            <a:r>
              <a:rPr lang="en-US" sz="900" dirty="0"/>
              <a:t>34568</a:t>
            </a:r>
          </a:p>
        </p:txBody>
      </p:sp>
      <p:sp>
        <p:nvSpPr>
          <p:cNvPr id="17" name="TextBox 16">
            <a:extLst>
              <a:ext uri="{FF2B5EF4-FFF2-40B4-BE49-F238E27FC236}">
                <a16:creationId xmlns:a16="http://schemas.microsoft.com/office/drawing/2014/main" id="{FEA40FAD-7D5E-F4F6-57FB-A77925F2468F}"/>
              </a:ext>
            </a:extLst>
          </p:cNvPr>
          <p:cNvSpPr txBox="1"/>
          <p:nvPr/>
        </p:nvSpPr>
        <p:spPr>
          <a:xfrm>
            <a:off x="7157158" y="2404765"/>
            <a:ext cx="570089" cy="230832"/>
          </a:xfrm>
          <a:prstGeom prst="rect">
            <a:avLst/>
          </a:prstGeom>
          <a:solidFill>
            <a:schemeClr val="accent6">
              <a:lumMod val="20000"/>
              <a:lumOff val="80000"/>
            </a:schemeClr>
          </a:solidFill>
        </p:spPr>
        <p:txBody>
          <a:bodyPr wrap="square" rtlCol="0">
            <a:spAutoFit/>
          </a:bodyPr>
          <a:lstStyle/>
          <a:p>
            <a:pPr algn="ctr"/>
            <a:r>
              <a:rPr lang="en-US" sz="900" dirty="0"/>
              <a:t>21</a:t>
            </a:r>
          </a:p>
        </p:txBody>
      </p:sp>
    </p:spTree>
    <p:extLst>
      <p:ext uri="{BB962C8B-B14F-4D97-AF65-F5344CB8AC3E}">
        <p14:creationId xmlns:p14="http://schemas.microsoft.com/office/powerpoint/2010/main" val="4183848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3635C-1A06-2DC0-5490-BFEC68C5428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7B0A266-0F52-6B7F-DC1F-C5003CFEBF21}"/>
              </a:ext>
            </a:extLst>
          </p:cNvPr>
          <p:cNvSpPr>
            <a:spLocks noGrp="1"/>
          </p:cNvSpPr>
          <p:nvPr>
            <p:ph sz="half" idx="1"/>
          </p:nvPr>
        </p:nvSpPr>
        <p:spPr/>
        <p:txBody>
          <a:bodyPr/>
          <a:lstStyle/>
          <a:p>
            <a:r>
              <a:rPr lang="en-US" dirty="0"/>
              <a:t>Initialize four [8 in 2]. Note that two of them cannot contain a 1 or a 2.</a:t>
            </a:r>
          </a:p>
        </p:txBody>
      </p:sp>
      <p:pic>
        <p:nvPicPr>
          <p:cNvPr id="4" name="Picture 3" descr="A grid of sudoku puzzle&#10;&#10;Description automatically generated">
            <a:extLst>
              <a:ext uri="{FF2B5EF4-FFF2-40B4-BE49-F238E27FC236}">
                <a16:creationId xmlns:a16="http://schemas.microsoft.com/office/drawing/2014/main" id="{FF8850F2-3DEC-7204-632A-FB04E58968F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278BECA-A8CB-E13F-B232-803F406CF39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3B6AABE-D357-D095-78CB-34ED0DBC4FD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E809BBA-FAEA-C16C-1785-D426295C8384}"/>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4FF34A69-DC88-BEAA-37F4-DF5958D2038B}"/>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3" name="TextBox 2">
            <a:extLst>
              <a:ext uri="{FF2B5EF4-FFF2-40B4-BE49-F238E27FC236}">
                <a16:creationId xmlns:a16="http://schemas.microsoft.com/office/drawing/2014/main" id="{E132A406-5643-1D9C-ED4C-4492CAB3C8CC}"/>
              </a:ext>
            </a:extLst>
          </p:cNvPr>
          <p:cNvSpPr txBox="1"/>
          <p:nvPr/>
        </p:nvSpPr>
        <p:spPr>
          <a:xfrm>
            <a:off x="6654802" y="901933"/>
            <a:ext cx="570089" cy="230832"/>
          </a:xfrm>
          <a:prstGeom prst="rect">
            <a:avLst/>
          </a:prstGeom>
          <a:noFill/>
        </p:spPr>
        <p:txBody>
          <a:bodyPr wrap="square" rtlCol="0">
            <a:spAutoFit/>
          </a:bodyPr>
          <a:lstStyle/>
          <a:p>
            <a:pPr algn="ctr"/>
            <a:r>
              <a:rPr lang="en-US" sz="900" dirty="0"/>
              <a:t>127</a:t>
            </a:r>
          </a:p>
        </p:txBody>
      </p:sp>
      <p:sp>
        <p:nvSpPr>
          <p:cNvPr id="8" name="TextBox 7">
            <a:extLst>
              <a:ext uri="{FF2B5EF4-FFF2-40B4-BE49-F238E27FC236}">
                <a16:creationId xmlns:a16="http://schemas.microsoft.com/office/drawing/2014/main" id="{2B7A22C9-DA04-F312-1432-EFEF670BC2D4}"/>
              </a:ext>
            </a:extLst>
          </p:cNvPr>
          <p:cNvSpPr txBox="1"/>
          <p:nvPr/>
        </p:nvSpPr>
        <p:spPr>
          <a:xfrm>
            <a:off x="7157158" y="901933"/>
            <a:ext cx="570089" cy="230832"/>
          </a:xfrm>
          <a:prstGeom prst="rect">
            <a:avLst/>
          </a:prstGeom>
          <a:noFill/>
        </p:spPr>
        <p:txBody>
          <a:bodyPr wrap="square" rtlCol="0">
            <a:spAutoFit/>
          </a:bodyPr>
          <a:lstStyle/>
          <a:p>
            <a:pPr algn="ctr"/>
            <a:r>
              <a:rPr lang="en-US" sz="900" dirty="0"/>
              <a:t>127</a:t>
            </a:r>
          </a:p>
        </p:txBody>
      </p:sp>
      <p:sp>
        <p:nvSpPr>
          <p:cNvPr id="9" name="TextBox 8">
            <a:extLst>
              <a:ext uri="{FF2B5EF4-FFF2-40B4-BE49-F238E27FC236}">
                <a16:creationId xmlns:a16="http://schemas.microsoft.com/office/drawing/2014/main" id="{C463F373-D290-AA24-FCA3-BEDC51A1D546}"/>
              </a:ext>
            </a:extLst>
          </p:cNvPr>
          <p:cNvSpPr txBox="1"/>
          <p:nvPr/>
        </p:nvSpPr>
        <p:spPr>
          <a:xfrm>
            <a:off x="7157158" y="1402877"/>
            <a:ext cx="570089" cy="230832"/>
          </a:xfrm>
          <a:prstGeom prst="rect">
            <a:avLst/>
          </a:prstGeom>
          <a:noFill/>
        </p:spPr>
        <p:txBody>
          <a:bodyPr wrap="square" rtlCol="0">
            <a:spAutoFit/>
          </a:bodyPr>
          <a:lstStyle/>
          <a:p>
            <a:pPr algn="ctr"/>
            <a:r>
              <a:rPr lang="en-US" sz="900" dirty="0"/>
              <a:t>127</a:t>
            </a:r>
          </a:p>
        </p:txBody>
      </p:sp>
      <p:sp>
        <p:nvSpPr>
          <p:cNvPr id="10" name="TextBox 9">
            <a:extLst>
              <a:ext uri="{FF2B5EF4-FFF2-40B4-BE49-F238E27FC236}">
                <a16:creationId xmlns:a16="http://schemas.microsoft.com/office/drawing/2014/main" id="{F96D62E4-5B8A-FEE8-8B07-EDBBC8F51AB2}"/>
              </a:ext>
            </a:extLst>
          </p:cNvPr>
          <p:cNvSpPr txBox="1"/>
          <p:nvPr/>
        </p:nvSpPr>
        <p:spPr>
          <a:xfrm>
            <a:off x="5650090" y="901933"/>
            <a:ext cx="570089" cy="230832"/>
          </a:xfrm>
          <a:prstGeom prst="rect">
            <a:avLst/>
          </a:prstGeom>
          <a:solidFill>
            <a:schemeClr val="accent6">
              <a:lumMod val="20000"/>
              <a:lumOff val="80000"/>
            </a:schemeClr>
          </a:solidFill>
        </p:spPr>
        <p:txBody>
          <a:bodyPr wrap="square" rtlCol="0">
            <a:spAutoFit/>
          </a:bodyPr>
          <a:lstStyle/>
          <a:p>
            <a:pPr algn="ctr"/>
            <a:r>
              <a:rPr lang="en-US" sz="900" dirty="0"/>
              <a:t>12</a:t>
            </a:r>
          </a:p>
        </p:txBody>
      </p:sp>
      <p:sp>
        <p:nvSpPr>
          <p:cNvPr id="11" name="TextBox 10">
            <a:extLst>
              <a:ext uri="{FF2B5EF4-FFF2-40B4-BE49-F238E27FC236}">
                <a16:creationId xmlns:a16="http://schemas.microsoft.com/office/drawing/2014/main" id="{04980084-B96C-C290-90C2-5E7570A34631}"/>
              </a:ext>
            </a:extLst>
          </p:cNvPr>
          <p:cNvSpPr txBox="1"/>
          <p:nvPr/>
        </p:nvSpPr>
        <p:spPr>
          <a:xfrm>
            <a:off x="6152446" y="901933"/>
            <a:ext cx="570089" cy="230832"/>
          </a:xfrm>
          <a:prstGeom prst="rect">
            <a:avLst/>
          </a:prstGeom>
          <a:noFill/>
        </p:spPr>
        <p:txBody>
          <a:bodyPr wrap="square" rtlCol="0">
            <a:spAutoFit/>
          </a:bodyPr>
          <a:lstStyle/>
          <a:p>
            <a:pPr algn="ctr"/>
            <a:r>
              <a:rPr lang="en-US" sz="900" dirty="0"/>
              <a:t>34568</a:t>
            </a:r>
          </a:p>
        </p:txBody>
      </p:sp>
      <p:sp>
        <p:nvSpPr>
          <p:cNvPr id="12" name="TextBox 11">
            <a:extLst>
              <a:ext uri="{FF2B5EF4-FFF2-40B4-BE49-F238E27FC236}">
                <a16:creationId xmlns:a16="http://schemas.microsoft.com/office/drawing/2014/main" id="{11A9464B-27F0-2A38-4F87-BF3A29EA7CAE}"/>
              </a:ext>
            </a:extLst>
          </p:cNvPr>
          <p:cNvSpPr txBox="1"/>
          <p:nvPr/>
        </p:nvSpPr>
        <p:spPr>
          <a:xfrm>
            <a:off x="6152446" y="1402877"/>
            <a:ext cx="570089" cy="230832"/>
          </a:xfrm>
          <a:prstGeom prst="rect">
            <a:avLst/>
          </a:prstGeom>
          <a:noFill/>
        </p:spPr>
        <p:txBody>
          <a:bodyPr wrap="square" rtlCol="0">
            <a:spAutoFit/>
          </a:bodyPr>
          <a:lstStyle/>
          <a:p>
            <a:pPr algn="ctr"/>
            <a:r>
              <a:rPr lang="en-US" sz="900" dirty="0"/>
              <a:t>34568</a:t>
            </a:r>
          </a:p>
        </p:txBody>
      </p:sp>
      <p:sp>
        <p:nvSpPr>
          <p:cNvPr id="13" name="TextBox 12">
            <a:extLst>
              <a:ext uri="{FF2B5EF4-FFF2-40B4-BE49-F238E27FC236}">
                <a16:creationId xmlns:a16="http://schemas.microsoft.com/office/drawing/2014/main" id="{15C69610-C7E8-3ACF-469E-41B19868A6B4}"/>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34568</a:t>
            </a:r>
          </a:p>
        </p:txBody>
      </p:sp>
      <p:sp>
        <p:nvSpPr>
          <p:cNvPr id="14" name="TextBox 13">
            <a:extLst>
              <a:ext uri="{FF2B5EF4-FFF2-40B4-BE49-F238E27FC236}">
                <a16:creationId xmlns:a16="http://schemas.microsoft.com/office/drawing/2014/main" id="{C189A291-8C45-EA4D-D00B-DFFBCDE35F93}"/>
              </a:ext>
            </a:extLst>
          </p:cNvPr>
          <p:cNvSpPr txBox="1"/>
          <p:nvPr/>
        </p:nvSpPr>
        <p:spPr>
          <a:xfrm>
            <a:off x="6654802" y="1903821"/>
            <a:ext cx="570089" cy="230832"/>
          </a:xfrm>
          <a:prstGeom prst="rect">
            <a:avLst/>
          </a:prstGeom>
          <a:noFill/>
        </p:spPr>
        <p:txBody>
          <a:bodyPr wrap="square" rtlCol="0">
            <a:spAutoFit/>
          </a:bodyPr>
          <a:lstStyle/>
          <a:p>
            <a:pPr algn="ctr"/>
            <a:r>
              <a:rPr lang="en-US" sz="900" dirty="0"/>
              <a:t>34568</a:t>
            </a:r>
          </a:p>
        </p:txBody>
      </p:sp>
      <p:sp>
        <p:nvSpPr>
          <p:cNvPr id="15" name="TextBox 14">
            <a:extLst>
              <a:ext uri="{FF2B5EF4-FFF2-40B4-BE49-F238E27FC236}">
                <a16:creationId xmlns:a16="http://schemas.microsoft.com/office/drawing/2014/main" id="{E0728B40-2D40-B873-B8AB-C5818F2820DC}"/>
              </a:ext>
            </a:extLst>
          </p:cNvPr>
          <p:cNvSpPr txBox="1"/>
          <p:nvPr/>
        </p:nvSpPr>
        <p:spPr>
          <a:xfrm>
            <a:off x="7157158" y="1903821"/>
            <a:ext cx="570089" cy="230832"/>
          </a:xfrm>
          <a:prstGeom prst="rect">
            <a:avLst/>
          </a:prstGeom>
          <a:noFill/>
        </p:spPr>
        <p:txBody>
          <a:bodyPr wrap="square" rtlCol="0">
            <a:spAutoFit/>
          </a:bodyPr>
          <a:lstStyle/>
          <a:p>
            <a:pPr algn="ctr"/>
            <a:r>
              <a:rPr lang="en-US" sz="900" dirty="0"/>
              <a:t>34568</a:t>
            </a:r>
          </a:p>
        </p:txBody>
      </p:sp>
      <p:sp>
        <p:nvSpPr>
          <p:cNvPr id="17" name="TextBox 16">
            <a:extLst>
              <a:ext uri="{FF2B5EF4-FFF2-40B4-BE49-F238E27FC236}">
                <a16:creationId xmlns:a16="http://schemas.microsoft.com/office/drawing/2014/main" id="{1B928C25-8CD6-0C79-202D-8A9BA88B6781}"/>
              </a:ext>
            </a:extLst>
          </p:cNvPr>
          <p:cNvSpPr txBox="1"/>
          <p:nvPr/>
        </p:nvSpPr>
        <p:spPr>
          <a:xfrm>
            <a:off x="7157158" y="2404765"/>
            <a:ext cx="570089" cy="230832"/>
          </a:xfrm>
          <a:prstGeom prst="rect">
            <a:avLst/>
          </a:prstGeom>
          <a:solidFill>
            <a:schemeClr val="accent6">
              <a:lumMod val="20000"/>
              <a:lumOff val="80000"/>
            </a:schemeClr>
          </a:solidFill>
        </p:spPr>
        <p:txBody>
          <a:bodyPr wrap="square" rtlCol="0">
            <a:spAutoFit/>
          </a:bodyPr>
          <a:lstStyle/>
          <a:p>
            <a:pPr algn="ctr"/>
            <a:r>
              <a:rPr lang="en-US" sz="900" dirty="0"/>
              <a:t>21</a:t>
            </a:r>
          </a:p>
        </p:txBody>
      </p:sp>
      <p:sp>
        <p:nvSpPr>
          <p:cNvPr id="18" name="TextBox 17">
            <a:extLst>
              <a:ext uri="{FF2B5EF4-FFF2-40B4-BE49-F238E27FC236}">
                <a16:creationId xmlns:a16="http://schemas.microsoft.com/office/drawing/2014/main" id="{B62E116B-CC73-851F-2851-805B2411D6E1}"/>
              </a:ext>
            </a:extLst>
          </p:cNvPr>
          <p:cNvSpPr txBox="1"/>
          <p:nvPr/>
        </p:nvSpPr>
        <p:spPr>
          <a:xfrm>
            <a:off x="4645378" y="901933"/>
            <a:ext cx="570089" cy="230832"/>
          </a:xfrm>
          <a:prstGeom prst="rect">
            <a:avLst/>
          </a:prstGeom>
          <a:noFill/>
        </p:spPr>
        <p:txBody>
          <a:bodyPr wrap="square" rtlCol="0">
            <a:spAutoFit/>
          </a:bodyPr>
          <a:lstStyle/>
          <a:p>
            <a:pPr algn="ctr"/>
            <a:r>
              <a:rPr lang="en-US" sz="900" dirty="0"/>
              <a:t>35</a:t>
            </a:r>
          </a:p>
        </p:txBody>
      </p:sp>
      <p:sp>
        <p:nvSpPr>
          <p:cNvPr id="19" name="TextBox 18">
            <a:extLst>
              <a:ext uri="{FF2B5EF4-FFF2-40B4-BE49-F238E27FC236}">
                <a16:creationId xmlns:a16="http://schemas.microsoft.com/office/drawing/2014/main" id="{B72EAB6B-3B57-EA7B-5408-CE2571B9713A}"/>
              </a:ext>
            </a:extLst>
          </p:cNvPr>
          <p:cNvSpPr txBox="1"/>
          <p:nvPr/>
        </p:nvSpPr>
        <p:spPr>
          <a:xfrm>
            <a:off x="5147734" y="901933"/>
            <a:ext cx="570089" cy="230832"/>
          </a:xfrm>
          <a:prstGeom prst="rect">
            <a:avLst/>
          </a:prstGeom>
          <a:noFill/>
        </p:spPr>
        <p:txBody>
          <a:bodyPr wrap="square" rtlCol="0">
            <a:spAutoFit/>
          </a:bodyPr>
          <a:lstStyle/>
          <a:p>
            <a:pPr algn="ctr"/>
            <a:r>
              <a:rPr lang="en-US" sz="900" dirty="0"/>
              <a:t>53</a:t>
            </a:r>
          </a:p>
        </p:txBody>
      </p:sp>
      <p:sp>
        <p:nvSpPr>
          <p:cNvPr id="20" name="TextBox 19">
            <a:extLst>
              <a:ext uri="{FF2B5EF4-FFF2-40B4-BE49-F238E27FC236}">
                <a16:creationId xmlns:a16="http://schemas.microsoft.com/office/drawing/2014/main" id="{A8D48493-BE31-E3BA-16E2-96BAB201E243}"/>
              </a:ext>
            </a:extLst>
          </p:cNvPr>
          <p:cNvSpPr txBox="1"/>
          <p:nvPr/>
        </p:nvSpPr>
        <p:spPr>
          <a:xfrm>
            <a:off x="3640666" y="1903821"/>
            <a:ext cx="570089" cy="230832"/>
          </a:xfrm>
          <a:prstGeom prst="rect">
            <a:avLst/>
          </a:prstGeom>
          <a:noFill/>
        </p:spPr>
        <p:txBody>
          <a:bodyPr wrap="square" rtlCol="0">
            <a:spAutoFit/>
          </a:bodyPr>
          <a:lstStyle/>
          <a:p>
            <a:pPr algn="ctr"/>
            <a:r>
              <a:rPr lang="en-US" sz="900" dirty="0"/>
              <a:t>765321</a:t>
            </a:r>
          </a:p>
        </p:txBody>
      </p:sp>
      <p:sp>
        <p:nvSpPr>
          <p:cNvPr id="21" name="TextBox 20">
            <a:extLst>
              <a:ext uri="{FF2B5EF4-FFF2-40B4-BE49-F238E27FC236}">
                <a16:creationId xmlns:a16="http://schemas.microsoft.com/office/drawing/2014/main" id="{715A41CE-9761-AA18-D35C-614B1BCDFF6F}"/>
              </a:ext>
            </a:extLst>
          </p:cNvPr>
          <p:cNvSpPr txBox="1"/>
          <p:nvPr/>
        </p:nvSpPr>
        <p:spPr>
          <a:xfrm>
            <a:off x="3138310" y="1903821"/>
            <a:ext cx="570089" cy="230832"/>
          </a:xfrm>
          <a:prstGeom prst="rect">
            <a:avLst/>
          </a:prstGeom>
          <a:noFill/>
        </p:spPr>
        <p:txBody>
          <a:bodyPr wrap="square" rtlCol="0">
            <a:spAutoFit/>
          </a:bodyPr>
          <a:lstStyle/>
          <a:p>
            <a:pPr algn="ctr"/>
            <a:r>
              <a:rPr lang="en-US" sz="900" dirty="0"/>
              <a:t>123567</a:t>
            </a:r>
          </a:p>
        </p:txBody>
      </p:sp>
      <p:sp>
        <p:nvSpPr>
          <p:cNvPr id="22" name="TextBox 21">
            <a:extLst>
              <a:ext uri="{FF2B5EF4-FFF2-40B4-BE49-F238E27FC236}">
                <a16:creationId xmlns:a16="http://schemas.microsoft.com/office/drawing/2014/main" id="{3CF71005-4FA1-4F00-BFFD-B4AF2AA92402}"/>
              </a:ext>
            </a:extLst>
          </p:cNvPr>
          <p:cNvSpPr txBox="1"/>
          <p:nvPr/>
        </p:nvSpPr>
        <p:spPr>
          <a:xfrm>
            <a:off x="7157158" y="2905709"/>
            <a:ext cx="570089" cy="230832"/>
          </a:xfrm>
          <a:prstGeom prst="rect">
            <a:avLst/>
          </a:prstGeom>
          <a:noFill/>
        </p:spPr>
        <p:txBody>
          <a:bodyPr wrap="square" rtlCol="0">
            <a:spAutoFit/>
          </a:bodyPr>
          <a:lstStyle/>
          <a:p>
            <a:pPr algn="ctr"/>
            <a:r>
              <a:rPr lang="en-US" sz="900" dirty="0"/>
              <a:t>35</a:t>
            </a:r>
          </a:p>
        </p:txBody>
      </p:sp>
      <p:sp>
        <p:nvSpPr>
          <p:cNvPr id="23" name="TextBox 22">
            <a:extLst>
              <a:ext uri="{FF2B5EF4-FFF2-40B4-BE49-F238E27FC236}">
                <a16:creationId xmlns:a16="http://schemas.microsoft.com/office/drawing/2014/main" id="{9EEA2335-A3E1-5949-4816-7C9E75F6ED2A}"/>
              </a:ext>
            </a:extLst>
          </p:cNvPr>
          <p:cNvSpPr txBox="1"/>
          <p:nvPr/>
        </p:nvSpPr>
        <p:spPr>
          <a:xfrm>
            <a:off x="7157158" y="3406653"/>
            <a:ext cx="570089" cy="230832"/>
          </a:xfrm>
          <a:prstGeom prst="rect">
            <a:avLst/>
          </a:prstGeom>
          <a:noFill/>
        </p:spPr>
        <p:txBody>
          <a:bodyPr wrap="square" rtlCol="0">
            <a:spAutoFit/>
          </a:bodyPr>
          <a:lstStyle/>
          <a:p>
            <a:pPr algn="ctr"/>
            <a:r>
              <a:rPr lang="en-US" sz="900" dirty="0"/>
              <a:t>53</a:t>
            </a:r>
          </a:p>
        </p:txBody>
      </p:sp>
      <p:sp>
        <p:nvSpPr>
          <p:cNvPr id="24" name="TextBox 23">
            <a:extLst>
              <a:ext uri="{FF2B5EF4-FFF2-40B4-BE49-F238E27FC236}">
                <a16:creationId xmlns:a16="http://schemas.microsoft.com/office/drawing/2014/main" id="{A2431E95-64F5-2983-8856-E3C2980794EB}"/>
              </a:ext>
            </a:extLst>
          </p:cNvPr>
          <p:cNvSpPr txBox="1"/>
          <p:nvPr/>
        </p:nvSpPr>
        <p:spPr>
          <a:xfrm>
            <a:off x="6152446" y="4408541"/>
            <a:ext cx="570089" cy="230832"/>
          </a:xfrm>
          <a:prstGeom prst="rect">
            <a:avLst/>
          </a:prstGeom>
          <a:noFill/>
        </p:spPr>
        <p:txBody>
          <a:bodyPr wrap="square" rtlCol="0">
            <a:spAutoFit/>
          </a:bodyPr>
          <a:lstStyle/>
          <a:p>
            <a:pPr algn="ctr"/>
            <a:r>
              <a:rPr lang="en-US" sz="900" dirty="0"/>
              <a:t>123567</a:t>
            </a:r>
          </a:p>
        </p:txBody>
      </p:sp>
      <p:sp>
        <p:nvSpPr>
          <p:cNvPr id="25" name="TextBox 24">
            <a:extLst>
              <a:ext uri="{FF2B5EF4-FFF2-40B4-BE49-F238E27FC236}">
                <a16:creationId xmlns:a16="http://schemas.microsoft.com/office/drawing/2014/main" id="{58FF58F1-BB7A-F694-ECD8-060ECA55407D}"/>
              </a:ext>
            </a:extLst>
          </p:cNvPr>
          <p:cNvSpPr txBox="1"/>
          <p:nvPr/>
        </p:nvSpPr>
        <p:spPr>
          <a:xfrm>
            <a:off x="6152446" y="4909484"/>
            <a:ext cx="570089" cy="230832"/>
          </a:xfrm>
          <a:prstGeom prst="rect">
            <a:avLst/>
          </a:prstGeom>
          <a:noFill/>
        </p:spPr>
        <p:txBody>
          <a:bodyPr wrap="square" rtlCol="0">
            <a:spAutoFit/>
          </a:bodyPr>
          <a:lstStyle/>
          <a:p>
            <a:pPr algn="ctr"/>
            <a:r>
              <a:rPr lang="en-US" sz="900" dirty="0"/>
              <a:t>765321</a:t>
            </a:r>
          </a:p>
        </p:txBody>
      </p:sp>
    </p:spTree>
    <p:extLst>
      <p:ext uri="{BB962C8B-B14F-4D97-AF65-F5344CB8AC3E}">
        <p14:creationId xmlns:p14="http://schemas.microsoft.com/office/powerpoint/2010/main" val="27932178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101C5-C6EE-FC19-6951-1119F602F66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B5F9CBE-3046-4047-E402-26F5079A18F5}"/>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8CA1669C-0766-951E-AB58-3AAE2977818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874B548-F2DD-FFF8-8E98-9485AD48048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EB0C859-97CB-4929-2C50-1B8075729E1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8FA2071-3229-CC80-2228-1AE7E3F3997A}"/>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3A4DE218-5A0D-68B1-0D7A-6B29A6B1365E}"/>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3" name="TextBox 2">
            <a:extLst>
              <a:ext uri="{FF2B5EF4-FFF2-40B4-BE49-F238E27FC236}">
                <a16:creationId xmlns:a16="http://schemas.microsoft.com/office/drawing/2014/main" id="{2B02BDD6-893F-22DF-C15D-A26D261DAF00}"/>
              </a:ext>
            </a:extLst>
          </p:cNvPr>
          <p:cNvSpPr txBox="1"/>
          <p:nvPr/>
        </p:nvSpPr>
        <p:spPr>
          <a:xfrm>
            <a:off x="6654802" y="901933"/>
            <a:ext cx="570089" cy="230832"/>
          </a:xfrm>
          <a:prstGeom prst="rect">
            <a:avLst/>
          </a:prstGeom>
          <a:noFill/>
        </p:spPr>
        <p:txBody>
          <a:bodyPr wrap="square" rtlCol="0">
            <a:spAutoFit/>
          </a:bodyPr>
          <a:lstStyle/>
          <a:p>
            <a:pPr algn="ctr"/>
            <a:r>
              <a:rPr lang="en-US" sz="900" dirty="0"/>
              <a:t>127</a:t>
            </a:r>
          </a:p>
        </p:txBody>
      </p:sp>
      <p:sp>
        <p:nvSpPr>
          <p:cNvPr id="8" name="TextBox 7">
            <a:extLst>
              <a:ext uri="{FF2B5EF4-FFF2-40B4-BE49-F238E27FC236}">
                <a16:creationId xmlns:a16="http://schemas.microsoft.com/office/drawing/2014/main" id="{40FF1C7F-BFB1-A430-97D1-7FDDC8831311}"/>
              </a:ext>
            </a:extLst>
          </p:cNvPr>
          <p:cNvSpPr txBox="1"/>
          <p:nvPr/>
        </p:nvSpPr>
        <p:spPr>
          <a:xfrm>
            <a:off x="7157158" y="901933"/>
            <a:ext cx="570089" cy="230832"/>
          </a:xfrm>
          <a:prstGeom prst="rect">
            <a:avLst/>
          </a:prstGeom>
          <a:noFill/>
        </p:spPr>
        <p:txBody>
          <a:bodyPr wrap="square" rtlCol="0">
            <a:spAutoFit/>
          </a:bodyPr>
          <a:lstStyle/>
          <a:p>
            <a:pPr algn="ctr"/>
            <a:r>
              <a:rPr lang="en-US" sz="900" dirty="0"/>
              <a:t>127</a:t>
            </a:r>
          </a:p>
        </p:txBody>
      </p:sp>
      <p:sp>
        <p:nvSpPr>
          <p:cNvPr id="9" name="TextBox 8">
            <a:extLst>
              <a:ext uri="{FF2B5EF4-FFF2-40B4-BE49-F238E27FC236}">
                <a16:creationId xmlns:a16="http://schemas.microsoft.com/office/drawing/2014/main" id="{7F138305-FB59-BE8E-EB99-0987CFCC600C}"/>
              </a:ext>
            </a:extLst>
          </p:cNvPr>
          <p:cNvSpPr txBox="1"/>
          <p:nvPr/>
        </p:nvSpPr>
        <p:spPr>
          <a:xfrm>
            <a:off x="7157158" y="1402877"/>
            <a:ext cx="570089" cy="230832"/>
          </a:xfrm>
          <a:prstGeom prst="rect">
            <a:avLst/>
          </a:prstGeom>
          <a:noFill/>
        </p:spPr>
        <p:txBody>
          <a:bodyPr wrap="square" rtlCol="0">
            <a:spAutoFit/>
          </a:bodyPr>
          <a:lstStyle/>
          <a:p>
            <a:pPr algn="ctr"/>
            <a:r>
              <a:rPr lang="en-US" sz="900" dirty="0"/>
              <a:t>127</a:t>
            </a:r>
          </a:p>
        </p:txBody>
      </p:sp>
      <p:sp>
        <p:nvSpPr>
          <p:cNvPr id="10" name="TextBox 9">
            <a:extLst>
              <a:ext uri="{FF2B5EF4-FFF2-40B4-BE49-F238E27FC236}">
                <a16:creationId xmlns:a16="http://schemas.microsoft.com/office/drawing/2014/main" id="{F2E1BA12-D3BE-5341-27D8-3C26DAEE7D46}"/>
              </a:ext>
            </a:extLst>
          </p:cNvPr>
          <p:cNvSpPr txBox="1"/>
          <p:nvPr/>
        </p:nvSpPr>
        <p:spPr>
          <a:xfrm>
            <a:off x="5650090" y="901933"/>
            <a:ext cx="570089" cy="230832"/>
          </a:xfrm>
          <a:prstGeom prst="rect">
            <a:avLst/>
          </a:prstGeom>
          <a:solidFill>
            <a:schemeClr val="accent6">
              <a:lumMod val="20000"/>
              <a:lumOff val="80000"/>
            </a:schemeClr>
          </a:solidFill>
        </p:spPr>
        <p:txBody>
          <a:bodyPr wrap="square" rtlCol="0">
            <a:spAutoFit/>
          </a:bodyPr>
          <a:lstStyle/>
          <a:p>
            <a:pPr algn="ctr"/>
            <a:r>
              <a:rPr lang="en-US" sz="900" dirty="0"/>
              <a:t>12</a:t>
            </a:r>
          </a:p>
        </p:txBody>
      </p:sp>
      <p:sp>
        <p:nvSpPr>
          <p:cNvPr id="11" name="TextBox 10">
            <a:extLst>
              <a:ext uri="{FF2B5EF4-FFF2-40B4-BE49-F238E27FC236}">
                <a16:creationId xmlns:a16="http://schemas.microsoft.com/office/drawing/2014/main" id="{6C0E8A70-7C17-81A4-B837-02D0C0A73694}"/>
              </a:ext>
            </a:extLst>
          </p:cNvPr>
          <p:cNvSpPr txBox="1"/>
          <p:nvPr/>
        </p:nvSpPr>
        <p:spPr>
          <a:xfrm>
            <a:off x="6152446" y="901933"/>
            <a:ext cx="570089" cy="230832"/>
          </a:xfrm>
          <a:prstGeom prst="rect">
            <a:avLst/>
          </a:prstGeom>
          <a:noFill/>
        </p:spPr>
        <p:txBody>
          <a:bodyPr wrap="square" rtlCol="0">
            <a:spAutoFit/>
          </a:bodyPr>
          <a:lstStyle/>
          <a:p>
            <a:pPr algn="ctr"/>
            <a:r>
              <a:rPr lang="en-US" sz="900" dirty="0"/>
              <a:t>468</a:t>
            </a:r>
          </a:p>
        </p:txBody>
      </p:sp>
      <p:sp>
        <p:nvSpPr>
          <p:cNvPr id="12" name="TextBox 11">
            <a:extLst>
              <a:ext uri="{FF2B5EF4-FFF2-40B4-BE49-F238E27FC236}">
                <a16:creationId xmlns:a16="http://schemas.microsoft.com/office/drawing/2014/main" id="{1A0034D1-BF67-CC91-4BA5-5680F5A1338C}"/>
              </a:ext>
            </a:extLst>
          </p:cNvPr>
          <p:cNvSpPr txBox="1"/>
          <p:nvPr/>
        </p:nvSpPr>
        <p:spPr>
          <a:xfrm>
            <a:off x="6152446" y="1402877"/>
            <a:ext cx="570089" cy="230832"/>
          </a:xfrm>
          <a:prstGeom prst="rect">
            <a:avLst/>
          </a:prstGeom>
          <a:noFill/>
        </p:spPr>
        <p:txBody>
          <a:bodyPr wrap="square" rtlCol="0">
            <a:spAutoFit/>
          </a:bodyPr>
          <a:lstStyle/>
          <a:p>
            <a:pPr algn="ctr"/>
            <a:r>
              <a:rPr lang="en-US" sz="900" dirty="0"/>
              <a:t>34568</a:t>
            </a:r>
          </a:p>
        </p:txBody>
      </p:sp>
      <p:sp>
        <p:nvSpPr>
          <p:cNvPr id="13" name="TextBox 12">
            <a:extLst>
              <a:ext uri="{FF2B5EF4-FFF2-40B4-BE49-F238E27FC236}">
                <a16:creationId xmlns:a16="http://schemas.microsoft.com/office/drawing/2014/main" id="{2CA0C951-8A32-9F07-929F-D425208B5DCF}"/>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34568</a:t>
            </a:r>
          </a:p>
        </p:txBody>
      </p:sp>
      <p:sp>
        <p:nvSpPr>
          <p:cNvPr id="14" name="TextBox 13">
            <a:extLst>
              <a:ext uri="{FF2B5EF4-FFF2-40B4-BE49-F238E27FC236}">
                <a16:creationId xmlns:a16="http://schemas.microsoft.com/office/drawing/2014/main" id="{9A0694AA-1CB9-6AA0-1B92-EAD347C98EB3}"/>
              </a:ext>
            </a:extLst>
          </p:cNvPr>
          <p:cNvSpPr txBox="1"/>
          <p:nvPr/>
        </p:nvSpPr>
        <p:spPr>
          <a:xfrm>
            <a:off x="6654802" y="1903821"/>
            <a:ext cx="570089" cy="230832"/>
          </a:xfrm>
          <a:prstGeom prst="rect">
            <a:avLst/>
          </a:prstGeom>
          <a:noFill/>
        </p:spPr>
        <p:txBody>
          <a:bodyPr wrap="square" rtlCol="0">
            <a:spAutoFit/>
          </a:bodyPr>
          <a:lstStyle/>
          <a:p>
            <a:pPr algn="ctr"/>
            <a:r>
              <a:rPr lang="en-US" sz="900" dirty="0"/>
              <a:t>34568</a:t>
            </a:r>
          </a:p>
        </p:txBody>
      </p:sp>
      <p:sp>
        <p:nvSpPr>
          <p:cNvPr id="15" name="TextBox 14">
            <a:extLst>
              <a:ext uri="{FF2B5EF4-FFF2-40B4-BE49-F238E27FC236}">
                <a16:creationId xmlns:a16="http://schemas.microsoft.com/office/drawing/2014/main" id="{CF4A2F88-95A2-6CB0-3ECE-57C9E182B59C}"/>
              </a:ext>
            </a:extLst>
          </p:cNvPr>
          <p:cNvSpPr txBox="1"/>
          <p:nvPr/>
        </p:nvSpPr>
        <p:spPr>
          <a:xfrm>
            <a:off x="7157158" y="1903821"/>
            <a:ext cx="570089" cy="230832"/>
          </a:xfrm>
          <a:prstGeom prst="rect">
            <a:avLst/>
          </a:prstGeom>
          <a:noFill/>
        </p:spPr>
        <p:txBody>
          <a:bodyPr wrap="square" rtlCol="0">
            <a:spAutoFit/>
          </a:bodyPr>
          <a:lstStyle/>
          <a:p>
            <a:pPr algn="ctr"/>
            <a:r>
              <a:rPr lang="en-US" sz="900" dirty="0"/>
              <a:t>468</a:t>
            </a:r>
          </a:p>
        </p:txBody>
      </p:sp>
      <p:sp>
        <p:nvSpPr>
          <p:cNvPr id="17" name="TextBox 16">
            <a:extLst>
              <a:ext uri="{FF2B5EF4-FFF2-40B4-BE49-F238E27FC236}">
                <a16:creationId xmlns:a16="http://schemas.microsoft.com/office/drawing/2014/main" id="{B4C1D85F-AFF1-9D27-B51D-D4AB58269BDD}"/>
              </a:ext>
            </a:extLst>
          </p:cNvPr>
          <p:cNvSpPr txBox="1"/>
          <p:nvPr/>
        </p:nvSpPr>
        <p:spPr>
          <a:xfrm>
            <a:off x="7157158" y="2404765"/>
            <a:ext cx="570089" cy="230832"/>
          </a:xfrm>
          <a:prstGeom prst="rect">
            <a:avLst/>
          </a:prstGeom>
          <a:solidFill>
            <a:schemeClr val="accent6">
              <a:lumMod val="20000"/>
              <a:lumOff val="80000"/>
            </a:schemeClr>
          </a:solidFill>
        </p:spPr>
        <p:txBody>
          <a:bodyPr wrap="square" rtlCol="0">
            <a:spAutoFit/>
          </a:bodyPr>
          <a:lstStyle/>
          <a:p>
            <a:pPr algn="ctr"/>
            <a:r>
              <a:rPr lang="en-US" sz="900" dirty="0"/>
              <a:t>21</a:t>
            </a:r>
          </a:p>
        </p:txBody>
      </p:sp>
      <p:sp>
        <p:nvSpPr>
          <p:cNvPr id="18" name="TextBox 17">
            <a:extLst>
              <a:ext uri="{FF2B5EF4-FFF2-40B4-BE49-F238E27FC236}">
                <a16:creationId xmlns:a16="http://schemas.microsoft.com/office/drawing/2014/main" id="{8E223F2E-57E0-0B22-9EE4-AD0AC248277E}"/>
              </a:ext>
            </a:extLst>
          </p:cNvPr>
          <p:cNvSpPr txBox="1"/>
          <p:nvPr/>
        </p:nvSpPr>
        <p:spPr>
          <a:xfrm>
            <a:off x="4645378" y="901933"/>
            <a:ext cx="570089" cy="230832"/>
          </a:xfrm>
          <a:prstGeom prst="rect">
            <a:avLst/>
          </a:prstGeom>
          <a:noFill/>
        </p:spPr>
        <p:txBody>
          <a:bodyPr wrap="square" rtlCol="0">
            <a:spAutoFit/>
          </a:bodyPr>
          <a:lstStyle/>
          <a:p>
            <a:pPr algn="ctr"/>
            <a:r>
              <a:rPr lang="en-US" sz="900" dirty="0"/>
              <a:t>35</a:t>
            </a:r>
          </a:p>
        </p:txBody>
      </p:sp>
      <p:sp>
        <p:nvSpPr>
          <p:cNvPr id="19" name="TextBox 18">
            <a:extLst>
              <a:ext uri="{FF2B5EF4-FFF2-40B4-BE49-F238E27FC236}">
                <a16:creationId xmlns:a16="http://schemas.microsoft.com/office/drawing/2014/main" id="{B72731AB-7B94-3EA1-F4F0-32634A0F2394}"/>
              </a:ext>
            </a:extLst>
          </p:cNvPr>
          <p:cNvSpPr txBox="1"/>
          <p:nvPr/>
        </p:nvSpPr>
        <p:spPr>
          <a:xfrm>
            <a:off x="5147734" y="901933"/>
            <a:ext cx="570089" cy="230832"/>
          </a:xfrm>
          <a:prstGeom prst="rect">
            <a:avLst/>
          </a:prstGeom>
          <a:noFill/>
        </p:spPr>
        <p:txBody>
          <a:bodyPr wrap="square" rtlCol="0">
            <a:spAutoFit/>
          </a:bodyPr>
          <a:lstStyle/>
          <a:p>
            <a:pPr algn="ctr"/>
            <a:r>
              <a:rPr lang="en-US" sz="900" dirty="0"/>
              <a:t>53</a:t>
            </a:r>
          </a:p>
        </p:txBody>
      </p:sp>
      <p:sp>
        <p:nvSpPr>
          <p:cNvPr id="20" name="TextBox 19">
            <a:extLst>
              <a:ext uri="{FF2B5EF4-FFF2-40B4-BE49-F238E27FC236}">
                <a16:creationId xmlns:a16="http://schemas.microsoft.com/office/drawing/2014/main" id="{1F62E8B9-0220-0DD1-C5B8-D2242020196D}"/>
              </a:ext>
            </a:extLst>
          </p:cNvPr>
          <p:cNvSpPr txBox="1"/>
          <p:nvPr/>
        </p:nvSpPr>
        <p:spPr>
          <a:xfrm>
            <a:off x="3640666" y="1903821"/>
            <a:ext cx="570089" cy="230832"/>
          </a:xfrm>
          <a:prstGeom prst="rect">
            <a:avLst/>
          </a:prstGeom>
          <a:noFill/>
        </p:spPr>
        <p:txBody>
          <a:bodyPr wrap="square" rtlCol="0">
            <a:spAutoFit/>
          </a:bodyPr>
          <a:lstStyle/>
          <a:p>
            <a:pPr algn="ctr"/>
            <a:r>
              <a:rPr lang="en-US" sz="900" dirty="0"/>
              <a:t>765321</a:t>
            </a:r>
          </a:p>
        </p:txBody>
      </p:sp>
      <p:sp>
        <p:nvSpPr>
          <p:cNvPr id="21" name="TextBox 20">
            <a:extLst>
              <a:ext uri="{FF2B5EF4-FFF2-40B4-BE49-F238E27FC236}">
                <a16:creationId xmlns:a16="http://schemas.microsoft.com/office/drawing/2014/main" id="{5B6D4AB7-19FF-A7F0-032F-1575347D5CB9}"/>
              </a:ext>
            </a:extLst>
          </p:cNvPr>
          <p:cNvSpPr txBox="1"/>
          <p:nvPr/>
        </p:nvSpPr>
        <p:spPr>
          <a:xfrm>
            <a:off x="3138310" y="1903821"/>
            <a:ext cx="570089" cy="230832"/>
          </a:xfrm>
          <a:prstGeom prst="rect">
            <a:avLst/>
          </a:prstGeom>
          <a:noFill/>
        </p:spPr>
        <p:txBody>
          <a:bodyPr wrap="square" rtlCol="0">
            <a:spAutoFit/>
          </a:bodyPr>
          <a:lstStyle/>
          <a:p>
            <a:pPr algn="ctr"/>
            <a:r>
              <a:rPr lang="en-US" sz="900" dirty="0"/>
              <a:t>123567</a:t>
            </a:r>
          </a:p>
        </p:txBody>
      </p:sp>
      <p:sp>
        <p:nvSpPr>
          <p:cNvPr id="22" name="TextBox 21">
            <a:extLst>
              <a:ext uri="{FF2B5EF4-FFF2-40B4-BE49-F238E27FC236}">
                <a16:creationId xmlns:a16="http://schemas.microsoft.com/office/drawing/2014/main" id="{8BAE48F1-DE38-A1E0-B57C-952A0F58D3A7}"/>
              </a:ext>
            </a:extLst>
          </p:cNvPr>
          <p:cNvSpPr txBox="1"/>
          <p:nvPr/>
        </p:nvSpPr>
        <p:spPr>
          <a:xfrm>
            <a:off x="7157158" y="2905709"/>
            <a:ext cx="570089" cy="230832"/>
          </a:xfrm>
          <a:prstGeom prst="rect">
            <a:avLst/>
          </a:prstGeom>
          <a:noFill/>
        </p:spPr>
        <p:txBody>
          <a:bodyPr wrap="square" rtlCol="0">
            <a:spAutoFit/>
          </a:bodyPr>
          <a:lstStyle/>
          <a:p>
            <a:pPr algn="ctr"/>
            <a:r>
              <a:rPr lang="en-US" sz="900" dirty="0"/>
              <a:t>35</a:t>
            </a:r>
          </a:p>
        </p:txBody>
      </p:sp>
      <p:sp>
        <p:nvSpPr>
          <p:cNvPr id="23" name="TextBox 22">
            <a:extLst>
              <a:ext uri="{FF2B5EF4-FFF2-40B4-BE49-F238E27FC236}">
                <a16:creationId xmlns:a16="http://schemas.microsoft.com/office/drawing/2014/main" id="{4581DC62-257A-727A-E1FF-171E9CCCAB39}"/>
              </a:ext>
            </a:extLst>
          </p:cNvPr>
          <p:cNvSpPr txBox="1"/>
          <p:nvPr/>
        </p:nvSpPr>
        <p:spPr>
          <a:xfrm>
            <a:off x="7157158" y="3406653"/>
            <a:ext cx="570089" cy="230832"/>
          </a:xfrm>
          <a:prstGeom prst="rect">
            <a:avLst/>
          </a:prstGeom>
          <a:noFill/>
        </p:spPr>
        <p:txBody>
          <a:bodyPr wrap="square" rtlCol="0">
            <a:spAutoFit/>
          </a:bodyPr>
          <a:lstStyle/>
          <a:p>
            <a:pPr algn="ctr"/>
            <a:r>
              <a:rPr lang="en-US" sz="900" dirty="0"/>
              <a:t>53</a:t>
            </a:r>
          </a:p>
        </p:txBody>
      </p:sp>
      <p:sp>
        <p:nvSpPr>
          <p:cNvPr id="24" name="TextBox 23">
            <a:extLst>
              <a:ext uri="{FF2B5EF4-FFF2-40B4-BE49-F238E27FC236}">
                <a16:creationId xmlns:a16="http://schemas.microsoft.com/office/drawing/2014/main" id="{9A05444E-78E7-23A9-A55B-73A428FD1C3F}"/>
              </a:ext>
            </a:extLst>
          </p:cNvPr>
          <p:cNvSpPr txBox="1"/>
          <p:nvPr/>
        </p:nvSpPr>
        <p:spPr>
          <a:xfrm>
            <a:off x="6152446" y="4408541"/>
            <a:ext cx="570089" cy="230832"/>
          </a:xfrm>
          <a:prstGeom prst="rect">
            <a:avLst/>
          </a:prstGeom>
          <a:noFill/>
        </p:spPr>
        <p:txBody>
          <a:bodyPr wrap="square" rtlCol="0">
            <a:spAutoFit/>
          </a:bodyPr>
          <a:lstStyle/>
          <a:p>
            <a:pPr algn="ctr"/>
            <a:r>
              <a:rPr lang="en-US" sz="900" dirty="0"/>
              <a:t>123567</a:t>
            </a:r>
          </a:p>
        </p:txBody>
      </p:sp>
      <p:sp>
        <p:nvSpPr>
          <p:cNvPr id="25" name="TextBox 24">
            <a:extLst>
              <a:ext uri="{FF2B5EF4-FFF2-40B4-BE49-F238E27FC236}">
                <a16:creationId xmlns:a16="http://schemas.microsoft.com/office/drawing/2014/main" id="{952E3D97-D956-3778-A81D-2EE784DD02F1}"/>
              </a:ext>
            </a:extLst>
          </p:cNvPr>
          <p:cNvSpPr txBox="1"/>
          <p:nvPr/>
        </p:nvSpPr>
        <p:spPr>
          <a:xfrm>
            <a:off x="6152446" y="4909484"/>
            <a:ext cx="570089" cy="230832"/>
          </a:xfrm>
          <a:prstGeom prst="rect">
            <a:avLst/>
          </a:prstGeom>
          <a:noFill/>
        </p:spPr>
        <p:txBody>
          <a:bodyPr wrap="square" rtlCol="0">
            <a:spAutoFit/>
          </a:bodyPr>
          <a:lstStyle/>
          <a:p>
            <a:pPr algn="ctr"/>
            <a:r>
              <a:rPr lang="en-US" sz="900" dirty="0"/>
              <a:t>765321</a:t>
            </a:r>
          </a:p>
        </p:txBody>
      </p:sp>
    </p:spTree>
    <p:extLst>
      <p:ext uri="{BB962C8B-B14F-4D97-AF65-F5344CB8AC3E}">
        <p14:creationId xmlns:p14="http://schemas.microsoft.com/office/powerpoint/2010/main" val="21191044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48FFA-D9AE-A6A9-DFEA-A323573CF26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D4AD2B8-C66A-4C8D-9207-96C0A860516A}"/>
              </a:ext>
            </a:extLst>
          </p:cNvPr>
          <p:cNvSpPr>
            <a:spLocks noGrp="1"/>
          </p:cNvSpPr>
          <p:nvPr>
            <p:ph sz="half" idx="1"/>
          </p:nvPr>
        </p:nvSpPr>
        <p:spPr/>
        <p:txBody>
          <a:bodyPr/>
          <a:lstStyle/>
          <a:p>
            <a:r>
              <a:rPr lang="en-US" dirty="0"/>
              <a:t>[15 in 3] -&gt; [6 in 2, no 5] must be 24.</a:t>
            </a:r>
          </a:p>
        </p:txBody>
      </p:sp>
      <p:pic>
        <p:nvPicPr>
          <p:cNvPr id="4" name="Picture 3" descr="A grid of sudoku puzzle&#10;&#10;Description automatically generated">
            <a:extLst>
              <a:ext uri="{FF2B5EF4-FFF2-40B4-BE49-F238E27FC236}">
                <a16:creationId xmlns:a16="http://schemas.microsoft.com/office/drawing/2014/main" id="{0F2D1348-EA07-7CF6-237A-93B3BA852C9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E45F91D-3A6E-1634-53E3-ABD42657AD6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5B1737A-7E84-4ACB-6F0D-6C77628A203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D456BC5-EF35-EF52-7769-382BD46CCDBA}"/>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4D9F3D71-462D-24F4-F435-1B14805C6F42}"/>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3" name="TextBox 2">
            <a:extLst>
              <a:ext uri="{FF2B5EF4-FFF2-40B4-BE49-F238E27FC236}">
                <a16:creationId xmlns:a16="http://schemas.microsoft.com/office/drawing/2014/main" id="{A3D57B3D-55B0-495A-4C22-7DC134FEBC0F}"/>
              </a:ext>
            </a:extLst>
          </p:cNvPr>
          <p:cNvSpPr txBox="1"/>
          <p:nvPr/>
        </p:nvSpPr>
        <p:spPr>
          <a:xfrm>
            <a:off x="6654802" y="901933"/>
            <a:ext cx="570089" cy="230832"/>
          </a:xfrm>
          <a:prstGeom prst="rect">
            <a:avLst/>
          </a:prstGeom>
          <a:noFill/>
        </p:spPr>
        <p:txBody>
          <a:bodyPr wrap="square" rtlCol="0">
            <a:spAutoFit/>
          </a:bodyPr>
          <a:lstStyle/>
          <a:p>
            <a:pPr algn="ctr"/>
            <a:r>
              <a:rPr lang="en-US" sz="900" dirty="0"/>
              <a:t>127</a:t>
            </a:r>
          </a:p>
        </p:txBody>
      </p:sp>
      <p:sp>
        <p:nvSpPr>
          <p:cNvPr id="8" name="TextBox 7">
            <a:extLst>
              <a:ext uri="{FF2B5EF4-FFF2-40B4-BE49-F238E27FC236}">
                <a16:creationId xmlns:a16="http://schemas.microsoft.com/office/drawing/2014/main" id="{1E543FD8-3A4E-AAE8-F084-3ADD0CB204A4}"/>
              </a:ext>
            </a:extLst>
          </p:cNvPr>
          <p:cNvSpPr txBox="1"/>
          <p:nvPr/>
        </p:nvSpPr>
        <p:spPr>
          <a:xfrm>
            <a:off x="7157158" y="901933"/>
            <a:ext cx="570089" cy="230832"/>
          </a:xfrm>
          <a:prstGeom prst="rect">
            <a:avLst/>
          </a:prstGeom>
          <a:noFill/>
        </p:spPr>
        <p:txBody>
          <a:bodyPr wrap="square" rtlCol="0">
            <a:spAutoFit/>
          </a:bodyPr>
          <a:lstStyle/>
          <a:p>
            <a:pPr algn="ctr"/>
            <a:r>
              <a:rPr lang="en-US" sz="900" dirty="0"/>
              <a:t>127</a:t>
            </a:r>
          </a:p>
        </p:txBody>
      </p:sp>
      <p:sp>
        <p:nvSpPr>
          <p:cNvPr id="9" name="TextBox 8">
            <a:extLst>
              <a:ext uri="{FF2B5EF4-FFF2-40B4-BE49-F238E27FC236}">
                <a16:creationId xmlns:a16="http://schemas.microsoft.com/office/drawing/2014/main" id="{F8279C7B-66F1-8A0D-A106-B1DD455BADF6}"/>
              </a:ext>
            </a:extLst>
          </p:cNvPr>
          <p:cNvSpPr txBox="1"/>
          <p:nvPr/>
        </p:nvSpPr>
        <p:spPr>
          <a:xfrm>
            <a:off x="7157158" y="1402877"/>
            <a:ext cx="570089" cy="230832"/>
          </a:xfrm>
          <a:prstGeom prst="rect">
            <a:avLst/>
          </a:prstGeom>
          <a:noFill/>
        </p:spPr>
        <p:txBody>
          <a:bodyPr wrap="square" rtlCol="0">
            <a:spAutoFit/>
          </a:bodyPr>
          <a:lstStyle/>
          <a:p>
            <a:pPr algn="ctr"/>
            <a:r>
              <a:rPr lang="en-US" sz="900" dirty="0"/>
              <a:t>127</a:t>
            </a:r>
          </a:p>
        </p:txBody>
      </p:sp>
      <p:sp>
        <p:nvSpPr>
          <p:cNvPr id="10" name="TextBox 9">
            <a:extLst>
              <a:ext uri="{FF2B5EF4-FFF2-40B4-BE49-F238E27FC236}">
                <a16:creationId xmlns:a16="http://schemas.microsoft.com/office/drawing/2014/main" id="{2061D11D-C640-9435-42D0-5F7084F8B17A}"/>
              </a:ext>
            </a:extLst>
          </p:cNvPr>
          <p:cNvSpPr txBox="1"/>
          <p:nvPr/>
        </p:nvSpPr>
        <p:spPr>
          <a:xfrm>
            <a:off x="5650090" y="901933"/>
            <a:ext cx="570089" cy="230832"/>
          </a:xfrm>
          <a:prstGeom prst="rect">
            <a:avLst/>
          </a:prstGeom>
          <a:solidFill>
            <a:schemeClr val="accent6">
              <a:lumMod val="20000"/>
              <a:lumOff val="80000"/>
            </a:schemeClr>
          </a:solidFill>
        </p:spPr>
        <p:txBody>
          <a:bodyPr wrap="square" rtlCol="0">
            <a:spAutoFit/>
          </a:bodyPr>
          <a:lstStyle/>
          <a:p>
            <a:pPr algn="ctr"/>
            <a:r>
              <a:rPr lang="en-US" sz="900" dirty="0"/>
              <a:t>12</a:t>
            </a:r>
          </a:p>
        </p:txBody>
      </p:sp>
      <p:sp>
        <p:nvSpPr>
          <p:cNvPr id="11" name="TextBox 10">
            <a:extLst>
              <a:ext uri="{FF2B5EF4-FFF2-40B4-BE49-F238E27FC236}">
                <a16:creationId xmlns:a16="http://schemas.microsoft.com/office/drawing/2014/main" id="{A5DC4CEE-A592-ABBC-22AB-BCDBF4815AD9}"/>
              </a:ext>
            </a:extLst>
          </p:cNvPr>
          <p:cNvSpPr txBox="1"/>
          <p:nvPr/>
        </p:nvSpPr>
        <p:spPr>
          <a:xfrm>
            <a:off x="6152446" y="901933"/>
            <a:ext cx="570089" cy="230832"/>
          </a:xfrm>
          <a:prstGeom prst="rect">
            <a:avLst/>
          </a:prstGeom>
          <a:noFill/>
        </p:spPr>
        <p:txBody>
          <a:bodyPr wrap="square" rtlCol="0">
            <a:spAutoFit/>
          </a:bodyPr>
          <a:lstStyle/>
          <a:p>
            <a:pPr algn="ctr"/>
            <a:r>
              <a:rPr lang="en-US" sz="900" dirty="0"/>
              <a:t>468</a:t>
            </a:r>
          </a:p>
        </p:txBody>
      </p:sp>
      <p:sp>
        <p:nvSpPr>
          <p:cNvPr id="12" name="TextBox 11">
            <a:extLst>
              <a:ext uri="{FF2B5EF4-FFF2-40B4-BE49-F238E27FC236}">
                <a16:creationId xmlns:a16="http://schemas.microsoft.com/office/drawing/2014/main" id="{3E908116-6EF4-051B-F136-FEAE214CBD54}"/>
              </a:ext>
            </a:extLst>
          </p:cNvPr>
          <p:cNvSpPr txBox="1"/>
          <p:nvPr/>
        </p:nvSpPr>
        <p:spPr>
          <a:xfrm>
            <a:off x="6152446" y="1402877"/>
            <a:ext cx="570089" cy="230832"/>
          </a:xfrm>
          <a:prstGeom prst="rect">
            <a:avLst/>
          </a:prstGeom>
          <a:noFill/>
        </p:spPr>
        <p:txBody>
          <a:bodyPr wrap="square" rtlCol="0">
            <a:spAutoFit/>
          </a:bodyPr>
          <a:lstStyle/>
          <a:p>
            <a:pPr algn="ctr"/>
            <a:r>
              <a:rPr lang="en-US" sz="900" dirty="0"/>
              <a:t>34568</a:t>
            </a:r>
          </a:p>
        </p:txBody>
      </p:sp>
      <p:sp>
        <p:nvSpPr>
          <p:cNvPr id="13" name="TextBox 12">
            <a:extLst>
              <a:ext uri="{FF2B5EF4-FFF2-40B4-BE49-F238E27FC236}">
                <a16:creationId xmlns:a16="http://schemas.microsoft.com/office/drawing/2014/main" id="{BF86AAC8-6029-FDB0-2E65-57B7FC0DDE69}"/>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34568</a:t>
            </a:r>
          </a:p>
        </p:txBody>
      </p:sp>
      <p:sp>
        <p:nvSpPr>
          <p:cNvPr id="14" name="TextBox 13">
            <a:extLst>
              <a:ext uri="{FF2B5EF4-FFF2-40B4-BE49-F238E27FC236}">
                <a16:creationId xmlns:a16="http://schemas.microsoft.com/office/drawing/2014/main" id="{DA284127-8A88-8CE7-2F93-CBEBBFBB4323}"/>
              </a:ext>
            </a:extLst>
          </p:cNvPr>
          <p:cNvSpPr txBox="1"/>
          <p:nvPr/>
        </p:nvSpPr>
        <p:spPr>
          <a:xfrm>
            <a:off x="6654802" y="1903821"/>
            <a:ext cx="570089" cy="230832"/>
          </a:xfrm>
          <a:prstGeom prst="rect">
            <a:avLst/>
          </a:prstGeom>
          <a:noFill/>
        </p:spPr>
        <p:txBody>
          <a:bodyPr wrap="square" rtlCol="0">
            <a:spAutoFit/>
          </a:bodyPr>
          <a:lstStyle/>
          <a:p>
            <a:pPr algn="ctr"/>
            <a:r>
              <a:rPr lang="en-US" sz="900" dirty="0"/>
              <a:t>34568</a:t>
            </a:r>
          </a:p>
        </p:txBody>
      </p:sp>
      <p:sp>
        <p:nvSpPr>
          <p:cNvPr id="15" name="TextBox 14">
            <a:extLst>
              <a:ext uri="{FF2B5EF4-FFF2-40B4-BE49-F238E27FC236}">
                <a16:creationId xmlns:a16="http://schemas.microsoft.com/office/drawing/2014/main" id="{9025E871-E933-237D-DA48-7DF85ADD9D2D}"/>
              </a:ext>
            </a:extLst>
          </p:cNvPr>
          <p:cNvSpPr txBox="1"/>
          <p:nvPr/>
        </p:nvSpPr>
        <p:spPr>
          <a:xfrm>
            <a:off x="7157158" y="1903821"/>
            <a:ext cx="570089" cy="230832"/>
          </a:xfrm>
          <a:prstGeom prst="rect">
            <a:avLst/>
          </a:prstGeom>
          <a:noFill/>
        </p:spPr>
        <p:txBody>
          <a:bodyPr wrap="square" rtlCol="0">
            <a:spAutoFit/>
          </a:bodyPr>
          <a:lstStyle/>
          <a:p>
            <a:pPr algn="ctr"/>
            <a:r>
              <a:rPr lang="en-US" sz="900" dirty="0"/>
              <a:t>468</a:t>
            </a:r>
          </a:p>
        </p:txBody>
      </p:sp>
      <p:sp>
        <p:nvSpPr>
          <p:cNvPr id="17" name="TextBox 16">
            <a:extLst>
              <a:ext uri="{FF2B5EF4-FFF2-40B4-BE49-F238E27FC236}">
                <a16:creationId xmlns:a16="http://schemas.microsoft.com/office/drawing/2014/main" id="{13763D91-BC21-3EAF-0907-B6C0CE1DA500}"/>
              </a:ext>
            </a:extLst>
          </p:cNvPr>
          <p:cNvSpPr txBox="1"/>
          <p:nvPr/>
        </p:nvSpPr>
        <p:spPr>
          <a:xfrm>
            <a:off x="7157158" y="2404765"/>
            <a:ext cx="570089" cy="230832"/>
          </a:xfrm>
          <a:prstGeom prst="rect">
            <a:avLst/>
          </a:prstGeom>
          <a:solidFill>
            <a:schemeClr val="accent6">
              <a:lumMod val="20000"/>
              <a:lumOff val="80000"/>
            </a:schemeClr>
          </a:solidFill>
        </p:spPr>
        <p:txBody>
          <a:bodyPr wrap="square" rtlCol="0">
            <a:spAutoFit/>
          </a:bodyPr>
          <a:lstStyle/>
          <a:p>
            <a:pPr algn="ctr"/>
            <a:r>
              <a:rPr lang="en-US" sz="900" dirty="0"/>
              <a:t>21</a:t>
            </a:r>
          </a:p>
        </p:txBody>
      </p:sp>
      <p:sp>
        <p:nvSpPr>
          <p:cNvPr id="18" name="TextBox 17">
            <a:extLst>
              <a:ext uri="{FF2B5EF4-FFF2-40B4-BE49-F238E27FC236}">
                <a16:creationId xmlns:a16="http://schemas.microsoft.com/office/drawing/2014/main" id="{F33118F1-02E2-E3A4-C3D6-AB6A4DD0E000}"/>
              </a:ext>
            </a:extLst>
          </p:cNvPr>
          <p:cNvSpPr txBox="1"/>
          <p:nvPr/>
        </p:nvSpPr>
        <p:spPr>
          <a:xfrm>
            <a:off x="4645378" y="901933"/>
            <a:ext cx="570089" cy="230832"/>
          </a:xfrm>
          <a:prstGeom prst="rect">
            <a:avLst/>
          </a:prstGeom>
          <a:noFill/>
        </p:spPr>
        <p:txBody>
          <a:bodyPr wrap="square" rtlCol="0">
            <a:spAutoFit/>
          </a:bodyPr>
          <a:lstStyle/>
          <a:p>
            <a:pPr algn="ctr"/>
            <a:r>
              <a:rPr lang="en-US" sz="900" dirty="0"/>
              <a:t>35</a:t>
            </a:r>
          </a:p>
        </p:txBody>
      </p:sp>
      <p:sp>
        <p:nvSpPr>
          <p:cNvPr id="19" name="TextBox 18">
            <a:extLst>
              <a:ext uri="{FF2B5EF4-FFF2-40B4-BE49-F238E27FC236}">
                <a16:creationId xmlns:a16="http://schemas.microsoft.com/office/drawing/2014/main" id="{C7ADB3F5-E1F3-2D1C-2002-984F625FF47E}"/>
              </a:ext>
            </a:extLst>
          </p:cNvPr>
          <p:cNvSpPr txBox="1"/>
          <p:nvPr/>
        </p:nvSpPr>
        <p:spPr>
          <a:xfrm>
            <a:off x="5147734" y="901933"/>
            <a:ext cx="570089" cy="230832"/>
          </a:xfrm>
          <a:prstGeom prst="rect">
            <a:avLst/>
          </a:prstGeom>
          <a:noFill/>
        </p:spPr>
        <p:txBody>
          <a:bodyPr wrap="square" rtlCol="0">
            <a:spAutoFit/>
          </a:bodyPr>
          <a:lstStyle/>
          <a:p>
            <a:pPr algn="ctr"/>
            <a:r>
              <a:rPr lang="en-US" sz="900" dirty="0"/>
              <a:t>53</a:t>
            </a:r>
          </a:p>
        </p:txBody>
      </p:sp>
      <p:sp>
        <p:nvSpPr>
          <p:cNvPr id="20" name="TextBox 19">
            <a:extLst>
              <a:ext uri="{FF2B5EF4-FFF2-40B4-BE49-F238E27FC236}">
                <a16:creationId xmlns:a16="http://schemas.microsoft.com/office/drawing/2014/main" id="{1BE8D0BE-F167-38DC-F72F-01B0D8C22359}"/>
              </a:ext>
            </a:extLst>
          </p:cNvPr>
          <p:cNvSpPr txBox="1"/>
          <p:nvPr/>
        </p:nvSpPr>
        <p:spPr>
          <a:xfrm>
            <a:off x="3640666" y="1903821"/>
            <a:ext cx="570089" cy="230832"/>
          </a:xfrm>
          <a:prstGeom prst="rect">
            <a:avLst/>
          </a:prstGeom>
          <a:noFill/>
        </p:spPr>
        <p:txBody>
          <a:bodyPr wrap="square" rtlCol="0">
            <a:spAutoFit/>
          </a:bodyPr>
          <a:lstStyle/>
          <a:p>
            <a:pPr algn="ctr"/>
            <a:r>
              <a:rPr lang="en-US" sz="900" dirty="0"/>
              <a:t>765321</a:t>
            </a:r>
          </a:p>
        </p:txBody>
      </p:sp>
      <p:sp>
        <p:nvSpPr>
          <p:cNvPr id="21" name="TextBox 20">
            <a:extLst>
              <a:ext uri="{FF2B5EF4-FFF2-40B4-BE49-F238E27FC236}">
                <a16:creationId xmlns:a16="http://schemas.microsoft.com/office/drawing/2014/main" id="{87907F90-84C5-E7C3-C940-F1F8267EA51C}"/>
              </a:ext>
            </a:extLst>
          </p:cNvPr>
          <p:cNvSpPr txBox="1"/>
          <p:nvPr/>
        </p:nvSpPr>
        <p:spPr>
          <a:xfrm>
            <a:off x="3138310" y="1903821"/>
            <a:ext cx="570089" cy="230832"/>
          </a:xfrm>
          <a:prstGeom prst="rect">
            <a:avLst/>
          </a:prstGeom>
          <a:noFill/>
        </p:spPr>
        <p:txBody>
          <a:bodyPr wrap="square" rtlCol="0">
            <a:spAutoFit/>
          </a:bodyPr>
          <a:lstStyle/>
          <a:p>
            <a:pPr algn="ctr"/>
            <a:r>
              <a:rPr lang="en-US" sz="900" dirty="0"/>
              <a:t>123567</a:t>
            </a:r>
          </a:p>
        </p:txBody>
      </p:sp>
      <p:sp>
        <p:nvSpPr>
          <p:cNvPr id="22" name="TextBox 21">
            <a:extLst>
              <a:ext uri="{FF2B5EF4-FFF2-40B4-BE49-F238E27FC236}">
                <a16:creationId xmlns:a16="http://schemas.microsoft.com/office/drawing/2014/main" id="{823D581E-7371-09FA-8FC6-B62A836AB0A9}"/>
              </a:ext>
            </a:extLst>
          </p:cNvPr>
          <p:cNvSpPr txBox="1"/>
          <p:nvPr/>
        </p:nvSpPr>
        <p:spPr>
          <a:xfrm>
            <a:off x="7157158" y="2905709"/>
            <a:ext cx="570089" cy="230832"/>
          </a:xfrm>
          <a:prstGeom prst="rect">
            <a:avLst/>
          </a:prstGeom>
          <a:noFill/>
        </p:spPr>
        <p:txBody>
          <a:bodyPr wrap="square" rtlCol="0">
            <a:spAutoFit/>
          </a:bodyPr>
          <a:lstStyle/>
          <a:p>
            <a:pPr algn="ctr"/>
            <a:r>
              <a:rPr lang="en-US" sz="900" dirty="0"/>
              <a:t>35</a:t>
            </a:r>
          </a:p>
        </p:txBody>
      </p:sp>
      <p:sp>
        <p:nvSpPr>
          <p:cNvPr id="23" name="TextBox 22">
            <a:extLst>
              <a:ext uri="{FF2B5EF4-FFF2-40B4-BE49-F238E27FC236}">
                <a16:creationId xmlns:a16="http://schemas.microsoft.com/office/drawing/2014/main" id="{1E3F2D41-7755-C37A-DFC3-1D0D51AF2034}"/>
              </a:ext>
            </a:extLst>
          </p:cNvPr>
          <p:cNvSpPr txBox="1"/>
          <p:nvPr/>
        </p:nvSpPr>
        <p:spPr>
          <a:xfrm>
            <a:off x="7157158" y="3406653"/>
            <a:ext cx="570089" cy="230832"/>
          </a:xfrm>
          <a:prstGeom prst="rect">
            <a:avLst/>
          </a:prstGeom>
          <a:noFill/>
        </p:spPr>
        <p:txBody>
          <a:bodyPr wrap="square" rtlCol="0">
            <a:spAutoFit/>
          </a:bodyPr>
          <a:lstStyle/>
          <a:p>
            <a:pPr algn="ctr"/>
            <a:r>
              <a:rPr lang="en-US" sz="900" dirty="0"/>
              <a:t>53</a:t>
            </a:r>
          </a:p>
        </p:txBody>
      </p:sp>
      <p:sp>
        <p:nvSpPr>
          <p:cNvPr id="24" name="TextBox 23">
            <a:extLst>
              <a:ext uri="{FF2B5EF4-FFF2-40B4-BE49-F238E27FC236}">
                <a16:creationId xmlns:a16="http://schemas.microsoft.com/office/drawing/2014/main" id="{38FB5665-C476-3137-2C74-7C14CAF28289}"/>
              </a:ext>
            </a:extLst>
          </p:cNvPr>
          <p:cNvSpPr txBox="1"/>
          <p:nvPr/>
        </p:nvSpPr>
        <p:spPr>
          <a:xfrm>
            <a:off x="6152446" y="4408541"/>
            <a:ext cx="570089" cy="230832"/>
          </a:xfrm>
          <a:prstGeom prst="rect">
            <a:avLst/>
          </a:prstGeom>
          <a:noFill/>
        </p:spPr>
        <p:txBody>
          <a:bodyPr wrap="square" rtlCol="0">
            <a:spAutoFit/>
          </a:bodyPr>
          <a:lstStyle/>
          <a:p>
            <a:pPr algn="ctr"/>
            <a:r>
              <a:rPr lang="en-US" sz="900" dirty="0"/>
              <a:t>123567</a:t>
            </a:r>
          </a:p>
        </p:txBody>
      </p:sp>
      <p:sp>
        <p:nvSpPr>
          <p:cNvPr id="25" name="TextBox 24">
            <a:extLst>
              <a:ext uri="{FF2B5EF4-FFF2-40B4-BE49-F238E27FC236}">
                <a16:creationId xmlns:a16="http://schemas.microsoft.com/office/drawing/2014/main" id="{A12CA980-F70A-BBE5-1CCB-EFA85FEE0273}"/>
              </a:ext>
            </a:extLst>
          </p:cNvPr>
          <p:cNvSpPr txBox="1"/>
          <p:nvPr/>
        </p:nvSpPr>
        <p:spPr>
          <a:xfrm>
            <a:off x="6152446" y="4909484"/>
            <a:ext cx="570089" cy="230832"/>
          </a:xfrm>
          <a:prstGeom prst="rect">
            <a:avLst/>
          </a:prstGeom>
          <a:noFill/>
        </p:spPr>
        <p:txBody>
          <a:bodyPr wrap="square" rtlCol="0">
            <a:spAutoFit/>
          </a:bodyPr>
          <a:lstStyle/>
          <a:p>
            <a:pPr algn="ctr"/>
            <a:r>
              <a:rPr lang="en-US" sz="900" dirty="0"/>
              <a:t>765321</a:t>
            </a:r>
          </a:p>
        </p:txBody>
      </p:sp>
      <p:sp>
        <p:nvSpPr>
          <p:cNvPr id="26" name="TextBox 25">
            <a:extLst>
              <a:ext uri="{FF2B5EF4-FFF2-40B4-BE49-F238E27FC236}">
                <a16:creationId xmlns:a16="http://schemas.microsoft.com/office/drawing/2014/main" id="{BDE0718F-6E87-6BA3-2674-699B6A7BAFEC}"/>
              </a:ext>
            </a:extLst>
          </p:cNvPr>
          <p:cNvSpPr txBox="1"/>
          <p:nvPr/>
        </p:nvSpPr>
        <p:spPr>
          <a:xfrm>
            <a:off x="5650090" y="1903821"/>
            <a:ext cx="570089" cy="230832"/>
          </a:xfrm>
          <a:prstGeom prst="rect">
            <a:avLst/>
          </a:prstGeom>
          <a:solidFill>
            <a:schemeClr val="accent6">
              <a:lumMod val="20000"/>
              <a:lumOff val="80000"/>
            </a:schemeClr>
          </a:solidFill>
        </p:spPr>
        <p:txBody>
          <a:bodyPr wrap="square" rtlCol="0">
            <a:spAutoFit/>
          </a:bodyPr>
          <a:lstStyle/>
          <a:p>
            <a:pPr algn="ctr"/>
            <a:r>
              <a:rPr lang="en-US" sz="900" dirty="0"/>
              <a:t>24</a:t>
            </a:r>
          </a:p>
        </p:txBody>
      </p:sp>
      <p:sp>
        <p:nvSpPr>
          <p:cNvPr id="27" name="TextBox 26">
            <a:extLst>
              <a:ext uri="{FF2B5EF4-FFF2-40B4-BE49-F238E27FC236}">
                <a16:creationId xmlns:a16="http://schemas.microsoft.com/office/drawing/2014/main" id="{BDFCCA83-A3B5-8A86-1030-C846D3248A35}"/>
              </a:ext>
            </a:extLst>
          </p:cNvPr>
          <p:cNvSpPr txBox="1"/>
          <p:nvPr/>
        </p:nvSpPr>
        <p:spPr>
          <a:xfrm>
            <a:off x="6152446" y="2404765"/>
            <a:ext cx="570089" cy="230832"/>
          </a:xfrm>
          <a:prstGeom prst="rect">
            <a:avLst/>
          </a:prstGeom>
          <a:solidFill>
            <a:schemeClr val="accent6">
              <a:lumMod val="20000"/>
              <a:lumOff val="80000"/>
            </a:schemeClr>
          </a:solidFill>
        </p:spPr>
        <p:txBody>
          <a:bodyPr wrap="square" rtlCol="0">
            <a:spAutoFit/>
          </a:bodyPr>
          <a:lstStyle/>
          <a:p>
            <a:pPr algn="ctr"/>
            <a:r>
              <a:rPr lang="en-US" sz="900" dirty="0"/>
              <a:t>42</a:t>
            </a:r>
          </a:p>
        </p:txBody>
      </p:sp>
    </p:spTree>
    <p:extLst>
      <p:ext uri="{BB962C8B-B14F-4D97-AF65-F5344CB8AC3E}">
        <p14:creationId xmlns:p14="http://schemas.microsoft.com/office/powerpoint/2010/main" val="35151134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FFB21-45E8-BDF4-2560-852B01AB969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901A0E7-2A68-3AFF-BA6A-32AE7A662AAC}"/>
              </a:ext>
            </a:extLst>
          </p:cNvPr>
          <p:cNvSpPr>
            <a:spLocks noGrp="1"/>
          </p:cNvSpPr>
          <p:nvPr>
            <p:ph sz="half" idx="1"/>
          </p:nvPr>
        </p:nvSpPr>
        <p:spPr/>
        <p:txBody>
          <a:bodyPr/>
          <a:lstStyle/>
          <a:p>
            <a:r>
              <a:rPr lang="en-US" dirty="0"/>
              <a:t>[15 in 3, no 2, 3, 5] is 168</a:t>
            </a:r>
          </a:p>
        </p:txBody>
      </p:sp>
      <p:pic>
        <p:nvPicPr>
          <p:cNvPr id="4" name="Picture 3" descr="A grid of sudoku puzzle&#10;&#10;Description automatically generated">
            <a:extLst>
              <a:ext uri="{FF2B5EF4-FFF2-40B4-BE49-F238E27FC236}">
                <a16:creationId xmlns:a16="http://schemas.microsoft.com/office/drawing/2014/main" id="{7C99CB24-F1DD-801D-9752-A628A68073A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9F60D79-C462-6B9A-D94C-06B8D7D8645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738652E-BF9D-3ACE-7E7A-31A87E0CC02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431FEC1-75AA-478A-4D65-48D97C9811D5}"/>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D872AEF9-910D-512D-01B0-A9A8C38ACA02}"/>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3" name="TextBox 2">
            <a:extLst>
              <a:ext uri="{FF2B5EF4-FFF2-40B4-BE49-F238E27FC236}">
                <a16:creationId xmlns:a16="http://schemas.microsoft.com/office/drawing/2014/main" id="{25B54A33-5AE1-6F2B-C8D9-0A6FE4B98ED0}"/>
              </a:ext>
            </a:extLst>
          </p:cNvPr>
          <p:cNvSpPr txBox="1"/>
          <p:nvPr/>
        </p:nvSpPr>
        <p:spPr>
          <a:xfrm>
            <a:off x="6654802" y="901933"/>
            <a:ext cx="570089" cy="230832"/>
          </a:xfrm>
          <a:prstGeom prst="rect">
            <a:avLst/>
          </a:prstGeom>
          <a:noFill/>
        </p:spPr>
        <p:txBody>
          <a:bodyPr wrap="square" rtlCol="0">
            <a:spAutoFit/>
          </a:bodyPr>
          <a:lstStyle/>
          <a:p>
            <a:pPr algn="ctr"/>
            <a:r>
              <a:rPr lang="en-US" sz="900" dirty="0"/>
              <a:t>127</a:t>
            </a:r>
          </a:p>
        </p:txBody>
      </p:sp>
      <p:sp>
        <p:nvSpPr>
          <p:cNvPr id="8" name="TextBox 7">
            <a:extLst>
              <a:ext uri="{FF2B5EF4-FFF2-40B4-BE49-F238E27FC236}">
                <a16:creationId xmlns:a16="http://schemas.microsoft.com/office/drawing/2014/main" id="{0905C530-7BC8-99F9-0520-CF1A8F50E348}"/>
              </a:ext>
            </a:extLst>
          </p:cNvPr>
          <p:cNvSpPr txBox="1"/>
          <p:nvPr/>
        </p:nvSpPr>
        <p:spPr>
          <a:xfrm>
            <a:off x="7157158" y="901933"/>
            <a:ext cx="570089" cy="230832"/>
          </a:xfrm>
          <a:prstGeom prst="rect">
            <a:avLst/>
          </a:prstGeom>
          <a:noFill/>
        </p:spPr>
        <p:txBody>
          <a:bodyPr wrap="square" rtlCol="0">
            <a:spAutoFit/>
          </a:bodyPr>
          <a:lstStyle/>
          <a:p>
            <a:pPr algn="ctr"/>
            <a:r>
              <a:rPr lang="en-US" sz="900" dirty="0"/>
              <a:t>127</a:t>
            </a:r>
          </a:p>
        </p:txBody>
      </p:sp>
      <p:sp>
        <p:nvSpPr>
          <p:cNvPr id="9" name="TextBox 8">
            <a:extLst>
              <a:ext uri="{FF2B5EF4-FFF2-40B4-BE49-F238E27FC236}">
                <a16:creationId xmlns:a16="http://schemas.microsoft.com/office/drawing/2014/main" id="{F6ECC1BD-268D-1C5E-5F98-F55A509193A1}"/>
              </a:ext>
            </a:extLst>
          </p:cNvPr>
          <p:cNvSpPr txBox="1"/>
          <p:nvPr/>
        </p:nvSpPr>
        <p:spPr>
          <a:xfrm>
            <a:off x="7157158" y="1402877"/>
            <a:ext cx="570089" cy="230832"/>
          </a:xfrm>
          <a:prstGeom prst="rect">
            <a:avLst/>
          </a:prstGeom>
          <a:noFill/>
        </p:spPr>
        <p:txBody>
          <a:bodyPr wrap="square" rtlCol="0">
            <a:spAutoFit/>
          </a:bodyPr>
          <a:lstStyle/>
          <a:p>
            <a:pPr algn="ctr"/>
            <a:r>
              <a:rPr lang="en-US" sz="900" dirty="0"/>
              <a:t>127</a:t>
            </a:r>
          </a:p>
        </p:txBody>
      </p:sp>
      <p:sp>
        <p:nvSpPr>
          <p:cNvPr id="10" name="TextBox 9">
            <a:extLst>
              <a:ext uri="{FF2B5EF4-FFF2-40B4-BE49-F238E27FC236}">
                <a16:creationId xmlns:a16="http://schemas.microsoft.com/office/drawing/2014/main" id="{16D9FADD-AED9-30EF-0E90-B282A0F22753}"/>
              </a:ext>
            </a:extLst>
          </p:cNvPr>
          <p:cNvSpPr txBox="1"/>
          <p:nvPr/>
        </p:nvSpPr>
        <p:spPr>
          <a:xfrm>
            <a:off x="5650090" y="901933"/>
            <a:ext cx="570089" cy="230832"/>
          </a:xfrm>
          <a:prstGeom prst="rect">
            <a:avLst/>
          </a:prstGeom>
          <a:solidFill>
            <a:schemeClr val="accent6">
              <a:lumMod val="20000"/>
              <a:lumOff val="80000"/>
            </a:schemeClr>
          </a:solidFill>
        </p:spPr>
        <p:txBody>
          <a:bodyPr wrap="square" rtlCol="0">
            <a:spAutoFit/>
          </a:bodyPr>
          <a:lstStyle/>
          <a:p>
            <a:pPr algn="ctr"/>
            <a:r>
              <a:rPr lang="en-US" sz="900" dirty="0"/>
              <a:t>12</a:t>
            </a:r>
          </a:p>
        </p:txBody>
      </p:sp>
      <p:sp>
        <p:nvSpPr>
          <p:cNvPr id="11" name="TextBox 10">
            <a:extLst>
              <a:ext uri="{FF2B5EF4-FFF2-40B4-BE49-F238E27FC236}">
                <a16:creationId xmlns:a16="http://schemas.microsoft.com/office/drawing/2014/main" id="{4E80DFE4-64FE-2BAF-EC4F-42D24970D241}"/>
              </a:ext>
            </a:extLst>
          </p:cNvPr>
          <p:cNvSpPr txBox="1"/>
          <p:nvPr/>
        </p:nvSpPr>
        <p:spPr>
          <a:xfrm>
            <a:off x="6152446" y="901933"/>
            <a:ext cx="570089" cy="230832"/>
          </a:xfrm>
          <a:prstGeom prst="rect">
            <a:avLst/>
          </a:prstGeom>
          <a:noFill/>
        </p:spPr>
        <p:txBody>
          <a:bodyPr wrap="square" rtlCol="0">
            <a:spAutoFit/>
          </a:bodyPr>
          <a:lstStyle/>
          <a:p>
            <a:pPr algn="ctr"/>
            <a:r>
              <a:rPr lang="en-US" sz="900" dirty="0"/>
              <a:t>468</a:t>
            </a:r>
          </a:p>
        </p:txBody>
      </p:sp>
      <p:sp>
        <p:nvSpPr>
          <p:cNvPr id="12" name="TextBox 11">
            <a:extLst>
              <a:ext uri="{FF2B5EF4-FFF2-40B4-BE49-F238E27FC236}">
                <a16:creationId xmlns:a16="http://schemas.microsoft.com/office/drawing/2014/main" id="{CA91077D-648C-D070-C4A5-28B206250597}"/>
              </a:ext>
            </a:extLst>
          </p:cNvPr>
          <p:cNvSpPr txBox="1"/>
          <p:nvPr/>
        </p:nvSpPr>
        <p:spPr>
          <a:xfrm>
            <a:off x="6152446" y="1402877"/>
            <a:ext cx="570089" cy="230832"/>
          </a:xfrm>
          <a:prstGeom prst="rect">
            <a:avLst/>
          </a:prstGeom>
          <a:noFill/>
        </p:spPr>
        <p:txBody>
          <a:bodyPr wrap="square" rtlCol="0">
            <a:spAutoFit/>
          </a:bodyPr>
          <a:lstStyle/>
          <a:p>
            <a:pPr algn="ctr"/>
            <a:r>
              <a:rPr lang="en-US" sz="900" dirty="0"/>
              <a:t>34568</a:t>
            </a:r>
          </a:p>
        </p:txBody>
      </p:sp>
      <p:sp>
        <p:nvSpPr>
          <p:cNvPr id="13" name="TextBox 12">
            <a:extLst>
              <a:ext uri="{FF2B5EF4-FFF2-40B4-BE49-F238E27FC236}">
                <a16:creationId xmlns:a16="http://schemas.microsoft.com/office/drawing/2014/main" id="{27C53B3D-5E3A-4F28-A78F-5A9DD15D6342}"/>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34568</a:t>
            </a:r>
          </a:p>
        </p:txBody>
      </p:sp>
      <p:sp>
        <p:nvSpPr>
          <p:cNvPr id="14" name="TextBox 13">
            <a:extLst>
              <a:ext uri="{FF2B5EF4-FFF2-40B4-BE49-F238E27FC236}">
                <a16:creationId xmlns:a16="http://schemas.microsoft.com/office/drawing/2014/main" id="{261CB976-095F-F966-2369-C1920F13C224}"/>
              </a:ext>
            </a:extLst>
          </p:cNvPr>
          <p:cNvSpPr txBox="1"/>
          <p:nvPr/>
        </p:nvSpPr>
        <p:spPr>
          <a:xfrm>
            <a:off x="6654802" y="1903821"/>
            <a:ext cx="570089" cy="230832"/>
          </a:xfrm>
          <a:prstGeom prst="rect">
            <a:avLst/>
          </a:prstGeom>
          <a:noFill/>
        </p:spPr>
        <p:txBody>
          <a:bodyPr wrap="square" rtlCol="0">
            <a:spAutoFit/>
          </a:bodyPr>
          <a:lstStyle/>
          <a:p>
            <a:pPr algn="ctr"/>
            <a:r>
              <a:rPr lang="en-US" sz="900" dirty="0"/>
              <a:t>34568</a:t>
            </a:r>
          </a:p>
        </p:txBody>
      </p:sp>
      <p:sp>
        <p:nvSpPr>
          <p:cNvPr id="15" name="TextBox 14">
            <a:extLst>
              <a:ext uri="{FF2B5EF4-FFF2-40B4-BE49-F238E27FC236}">
                <a16:creationId xmlns:a16="http://schemas.microsoft.com/office/drawing/2014/main" id="{BE94DA23-ED5F-C3DF-AD24-C86353F5DAC0}"/>
              </a:ext>
            </a:extLst>
          </p:cNvPr>
          <p:cNvSpPr txBox="1"/>
          <p:nvPr/>
        </p:nvSpPr>
        <p:spPr>
          <a:xfrm>
            <a:off x="7157158" y="1903821"/>
            <a:ext cx="570089" cy="230832"/>
          </a:xfrm>
          <a:prstGeom prst="rect">
            <a:avLst/>
          </a:prstGeom>
          <a:noFill/>
        </p:spPr>
        <p:txBody>
          <a:bodyPr wrap="square" rtlCol="0">
            <a:spAutoFit/>
          </a:bodyPr>
          <a:lstStyle/>
          <a:p>
            <a:pPr algn="ctr"/>
            <a:r>
              <a:rPr lang="en-US" sz="900" dirty="0"/>
              <a:t>468</a:t>
            </a:r>
          </a:p>
        </p:txBody>
      </p:sp>
      <p:sp>
        <p:nvSpPr>
          <p:cNvPr id="17" name="TextBox 16">
            <a:extLst>
              <a:ext uri="{FF2B5EF4-FFF2-40B4-BE49-F238E27FC236}">
                <a16:creationId xmlns:a16="http://schemas.microsoft.com/office/drawing/2014/main" id="{840098EE-BE34-7602-2ABE-B7638B905D8F}"/>
              </a:ext>
            </a:extLst>
          </p:cNvPr>
          <p:cNvSpPr txBox="1"/>
          <p:nvPr/>
        </p:nvSpPr>
        <p:spPr>
          <a:xfrm>
            <a:off x="7157158" y="2404765"/>
            <a:ext cx="570089" cy="230832"/>
          </a:xfrm>
          <a:prstGeom prst="rect">
            <a:avLst/>
          </a:prstGeom>
          <a:solidFill>
            <a:schemeClr val="accent6">
              <a:lumMod val="20000"/>
              <a:lumOff val="80000"/>
            </a:schemeClr>
          </a:solidFill>
        </p:spPr>
        <p:txBody>
          <a:bodyPr wrap="square" rtlCol="0">
            <a:spAutoFit/>
          </a:bodyPr>
          <a:lstStyle/>
          <a:p>
            <a:pPr algn="ctr"/>
            <a:r>
              <a:rPr lang="en-US" sz="900" dirty="0"/>
              <a:t>21</a:t>
            </a:r>
          </a:p>
        </p:txBody>
      </p:sp>
      <p:sp>
        <p:nvSpPr>
          <p:cNvPr id="18" name="TextBox 17">
            <a:extLst>
              <a:ext uri="{FF2B5EF4-FFF2-40B4-BE49-F238E27FC236}">
                <a16:creationId xmlns:a16="http://schemas.microsoft.com/office/drawing/2014/main" id="{65AE8C8A-161B-BC32-64EF-B08D38258FC1}"/>
              </a:ext>
            </a:extLst>
          </p:cNvPr>
          <p:cNvSpPr txBox="1"/>
          <p:nvPr/>
        </p:nvSpPr>
        <p:spPr>
          <a:xfrm>
            <a:off x="4645378" y="901933"/>
            <a:ext cx="570089" cy="230832"/>
          </a:xfrm>
          <a:prstGeom prst="rect">
            <a:avLst/>
          </a:prstGeom>
          <a:noFill/>
        </p:spPr>
        <p:txBody>
          <a:bodyPr wrap="square" rtlCol="0">
            <a:spAutoFit/>
          </a:bodyPr>
          <a:lstStyle/>
          <a:p>
            <a:pPr algn="ctr"/>
            <a:r>
              <a:rPr lang="en-US" sz="900" dirty="0"/>
              <a:t>35</a:t>
            </a:r>
          </a:p>
        </p:txBody>
      </p:sp>
      <p:sp>
        <p:nvSpPr>
          <p:cNvPr id="19" name="TextBox 18">
            <a:extLst>
              <a:ext uri="{FF2B5EF4-FFF2-40B4-BE49-F238E27FC236}">
                <a16:creationId xmlns:a16="http://schemas.microsoft.com/office/drawing/2014/main" id="{A7759150-44D9-421C-8512-30BF9200189E}"/>
              </a:ext>
            </a:extLst>
          </p:cNvPr>
          <p:cNvSpPr txBox="1"/>
          <p:nvPr/>
        </p:nvSpPr>
        <p:spPr>
          <a:xfrm>
            <a:off x="5147734" y="901933"/>
            <a:ext cx="570089" cy="230832"/>
          </a:xfrm>
          <a:prstGeom prst="rect">
            <a:avLst/>
          </a:prstGeom>
          <a:noFill/>
        </p:spPr>
        <p:txBody>
          <a:bodyPr wrap="square" rtlCol="0">
            <a:spAutoFit/>
          </a:bodyPr>
          <a:lstStyle/>
          <a:p>
            <a:pPr algn="ctr"/>
            <a:r>
              <a:rPr lang="en-US" sz="900" dirty="0"/>
              <a:t>53</a:t>
            </a:r>
          </a:p>
        </p:txBody>
      </p:sp>
      <p:sp>
        <p:nvSpPr>
          <p:cNvPr id="20" name="TextBox 19">
            <a:extLst>
              <a:ext uri="{FF2B5EF4-FFF2-40B4-BE49-F238E27FC236}">
                <a16:creationId xmlns:a16="http://schemas.microsoft.com/office/drawing/2014/main" id="{B3983157-652E-97E6-8E5F-867D5CCE060A}"/>
              </a:ext>
            </a:extLst>
          </p:cNvPr>
          <p:cNvSpPr txBox="1"/>
          <p:nvPr/>
        </p:nvSpPr>
        <p:spPr>
          <a:xfrm>
            <a:off x="3640666" y="1903821"/>
            <a:ext cx="570089" cy="230832"/>
          </a:xfrm>
          <a:prstGeom prst="rect">
            <a:avLst/>
          </a:prstGeom>
          <a:noFill/>
        </p:spPr>
        <p:txBody>
          <a:bodyPr wrap="square" rtlCol="0">
            <a:spAutoFit/>
          </a:bodyPr>
          <a:lstStyle/>
          <a:p>
            <a:pPr algn="ctr"/>
            <a:r>
              <a:rPr lang="en-US" sz="900" dirty="0"/>
              <a:t>765321</a:t>
            </a:r>
          </a:p>
        </p:txBody>
      </p:sp>
      <p:sp>
        <p:nvSpPr>
          <p:cNvPr id="21" name="TextBox 20">
            <a:extLst>
              <a:ext uri="{FF2B5EF4-FFF2-40B4-BE49-F238E27FC236}">
                <a16:creationId xmlns:a16="http://schemas.microsoft.com/office/drawing/2014/main" id="{DE7B7246-599C-318A-32F4-3A08DE753F81}"/>
              </a:ext>
            </a:extLst>
          </p:cNvPr>
          <p:cNvSpPr txBox="1"/>
          <p:nvPr/>
        </p:nvSpPr>
        <p:spPr>
          <a:xfrm>
            <a:off x="3138310" y="1903821"/>
            <a:ext cx="570089" cy="230832"/>
          </a:xfrm>
          <a:prstGeom prst="rect">
            <a:avLst/>
          </a:prstGeom>
          <a:noFill/>
        </p:spPr>
        <p:txBody>
          <a:bodyPr wrap="square" rtlCol="0">
            <a:spAutoFit/>
          </a:bodyPr>
          <a:lstStyle/>
          <a:p>
            <a:pPr algn="ctr"/>
            <a:r>
              <a:rPr lang="en-US" sz="900" dirty="0"/>
              <a:t>123567</a:t>
            </a:r>
          </a:p>
        </p:txBody>
      </p:sp>
      <p:sp>
        <p:nvSpPr>
          <p:cNvPr id="22" name="TextBox 21">
            <a:extLst>
              <a:ext uri="{FF2B5EF4-FFF2-40B4-BE49-F238E27FC236}">
                <a16:creationId xmlns:a16="http://schemas.microsoft.com/office/drawing/2014/main" id="{76717507-10AA-EA9F-8A54-4D67CB0F52AF}"/>
              </a:ext>
            </a:extLst>
          </p:cNvPr>
          <p:cNvSpPr txBox="1"/>
          <p:nvPr/>
        </p:nvSpPr>
        <p:spPr>
          <a:xfrm>
            <a:off x="7157158" y="2905709"/>
            <a:ext cx="570089" cy="230832"/>
          </a:xfrm>
          <a:prstGeom prst="rect">
            <a:avLst/>
          </a:prstGeom>
          <a:noFill/>
        </p:spPr>
        <p:txBody>
          <a:bodyPr wrap="square" rtlCol="0">
            <a:spAutoFit/>
          </a:bodyPr>
          <a:lstStyle/>
          <a:p>
            <a:pPr algn="ctr"/>
            <a:r>
              <a:rPr lang="en-US" sz="900" dirty="0"/>
              <a:t>35</a:t>
            </a:r>
          </a:p>
        </p:txBody>
      </p:sp>
      <p:sp>
        <p:nvSpPr>
          <p:cNvPr id="23" name="TextBox 22">
            <a:extLst>
              <a:ext uri="{FF2B5EF4-FFF2-40B4-BE49-F238E27FC236}">
                <a16:creationId xmlns:a16="http://schemas.microsoft.com/office/drawing/2014/main" id="{88CC3FA8-3F43-FF7C-85D8-91A6F762BE87}"/>
              </a:ext>
            </a:extLst>
          </p:cNvPr>
          <p:cNvSpPr txBox="1"/>
          <p:nvPr/>
        </p:nvSpPr>
        <p:spPr>
          <a:xfrm>
            <a:off x="7157158" y="3406653"/>
            <a:ext cx="570089" cy="230832"/>
          </a:xfrm>
          <a:prstGeom prst="rect">
            <a:avLst/>
          </a:prstGeom>
          <a:noFill/>
        </p:spPr>
        <p:txBody>
          <a:bodyPr wrap="square" rtlCol="0">
            <a:spAutoFit/>
          </a:bodyPr>
          <a:lstStyle/>
          <a:p>
            <a:pPr algn="ctr"/>
            <a:r>
              <a:rPr lang="en-US" sz="900" dirty="0"/>
              <a:t>53</a:t>
            </a:r>
          </a:p>
        </p:txBody>
      </p:sp>
      <p:sp>
        <p:nvSpPr>
          <p:cNvPr id="24" name="TextBox 23">
            <a:extLst>
              <a:ext uri="{FF2B5EF4-FFF2-40B4-BE49-F238E27FC236}">
                <a16:creationId xmlns:a16="http://schemas.microsoft.com/office/drawing/2014/main" id="{6A98E4BB-FF15-7FAC-3AB7-93E440FE7A7A}"/>
              </a:ext>
            </a:extLst>
          </p:cNvPr>
          <p:cNvSpPr txBox="1"/>
          <p:nvPr/>
        </p:nvSpPr>
        <p:spPr>
          <a:xfrm>
            <a:off x="6152446" y="4408541"/>
            <a:ext cx="570089" cy="230832"/>
          </a:xfrm>
          <a:prstGeom prst="rect">
            <a:avLst/>
          </a:prstGeom>
          <a:noFill/>
        </p:spPr>
        <p:txBody>
          <a:bodyPr wrap="square" rtlCol="0">
            <a:spAutoFit/>
          </a:bodyPr>
          <a:lstStyle/>
          <a:p>
            <a:pPr algn="ctr"/>
            <a:r>
              <a:rPr lang="en-US" sz="900" dirty="0"/>
              <a:t>123567</a:t>
            </a:r>
          </a:p>
        </p:txBody>
      </p:sp>
      <p:sp>
        <p:nvSpPr>
          <p:cNvPr id="25" name="TextBox 24">
            <a:extLst>
              <a:ext uri="{FF2B5EF4-FFF2-40B4-BE49-F238E27FC236}">
                <a16:creationId xmlns:a16="http://schemas.microsoft.com/office/drawing/2014/main" id="{B95E9146-3827-2552-B1A7-10C823735870}"/>
              </a:ext>
            </a:extLst>
          </p:cNvPr>
          <p:cNvSpPr txBox="1"/>
          <p:nvPr/>
        </p:nvSpPr>
        <p:spPr>
          <a:xfrm>
            <a:off x="6152446" y="4909484"/>
            <a:ext cx="570089" cy="230832"/>
          </a:xfrm>
          <a:prstGeom prst="rect">
            <a:avLst/>
          </a:prstGeom>
          <a:noFill/>
        </p:spPr>
        <p:txBody>
          <a:bodyPr wrap="square" rtlCol="0">
            <a:spAutoFit/>
          </a:bodyPr>
          <a:lstStyle/>
          <a:p>
            <a:pPr algn="ctr"/>
            <a:r>
              <a:rPr lang="en-US" sz="900" dirty="0"/>
              <a:t>765321</a:t>
            </a:r>
          </a:p>
        </p:txBody>
      </p:sp>
      <p:sp>
        <p:nvSpPr>
          <p:cNvPr id="26" name="TextBox 25">
            <a:extLst>
              <a:ext uri="{FF2B5EF4-FFF2-40B4-BE49-F238E27FC236}">
                <a16:creationId xmlns:a16="http://schemas.microsoft.com/office/drawing/2014/main" id="{981B333B-32C1-8B08-B251-93ED00CFA030}"/>
              </a:ext>
            </a:extLst>
          </p:cNvPr>
          <p:cNvSpPr txBox="1"/>
          <p:nvPr/>
        </p:nvSpPr>
        <p:spPr>
          <a:xfrm>
            <a:off x="5650090" y="1903821"/>
            <a:ext cx="570089" cy="230832"/>
          </a:xfrm>
          <a:prstGeom prst="rect">
            <a:avLst/>
          </a:prstGeom>
          <a:solidFill>
            <a:schemeClr val="accent6">
              <a:lumMod val="20000"/>
              <a:lumOff val="80000"/>
            </a:schemeClr>
          </a:solidFill>
        </p:spPr>
        <p:txBody>
          <a:bodyPr wrap="square" rtlCol="0">
            <a:spAutoFit/>
          </a:bodyPr>
          <a:lstStyle/>
          <a:p>
            <a:pPr algn="ctr"/>
            <a:r>
              <a:rPr lang="en-US" sz="900" dirty="0"/>
              <a:t>24</a:t>
            </a:r>
          </a:p>
        </p:txBody>
      </p:sp>
      <p:sp>
        <p:nvSpPr>
          <p:cNvPr id="27" name="TextBox 26">
            <a:extLst>
              <a:ext uri="{FF2B5EF4-FFF2-40B4-BE49-F238E27FC236}">
                <a16:creationId xmlns:a16="http://schemas.microsoft.com/office/drawing/2014/main" id="{692970EF-A687-1665-85CC-533439A066DB}"/>
              </a:ext>
            </a:extLst>
          </p:cNvPr>
          <p:cNvSpPr txBox="1"/>
          <p:nvPr/>
        </p:nvSpPr>
        <p:spPr>
          <a:xfrm>
            <a:off x="6152446" y="2404765"/>
            <a:ext cx="570089" cy="230832"/>
          </a:xfrm>
          <a:prstGeom prst="rect">
            <a:avLst/>
          </a:prstGeom>
          <a:solidFill>
            <a:schemeClr val="accent6">
              <a:lumMod val="20000"/>
              <a:lumOff val="80000"/>
            </a:schemeClr>
          </a:solidFill>
        </p:spPr>
        <p:txBody>
          <a:bodyPr wrap="square" rtlCol="0">
            <a:spAutoFit/>
          </a:bodyPr>
          <a:lstStyle/>
          <a:p>
            <a:pPr algn="ctr"/>
            <a:r>
              <a:rPr lang="en-US" sz="900" dirty="0"/>
              <a:t>42</a:t>
            </a:r>
          </a:p>
        </p:txBody>
      </p:sp>
      <p:sp>
        <p:nvSpPr>
          <p:cNvPr id="28" name="TextBox 27">
            <a:extLst>
              <a:ext uri="{FF2B5EF4-FFF2-40B4-BE49-F238E27FC236}">
                <a16:creationId xmlns:a16="http://schemas.microsoft.com/office/drawing/2014/main" id="{CA2E8F46-0C9E-11D2-7093-B5B79B766DB1}"/>
              </a:ext>
            </a:extLst>
          </p:cNvPr>
          <p:cNvSpPr txBox="1"/>
          <p:nvPr/>
        </p:nvSpPr>
        <p:spPr>
          <a:xfrm>
            <a:off x="6654802" y="2404765"/>
            <a:ext cx="570089" cy="230832"/>
          </a:xfrm>
          <a:prstGeom prst="rect">
            <a:avLst/>
          </a:prstGeom>
          <a:noFill/>
        </p:spPr>
        <p:txBody>
          <a:bodyPr wrap="square" rtlCol="0">
            <a:spAutoFit/>
          </a:bodyPr>
          <a:lstStyle/>
          <a:p>
            <a:pPr algn="ctr"/>
            <a:r>
              <a:rPr lang="en-US" sz="900" dirty="0"/>
              <a:t>168</a:t>
            </a:r>
          </a:p>
        </p:txBody>
      </p:sp>
      <p:sp>
        <p:nvSpPr>
          <p:cNvPr id="29" name="TextBox 28">
            <a:extLst>
              <a:ext uri="{FF2B5EF4-FFF2-40B4-BE49-F238E27FC236}">
                <a16:creationId xmlns:a16="http://schemas.microsoft.com/office/drawing/2014/main" id="{15623FB1-7178-50F4-DF2B-6218112C22B0}"/>
              </a:ext>
            </a:extLst>
          </p:cNvPr>
          <p:cNvSpPr txBox="1"/>
          <p:nvPr/>
        </p:nvSpPr>
        <p:spPr>
          <a:xfrm>
            <a:off x="6152446" y="2905709"/>
            <a:ext cx="570089" cy="230832"/>
          </a:xfrm>
          <a:prstGeom prst="rect">
            <a:avLst/>
          </a:prstGeom>
          <a:noFill/>
        </p:spPr>
        <p:txBody>
          <a:bodyPr wrap="square" rtlCol="0">
            <a:spAutoFit/>
          </a:bodyPr>
          <a:lstStyle/>
          <a:p>
            <a:pPr algn="ctr"/>
            <a:r>
              <a:rPr lang="en-US" sz="900" dirty="0"/>
              <a:t>168</a:t>
            </a:r>
          </a:p>
        </p:txBody>
      </p:sp>
      <p:sp>
        <p:nvSpPr>
          <p:cNvPr id="30" name="TextBox 29">
            <a:extLst>
              <a:ext uri="{FF2B5EF4-FFF2-40B4-BE49-F238E27FC236}">
                <a16:creationId xmlns:a16="http://schemas.microsoft.com/office/drawing/2014/main" id="{26155307-10B7-5290-54F9-55E335C3C109}"/>
              </a:ext>
            </a:extLst>
          </p:cNvPr>
          <p:cNvSpPr txBox="1"/>
          <p:nvPr/>
        </p:nvSpPr>
        <p:spPr>
          <a:xfrm>
            <a:off x="6654802" y="2905709"/>
            <a:ext cx="570089" cy="230832"/>
          </a:xfrm>
          <a:prstGeom prst="rect">
            <a:avLst/>
          </a:prstGeom>
          <a:noFill/>
        </p:spPr>
        <p:txBody>
          <a:bodyPr wrap="square" rtlCol="0">
            <a:spAutoFit/>
          </a:bodyPr>
          <a:lstStyle/>
          <a:p>
            <a:pPr algn="ctr"/>
            <a:r>
              <a:rPr lang="en-US" sz="900" dirty="0"/>
              <a:t>168</a:t>
            </a:r>
          </a:p>
        </p:txBody>
      </p:sp>
    </p:spTree>
    <p:extLst>
      <p:ext uri="{BB962C8B-B14F-4D97-AF65-F5344CB8AC3E}">
        <p14:creationId xmlns:p14="http://schemas.microsoft.com/office/powerpoint/2010/main" val="3816512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37B2B-646A-C958-5058-30916E0E990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60FC666-BFC1-BCB0-AD87-AF3728CE1A14}"/>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8C3861ED-7A2F-E377-6A93-84B3AF7A590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A7EE145-1C41-23CF-CCB4-A9B266C8F2A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0A9EF5B-DB65-96C4-492A-87787AE500A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A67CE3B-320B-AF12-CA18-914B644B9C59}"/>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5BE64682-D5D6-F0B3-F925-E04C70D837B9}"/>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3" name="TextBox 2">
            <a:extLst>
              <a:ext uri="{FF2B5EF4-FFF2-40B4-BE49-F238E27FC236}">
                <a16:creationId xmlns:a16="http://schemas.microsoft.com/office/drawing/2014/main" id="{C1F7CCC5-05DE-D2EF-5366-87D2AD0C393C}"/>
              </a:ext>
            </a:extLst>
          </p:cNvPr>
          <p:cNvSpPr txBox="1"/>
          <p:nvPr/>
        </p:nvSpPr>
        <p:spPr>
          <a:xfrm>
            <a:off x="6654802" y="901933"/>
            <a:ext cx="570089" cy="230832"/>
          </a:xfrm>
          <a:prstGeom prst="rect">
            <a:avLst/>
          </a:prstGeom>
          <a:noFill/>
        </p:spPr>
        <p:txBody>
          <a:bodyPr wrap="square" rtlCol="0">
            <a:spAutoFit/>
          </a:bodyPr>
          <a:lstStyle/>
          <a:p>
            <a:pPr algn="ctr"/>
            <a:r>
              <a:rPr lang="en-US" sz="900" dirty="0"/>
              <a:t>127</a:t>
            </a:r>
          </a:p>
        </p:txBody>
      </p:sp>
      <p:sp>
        <p:nvSpPr>
          <p:cNvPr id="8" name="TextBox 7">
            <a:extLst>
              <a:ext uri="{FF2B5EF4-FFF2-40B4-BE49-F238E27FC236}">
                <a16:creationId xmlns:a16="http://schemas.microsoft.com/office/drawing/2014/main" id="{12D24D2C-93A4-CC3D-FC3A-C1DF5E3A9A8F}"/>
              </a:ext>
            </a:extLst>
          </p:cNvPr>
          <p:cNvSpPr txBox="1"/>
          <p:nvPr/>
        </p:nvSpPr>
        <p:spPr>
          <a:xfrm>
            <a:off x="7157158" y="901933"/>
            <a:ext cx="570089" cy="230832"/>
          </a:xfrm>
          <a:prstGeom prst="rect">
            <a:avLst/>
          </a:prstGeom>
          <a:noFill/>
        </p:spPr>
        <p:txBody>
          <a:bodyPr wrap="square" rtlCol="0">
            <a:spAutoFit/>
          </a:bodyPr>
          <a:lstStyle/>
          <a:p>
            <a:pPr algn="ctr"/>
            <a:r>
              <a:rPr lang="en-US" sz="900" dirty="0"/>
              <a:t>127</a:t>
            </a:r>
          </a:p>
        </p:txBody>
      </p:sp>
      <p:sp>
        <p:nvSpPr>
          <p:cNvPr id="9" name="TextBox 8">
            <a:extLst>
              <a:ext uri="{FF2B5EF4-FFF2-40B4-BE49-F238E27FC236}">
                <a16:creationId xmlns:a16="http://schemas.microsoft.com/office/drawing/2014/main" id="{AC7E26E4-D3AA-7E89-96A3-6A55B6244FF8}"/>
              </a:ext>
            </a:extLst>
          </p:cNvPr>
          <p:cNvSpPr txBox="1"/>
          <p:nvPr/>
        </p:nvSpPr>
        <p:spPr>
          <a:xfrm>
            <a:off x="7157158" y="1402877"/>
            <a:ext cx="570089" cy="230832"/>
          </a:xfrm>
          <a:prstGeom prst="rect">
            <a:avLst/>
          </a:prstGeom>
          <a:noFill/>
        </p:spPr>
        <p:txBody>
          <a:bodyPr wrap="square" rtlCol="0">
            <a:spAutoFit/>
          </a:bodyPr>
          <a:lstStyle/>
          <a:p>
            <a:pPr algn="ctr"/>
            <a:r>
              <a:rPr lang="en-US" sz="900" dirty="0"/>
              <a:t>127</a:t>
            </a:r>
          </a:p>
        </p:txBody>
      </p:sp>
      <p:sp>
        <p:nvSpPr>
          <p:cNvPr id="11" name="TextBox 10">
            <a:extLst>
              <a:ext uri="{FF2B5EF4-FFF2-40B4-BE49-F238E27FC236}">
                <a16:creationId xmlns:a16="http://schemas.microsoft.com/office/drawing/2014/main" id="{041F7969-B231-6527-8CC6-2E95CC1DD83E}"/>
              </a:ext>
            </a:extLst>
          </p:cNvPr>
          <p:cNvSpPr txBox="1"/>
          <p:nvPr/>
        </p:nvSpPr>
        <p:spPr>
          <a:xfrm>
            <a:off x="6152446" y="901933"/>
            <a:ext cx="570089" cy="230832"/>
          </a:xfrm>
          <a:prstGeom prst="rect">
            <a:avLst/>
          </a:prstGeom>
          <a:noFill/>
        </p:spPr>
        <p:txBody>
          <a:bodyPr wrap="square" rtlCol="0">
            <a:spAutoFit/>
          </a:bodyPr>
          <a:lstStyle/>
          <a:p>
            <a:pPr algn="ctr"/>
            <a:r>
              <a:rPr lang="en-US" sz="900" dirty="0"/>
              <a:t>468</a:t>
            </a:r>
          </a:p>
        </p:txBody>
      </p:sp>
      <p:sp>
        <p:nvSpPr>
          <p:cNvPr id="12" name="TextBox 11">
            <a:extLst>
              <a:ext uri="{FF2B5EF4-FFF2-40B4-BE49-F238E27FC236}">
                <a16:creationId xmlns:a16="http://schemas.microsoft.com/office/drawing/2014/main" id="{EDA07F12-DDE8-8294-7636-EA0BF9B1C048}"/>
              </a:ext>
            </a:extLst>
          </p:cNvPr>
          <p:cNvSpPr txBox="1"/>
          <p:nvPr/>
        </p:nvSpPr>
        <p:spPr>
          <a:xfrm>
            <a:off x="6152446" y="1402877"/>
            <a:ext cx="570089" cy="230832"/>
          </a:xfrm>
          <a:prstGeom prst="rect">
            <a:avLst/>
          </a:prstGeom>
          <a:noFill/>
        </p:spPr>
        <p:txBody>
          <a:bodyPr wrap="square" rtlCol="0">
            <a:spAutoFit/>
          </a:bodyPr>
          <a:lstStyle/>
          <a:p>
            <a:pPr algn="ctr"/>
            <a:r>
              <a:rPr lang="en-US" sz="900" dirty="0"/>
              <a:t>34568</a:t>
            </a:r>
          </a:p>
        </p:txBody>
      </p:sp>
      <p:sp>
        <p:nvSpPr>
          <p:cNvPr id="13" name="TextBox 12">
            <a:extLst>
              <a:ext uri="{FF2B5EF4-FFF2-40B4-BE49-F238E27FC236}">
                <a16:creationId xmlns:a16="http://schemas.microsoft.com/office/drawing/2014/main" id="{0760DE16-EED3-3D0C-05F7-685824CBD65C}"/>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34568</a:t>
            </a:r>
          </a:p>
        </p:txBody>
      </p:sp>
      <p:sp>
        <p:nvSpPr>
          <p:cNvPr id="14" name="TextBox 13">
            <a:extLst>
              <a:ext uri="{FF2B5EF4-FFF2-40B4-BE49-F238E27FC236}">
                <a16:creationId xmlns:a16="http://schemas.microsoft.com/office/drawing/2014/main" id="{42EFA227-AA4C-15D8-9816-55FCDF6DAB69}"/>
              </a:ext>
            </a:extLst>
          </p:cNvPr>
          <p:cNvSpPr txBox="1"/>
          <p:nvPr/>
        </p:nvSpPr>
        <p:spPr>
          <a:xfrm>
            <a:off x="6654802" y="1903821"/>
            <a:ext cx="570089" cy="230832"/>
          </a:xfrm>
          <a:prstGeom prst="rect">
            <a:avLst/>
          </a:prstGeom>
          <a:noFill/>
        </p:spPr>
        <p:txBody>
          <a:bodyPr wrap="square" rtlCol="0">
            <a:spAutoFit/>
          </a:bodyPr>
          <a:lstStyle/>
          <a:p>
            <a:pPr algn="ctr"/>
            <a:r>
              <a:rPr lang="en-US" sz="900" dirty="0"/>
              <a:t>34568</a:t>
            </a:r>
          </a:p>
        </p:txBody>
      </p:sp>
      <p:sp>
        <p:nvSpPr>
          <p:cNvPr id="15" name="TextBox 14">
            <a:extLst>
              <a:ext uri="{FF2B5EF4-FFF2-40B4-BE49-F238E27FC236}">
                <a16:creationId xmlns:a16="http://schemas.microsoft.com/office/drawing/2014/main" id="{A9B082BE-7D50-64F0-84F9-E988EE177D46}"/>
              </a:ext>
            </a:extLst>
          </p:cNvPr>
          <p:cNvSpPr txBox="1"/>
          <p:nvPr/>
        </p:nvSpPr>
        <p:spPr>
          <a:xfrm>
            <a:off x="7157158" y="1903821"/>
            <a:ext cx="570089" cy="230832"/>
          </a:xfrm>
          <a:prstGeom prst="rect">
            <a:avLst/>
          </a:prstGeom>
          <a:noFill/>
        </p:spPr>
        <p:txBody>
          <a:bodyPr wrap="square" rtlCol="0">
            <a:spAutoFit/>
          </a:bodyPr>
          <a:lstStyle/>
          <a:p>
            <a:pPr algn="ctr"/>
            <a:r>
              <a:rPr lang="en-US" sz="900" dirty="0"/>
              <a:t>468</a:t>
            </a:r>
          </a:p>
        </p:txBody>
      </p:sp>
      <p:sp>
        <p:nvSpPr>
          <p:cNvPr id="18" name="TextBox 17">
            <a:extLst>
              <a:ext uri="{FF2B5EF4-FFF2-40B4-BE49-F238E27FC236}">
                <a16:creationId xmlns:a16="http://schemas.microsoft.com/office/drawing/2014/main" id="{F3AF579C-59C3-1348-AE40-D2E29E26CF48}"/>
              </a:ext>
            </a:extLst>
          </p:cNvPr>
          <p:cNvSpPr txBox="1"/>
          <p:nvPr/>
        </p:nvSpPr>
        <p:spPr>
          <a:xfrm>
            <a:off x="4645378" y="901933"/>
            <a:ext cx="570089" cy="230832"/>
          </a:xfrm>
          <a:prstGeom prst="rect">
            <a:avLst/>
          </a:prstGeom>
          <a:noFill/>
        </p:spPr>
        <p:txBody>
          <a:bodyPr wrap="square" rtlCol="0">
            <a:spAutoFit/>
          </a:bodyPr>
          <a:lstStyle/>
          <a:p>
            <a:pPr algn="ctr"/>
            <a:r>
              <a:rPr lang="en-US" sz="900" dirty="0"/>
              <a:t>35</a:t>
            </a:r>
          </a:p>
        </p:txBody>
      </p:sp>
      <p:sp>
        <p:nvSpPr>
          <p:cNvPr id="19" name="TextBox 18">
            <a:extLst>
              <a:ext uri="{FF2B5EF4-FFF2-40B4-BE49-F238E27FC236}">
                <a16:creationId xmlns:a16="http://schemas.microsoft.com/office/drawing/2014/main" id="{3C4171CA-9D96-6F29-096A-F087CEF0DB20}"/>
              </a:ext>
            </a:extLst>
          </p:cNvPr>
          <p:cNvSpPr txBox="1"/>
          <p:nvPr/>
        </p:nvSpPr>
        <p:spPr>
          <a:xfrm>
            <a:off x="5147734" y="901933"/>
            <a:ext cx="570089" cy="230832"/>
          </a:xfrm>
          <a:prstGeom prst="rect">
            <a:avLst/>
          </a:prstGeom>
          <a:noFill/>
        </p:spPr>
        <p:txBody>
          <a:bodyPr wrap="square" rtlCol="0">
            <a:spAutoFit/>
          </a:bodyPr>
          <a:lstStyle/>
          <a:p>
            <a:pPr algn="ctr"/>
            <a:r>
              <a:rPr lang="en-US" sz="900" dirty="0"/>
              <a:t>53</a:t>
            </a:r>
          </a:p>
        </p:txBody>
      </p:sp>
      <p:sp>
        <p:nvSpPr>
          <p:cNvPr id="20" name="TextBox 19">
            <a:extLst>
              <a:ext uri="{FF2B5EF4-FFF2-40B4-BE49-F238E27FC236}">
                <a16:creationId xmlns:a16="http://schemas.microsoft.com/office/drawing/2014/main" id="{12A9F9FB-7C38-47C7-2DD2-C5D80EC9C878}"/>
              </a:ext>
            </a:extLst>
          </p:cNvPr>
          <p:cNvSpPr txBox="1"/>
          <p:nvPr/>
        </p:nvSpPr>
        <p:spPr>
          <a:xfrm>
            <a:off x="3640666" y="1903821"/>
            <a:ext cx="570089" cy="230832"/>
          </a:xfrm>
          <a:prstGeom prst="rect">
            <a:avLst/>
          </a:prstGeom>
          <a:noFill/>
        </p:spPr>
        <p:txBody>
          <a:bodyPr wrap="square" rtlCol="0">
            <a:spAutoFit/>
          </a:bodyPr>
          <a:lstStyle/>
          <a:p>
            <a:pPr algn="ctr"/>
            <a:r>
              <a:rPr lang="en-US" sz="900" dirty="0"/>
              <a:t>765321</a:t>
            </a:r>
          </a:p>
        </p:txBody>
      </p:sp>
      <p:sp>
        <p:nvSpPr>
          <p:cNvPr id="21" name="TextBox 20">
            <a:extLst>
              <a:ext uri="{FF2B5EF4-FFF2-40B4-BE49-F238E27FC236}">
                <a16:creationId xmlns:a16="http://schemas.microsoft.com/office/drawing/2014/main" id="{C82A579E-DD16-CCEC-4CDC-E773351D211B}"/>
              </a:ext>
            </a:extLst>
          </p:cNvPr>
          <p:cNvSpPr txBox="1"/>
          <p:nvPr/>
        </p:nvSpPr>
        <p:spPr>
          <a:xfrm>
            <a:off x="3138310" y="1903821"/>
            <a:ext cx="570089" cy="230832"/>
          </a:xfrm>
          <a:prstGeom prst="rect">
            <a:avLst/>
          </a:prstGeom>
          <a:noFill/>
        </p:spPr>
        <p:txBody>
          <a:bodyPr wrap="square" rtlCol="0">
            <a:spAutoFit/>
          </a:bodyPr>
          <a:lstStyle/>
          <a:p>
            <a:pPr algn="ctr"/>
            <a:r>
              <a:rPr lang="en-US" sz="900" dirty="0"/>
              <a:t>123567</a:t>
            </a:r>
          </a:p>
        </p:txBody>
      </p:sp>
      <p:sp>
        <p:nvSpPr>
          <p:cNvPr id="22" name="TextBox 21">
            <a:extLst>
              <a:ext uri="{FF2B5EF4-FFF2-40B4-BE49-F238E27FC236}">
                <a16:creationId xmlns:a16="http://schemas.microsoft.com/office/drawing/2014/main" id="{2E169F29-4745-E2E6-A17C-9B4D7D91B5E2}"/>
              </a:ext>
            </a:extLst>
          </p:cNvPr>
          <p:cNvSpPr txBox="1"/>
          <p:nvPr/>
        </p:nvSpPr>
        <p:spPr>
          <a:xfrm>
            <a:off x="7157158" y="2905709"/>
            <a:ext cx="570089" cy="230832"/>
          </a:xfrm>
          <a:prstGeom prst="rect">
            <a:avLst/>
          </a:prstGeom>
          <a:noFill/>
        </p:spPr>
        <p:txBody>
          <a:bodyPr wrap="square" rtlCol="0">
            <a:spAutoFit/>
          </a:bodyPr>
          <a:lstStyle/>
          <a:p>
            <a:pPr algn="ctr"/>
            <a:r>
              <a:rPr lang="en-US" sz="900" dirty="0"/>
              <a:t>35</a:t>
            </a:r>
          </a:p>
        </p:txBody>
      </p:sp>
      <p:sp>
        <p:nvSpPr>
          <p:cNvPr id="23" name="TextBox 22">
            <a:extLst>
              <a:ext uri="{FF2B5EF4-FFF2-40B4-BE49-F238E27FC236}">
                <a16:creationId xmlns:a16="http://schemas.microsoft.com/office/drawing/2014/main" id="{9F3047DA-ADC2-49C7-B430-4E85EBBD1647}"/>
              </a:ext>
            </a:extLst>
          </p:cNvPr>
          <p:cNvSpPr txBox="1"/>
          <p:nvPr/>
        </p:nvSpPr>
        <p:spPr>
          <a:xfrm>
            <a:off x="7157158" y="3406653"/>
            <a:ext cx="570089" cy="230832"/>
          </a:xfrm>
          <a:prstGeom prst="rect">
            <a:avLst/>
          </a:prstGeom>
          <a:noFill/>
        </p:spPr>
        <p:txBody>
          <a:bodyPr wrap="square" rtlCol="0">
            <a:spAutoFit/>
          </a:bodyPr>
          <a:lstStyle/>
          <a:p>
            <a:pPr algn="ctr"/>
            <a:r>
              <a:rPr lang="en-US" sz="900" dirty="0"/>
              <a:t>53</a:t>
            </a:r>
          </a:p>
        </p:txBody>
      </p:sp>
      <p:sp>
        <p:nvSpPr>
          <p:cNvPr id="24" name="TextBox 23">
            <a:extLst>
              <a:ext uri="{FF2B5EF4-FFF2-40B4-BE49-F238E27FC236}">
                <a16:creationId xmlns:a16="http://schemas.microsoft.com/office/drawing/2014/main" id="{A1DAD536-8B35-283B-3415-155808867424}"/>
              </a:ext>
            </a:extLst>
          </p:cNvPr>
          <p:cNvSpPr txBox="1"/>
          <p:nvPr/>
        </p:nvSpPr>
        <p:spPr>
          <a:xfrm>
            <a:off x="6152446" y="4408541"/>
            <a:ext cx="570089" cy="230832"/>
          </a:xfrm>
          <a:prstGeom prst="rect">
            <a:avLst/>
          </a:prstGeom>
          <a:noFill/>
        </p:spPr>
        <p:txBody>
          <a:bodyPr wrap="square" rtlCol="0">
            <a:spAutoFit/>
          </a:bodyPr>
          <a:lstStyle/>
          <a:p>
            <a:pPr algn="ctr"/>
            <a:r>
              <a:rPr lang="en-US" sz="900" dirty="0"/>
              <a:t>123567</a:t>
            </a:r>
          </a:p>
        </p:txBody>
      </p:sp>
      <p:sp>
        <p:nvSpPr>
          <p:cNvPr id="25" name="TextBox 24">
            <a:extLst>
              <a:ext uri="{FF2B5EF4-FFF2-40B4-BE49-F238E27FC236}">
                <a16:creationId xmlns:a16="http://schemas.microsoft.com/office/drawing/2014/main" id="{F31DF11C-2A08-7BE8-3C7B-2B52F4C74F3B}"/>
              </a:ext>
            </a:extLst>
          </p:cNvPr>
          <p:cNvSpPr txBox="1"/>
          <p:nvPr/>
        </p:nvSpPr>
        <p:spPr>
          <a:xfrm>
            <a:off x="6152446" y="4909484"/>
            <a:ext cx="570089" cy="230832"/>
          </a:xfrm>
          <a:prstGeom prst="rect">
            <a:avLst/>
          </a:prstGeom>
          <a:noFill/>
        </p:spPr>
        <p:txBody>
          <a:bodyPr wrap="square" rtlCol="0">
            <a:spAutoFit/>
          </a:bodyPr>
          <a:lstStyle/>
          <a:p>
            <a:pPr algn="ctr"/>
            <a:r>
              <a:rPr lang="en-US" sz="900" dirty="0"/>
              <a:t>765321</a:t>
            </a:r>
          </a:p>
        </p:txBody>
      </p:sp>
      <p:sp>
        <p:nvSpPr>
          <p:cNvPr id="28" name="TextBox 27">
            <a:extLst>
              <a:ext uri="{FF2B5EF4-FFF2-40B4-BE49-F238E27FC236}">
                <a16:creationId xmlns:a16="http://schemas.microsoft.com/office/drawing/2014/main" id="{22DF1D49-A976-DBE5-8F2F-66539479DBFF}"/>
              </a:ext>
            </a:extLst>
          </p:cNvPr>
          <p:cNvSpPr txBox="1"/>
          <p:nvPr/>
        </p:nvSpPr>
        <p:spPr>
          <a:xfrm>
            <a:off x="6654802" y="2404765"/>
            <a:ext cx="570089" cy="230832"/>
          </a:xfrm>
          <a:prstGeom prst="rect">
            <a:avLst/>
          </a:prstGeom>
          <a:noFill/>
        </p:spPr>
        <p:txBody>
          <a:bodyPr wrap="square" rtlCol="0">
            <a:spAutoFit/>
          </a:bodyPr>
          <a:lstStyle/>
          <a:p>
            <a:pPr algn="ctr"/>
            <a:r>
              <a:rPr lang="en-US" sz="900" dirty="0"/>
              <a:t>168</a:t>
            </a:r>
          </a:p>
        </p:txBody>
      </p:sp>
      <p:sp>
        <p:nvSpPr>
          <p:cNvPr id="29" name="TextBox 28">
            <a:extLst>
              <a:ext uri="{FF2B5EF4-FFF2-40B4-BE49-F238E27FC236}">
                <a16:creationId xmlns:a16="http://schemas.microsoft.com/office/drawing/2014/main" id="{4479C4FD-13B6-9527-40FE-9FEB26400376}"/>
              </a:ext>
            </a:extLst>
          </p:cNvPr>
          <p:cNvSpPr txBox="1"/>
          <p:nvPr/>
        </p:nvSpPr>
        <p:spPr>
          <a:xfrm>
            <a:off x="6152446" y="2905709"/>
            <a:ext cx="570089" cy="230832"/>
          </a:xfrm>
          <a:prstGeom prst="rect">
            <a:avLst/>
          </a:prstGeom>
          <a:noFill/>
        </p:spPr>
        <p:txBody>
          <a:bodyPr wrap="square" rtlCol="0">
            <a:spAutoFit/>
          </a:bodyPr>
          <a:lstStyle/>
          <a:p>
            <a:pPr algn="ctr"/>
            <a:r>
              <a:rPr lang="en-US" sz="900" dirty="0"/>
              <a:t>168</a:t>
            </a:r>
          </a:p>
        </p:txBody>
      </p:sp>
      <p:sp>
        <p:nvSpPr>
          <p:cNvPr id="30" name="TextBox 29">
            <a:extLst>
              <a:ext uri="{FF2B5EF4-FFF2-40B4-BE49-F238E27FC236}">
                <a16:creationId xmlns:a16="http://schemas.microsoft.com/office/drawing/2014/main" id="{234D8F39-37C2-08E0-4E64-865FB399A00D}"/>
              </a:ext>
            </a:extLst>
          </p:cNvPr>
          <p:cNvSpPr txBox="1"/>
          <p:nvPr/>
        </p:nvSpPr>
        <p:spPr>
          <a:xfrm>
            <a:off x="6654802" y="2905709"/>
            <a:ext cx="570089" cy="230832"/>
          </a:xfrm>
          <a:prstGeom prst="rect">
            <a:avLst/>
          </a:prstGeom>
          <a:noFill/>
        </p:spPr>
        <p:txBody>
          <a:bodyPr wrap="square" rtlCol="0">
            <a:spAutoFit/>
          </a:bodyPr>
          <a:lstStyle/>
          <a:p>
            <a:pPr algn="ctr"/>
            <a:r>
              <a:rPr lang="en-US" sz="900" dirty="0"/>
              <a:t>168</a:t>
            </a:r>
          </a:p>
        </p:txBody>
      </p:sp>
      <p:sp>
        <p:nvSpPr>
          <p:cNvPr id="31" name="TextBox 30">
            <a:extLst>
              <a:ext uri="{FF2B5EF4-FFF2-40B4-BE49-F238E27FC236}">
                <a16:creationId xmlns:a16="http://schemas.microsoft.com/office/drawing/2014/main" id="{B9AEB25B-E169-84DB-6022-F228E3F4F35C}"/>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63D87ACB-0EEC-781F-5766-8ECF03B055EA}"/>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9C866EBA-3946-1FEB-E6DC-E997B012A860}"/>
              </a:ext>
            </a:extLst>
          </p:cNvPr>
          <p:cNvSpPr txBox="1"/>
          <p:nvPr/>
        </p:nvSpPr>
        <p:spPr>
          <a:xfrm>
            <a:off x="6214537"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9CD6F8E6-263E-C75F-8CBE-2EC439732591}"/>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30506725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696E5-0453-9294-BEB4-CA17D378EC6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D89F18-D559-0C3F-5640-8833753F88B6}"/>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5A24689C-B6E7-7B40-0C38-B474723EE86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AA8AE80-F756-6F36-6DFB-B5EF45DA0B9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570EFEA-2770-0FC1-6466-2EF38376A03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A94B5F8-CA4E-CA12-A505-0EA3481DE30B}"/>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3CF58866-E987-0DDA-097F-1DA1AEB14FE0}"/>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D64ACA58-9F15-79E8-E9D2-EB49981EF477}"/>
              </a:ext>
            </a:extLst>
          </p:cNvPr>
          <p:cNvSpPr txBox="1"/>
          <p:nvPr/>
        </p:nvSpPr>
        <p:spPr>
          <a:xfrm>
            <a:off x="6152446" y="901933"/>
            <a:ext cx="570089" cy="230832"/>
          </a:xfrm>
          <a:prstGeom prst="rect">
            <a:avLst/>
          </a:prstGeom>
          <a:noFill/>
        </p:spPr>
        <p:txBody>
          <a:bodyPr wrap="square" rtlCol="0">
            <a:spAutoFit/>
          </a:bodyPr>
          <a:lstStyle/>
          <a:p>
            <a:pPr algn="ctr"/>
            <a:r>
              <a:rPr lang="en-US" sz="900" dirty="0"/>
              <a:t>68</a:t>
            </a:r>
          </a:p>
        </p:txBody>
      </p:sp>
      <p:sp>
        <p:nvSpPr>
          <p:cNvPr id="12" name="TextBox 11">
            <a:extLst>
              <a:ext uri="{FF2B5EF4-FFF2-40B4-BE49-F238E27FC236}">
                <a16:creationId xmlns:a16="http://schemas.microsoft.com/office/drawing/2014/main" id="{6201E618-DC38-3A56-9FA6-4A079738EDAF}"/>
              </a:ext>
            </a:extLst>
          </p:cNvPr>
          <p:cNvSpPr txBox="1"/>
          <p:nvPr/>
        </p:nvSpPr>
        <p:spPr>
          <a:xfrm>
            <a:off x="6152446" y="1402877"/>
            <a:ext cx="570089" cy="230832"/>
          </a:xfrm>
          <a:prstGeom prst="rect">
            <a:avLst/>
          </a:prstGeom>
          <a:noFill/>
        </p:spPr>
        <p:txBody>
          <a:bodyPr wrap="square" rtlCol="0">
            <a:spAutoFit/>
          </a:bodyPr>
          <a:lstStyle/>
          <a:p>
            <a:pPr algn="ctr"/>
            <a:r>
              <a:rPr lang="en-US" sz="900" dirty="0"/>
              <a:t>3568</a:t>
            </a:r>
          </a:p>
        </p:txBody>
      </p:sp>
      <p:sp>
        <p:nvSpPr>
          <p:cNvPr id="13" name="TextBox 12">
            <a:extLst>
              <a:ext uri="{FF2B5EF4-FFF2-40B4-BE49-F238E27FC236}">
                <a16:creationId xmlns:a16="http://schemas.microsoft.com/office/drawing/2014/main" id="{053D411F-FA33-630C-43DC-D1FF09708909}"/>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34568</a:t>
            </a:r>
          </a:p>
        </p:txBody>
      </p:sp>
      <p:sp>
        <p:nvSpPr>
          <p:cNvPr id="14" name="TextBox 13">
            <a:extLst>
              <a:ext uri="{FF2B5EF4-FFF2-40B4-BE49-F238E27FC236}">
                <a16:creationId xmlns:a16="http://schemas.microsoft.com/office/drawing/2014/main" id="{E19503C8-236F-E2D0-05BC-B4AFF65E0BD9}"/>
              </a:ext>
            </a:extLst>
          </p:cNvPr>
          <p:cNvSpPr txBox="1"/>
          <p:nvPr/>
        </p:nvSpPr>
        <p:spPr>
          <a:xfrm>
            <a:off x="6654802" y="1903821"/>
            <a:ext cx="570089" cy="230832"/>
          </a:xfrm>
          <a:prstGeom prst="rect">
            <a:avLst/>
          </a:prstGeom>
          <a:noFill/>
        </p:spPr>
        <p:txBody>
          <a:bodyPr wrap="square" rtlCol="0">
            <a:spAutoFit/>
          </a:bodyPr>
          <a:lstStyle/>
          <a:p>
            <a:pPr algn="ctr"/>
            <a:r>
              <a:rPr lang="en-US" sz="900" dirty="0"/>
              <a:t>34568</a:t>
            </a:r>
          </a:p>
        </p:txBody>
      </p:sp>
      <p:sp>
        <p:nvSpPr>
          <p:cNvPr id="15" name="TextBox 14">
            <a:extLst>
              <a:ext uri="{FF2B5EF4-FFF2-40B4-BE49-F238E27FC236}">
                <a16:creationId xmlns:a16="http://schemas.microsoft.com/office/drawing/2014/main" id="{4C26D91D-77E2-52E6-CAA7-9133FD40A1E0}"/>
              </a:ext>
            </a:extLst>
          </p:cNvPr>
          <p:cNvSpPr txBox="1"/>
          <p:nvPr/>
        </p:nvSpPr>
        <p:spPr>
          <a:xfrm>
            <a:off x="7157158" y="1903821"/>
            <a:ext cx="570089" cy="230832"/>
          </a:xfrm>
          <a:prstGeom prst="rect">
            <a:avLst/>
          </a:prstGeom>
          <a:noFill/>
        </p:spPr>
        <p:txBody>
          <a:bodyPr wrap="square" rtlCol="0">
            <a:spAutoFit/>
          </a:bodyPr>
          <a:lstStyle/>
          <a:p>
            <a:pPr algn="ctr"/>
            <a:r>
              <a:rPr lang="en-US" sz="900" dirty="0"/>
              <a:t>468</a:t>
            </a:r>
          </a:p>
        </p:txBody>
      </p:sp>
      <p:sp>
        <p:nvSpPr>
          <p:cNvPr id="18" name="TextBox 17">
            <a:extLst>
              <a:ext uri="{FF2B5EF4-FFF2-40B4-BE49-F238E27FC236}">
                <a16:creationId xmlns:a16="http://schemas.microsoft.com/office/drawing/2014/main" id="{3DFDE13E-0B05-E584-4F32-032FB40041E9}"/>
              </a:ext>
            </a:extLst>
          </p:cNvPr>
          <p:cNvSpPr txBox="1"/>
          <p:nvPr/>
        </p:nvSpPr>
        <p:spPr>
          <a:xfrm>
            <a:off x="4645378" y="901933"/>
            <a:ext cx="570089" cy="230832"/>
          </a:xfrm>
          <a:prstGeom prst="rect">
            <a:avLst/>
          </a:prstGeom>
          <a:noFill/>
        </p:spPr>
        <p:txBody>
          <a:bodyPr wrap="square" rtlCol="0">
            <a:spAutoFit/>
          </a:bodyPr>
          <a:lstStyle/>
          <a:p>
            <a:pPr algn="ctr"/>
            <a:r>
              <a:rPr lang="en-US" sz="900" dirty="0"/>
              <a:t>35</a:t>
            </a:r>
          </a:p>
        </p:txBody>
      </p:sp>
      <p:sp>
        <p:nvSpPr>
          <p:cNvPr id="19" name="TextBox 18">
            <a:extLst>
              <a:ext uri="{FF2B5EF4-FFF2-40B4-BE49-F238E27FC236}">
                <a16:creationId xmlns:a16="http://schemas.microsoft.com/office/drawing/2014/main" id="{664D65A6-4BD6-0483-8037-92672712B9D4}"/>
              </a:ext>
            </a:extLst>
          </p:cNvPr>
          <p:cNvSpPr txBox="1"/>
          <p:nvPr/>
        </p:nvSpPr>
        <p:spPr>
          <a:xfrm>
            <a:off x="5147734" y="901933"/>
            <a:ext cx="570089" cy="230832"/>
          </a:xfrm>
          <a:prstGeom prst="rect">
            <a:avLst/>
          </a:prstGeom>
          <a:noFill/>
        </p:spPr>
        <p:txBody>
          <a:bodyPr wrap="square" rtlCol="0">
            <a:spAutoFit/>
          </a:bodyPr>
          <a:lstStyle/>
          <a:p>
            <a:pPr algn="ctr"/>
            <a:r>
              <a:rPr lang="en-US" sz="900" dirty="0"/>
              <a:t>53</a:t>
            </a:r>
          </a:p>
        </p:txBody>
      </p:sp>
      <p:sp>
        <p:nvSpPr>
          <p:cNvPr id="20" name="TextBox 19">
            <a:extLst>
              <a:ext uri="{FF2B5EF4-FFF2-40B4-BE49-F238E27FC236}">
                <a16:creationId xmlns:a16="http://schemas.microsoft.com/office/drawing/2014/main" id="{F17544A9-36CB-D5CD-3C10-0A21BD031015}"/>
              </a:ext>
            </a:extLst>
          </p:cNvPr>
          <p:cNvSpPr txBox="1"/>
          <p:nvPr/>
        </p:nvSpPr>
        <p:spPr>
          <a:xfrm>
            <a:off x="3640666" y="1903821"/>
            <a:ext cx="570089" cy="230832"/>
          </a:xfrm>
          <a:prstGeom prst="rect">
            <a:avLst/>
          </a:prstGeom>
          <a:noFill/>
        </p:spPr>
        <p:txBody>
          <a:bodyPr wrap="square" rtlCol="0">
            <a:spAutoFit/>
          </a:bodyPr>
          <a:lstStyle/>
          <a:p>
            <a:pPr algn="ctr"/>
            <a:r>
              <a:rPr lang="en-US" sz="900" dirty="0"/>
              <a:t>7531</a:t>
            </a:r>
          </a:p>
        </p:txBody>
      </p:sp>
      <p:sp>
        <p:nvSpPr>
          <p:cNvPr id="21" name="TextBox 20">
            <a:extLst>
              <a:ext uri="{FF2B5EF4-FFF2-40B4-BE49-F238E27FC236}">
                <a16:creationId xmlns:a16="http://schemas.microsoft.com/office/drawing/2014/main" id="{F90BE8B8-138D-CD03-DD61-E502DB9D4B30}"/>
              </a:ext>
            </a:extLst>
          </p:cNvPr>
          <p:cNvSpPr txBox="1"/>
          <p:nvPr/>
        </p:nvSpPr>
        <p:spPr>
          <a:xfrm>
            <a:off x="3138310" y="1903821"/>
            <a:ext cx="570089" cy="230832"/>
          </a:xfrm>
          <a:prstGeom prst="rect">
            <a:avLst/>
          </a:prstGeom>
          <a:noFill/>
        </p:spPr>
        <p:txBody>
          <a:bodyPr wrap="square" rtlCol="0">
            <a:spAutoFit/>
          </a:bodyPr>
          <a:lstStyle/>
          <a:p>
            <a:pPr algn="ctr"/>
            <a:r>
              <a:rPr lang="en-US" sz="900" dirty="0"/>
              <a:t>1357</a:t>
            </a:r>
          </a:p>
        </p:txBody>
      </p:sp>
      <p:sp>
        <p:nvSpPr>
          <p:cNvPr id="22" name="TextBox 21">
            <a:extLst>
              <a:ext uri="{FF2B5EF4-FFF2-40B4-BE49-F238E27FC236}">
                <a16:creationId xmlns:a16="http://schemas.microsoft.com/office/drawing/2014/main" id="{C24FAB87-1373-7378-A330-B8B6EDDC3BA8}"/>
              </a:ext>
            </a:extLst>
          </p:cNvPr>
          <p:cNvSpPr txBox="1"/>
          <p:nvPr/>
        </p:nvSpPr>
        <p:spPr>
          <a:xfrm>
            <a:off x="7157158" y="2905709"/>
            <a:ext cx="570089" cy="230832"/>
          </a:xfrm>
          <a:prstGeom prst="rect">
            <a:avLst/>
          </a:prstGeom>
          <a:noFill/>
        </p:spPr>
        <p:txBody>
          <a:bodyPr wrap="square" rtlCol="0">
            <a:spAutoFit/>
          </a:bodyPr>
          <a:lstStyle/>
          <a:p>
            <a:pPr algn="ctr"/>
            <a:r>
              <a:rPr lang="en-US" sz="900" dirty="0"/>
              <a:t>35</a:t>
            </a:r>
          </a:p>
        </p:txBody>
      </p:sp>
      <p:sp>
        <p:nvSpPr>
          <p:cNvPr id="23" name="TextBox 22">
            <a:extLst>
              <a:ext uri="{FF2B5EF4-FFF2-40B4-BE49-F238E27FC236}">
                <a16:creationId xmlns:a16="http://schemas.microsoft.com/office/drawing/2014/main" id="{4D37C2D5-8D5C-1181-85EF-549FC5F60952}"/>
              </a:ext>
            </a:extLst>
          </p:cNvPr>
          <p:cNvSpPr txBox="1"/>
          <p:nvPr/>
        </p:nvSpPr>
        <p:spPr>
          <a:xfrm>
            <a:off x="7157158" y="3406653"/>
            <a:ext cx="570089" cy="230832"/>
          </a:xfrm>
          <a:prstGeom prst="rect">
            <a:avLst/>
          </a:prstGeom>
          <a:noFill/>
        </p:spPr>
        <p:txBody>
          <a:bodyPr wrap="square" rtlCol="0">
            <a:spAutoFit/>
          </a:bodyPr>
          <a:lstStyle/>
          <a:p>
            <a:pPr algn="ctr"/>
            <a:r>
              <a:rPr lang="en-US" sz="900" dirty="0"/>
              <a:t>53</a:t>
            </a:r>
          </a:p>
        </p:txBody>
      </p:sp>
      <p:sp>
        <p:nvSpPr>
          <p:cNvPr id="24" name="TextBox 23">
            <a:extLst>
              <a:ext uri="{FF2B5EF4-FFF2-40B4-BE49-F238E27FC236}">
                <a16:creationId xmlns:a16="http://schemas.microsoft.com/office/drawing/2014/main" id="{631FF2FA-A85D-5817-ECD6-7EB2463F0513}"/>
              </a:ext>
            </a:extLst>
          </p:cNvPr>
          <p:cNvSpPr txBox="1"/>
          <p:nvPr/>
        </p:nvSpPr>
        <p:spPr>
          <a:xfrm>
            <a:off x="6152446" y="4408541"/>
            <a:ext cx="570089" cy="230832"/>
          </a:xfrm>
          <a:prstGeom prst="rect">
            <a:avLst/>
          </a:prstGeom>
          <a:noFill/>
        </p:spPr>
        <p:txBody>
          <a:bodyPr wrap="square" rtlCol="0">
            <a:spAutoFit/>
          </a:bodyPr>
          <a:lstStyle/>
          <a:p>
            <a:pPr algn="ctr"/>
            <a:r>
              <a:rPr lang="en-US" sz="900" dirty="0"/>
              <a:t>123567</a:t>
            </a:r>
          </a:p>
        </p:txBody>
      </p:sp>
      <p:sp>
        <p:nvSpPr>
          <p:cNvPr id="25" name="TextBox 24">
            <a:extLst>
              <a:ext uri="{FF2B5EF4-FFF2-40B4-BE49-F238E27FC236}">
                <a16:creationId xmlns:a16="http://schemas.microsoft.com/office/drawing/2014/main" id="{F995D5F6-A017-1A50-AC51-7282FFD77190}"/>
              </a:ext>
            </a:extLst>
          </p:cNvPr>
          <p:cNvSpPr txBox="1"/>
          <p:nvPr/>
        </p:nvSpPr>
        <p:spPr>
          <a:xfrm>
            <a:off x="6152446" y="4909484"/>
            <a:ext cx="570089" cy="230832"/>
          </a:xfrm>
          <a:prstGeom prst="rect">
            <a:avLst/>
          </a:prstGeom>
          <a:noFill/>
        </p:spPr>
        <p:txBody>
          <a:bodyPr wrap="square" rtlCol="0">
            <a:spAutoFit/>
          </a:bodyPr>
          <a:lstStyle/>
          <a:p>
            <a:pPr algn="ctr"/>
            <a:r>
              <a:rPr lang="en-US" sz="900" dirty="0"/>
              <a:t>765321</a:t>
            </a:r>
          </a:p>
        </p:txBody>
      </p:sp>
      <p:sp>
        <p:nvSpPr>
          <p:cNvPr id="28" name="TextBox 27">
            <a:extLst>
              <a:ext uri="{FF2B5EF4-FFF2-40B4-BE49-F238E27FC236}">
                <a16:creationId xmlns:a16="http://schemas.microsoft.com/office/drawing/2014/main" id="{E876FBF0-B736-1477-2919-9AE5BCB378B1}"/>
              </a:ext>
            </a:extLst>
          </p:cNvPr>
          <p:cNvSpPr txBox="1"/>
          <p:nvPr/>
        </p:nvSpPr>
        <p:spPr>
          <a:xfrm>
            <a:off x="6654802" y="2404765"/>
            <a:ext cx="570089" cy="230832"/>
          </a:xfrm>
          <a:prstGeom prst="rect">
            <a:avLst/>
          </a:prstGeom>
          <a:noFill/>
        </p:spPr>
        <p:txBody>
          <a:bodyPr wrap="square" rtlCol="0">
            <a:spAutoFit/>
          </a:bodyPr>
          <a:lstStyle/>
          <a:p>
            <a:pPr algn="ctr"/>
            <a:r>
              <a:rPr lang="en-US" sz="900" dirty="0"/>
              <a:t>168</a:t>
            </a:r>
          </a:p>
        </p:txBody>
      </p:sp>
      <p:sp>
        <p:nvSpPr>
          <p:cNvPr id="29" name="TextBox 28">
            <a:extLst>
              <a:ext uri="{FF2B5EF4-FFF2-40B4-BE49-F238E27FC236}">
                <a16:creationId xmlns:a16="http://schemas.microsoft.com/office/drawing/2014/main" id="{8FF0FF6A-453D-6BA6-AE1A-BB7A17F0F2D1}"/>
              </a:ext>
            </a:extLst>
          </p:cNvPr>
          <p:cNvSpPr txBox="1"/>
          <p:nvPr/>
        </p:nvSpPr>
        <p:spPr>
          <a:xfrm>
            <a:off x="6152446" y="2905709"/>
            <a:ext cx="570089" cy="230832"/>
          </a:xfrm>
          <a:prstGeom prst="rect">
            <a:avLst/>
          </a:prstGeom>
          <a:noFill/>
        </p:spPr>
        <p:txBody>
          <a:bodyPr wrap="square" rtlCol="0">
            <a:spAutoFit/>
          </a:bodyPr>
          <a:lstStyle/>
          <a:p>
            <a:pPr algn="ctr"/>
            <a:r>
              <a:rPr lang="en-US" sz="900" dirty="0"/>
              <a:t>168</a:t>
            </a:r>
          </a:p>
        </p:txBody>
      </p:sp>
      <p:sp>
        <p:nvSpPr>
          <p:cNvPr id="30" name="TextBox 29">
            <a:extLst>
              <a:ext uri="{FF2B5EF4-FFF2-40B4-BE49-F238E27FC236}">
                <a16:creationId xmlns:a16="http://schemas.microsoft.com/office/drawing/2014/main" id="{75CA2944-5DA4-BCAF-4D8E-6641334FC3CD}"/>
              </a:ext>
            </a:extLst>
          </p:cNvPr>
          <p:cNvSpPr txBox="1"/>
          <p:nvPr/>
        </p:nvSpPr>
        <p:spPr>
          <a:xfrm>
            <a:off x="6654802" y="2905709"/>
            <a:ext cx="570089" cy="230832"/>
          </a:xfrm>
          <a:prstGeom prst="rect">
            <a:avLst/>
          </a:prstGeom>
          <a:noFill/>
        </p:spPr>
        <p:txBody>
          <a:bodyPr wrap="square" rtlCol="0">
            <a:spAutoFit/>
          </a:bodyPr>
          <a:lstStyle/>
          <a:p>
            <a:pPr algn="ctr"/>
            <a:r>
              <a:rPr lang="en-US" sz="900" dirty="0"/>
              <a:t>168</a:t>
            </a:r>
          </a:p>
        </p:txBody>
      </p:sp>
      <p:sp>
        <p:nvSpPr>
          <p:cNvPr id="31" name="TextBox 30">
            <a:extLst>
              <a:ext uri="{FF2B5EF4-FFF2-40B4-BE49-F238E27FC236}">
                <a16:creationId xmlns:a16="http://schemas.microsoft.com/office/drawing/2014/main" id="{8BF26555-6756-B890-0D41-C5A0DCA7A884}"/>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6077A5C2-3B6E-1E2B-BBA4-8FA2B67EB64B}"/>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33CCDF87-E5F9-99EA-0983-BF98419EB7B6}"/>
              </a:ext>
            </a:extLst>
          </p:cNvPr>
          <p:cNvSpPr txBox="1"/>
          <p:nvPr/>
        </p:nvSpPr>
        <p:spPr>
          <a:xfrm>
            <a:off x="6214537"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5A530BDC-C811-FEE9-C8C9-B30B100EEED0}"/>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EE664DBF-BDC1-FE6E-FE35-695FD3B01641}"/>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1D80A46C-618A-9662-1FF0-CE2A06635EA3}"/>
              </a:ext>
            </a:extLst>
          </p:cNvPr>
          <p:cNvSpPr txBox="1"/>
          <p:nvPr/>
        </p:nvSpPr>
        <p:spPr>
          <a:xfrm>
            <a:off x="6714071" y="72121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07B248BD-9937-0A24-94AB-CB25DB043E95}"/>
              </a:ext>
            </a:extLst>
          </p:cNvPr>
          <p:cNvSpPr txBox="1"/>
          <p:nvPr/>
        </p:nvSpPr>
        <p:spPr>
          <a:xfrm>
            <a:off x="7213604" y="72121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31255053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EAA56-0820-119E-D5A5-8DD3D46E2A0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E542E3D-7E57-95B1-DA5C-9112F3E13804}"/>
              </a:ext>
            </a:extLst>
          </p:cNvPr>
          <p:cNvSpPr>
            <a:spLocks noGrp="1"/>
          </p:cNvSpPr>
          <p:nvPr>
            <p:ph sz="half" idx="1"/>
          </p:nvPr>
        </p:nvSpPr>
        <p:spPr/>
        <p:txBody>
          <a:bodyPr/>
          <a:lstStyle/>
          <a:p>
            <a:r>
              <a:rPr lang="en-US" dirty="0"/>
              <a:t>Complete right middle block. The 7 and 9 fit in only one way.</a:t>
            </a:r>
          </a:p>
          <a:p>
            <a:r>
              <a:rPr lang="en-US" dirty="0"/>
              <a:t>Then, complete [19 in 3].</a:t>
            </a:r>
          </a:p>
        </p:txBody>
      </p:sp>
      <p:pic>
        <p:nvPicPr>
          <p:cNvPr id="4" name="Picture 3" descr="A grid of sudoku puzzle&#10;&#10;Description automatically generated">
            <a:extLst>
              <a:ext uri="{FF2B5EF4-FFF2-40B4-BE49-F238E27FC236}">
                <a16:creationId xmlns:a16="http://schemas.microsoft.com/office/drawing/2014/main" id="{25EB1C2A-3E79-F305-C116-A89608784E7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3177653-3AE5-8400-51A5-7A7344DD363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2BAA2C2-5DC5-ACFA-EF24-6FA64536254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74C337E-EB74-284F-BF0C-6AE9002CAF94}"/>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C2C9D50F-2713-7351-A3FB-2EEE9F0562DC}"/>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282250AC-9775-724D-68D0-AF2C91EB0102}"/>
              </a:ext>
            </a:extLst>
          </p:cNvPr>
          <p:cNvSpPr txBox="1"/>
          <p:nvPr/>
        </p:nvSpPr>
        <p:spPr>
          <a:xfrm>
            <a:off x="6152446" y="901933"/>
            <a:ext cx="570089" cy="230832"/>
          </a:xfrm>
          <a:prstGeom prst="rect">
            <a:avLst/>
          </a:prstGeom>
          <a:noFill/>
        </p:spPr>
        <p:txBody>
          <a:bodyPr wrap="square" rtlCol="0">
            <a:spAutoFit/>
          </a:bodyPr>
          <a:lstStyle/>
          <a:p>
            <a:pPr algn="ctr"/>
            <a:r>
              <a:rPr lang="en-US" sz="900" dirty="0"/>
              <a:t>68</a:t>
            </a:r>
          </a:p>
        </p:txBody>
      </p:sp>
      <p:sp>
        <p:nvSpPr>
          <p:cNvPr id="12" name="TextBox 11">
            <a:extLst>
              <a:ext uri="{FF2B5EF4-FFF2-40B4-BE49-F238E27FC236}">
                <a16:creationId xmlns:a16="http://schemas.microsoft.com/office/drawing/2014/main" id="{76FF5990-DD5F-7C7F-A8BE-1906F7B48D6B}"/>
              </a:ext>
            </a:extLst>
          </p:cNvPr>
          <p:cNvSpPr txBox="1"/>
          <p:nvPr/>
        </p:nvSpPr>
        <p:spPr>
          <a:xfrm>
            <a:off x="6152446" y="1402877"/>
            <a:ext cx="570089" cy="230832"/>
          </a:xfrm>
          <a:prstGeom prst="rect">
            <a:avLst/>
          </a:prstGeom>
          <a:noFill/>
        </p:spPr>
        <p:txBody>
          <a:bodyPr wrap="square" rtlCol="0">
            <a:spAutoFit/>
          </a:bodyPr>
          <a:lstStyle/>
          <a:p>
            <a:pPr algn="ctr"/>
            <a:r>
              <a:rPr lang="en-US" sz="900" dirty="0"/>
              <a:t>3568</a:t>
            </a:r>
          </a:p>
        </p:txBody>
      </p:sp>
      <p:sp>
        <p:nvSpPr>
          <p:cNvPr id="13" name="TextBox 12">
            <a:extLst>
              <a:ext uri="{FF2B5EF4-FFF2-40B4-BE49-F238E27FC236}">
                <a16:creationId xmlns:a16="http://schemas.microsoft.com/office/drawing/2014/main" id="{F78055B2-4AE1-31FB-DBE2-36602F6D13AE}"/>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34568</a:t>
            </a:r>
          </a:p>
        </p:txBody>
      </p:sp>
      <p:sp>
        <p:nvSpPr>
          <p:cNvPr id="14" name="TextBox 13">
            <a:extLst>
              <a:ext uri="{FF2B5EF4-FFF2-40B4-BE49-F238E27FC236}">
                <a16:creationId xmlns:a16="http://schemas.microsoft.com/office/drawing/2014/main" id="{E58C92CB-7A36-3AD3-EAB4-E39E7A559566}"/>
              </a:ext>
            </a:extLst>
          </p:cNvPr>
          <p:cNvSpPr txBox="1"/>
          <p:nvPr/>
        </p:nvSpPr>
        <p:spPr>
          <a:xfrm>
            <a:off x="6654802" y="1903821"/>
            <a:ext cx="570089" cy="230832"/>
          </a:xfrm>
          <a:prstGeom prst="rect">
            <a:avLst/>
          </a:prstGeom>
          <a:noFill/>
        </p:spPr>
        <p:txBody>
          <a:bodyPr wrap="square" rtlCol="0">
            <a:spAutoFit/>
          </a:bodyPr>
          <a:lstStyle/>
          <a:p>
            <a:pPr algn="ctr"/>
            <a:r>
              <a:rPr lang="en-US" sz="900" dirty="0"/>
              <a:t>34568</a:t>
            </a:r>
          </a:p>
        </p:txBody>
      </p:sp>
      <p:sp>
        <p:nvSpPr>
          <p:cNvPr id="15" name="TextBox 14">
            <a:extLst>
              <a:ext uri="{FF2B5EF4-FFF2-40B4-BE49-F238E27FC236}">
                <a16:creationId xmlns:a16="http://schemas.microsoft.com/office/drawing/2014/main" id="{A789976E-3883-63DA-6D91-4466FBEBAC09}"/>
              </a:ext>
            </a:extLst>
          </p:cNvPr>
          <p:cNvSpPr txBox="1"/>
          <p:nvPr/>
        </p:nvSpPr>
        <p:spPr>
          <a:xfrm>
            <a:off x="7157158" y="1903821"/>
            <a:ext cx="570089" cy="230832"/>
          </a:xfrm>
          <a:prstGeom prst="rect">
            <a:avLst/>
          </a:prstGeom>
          <a:noFill/>
        </p:spPr>
        <p:txBody>
          <a:bodyPr wrap="square" rtlCol="0">
            <a:spAutoFit/>
          </a:bodyPr>
          <a:lstStyle/>
          <a:p>
            <a:pPr algn="ctr"/>
            <a:r>
              <a:rPr lang="en-US" sz="900" dirty="0"/>
              <a:t>468</a:t>
            </a:r>
          </a:p>
        </p:txBody>
      </p:sp>
      <p:sp>
        <p:nvSpPr>
          <p:cNvPr id="18" name="TextBox 17">
            <a:extLst>
              <a:ext uri="{FF2B5EF4-FFF2-40B4-BE49-F238E27FC236}">
                <a16:creationId xmlns:a16="http://schemas.microsoft.com/office/drawing/2014/main" id="{8443457D-B945-F1D7-87BA-51D238E48AF6}"/>
              </a:ext>
            </a:extLst>
          </p:cNvPr>
          <p:cNvSpPr txBox="1"/>
          <p:nvPr/>
        </p:nvSpPr>
        <p:spPr>
          <a:xfrm>
            <a:off x="4645378" y="901933"/>
            <a:ext cx="570089" cy="230832"/>
          </a:xfrm>
          <a:prstGeom prst="rect">
            <a:avLst/>
          </a:prstGeom>
          <a:noFill/>
        </p:spPr>
        <p:txBody>
          <a:bodyPr wrap="square" rtlCol="0">
            <a:spAutoFit/>
          </a:bodyPr>
          <a:lstStyle/>
          <a:p>
            <a:pPr algn="ctr"/>
            <a:r>
              <a:rPr lang="en-US" sz="900" dirty="0"/>
              <a:t>35</a:t>
            </a:r>
          </a:p>
        </p:txBody>
      </p:sp>
      <p:sp>
        <p:nvSpPr>
          <p:cNvPr id="19" name="TextBox 18">
            <a:extLst>
              <a:ext uri="{FF2B5EF4-FFF2-40B4-BE49-F238E27FC236}">
                <a16:creationId xmlns:a16="http://schemas.microsoft.com/office/drawing/2014/main" id="{35812D4A-BF0A-FDA5-9F3E-189772F490D8}"/>
              </a:ext>
            </a:extLst>
          </p:cNvPr>
          <p:cNvSpPr txBox="1"/>
          <p:nvPr/>
        </p:nvSpPr>
        <p:spPr>
          <a:xfrm>
            <a:off x="5147734" y="901933"/>
            <a:ext cx="570089" cy="230832"/>
          </a:xfrm>
          <a:prstGeom prst="rect">
            <a:avLst/>
          </a:prstGeom>
          <a:noFill/>
        </p:spPr>
        <p:txBody>
          <a:bodyPr wrap="square" rtlCol="0">
            <a:spAutoFit/>
          </a:bodyPr>
          <a:lstStyle/>
          <a:p>
            <a:pPr algn="ctr"/>
            <a:r>
              <a:rPr lang="en-US" sz="900" dirty="0"/>
              <a:t>53</a:t>
            </a:r>
          </a:p>
        </p:txBody>
      </p:sp>
      <p:sp>
        <p:nvSpPr>
          <p:cNvPr id="20" name="TextBox 19">
            <a:extLst>
              <a:ext uri="{FF2B5EF4-FFF2-40B4-BE49-F238E27FC236}">
                <a16:creationId xmlns:a16="http://schemas.microsoft.com/office/drawing/2014/main" id="{0E5B4F14-B7EE-EC8B-B547-4CE0965F245B}"/>
              </a:ext>
            </a:extLst>
          </p:cNvPr>
          <p:cNvSpPr txBox="1"/>
          <p:nvPr/>
        </p:nvSpPr>
        <p:spPr>
          <a:xfrm>
            <a:off x="3640666" y="1903821"/>
            <a:ext cx="570089" cy="230832"/>
          </a:xfrm>
          <a:prstGeom prst="rect">
            <a:avLst/>
          </a:prstGeom>
          <a:noFill/>
        </p:spPr>
        <p:txBody>
          <a:bodyPr wrap="square" rtlCol="0">
            <a:spAutoFit/>
          </a:bodyPr>
          <a:lstStyle/>
          <a:p>
            <a:pPr algn="ctr"/>
            <a:r>
              <a:rPr lang="en-US" sz="900" dirty="0"/>
              <a:t>7531</a:t>
            </a:r>
          </a:p>
        </p:txBody>
      </p:sp>
      <p:sp>
        <p:nvSpPr>
          <p:cNvPr id="21" name="TextBox 20">
            <a:extLst>
              <a:ext uri="{FF2B5EF4-FFF2-40B4-BE49-F238E27FC236}">
                <a16:creationId xmlns:a16="http://schemas.microsoft.com/office/drawing/2014/main" id="{E9F5D9AC-F3F9-20F9-7DBA-4E227EFDF714}"/>
              </a:ext>
            </a:extLst>
          </p:cNvPr>
          <p:cNvSpPr txBox="1"/>
          <p:nvPr/>
        </p:nvSpPr>
        <p:spPr>
          <a:xfrm>
            <a:off x="3138310" y="1903821"/>
            <a:ext cx="570089" cy="230832"/>
          </a:xfrm>
          <a:prstGeom prst="rect">
            <a:avLst/>
          </a:prstGeom>
          <a:noFill/>
        </p:spPr>
        <p:txBody>
          <a:bodyPr wrap="square" rtlCol="0">
            <a:spAutoFit/>
          </a:bodyPr>
          <a:lstStyle/>
          <a:p>
            <a:pPr algn="ctr"/>
            <a:r>
              <a:rPr lang="en-US" sz="900" dirty="0"/>
              <a:t>1357</a:t>
            </a:r>
          </a:p>
        </p:txBody>
      </p:sp>
      <p:sp>
        <p:nvSpPr>
          <p:cNvPr id="22" name="TextBox 21">
            <a:extLst>
              <a:ext uri="{FF2B5EF4-FFF2-40B4-BE49-F238E27FC236}">
                <a16:creationId xmlns:a16="http://schemas.microsoft.com/office/drawing/2014/main" id="{AA57DC61-5386-80A3-28E3-99723441438B}"/>
              </a:ext>
            </a:extLst>
          </p:cNvPr>
          <p:cNvSpPr txBox="1"/>
          <p:nvPr/>
        </p:nvSpPr>
        <p:spPr>
          <a:xfrm>
            <a:off x="7157158" y="2905709"/>
            <a:ext cx="570089" cy="230832"/>
          </a:xfrm>
          <a:prstGeom prst="rect">
            <a:avLst/>
          </a:prstGeom>
          <a:noFill/>
        </p:spPr>
        <p:txBody>
          <a:bodyPr wrap="square" rtlCol="0">
            <a:spAutoFit/>
          </a:bodyPr>
          <a:lstStyle/>
          <a:p>
            <a:pPr algn="ctr"/>
            <a:r>
              <a:rPr lang="en-US" sz="900" dirty="0"/>
              <a:t>35</a:t>
            </a:r>
          </a:p>
        </p:txBody>
      </p:sp>
      <p:sp>
        <p:nvSpPr>
          <p:cNvPr id="23" name="TextBox 22">
            <a:extLst>
              <a:ext uri="{FF2B5EF4-FFF2-40B4-BE49-F238E27FC236}">
                <a16:creationId xmlns:a16="http://schemas.microsoft.com/office/drawing/2014/main" id="{45709E2A-8854-4A0F-758A-7603CB0675FE}"/>
              </a:ext>
            </a:extLst>
          </p:cNvPr>
          <p:cNvSpPr txBox="1"/>
          <p:nvPr/>
        </p:nvSpPr>
        <p:spPr>
          <a:xfrm>
            <a:off x="7157158" y="3406653"/>
            <a:ext cx="570089" cy="230832"/>
          </a:xfrm>
          <a:prstGeom prst="rect">
            <a:avLst/>
          </a:prstGeom>
          <a:noFill/>
        </p:spPr>
        <p:txBody>
          <a:bodyPr wrap="square" rtlCol="0">
            <a:spAutoFit/>
          </a:bodyPr>
          <a:lstStyle/>
          <a:p>
            <a:pPr algn="ctr"/>
            <a:r>
              <a:rPr lang="en-US" sz="900" dirty="0"/>
              <a:t>53</a:t>
            </a:r>
          </a:p>
        </p:txBody>
      </p:sp>
      <p:sp>
        <p:nvSpPr>
          <p:cNvPr id="24" name="TextBox 23">
            <a:extLst>
              <a:ext uri="{FF2B5EF4-FFF2-40B4-BE49-F238E27FC236}">
                <a16:creationId xmlns:a16="http://schemas.microsoft.com/office/drawing/2014/main" id="{AD04253C-B316-75F1-14C3-E09DBC2502EE}"/>
              </a:ext>
            </a:extLst>
          </p:cNvPr>
          <p:cNvSpPr txBox="1"/>
          <p:nvPr/>
        </p:nvSpPr>
        <p:spPr>
          <a:xfrm>
            <a:off x="6152446" y="4408541"/>
            <a:ext cx="570089" cy="230832"/>
          </a:xfrm>
          <a:prstGeom prst="rect">
            <a:avLst/>
          </a:prstGeom>
          <a:noFill/>
        </p:spPr>
        <p:txBody>
          <a:bodyPr wrap="square" rtlCol="0">
            <a:spAutoFit/>
          </a:bodyPr>
          <a:lstStyle/>
          <a:p>
            <a:pPr algn="ctr"/>
            <a:r>
              <a:rPr lang="en-US" sz="900" dirty="0"/>
              <a:t>123567</a:t>
            </a:r>
          </a:p>
        </p:txBody>
      </p:sp>
      <p:sp>
        <p:nvSpPr>
          <p:cNvPr id="25" name="TextBox 24">
            <a:extLst>
              <a:ext uri="{FF2B5EF4-FFF2-40B4-BE49-F238E27FC236}">
                <a16:creationId xmlns:a16="http://schemas.microsoft.com/office/drawing/2014/main" id="{1C6D86BD-22C6-6424-7501-86A97BC9B2E0}"/>
              </a:ext>
            </a:extLst>
          </p:cNvPr>
          <p:cNvSpPr txBox="1"/>
          <p:nvPr/>
        </p:nvSpPr>
        <p:spPr>
          <a:xfrm>
            <a:off x="6152446" y="4909484"/>
            <a:ext cx="570089" cy="230832"/>
          </a:xfrm>
          <a:prstGeom prst="rect">
            <a:avLst/>
          </a:prstGeom>
          <a:noFill/>
        </p:spPr>
        <p:txBody>
          <a:bodyPr wrap="square" rtlCol="0">
            <a:spAutoFit/>
          </a:bodyPr>
          <a:lstStyle/>
          <a:p>
            <a:pPr algn="ctr"/>
            <a:r>
              <a:rPr lang="en-US" sz="900" dirty="0"/>
              <a:t>765321</a:t>
            </a:r>
          </a:p>
        </p:txBody>
      </p:sp>
      <p:sp>
        <p:nvSpPr>
          <p:cNvPr id="28" name="TextBox 27">
            <a:extLst>
              <a:ext uri="{FF2B5EF4-FFF2-40B4-BE49-F238E27FC236}">
                <a16:creationId xmlns:a16="http://schemas.microsoft.com/office/drawing/2014/main" id="{CFB52A84-AE91-D52D-D506-CDCE552B9330}"/>
              </a:ext>
            </a:extLst>
          </p:cNvPr>
          <p:cNvSpPr txBox="1"/>
          <p:nvPr/>
        </p:nvSpPr>
        <p:spPr>
          <a:xfrm>
            <a:off x="6654802" y="2404765"/>
            <a:ext cx="570089" cy="230832"/>
          </a:xfrm>
          <a:prstGeom prst="rect">
            <a:avLst/>
          </a:prstGeom>
          <a:noFill/>
        </p:spPr>
        <p:txBody>
          <a:bodyPr wrap="square" rtlCol="0">
            <a:spAutoFit/>
          </a:bodyPr>
          <a:lstStyle/>
          <a:p>
            <a:pPr algn="ctr"/>
            <a:r>
              <a:rPr lang="en-US" sz="900" dirty="0"/>
              <a:t>168</a:t>
            </a:r>
          </a:p>
        </p:txBody>
      </p:sp>
      <p:sp>
        <p:nvSpPr>
          <p:cNvPr id="29" name="TextBox 28">
            <a:extLst>
              <a:ext uri="{FF2B5EF4-FFF2-40B4-BE49-F238E27FC236}">
                <a16:creationId xmlns:a16="http://schemas.microsoft.com/office/drawing/2014/main" id="{23526082-529F-D7F5-E5A1-82C9162CB0A3}"/>
              </a:ext>
            </a:extLst>
          </p:cNvPr>
          <p:cNvSpPr txBox="1"/>
          <p:nvPr/>
        </p:nvSpPr>
        <p:spPr>
          <a:xfrm>
            <a:off x="6152446" y="2905709"/>
            <a:ext cx="570089" cy="230832"/>
          </a:xfrm>
          <a:prstGeom prst="rect">
            <a:avLst/>
          </a:prstGeom>
          <a:noFill/>
        </p:spPr>
        <p:txBody>
          <a:bodyPr wrap="square" rtlCol="0">
            <a:spAutoFit/>
          </a:bodyPr>
          <a:lstStyle/>
          <a:p>
            <a:pPr algn="ctr"/>
            <a:r>
              <a:rPr lang="en-US" sz="900" dirty="0"/>
              <a:t>168</a:t>
            </a:r>
          </a:p>
        </p:txBody>
      </p:sp>
      <p:sp>
        <p:nvSpPr>
          <p:cNvPr id="30" name="TextBox 29">
            <a:extLst>
              <a:ext uri="{FF2B5EF4-FFF2-40B4-BE49-F238E27FC236}">
                <a16:creationId xmlns:a16="http://schemas.microsoft.com/office/drawing/2014/main" id="{6C9DA797-4CA0-2B8A-97FF-21436A99CF58}"/>
              </a:ext>
            </a:extLst>
          </p:cNvPr>
          <p:cNvSpPr txBox="1"/>
          <p:nvPr/>
        </p:nvSpPr>
        <p:spPr>
          <a:xfrm>
            <a:off x="6654802" y="2905709"/>
            <a:ext cx="570089" cy="230832"/>
          </a:xfrm>
          <a:prstGeom prst="rect">
            <a:avLst/>
          </a:prstGeom>
          <a:noFill/>
        </p:spPr>
        <p:txBody>
          <a:bodyPr wrap="square" rtlCol="0">
            <a:spAutoFit/>
          </a:bodyPr>
          <a:lstStyle/>
          <a:p>
            <a:pPr algn="ctr"/>
            <a:r>
              <a:rPr lang="en-US" sz="900" dirty="0"/>
              <a:t>168</a:t>
            </a:r>
          </a:p>
        </p:txBody>
      </p:sp>
      <p:sp>
        <p:nvSpPr>
          <p:cNvPr id="31" name="TextBox 30">
            <a:extLst>
              <a:ext uri="{FF2B5EF4-FFF2-40B4-BE49-F238E27FC236}">
                <a16:creationId xmlns:a16="http://schemas.microsoft.com/office/drawing/2014/main" id="{72A14E94-FE3B-0EB2-16F3-DA66C5C25B6C}"/>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E24812D8-D3B0-B493-9C24-6DB8105EFFE1}"/>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F5A90089-2331-B8BF-CF50-7D2C75FBFE4B}"/>
              </a:ext>
            </a:extLst>
          </p:cNvPr>
          <p:cNvSpPr txBox="1"/>
          <p:nvPr/>
        </p:nvSpPr>
        <p:spPr>
          <a:xfrm>
            <a:off x="6214537"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A7B7D248-2ED4-E6B5-FE7C-699D2462BD54}"/>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9D7C4967-D493-4368-94E9-20894098B797}"/>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FE96E489-8C75-30B9-D0DF-A7F9F378521D}"/>
              </a:ext>
            </a:extLst>
          </p:cNvPr>
          <p:cNvSpPr txBox="1"/>
          <p:nvPr/>
        </p:nvSpPr>
        <p:spPr>
          <a:xfrm>
            <a:off x="6714071" y="72121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61906773-B195-1E2D-A684-9BE25544BE43}"/>
              </a:ext>
            </a:extLst>
          </p:cNvPr>
          <p:cNvSpPr txBox="1"/>
          <p:nvPr/>
        </p:nvSpPr>
        <p:spPr>
          <a:xfrm>
            <a:off x="7213604" y="72121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89EBC288-A7FB-A448-B57A-7AC59C679367}"/>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41FD77C0-42A9-2143-77AE-243162E7BE10}"/>
              </a:ext>
            </a:extLst>
          </p:cNvPr>
          <p:cNvSpPr txBox="1"/>
          <p:nvPr/>
        </p:nvSpPr>
        <p:spPr>
          <a:xfrm>
            <a:off x="6214537" y="3237891"/>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E2A96ABB-FDC8-CD35-D616-4C3841D0BAE8}"/>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21071868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DCEAD-5D60-9E0F-466F-0C90EE73F29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387691B-093A-6C7E-A909-595EDC94EFA8}"/>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2F32BA08-C74B-A89B-21A6-9B037650A0C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7AFCAEE-EEFE-C98D-5435-1B7B14233C3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1807DFA-F65F-F785-6AE0-B681816D273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7FC101E-E81D-F1BD-CAD8-06B703FCABD3}"/>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56C05D48-D750-0EED-C7FE-4CBF22C3EDA0}"/>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3F9E118E-FBA9-17BF-4FCD-90B4EF77781B}"/>
              </a:ext>
            </a:extLst>
          </p:cNvPr>
          <p:cNvSpPr txBox="1"/>
          <p:nvPr/>
        </p:nvSpPr>
        <p:spPr>
          <a:xfrm>
            <a:off x="6152446" y="901933"/>
            <a:ext cx="570089" cy="230832"/>
          </a:xfrm>
          <a:prstGeom prst="rect">
            <a:avLst/>
          </a:prstGeom>
          <a:noFill/>
        </p:spPr>
        <p:txBody>
          <a:bodyPr wrap="square" rtlCol="0">
            <a:spAutoFit/>
          </a:bodyPr>
          <a:lstStyle/>
          <a:p>
            <a:pPr algn="ctr"/>
            <a:r>
              <a:rPr lang="en-US" sz="900" dirty="0"/>
              <a:t>68</a:t>
            </a:r>
          </a:p>
        </p:txBody>
      </p:sp>
      <p:sp>
        <p:nvSpPr>
          <p:cNvPr id="12" name="TextBox 11">
            <a:extLst>
              <a:ext uri="{FF2B5EF4-FFF2-40B4-BE49-F238E27FC236}">
                <a16:creationId xmlns:a16="http://schemas.microsoft.com/office/drawing/2014/main" id="{7FF3BCD4-F3B7-1C4F-F25B-FD36075D7DE3}"/>
              </a:ext>
            </a:extLst>
          </p:cNvPr>
          <p:cNvSpPr txBox="1"/>
          <p:nvPr/>
        </p:nvSpPr>
        <p:spPr>
          <a:xfrm>
            <a:off x="6152446" y="1402877"/>
            <a:ext cx="570089" cy="230832"/>
          </a:xfrm>
          <a:prstGeom prst="rect">
            <a:avLst/>
          </a:prstGeom>
          <a:noFill/>
        </p:spPr>
        <p:txBody>
          <a:bodyPr wrap="square" rtlCol="0">
            <a:spAutoFit/>
          </a:bodyPr>
          <a:lstStyle/>
          <a:p>
            <a:pPr algn="ctr"/>
            <a:r>
              <a:rPr lang="en-US" sz="900" dirty="0"/>
              <a:t>3568</a:t>
            </a:r>
          </a:p>
        </p:txBody>
      </p:sp>
      <p:sp>
        <p:nvSpPr>
          <p:cNvPr id="13" name="TextBox 12">
            <a:extLst>
              <a:ext uri="{FF2B5EF4-FFF2-40B4-BE49-F238E27FC236}">
                <a16:creationId xmlns:a16="http://schemas.microsoft.com/office/drawing/2014/main" id="{E83106A0-F34C-DEAA-CE5E-9A49C4EB7263}"/>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34568</a:t>
            </a:r>
          </a:p>
        </p:txBody>
      </p:sp>
      <p:sp>
        <p:nvSpPr>
          <p:cNvPr id="14" name="TextBox 13">
            <a:extLst>
              <a:ext uri="{FF2B5EF4-FFF2-40B4-BE49-F238E27FC236}">
                <a16:creationId xmlns:a16="http://schemas.microsoft.com/office/drawing/2014/main" id="{A859ED03-8B69-E853-6707-1B0287F7851C}"/>
              </a:ext>
            </a:extLst>
          </p:cNvPr>
          <p:cNvSpPr txBox="1"/>
          <p:nvPr/>
        </p:nvSpPr>
        <p:spPr>
          <a:xfrm>
            <a:off x="6654802" y="1903821"/>
            <a:ext cx="570089" cy="230832"/>
          </a:xfrm>
          <a:prstGeom prst="rect">
            <a:avLst/>
          </a:prstGeom>
          <a:noFill/>
        </p:spPr>
        <p:txBody>
          <a:bodyPr wrap="square" rtlCol="0">
            <a:spAutoFit/>
          </a:bodyPr>
          <a:lstStyle/>
          <a:p>
            <a:pPr algn="ctr"/>
            <a:r>
              <a:rPr lang="en-US" sz="900" dirty="0"/>
              <a:t>34568</a:t>
            </a:r>
          </a:p>
        </p:txBody>
      </p:sp>
      <p:sp>
        <p:nvSpPr>
          <p:cNvPr id="15" name="TextBox 14">
            <a:extLst>
              <a:ext uri="{FF2B5EF4-FFF2-40B4-BE49-F238E27FC236}">
                <a16:creationId xmlns:a16="http://schemas.microsoft.com/office/drawing/2014/main" id="{72E6B178-FEBF-2419-6EAD-C628609EDA52}"/>
              </a:ext>
            </a:extLst>
          </p:cNvPr>
          <p:cNvSpPr txBox="1"/>
          <p:nvPr/>
        </p:nvSpPr>
        <p:spPr>
          <a:xfrm>
            <a:off x="7157158" y="1903821"/>
            <a:ext cx="570089" cy="230832"/>
          </a:xfrm>
          <a:prstGeom prst="rect">
            <a:avLst/>
          </a:prstGeom>
          <a:noFill/>
        </p:spPr>
        <p:txBody>
          <a:bodyPr wrap="square" rtlCol="0">
            <a:spAutoFit/>
          </a:bodyPr>
          <a:lstStyle/>
          <a:p>
            <a:pPr algn="ctr"/>
            <a:r>
              <a:rPr lang="en-US" sz="900" dirty="0"/>
              <a:t>468</a:t>
            </a:r>
          </a:p>
        </p:txBody>
      </p:sp>
      <p:sp>
        <p:nvSpPr>
          <p:cNvPr id="18" name="TextBox 17">
            <a:extLst>
              <a:ext uri="{FF2B5EF4-FFF2-40B4-BE49-F238E27FC236}">
                <a16:creationId xmlns:a16="http://schemas.microsoft.com/office/drawing/2014/main" id="{0C1B6233-DC3C-A87F-0869-8884FF024E15}"/>
              </a:ext>
            </a:extLst>
          </p:cNvPr>
          <p:cNvSpPr txBox="1"/>
          <p:nvPr/>
        </p:nvSpPr>
        <p:spPr>
          <a:xfrm>
            <a:off x="4645378" y="901933"/>
            <a:ext cx="570089" cy="230832"/>
          </a:xfrm>
          <a:prstGeom prst="rect">
            <a:avLst/>
          </a:prstGeom>
          <a:noFill/>
        </p:spPr>
        <p:txBody>
          <a:bodyPr wrap="square" rtlCol="0">
            <a:spAutoFit/>
          </a:bodyPr>
          <a:lstStyle/>
          <a:p>
            <a:pPr algn="ctr"/>
            <a:r>
              <a:rPr lang="en-US" sz="900" dirty="0"/>
              <a:t>35</a:t>
            </a:r>
          </a:p>
        </p:txBody>
      </p:sp>
      <p:sp>
        <p:nvSpPr>
          <p:cNvPr id="19" name="TextBox 18">
            <a:extLst>
              <a:ext uri="{FF2B5EF4-FFF2-40B4-BE49-F238E27FC236}">
                <a16:creationId xmlns:a16="http://schemas.microsoft.com/office/drawing/2014/main" id="{47C8CAE0-AE15-73C2-A231-0CD17C6CD8C8}"/>
              </a:ext>
            </a:extLst>
          </p:cNvPr>
          <p:cNvSpPr txBox="1"/>
          <p:nvPr/>
        </p:nvSpPr>
        <p:spPr>
          <a:xfrm>
            <a:off x="5147734" y="901933"/>
            <a:ext cx="570089" cy="230832"/>
          </a:xfrm>
          <a:prstGeom prst="rect">
            <a:avLst/>
          </a:prstGeom>
          <a:noFill/>
        </p:spPr>
        <p:txBody>
          <a:bodyPr wrap="square" rtlCol="0">
            <a:spAutoFit/>
          </a:bodyPr>
          <a:lstStyle/>
          <a:p>
            <a:pPr algn="ctr"/>
            <a:r>
              <a:rPr lang="en-US" sz="900" dirty="0"/>
              <a:t>53</a:t>
            </a:r>
          </a:p>
        </p:txBody>
      </p:sp>
      <p:sp>
        <p:nvSpPr>
          <p:cNvPr id="20" name="TextBox 19">
            <a:extLst>
              <a:ext uri="{FF2B5EF4-FFF2-40B4-BE49-F238E27FC236}">
                <a16:creationId xmlns:a16="http://schemas.microsoft.com/office/drawing/2014/main" id="{A9E52B39-AA04-4552-43A1-7B1F2717254D}"/>
              </a:ext>
            </a:extLst>
          </p:cNvPr>
          <p:cNvSpPr txBox="1"/>
          <p:nvPr/>
        </p:nvSpPr>
        <p:spPr>
          <a:xfrm>
            <a:off x="3640666" y="1903821"/>
            <a:ext cx="570089" cy="230832"/>
          </a:xfrm>
          <a:prstGeom prst="rect">
            <a:avLst/>
          </a:prstGeom>
          <a:noFill/>
        </p:spPr>
        <p:txBody>
          <a:bodyPr wrap="square" rtlCol="0">
            <a:spAutoFit/>
          </a:bodyPr>
          <a:lstStyle/>
          <a:p>
            <a:pPr algn="ctr"/>
            <a:r>
              <a:rPr lang="en-US" sz="900" dirty="0"/>
              <a:t>7531</a:t>
            </a:r>
          </a:p>
        </p:txBody>
      </p:sp>
      <p:sp>
        <p:nvSpPr>
          <p:cNvPr id="21" name="TextBox 20">
            <a:extLst>
              <a:ext uri="{FF2B5EF4-FFF2-40B4-BE49-F238E27FC236}">
                <a16:creationId xmlns:a16="http://schemas.microsoft.com/office/drawing/2014/main" id="{162DEE0E-3917-271E-1F19-E920F68DBA16}"/>
              </a:ext>
            </a:extLst>
          </p:cNvPr>
          <p:cNvSpPr txBox="1"/>
          <p:nvPr/>
        </p:nvSpPr>
        <p:spPr>
          <a:xfrm>
            <a:off x="3138310" y="1903821"/>
            <a:ext cx="570089" cy="230832"/>
          </a:xfrm>
          <a:prstGeom prst="rect">
            <a:avLst/>
          </a:prstGeom>
          <a:noFill/>
        </p:spPr>
        <p:txBody>
          <a:bodyPr wrap="square" rtlCol="0">
            <a:spAutoFit/>
          </a:bodyPr>
          <a:lstStyle/>
          <a:p>
            <a:pPr algn="ctr"/>
            <a:r>
              <a:rPr lang="en-US" sz="900" dirty="0"/>
              <a:t>1357</a:t>
            </a:r>
          </a:p>
        </p:txBody>
      </p:sp>
      <p:sp>
        <p:nvSpPr>
          <p:cNvPr id="24" name="TextBox 23">
            <a:extLst>
              <a:ext uri="{FF2B5EF4-FFF2-40B4-BE49-F238E27FC236}">
                <a16:creationId xmlns:a16="http://schemas.microsoft.com/office/drawing/2014/main" id="{46B578A9-D034-4550-4141-1BE34DD61DD1}"/>
              </a:ext>
            </a:extLst>
          </p:cNvPr>
          <p:cNvSpPr txBox="1"/>
          <p:nvPr/>
        </p:nvSpPr>
        <p:spPr>
          <a:xfrm>
            <a:off x="6152446" y="4408541"/>
            <a:ext cx="570089" cy="230832"/>
          </a:xfrm>
          <a:prstGeom prst="rect">
            <a:avLst/>
          </a:prstGeom>
          <a:noFill/>
        </p:spPr>
        <p:txBody>
          <a:bodyPr wrap="square" rtlCol="0">
            <a:spAutoFit/>
          </a:bodyPr>
          <a:lstStyle/>
          <a:p>
            <a:pPr algn="ctr"/>
            <a:r>
              <a:rPr lang="en-US" sz="900" dirty="0"/>
              <a:t>2356</a:t>
            </a:r>
          </a:p>
        </p:txBody>
      </p:sp>
      <p:sp>
        <p:nvSpPr>
          <p:cNvPr id="25" name="TextBox 24">
            <a:extLst>
              <a:ext uri="{FF2B5EF4-FFF2-40B4-BE49-F238E27FC236}">
                <a16:creationId xmlns:a16="http://schemas.microsoft.com/office/drawing/2014/main" id="{6B52FD33-F3E6-EB00-A8BC-5588C4EBEC43}"/>
              </a:ext>
            </a:extLst>
          </p:cNvPr>
          <p:cNvSpPr txBox="1"/>
          <p:nvPr/>
        </p:nvSpPr>
        <p:spPr>
          <a:xfrm>
            <a:off x="6152446" y="4909484"/>
            <a:ext cx="570089" cy="230832"/>
          </a:xfrm>
          <a:prstGeom prst="rect">
            <a:avLst/>
          </a:prstGeom>
          <a:noFill/>
        </p:spPr>
        <p:txBody>
          <a:bodyPr wrap="square" rtlCol="0">
            <a:spAutoFit/>
          </a:bodyPr>
          <a:lstStyle/>
          <a:p>
            <a:pPr algn="ctr"/>
            <a:r>
              <a:rPr lang="en-US" sz="900" dirty="0"/>
              <a:t>6532</a:t>
            </a:r>
          </a:p>
        </p:txBody>
      </p:sp>
      <p:sp>
        <p:nvSpPr>
          <p:cNvPr id="28" name="TextBox 27">
            <a:extLst>
              <a:ext uri="{FF2B5EF4-FFF2-40B4-BE49-F238E27FC236}">
                <a16:creationId xmlns:a16="http://schemas.microsoft.com/office/drawing/2014/main" id="{391239FC-8E0A-1465-E496-4F756E5FCC60}"/>
              </a:ext>
            </a:extLst>
          </p:cNvPr>
          <p:cNvSpPr txBox="1"/>
          <p:nvPr/>
        </p:nvSpPr>
        <p:spPr>
          <a:xfrm>
            <a:off x="6654802" y="2404765"/>
            <a:ext cx="570089" cy="230832"/>
          </a:xfrm>
          <a:prstGeom prst="rect">
            <a:avLst/>
          </a:prstGeom>
          <a:noFill/>
        </p:spPr>
        <p:txBody>
          <a:bodyPr wrap="square" rtlCol="0">
            <a:spAutoFit/>
          </a:bodyPr>
          <a:lstStyle/>
          <a:p>
            <a:pPr algn="ctr"/>
            <a:r>
              <a:rPr lang="en-US" sz="900" dirty="0"/>
              <a:t>168</a:t>
            </a:r>
          </a:p>
        </p:txBody>
      </p:sp>
      <p:sp>
        <p:nvSpPr>
          <p:cNvPr id="29" name="TextBox 28">
            <a:extLst>
              <a:ext uri="{FF2B5EF4-FFF2-40B4-BE49-F238E27FC236}">
                <a16:creationId xmlns:a16="http://schemas.microsoft.com/office/drawing/2014/main" id="{DBBA1CE2-362E-2972-0D24-8A6B3203A3EC}"/>
              </a:ext>
            </a:extLst>
          </p:cNvPr>
          <p:cNvSpPr txBox="1"/>
          <p:nvPr/>
        </p:nvSpPr>
        <p:spPr>
          <a:xfrm>
            <a:off x="6152446" y="2905709"/>
            <a:ext cx="570089" cy="230832"/>
          </a:xfrm>
          <a:prstGeom prst="rect">
            <a:avLst/>
          </a:prstGeom>
          <a:noFill/>
        </p:spPr>
        <p:txBody>
          <a:bodyPr wrap="square" rtlCol="0">
            <a:spAutoFit/>
          </a:bodyPr>
          <a:lstStyle/>
          <a:p>
            <a:pPr algn="ctr"/>
            <a:r>
              <a:rPr lang="en-US" sz="900" dirty="0"/>
              <a:t>168</a:t>
            </a:r>
          </a:p>
        </p:txBody>
      </p:sp>
      <p:sp>
        <p:nvSpPr>
          <p:cNvPr id="30" name="TextBox 29">
            <a:extLst>
              <a:ext uri="{FF2B5EF4-FFF2-40B4-BE49-F238E27FC236}">
                <a16:creationId xmlns:a16="http://schemas.microsoft.com/office/drawing/2014/main" id="{E7A822FC-FCEC-A60E-5BE5-564972DB8A31}"/>
              </a:ext>
            </a:extLst>
          </p:cNvPr>
          <p:cNvSpPr txBox="1"/>
          <p:nvPr/>
        </p:nvSpPr>
        <p:spPr>
          <a:xfrm>
            <a:off x="6654802" y="2905709"/>
            <a:ext cx="570089" cy="230832"/>
          </a:xfrm>
          <a:prstGeom prst="rect">
            <a:avLst/>
          </a:prstGeom>
          <a:noFill/>
        </p:spPr>
        <p:txBody>
          <a:bodyPr wrap="square" rtlCol="0">
            <a:spAutoFit/>
          </a:bodyPr>
          <a:lstStyle/>
          <a:p>
            <a:pPr algn="ctr"/>
            <a:r>
              <a:rPr lang="en-US" sz="900" dirty="0"/>
              <a:t>168</a:t>
            </a:r>
          </a:p>
        </p:txBody>
      </p:sp>
      <p:sp>
        <p:nvSpPr>
          <p:cNvPr id="31" name="TextBox 30">
            <a:extLst>
              <a:ext uri="{FF2B5EF4-FFF2-40B4-BE49-F238E27FC236}">
                <a16:creationId xmlns:a16="http://schemas.microsoft.com/office/drawing/2014/main" id="{7AD5C4C9-774A-4A0F-BD89-F724505E9ABD}"/>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61B43E9B-EEB5-4043-6C99-D2EA2FAFD4ED}"/>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11EA1923-323E-6C8D-7FAD-2C4D1127EE91}"/>
              </a:ext>
            </a:extLst>
          </p:cNvPr>
          <p:cNvSpPr txBox="1"/>
          <p:nvPr/>
        </p:nvSpPr>
        <p:spPr>
          <a:xfrm>
            <a:off x="6214537"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F0B01EA1-0E93-9C40-F5CF-7537964BA888}"/>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F46F2E90-DCCE-AAC2-FBEF-35B43AF5B49A}"/>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DB81CE46-7C3C-846B-33AA-3072469967C6}"/>
              </a:ext>
            </a:extLst>
          </p:cNvPr>
          <p:cNvSpPr txBox="1"/>
          <p:nvPr/>
        </p:nvSpPr>
        <p:spPr>
          <a:xfrm>
            <a:off x="6714071" y="72121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9B1FAB08-0052-0A5C-A5FD-8D793F033451}"/>
              </a:ext>
            </a:extLst>
          </p:cNvPr>
          <p:cNvSpPr txBox="1"/>
          <p:nvPr/>
        </p:nvSpPr>
        <p:spPr>
          <a:xfrm>
            <a:off x="7213604" y="72121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BD1E508E-AA20-C665-5FEF-ECA9F678C97B}"/>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9C583A42-6D61-293F-A341-302A9D377615}"/>
              </a:ext>
            </a:extLst>
          </p:cNvPr>
          <p:cNvSpPr txBox="1"/>
          <p:nvPr/>
        </p:nvSpPr>
        <p:spPr>
          <a:xfrm>
            <a:off x="6214537" y="3237891"/>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B9ACBE52-A475-F7ED-3C22-B09DA7B90A4B}"/>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3820C30E-02FF-32F4-D611-090D5509A782}"/>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5" name="TextBox 34">
            <a:extLst>
              <a:ext uri="{FF2B5EF4-FFF2-40B4-BE49-F238E27FC236}">
                <a16:creationId xmlns:a16="http://schemas.microsoft.com/office/drawing/2014/main" id="{0E110EB2-D11E-6305-9060-36E52038D9FD}"/>
              </a:ext>
            </a:extLst>
          </p:cNvPr>
          <p:cNvSpPr txBox="1"/>
          <p:nvPr/>
        </p:nvSpPr>
        <p:spPr>
          <a:xfrm>
            <a:off x="7213604" y="3237891"/>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29394229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EC0F7-0077-50CC-8397-FA4C57505C7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6895092-5A2C-13A3-F450-0D2A7745A480}"/>
              </a:ext>
            </a:extLst>
          </p:cNvPr>
          <p:cNvSpPr>
            <a:spLocks noGrp="1"/>
          </p:cNvSpPr>
          <p:nvPr>
            <p:ph sz="half" idx="1"/>
          </p:nvPr>
        </p:nvSpPr>
        <p:spPr/>
        <p:txBody>
          <a:bodyPr/>
          <a:lstStyle/>
          <a:p>
            <a:r>
              <a:rPr lang="en-US" dirty="0"/>
              <a:t>Initialize [21 in 3, no 5].</a:t>
            </a:r>
          </a:p>
        </p:txBody>
      </p:sp>
      <p:pic>
        <p:nvPicPr>
          <p:cNvPr id="4" name="Picture 3" descr="A grid of sudoku puzzle&#10;&#10;Description automatically generated">
            <a:extLst>
              <a:ext uri="{FF2B5EF4-FFF2-40B4-BE49-F238E27FC236}">
                <a16:creationId xmlns:a16="http://schemas.microsoft.com/office/drawing/2014/main" id="{A9B6F222-9354-7B4B-408F-FCEDDE50223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22B988D-06E1-22DB-EE67-2979E00DADE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0F5C070-A4D4-4FC2-C30C-EC74800C348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A93C4F0-9A5C-4C06-5B13-017B674084FF}"/>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8E8BB4CF-3E1C-AB84-6130-B1D528D4D811}"/>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EE6732A4-F4C8-79B3-A060-F84570547DC0}"/>
              </a:ext>
            </a:extLst>
          </p:cNvPr>
          <p:cNvSpPr txBox="1"/>
          <p:nvPr/>
        </p:nvSpPr>
        <p:spPr>
          <a:xfrm>
            <a:off x="6152446" y="901933"/>
            <a:ext cx="570089" cy="230832"/>
          </a:xfrm>
          <a:prstGeom prst="rect">
            <a:avLst/>
          </a:prstGeom>
          <a:noFill/>
        </p:spPr>
        <p:txBody>
          <a:bodyPr wrap="square" rtlCol="0">
            <a:spAutoFit/>
          </a:bodyPr>
          <a:lstStyle/>
          <a:p>
            <a:pPr algn="ctr"/>
            <a:r>
              <a:rPr lang="en-US" sz="900" dirty="0"/>
              <a:t>68</a:t>
            </a:r>
          </a:p>
        </p:txBody>
      </p:sp>
      <p:sp>
        <p:nvSpPr>
          <p:cNvPr id="12" name="TextBox 11">
            <a:extLst>
              <a:ext uri="{FF2B5EF4-FFF2-40B4-BE49-F238E27FC236}">
                <a16:creationId xmlns:a16="http://schemas.microsoft.com/office/drawing/2014/main" id="{88AD0A65-16BA-3E24-4824-5FFCB5E47A60}"/>
              </a:ext>
            </a:extLst>
          </p:cNvPr>
          <p:cNvSpPr txBox="1"/>
          <p:nvPr/>
        </p:nvSpPr>
        <p:spPr>
          <a:xfrm>
            <a:off x="6152446" y="1402877"/>
            <a:ext cx="570089" cy="230832"/>
          </a:xfrm>
          <a:prstGeom prst="rect">
            <a:avLst/>
          </a:prstGeom>
          <a:noFill/>
        </p:spPr>
        <p:txBody>
          <a:bodyPr wrap="square" rtlCol="0">
            <a:spAutoFit/>
          </a:bodyPr>
          <a:lstStyle/>
          <a:p>
            <a:pPr algn="ctr"/>
            <a:r>
              <a:rPr lang="en-US" sz="900" dirty="0"/>
              <a:t>3568</a:t>
            </a:r>
          </a:p>
        </p:txBody>
      </p:sp>
      <p:sp>
        <p:nvSpPr>
          <p:cNvPr id="13" name="TextBox 12">
            <a:extLst>
              <a:ext uri="{FF2B5EF4-FFF2-40B4-BE49-F238E27FC236}">
                <a16:creationId xmlns:a16="http://schemas.microsoft.com/office/drawing/2014/main" id="{6DA6198C-F3AC-D7F0-59CD-11763AFA24CF}"/>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34568</a:t>
            </a:r>
          </a:p>
        </p:txBody>
      </p:sp>
      <p:sp>
        <p:nvSpPr>
          <p:cNvPr id="14" name="TextBox 13">
            <a:extLst>
              <a:ext uri="{FF2B5EF4-FFF2-40B4-BE49-F238E27FC236}">
                <a16:creationId xmlns:a16="http://schemas.microsoft.com/office/drawing/2014/main" id="{EF37242E-1AA9-FD7F-5C89-69FEB04BB0E5}"/>
              </a:ext>
            </a:extLst>
          </p:cNvPr>
          <p:cNvSpPr txBox="1"/>
          <p:nvPr/>
        </p:nvSpPr>
        <p:spPr>
          <a:xfrm>
            <a:off x="6654802" y="1903821"/>
            <a:ext cx="570089" cy="230832"/>
          </a:xfrm>
          <a:prstGeom prst="rect">
            <a:avLst/>
          </a:prstGeom>
          <a:noFill/>
        </p:spPr>
        <p:txBody>
          <a:bodyPr wrap="square" rtlCol="0">
            <a:spAutoFit/>
          </a:bodyPr>
          <a:lstStyle/>
          <a:p>
            <a:pPr algn="ctr"/>
            <a:r>
              <a:rPr lang="en-US" sz="900" dirty="0"/>
              <a:t>34568</a:t>
            </a:r>
          </a:p>
        </p:txBody>
      </p:sp>
      <p:sp>
        <p:nvSpPr>
          <p:cNvPr id="15" name="TextBox 14">
            <a:extLst>
              <a:ext uri="{FF2B5EF4-FFF2-40B4-BE49-F238E27FC236}">
                <a16:creationId xmlns:a16="http://schemas.microsoft.com/office/drawing/2014/main" id="{8F98AECA-123E-10D4-C050-06AD79B7B232}"/>
              </a:ext>
            </a:extLst>
          </p:cNvPr>
          <p:cNvSpPr txBox="1"/>
          <p:nvPr/>
        </p:nvSpPr>
        <p:spPr>
          <a:xfrm>
            <a:off x="7157158" y="1903821"/>
            <a:ext cx="570089" cy="230832"/>
          </a:xfrm>
          <a:prstGeom prst="rect">
            <a:avLst/>
          </a:prstGeom>
          <a:noFill/>
        </p:spPr>
        <p:txBody>
          <a:bodyPr wrap="square" rtlCol="0">
            <a:spAutoFit/>
          </a:bodyPr>
          <a:lstStyle/>
          <a:p>
            <a:pPr algn="ctr"/>
            <a:r>
              <a:rPr lang="en-US" sz="900" dirty="0"/>
              <a:t>468</a:t>
            </a:r>
          </a:p>
        </p:txBody>
      </p:sp>
      <p:sp>
        <p:nvSpPr>
          <p:cNvPr id="18" name="TextBox 17">
            <a:extLst>
              <a:ext uri="{FF2B5EF4-FFF2-40B4-BE49-F238E27FC236}">
                <a16:creationId xmlns:a16="http://schemas.microsoft.com/office/drawing/2014/main" id="{8AE6BCB7-C317-64D9-E841-96CFBB852D20}"/>
              </a:ext>
            </a:extLst>
          </p:cNvPr>
          <p:cNvSpPr txBox="1"/>
          <p:nvPr/>
        </p:nvSpPr>
        <p:spPr>
          <a:xfrm>
            <a:off x="4645378" y="901933"/>
            <a:ext cx="570089" cy="230832"/>
          </a:xfrm>
          <a:prstGeom prst="rect">
            <a:avLst/>
          </a:prstGeom>
          <a:noFill/>
        </p:spPr>
        <p:txBody>
          <a:bodyPr wrap="square" rtlCol="0">
            <a:spAutoFit/>
          </a:bodyPr>
          <a:lstStyle/>
          <a:p>
            <a:pPr algn="ctr"/>
            <a:r>
              <a:rPr lang="en-US" sz="900" dirty="0"/>
              <a:t>35</a:t>
            </a:r>
          </a:p>
        </p:txBody>
      </p:sp>
      <p:sp>
        <p:nvSpPr>
          <p:cNvPr id="19" name="TextBox 18">
            <a:extLst>
              <a:ext uri="{FF2B5EF4-FFF2-40B4-BE49-F238E27FC236}">
                <a16:creationId xmlns:a16="http://schemas.microsoft.com/office/drawing/2014/main" id="{98E57D4A-731C-0A6A-02FE-784CF0922A59}"/>
              </a:ext>
            </a:extLst>
          </p:cNvPr>
          <p:cNvSpPr txBox="1"/>
          <p:nvPr/>
        </p:nvSpPr>
        <p:spPr>
          <a:xfrm>
            <a:off x="5147734" y="901933"/>
            <a:ext cx="570089" cy="230832"/>
          </a:xfrm>
          <a:prstGeom prst="rect">
            <a:avLst/>
          </a:prstGeom>
          <a:noFill/>
        </p:spPr>
        <p:txBody>
          <a:bodyPr wrap="square" rtlCol="0">
            <a:spAutoFit/>
          </a:bodyPr>
          <a:lstStyle/>
          <a:p>
            <a:pPr algn="ctr"/>
            <a:r>
              <a:rPr lang="en-US" sz="900" dirty="0"/>
              <a:t>53</a:t>
            </a:r>
          </a:p>
        </p:txBody>
      </p:sp>
      <p:sp>
        <p:nvSpPr>
          <p:cNvPr id="20" name="TextBox 19">
            <a:extLst>
              <a:ext uri="{FF2B5EF4-FFF2-40B4-BE49-F238E27FC236}">
                <a16:creationId xmlns:a16="http://schemas.microsoft.com/office/drawing/2014/main" id="{42BBED65-0ECE-5B34-11BA-4E4EA52961B0}"/>
              </a:ext>
            </a:extLst>
          </p:cNvPr>
          <p:cNvSpPr txBox="1"/>
          <p:nvPr/>
        </p:nvSpPr>
        <p:spPr>
          <a:xfrm>
            <a:off x="3640666" y="1903821"/>
            <a:ext cx="570089" cy="230832"/>
          </a:xfrm>
          <a:prstGeom prst="rect">
            <a:avLst/>
          </a:prstGeom>
          <a:noFill/>
        </p:spPr>
        <p:txBody>
          <a:bodyPr wrap="square" rtlCol="0">
            <a:spAutoFit/>
          </a:bodyPr>
          <a:lstStyle/>
          <a:p>
            <a:pPr algn="ctr"/>
            <a:r>
              <a:rPr lang="en-US" sz="900" dirty="0"/>
              <a:t>7531</a:t>
            </a:r>
          </a:p>
        </p:txBody>
      </p:sp>
      <p:sp>
        <p:nvSpPr>
          <p:cNvPr id="21" name="TextBox 20">
            <a:extLst>
              <a:ext uri="{FF2B5EF4-FFF2-40B4-BE49-F238E27FC236}">
                <a16:creationId xmlns:a16="http://schemas.microsoft.com/office/drawing/2014/main" id="{22539380-A2B4-1C84-85D0-DBA576D36912}"/>
              </a:ext>
            </a:extLst>
          </p:cNvPr>
          <p:cNvSpPr txBox="1"/>
          <p:nvPr/>
        </p:nvSpPr>
        <p:spPr>
          <a:xfrm>
            <a:off x="3138310" y="1903821"/>
            <a:ext cx="570089" cy="230832"/>
          </a:xfrm>
          <a:prstGeom prst="rect">
            <a:avLst/>
          </a:prstGeom>
          <a:noFill/>
        </p:spPr>
        <p:txBody>
          <a:bodyPr wrap="square" rtlCol="0">
            <a:spAutoFit/>
          </a:bodyPr>
          <a:lstStyle/>
          <a:p>
            <a:pPr algn="ctr"/>
            <a:r>
              <a:rPr lang="en-US" sz="900" dirty="0"/>
              <a:t>1357</a:t>
            </a:r>
          </a:p>
        </p:txBody>
      </p:sp>
      <p:sp>
        <p:nvSpPr>
          <p:cNvPr id="24" name="TextBox 23">
            <a:extLst>
              <a:ext uri="{FF2B5EF4-FFF2-40B4-BE49-F238E27FC236}">
                <a16:creationId xmlns:a16="http://schemas.microsoft.com/office/drawing/2014/main" id="{77BE49A6-9710-1739-2F69-DB56AEB80BB7}"/>
              </a:ext>
            </a:extLst>
          </p:cNvPr>
          <p:cNvSpPr txBox="1"/>
          <p:nvPr/>
        </p:nvSpPr>
        <p:spPr>
          <a:xfrm>
            <a:off x="6152446" y="4408541"/>
            <a:ext cx="570089" cy="230832"/>
          </a:xfrm>
          <a:prstGeom prst="rect">
            <a:avLst/>
          </a:prstGeom>
          <a:noFill/>
        </p:spPr>
        <p:txBody>
          <a:bodyPr wrap="square" rtlCol="0">
            <a:spAutoFit/>
          </a:bodyPr>
          <a:lstStyle/>
          <a:p>
            <a:pPr algn="ctr"/>
            <a:r>
              <a:rPr lang="en-US" sz="900" dirty="0"/>
              <a:t>2356</a:t>
            </a:r>
          </a:p>
        </p:txBody>
      </p:sp>
      <p:sp>
        <p:nvSpPr>
          <p:cNvPr id="25" name="TextBox 24">
            <a:extLst>
              <a:ext uri="{FF2B5EF4-FFF2-40B4-BE49-F238E27FC236}">
                <a16:creationId xmlns:a16="http://schemas.microsoft.com/office/drawing/2014/main" id="{FC3157CB-E787-BF37-1585-D18A027583E3}"/>
              </a:ext>
            </a:extLst>
          </p:cNvPr>
          <p:cNvSpPr txBox="1"/>
          <p:nvPr/>
        </p:nvSpPr>
        <p:spPr>
          <a:xfrm>
            <a:off x="6152446" y="4909484"/>
            <a:ext cx="570089" cy="230832"/>
          </a:xfrm>
          <a:prstGeom prst="rect">
            <a:avLst/>
          </a:prstGeom>
          <a:noFill/>
        </p:spPr>
        <p:txBody>
          <a:bodyPr wrap="square" rtlCol="0">
            <a:spAutoFit/>
          </a:bodyPr>
          <a:lstStyle/>
          <a:p>
            <a:pPr algn="ctr"/>
            <a:r>
              <a:rPr lang="en-US" sz="900" dirty="0"/>
              <a:t>6532</a:t>
            </a:r>
          </a:p>
        </p:txBody>
      </p:sp>
      <p:sp>
        <p:nvSpPr>
          <p:cNvPr id="28" name="TextBox 27">
            <a:extLst>
              <a:ext uri="{FF2B5EF4-FFF2-40B4-BE49-F238E27FC236}">
                <a16:creationId xmlns:a16="http://schemas.microsoft.com/office/drawing/2014/main" id="{AE58C123-F1D1-75D4-56D8-5633743026ED}"/>
              </a:ext>
            </a:extLst>
          </p:cNvPr>
          <p:cNvSpPr txBox="1"/>
          <p:nvPr/>
        </p:nvSpPr>
        <p:spPr>
          <a:xfrm>
            <a:off x="6654802" y="2404765"/>
            <a:ext cx="570089" cy="230832"/>
          </a:xfrm>
          <a:prstGeom prst="rect">
            <a:avLst/>
          </a:prstGeom>
          <a:noFill/>
        </p:spPr>
        <p:txBody>
          <a:bodyPr wrap="square" rtlCol="0">
            <a:spAutoFit/>
          </a:bodyPr>
          <a:lstStyle/>
          <a:p>
            <a:pPr algn="ctr"/>
            <a:r>
              <a:rPr lang="en-US" sz="900" dirty="0"/>
              <a:t>168</a:t>
            </a:r>
          </a:p>
        </p:txBody>
      </p:sp>
      <p:sp>
        <p:nvSpPr>
          <p:cNvPr id="29" name="TextBox 28">
            <a:extLst>
              <a:ext uri="{FF2B5EF4-FFF2-40B4-BE49-F238E27FC236}">
                <a16:creationId xmlns:a16="http://schemas.microsoft.com/office/drawing/2014/main" id="{DB308667-BFE9-4950-D9C0-08C90C63B2FA}"/>
              </a:ext>
            </a:extLst>
          </p:cNvPr>
          <p:cNvSpPr txBox="1"/>
          <p:nvPr/>
        </p:nvSpPr>
        <p:spPr>
          <a:xfrm>
            <a:off x="6152446" y="2905709"/>
            <a:ext cx="570089" cy="230832"/>
          </a:xfrm>
          <a:prstGeom prst="rect">
            <a:avLst/>
          </a:prstGeom>
          <a:noFill/>
        </p:spPr>
        <p:txBody>
          <a:bodyPr wrap="square" rtlCol="0">
            <a:spAutoFit/>
          </a:bodyPr>
          <a:lstStyle/>
          <a:p>
            <a:pPr algn="ctr"/>
            <a:r>
              <a:rPr lang="en-US" sz="900" dirty="0"/>
              <a:t>168</a:t>
            </a:r>
          </a:p>
        </p:txBody>
      </p:sp>
      <p:sp>
        <p:nvSpPr>
          <p:cNvPr id="30" name="TextBox 29">
            <a:extLst>
              <a:ext uri="{FF2B5EF4-FFF2-40B4-BE49-F238E27FC236}">
                <a16:creationId xmlns:a16="http://schemas.microsoft.com/office/drawing/2014/main" id="{CD1EF01B-BB0A-E44B-7E67-FA47FFD2A495}"/>
              </a:ext>
            </a:extLst>
          </p:cNvPr>
          <p:cNvSpPr txBox="1"/>
          <p:nvPr/>
        </p:nvSpPr>
        <p:spPr>
          <a:xfrm>
            <a:off x="6654802" y="2905709"/>
            <a:ext cx="570089" cy="230832"/>
          </a:xfrm>
          <a:prstGeom prst="rect">
            <a:avLst/>
          </a:prstGeom>
          <a:noFill/>
        </p:spPr>
        <p:txBody>
          <a:bodyPr wrap="square" rtlCol="0">
            <a:spAutoFit/>
          </a:bodyPr>
          <a:lstStyle/>
          <a:p>
            <a:pPr algn="ctr"/>
            <a:r>
              <a:rPr lang="en-US" sz="900" dirty="0"/>
              <a:t>168</a:t>
            </a:r>
          </a:p>
        </p:txBody>
      </p:sp>
      <p:sp>
        <p:nvSpPr>
          <p:cNvPr id="31" name="TextBox 30">
            <a:extLst>
              <a:ext uri="{FF2B5EF4-FFF2-40B4-BE49-F238E27FC236}">
                <a16:creationId xmlns:a16="http://schemas.microsoft.com/office/drawing/2014/main" id="{F482FE32-619E-FB2C-25AE-2AAF539DED30}"/>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F131C60C-F54D-1D65-373F-1632D5FF6921}"/>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41F443ED-A86C-F026-05FC-9C3E8CB57A8F}"/>
              </a:ext>
            </a:extLst>
          </p:cNvPr>
          <p:cNvSpPr txBox="1"/>
          <p:nvPr/>
        </p:nvSpPr>
        <p:spPr>
          <a:xfrm>
            <a:off x="6214537"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6030F4F2-FF08-32AD-770D-730CF95F98C1}"/>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7E01DA78-493E-D73F-E8FE-D66C8F189DA6}"/>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FD758BC7-3F42-A839-C859-D9DC40AD5CFE}"/>
              </a:ext>
            </a:extLst>
          </p:cNvPr>
          <p:cNvSpPr txBox="1"/>
          <p:nvPr/>
        </p:nvSpPr>
        <p:spPr>
          <a:xfrm>
            <a:off x="6714071" y="72121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713BAF9F-98E2-2A66-F942-FE74DC7E3B8E}"/>
              </a:ext>
            </a:extLst>
          </p:cNvPr>
          <p:cNvSpPr txBox="1"/>
          <p:nvPr/>
        </p:nvSpPr>
        <p:spPr>
          <a:xfrm>
            <a:off x="7213604" y="72121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056A727A-1CF6-D8EF-1F09-5D9AEA0C8850}"/>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AFA791BA-033F-8312-5BB3-F2A7A91DF7E1}"/>
              </a:ext>
            </a:extLst>
          </p:cNvPr>
          <p:cNvSpPr txBox="1"/>
          <p:nvPr/>
        </p:nvSpPr>
        <p:spPr>
          <a:xfrm>
            <a:off x="6214537" y="3237891"/>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A1FF0A7E-F5BA-95F1-D151-217880E8D286}"/>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92AE556E-FE36-0A7D-87B3-4382FE6BDC99}"/>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5" name="TextBox 34">
            <a:extLst>
              <a:ext uri="{FF2B5EF4-FFF2-40B4-BE49-F238E27FC236}">
                <a16:creationId xmlns:a16="http://schemas.microsoft.com/office/drawing/2014/main" id="{493BD2A9-30D7-5CC5-7B0F-059C17406FD6}"/>
              </a:ext>
            </a:extLst>
          </p:cNvPr>
          <p:cNvSpPr txBox="1"/>
          <p:nvPr/>
        </p:nvSpPr>
        <p:spPr>
          <a:xfrm>
            <a:off x="7213604" y="3237891"/>
            <a:ext cx="462845" cy="584775"/>
          </a:xfrm>
          <a:prstGeom prst="rect">
            <a:avLst/>
          </a:prstGeom>
          <a:noFill/>
        </p:spPr>
        <p:txBody>
          <a:bodyPr wrap="square" rtlCol="0">
            <a:spAutoFit/>
          </a:bodyPr>
          <a:lstStyle/>
          <a:p>
            <a:pPr algn="ctr"/>
            <a:r>
              <a:rPr lang="en-US" sz="3200" dirty="0"/>
              <a:t>5</a:t>
            </a:r>
          </a:p>
        </p:txBody>
      </p:sp>
      <p:sp>
        <p:nvSpPr>
          <p:cNvPr id="22" name="TextBox 21">
            <a:extLst>
              <a:ext uri="{FF2B5EF4-FFF2-40B4-BE49-F238E27FC236}">
                <a16:creationId xmlns:a16="http://schemas.microsoft.com/office/drawing/2014/main" id="{3CE65FAC-9BFA-2A43-DEBB-298B616398B7}"/>
              </a:ext>
            </a:extLst>
          </p:cNvPr>
          <p:cNvSpPr txBox="1"/>
          <p:nvPr/>
        </p:nvSpPr>
        <p:spPr>
          <a:xfrm>
            <a:off x="5147734" y="1402877"/>
            <a:ext cx="570089" cy="230832"/>
          </a:xfrm>
          <a:prstGeom prst="rect">
            <a:avLst/>
          </a:prstGeom>
          <a:noFill/>
        </p:spPr>
        <p:txBody>
          <a:bodyPr wrap="square" rtlCol="0">
            <a:spAutoFit/>
          </a:bodyPr>
          <a:lstStyle/>
          <a:p>
            <a:pPr algn="ctr"/>
            <a:r>
              <a:rPr lang="en-US" sz="900" dirty="0"/>
              <a:t>46789</a:t>
            </a:r>
          </a:p>
        </p:txBody>
      </p:sp>
      <p:sp>
        <p:nvSpPr>
          <p:cNvPr id="23" name="TextBox 22">
            <a:extLst>
              <a:ext uri="{FF2B5EF4-FFF2-40B4-BE49-F238E27FC236}">
                <a16:creationId xmlns:a16="http://schemas.microsoft.com/office/drawing/2014/main" id="{D5A513A4-8C1A-DE8D-1C20-C848545CCD78}"/>
              </a:ext>
            </a:extLst>
          </p:cNvPr>
          <p:cNvSpPr txBox="1"/>
          <p:nvPr/>
        </p:nvSpPr>
        <p:spPr>
          <a:xfrm>
            <a:off x="5650090" y="1402877"/>
            <a:ext cx="570089" cy="230832"/>
          </a:xfrm>
          <a:prstGeom prst="rect">
            <a:avLst/>
          </a:prstGeom>
          <a:noFill/>
        </p:spPr>
        <p:txBody>
          <a:bodyPr wrap="square" rtlCol="0">
            <a:spAutoFit/>
          </a:bodyPr>
          <a:lstStyle/>
          <a:p>
            <a:pPr algn="ctr"/>
            <a:r>
              <a:rPr lang="en-US" sz="900" dirty="0"/>
              <a:t>46789</a:t>
            </a:r>
          </a:p>
        </p:txBody>
      </p:sp>
      <p:sp>
        <p:nvSpPr>
          <p:cNvPr id="36" name="TextBox 35">
            <a:extLst>
              <a:ext uri="{FF2B5EF4-FFF2-40B4-BE49-F238E27FC236}">
                <a16:creationId xmlns:a16="http://schemas.microsoft.com/office/drawing/2014/main" id="{27585CF3-2E6B-3FE1-FE81-9C9F2C6A1DAC}"/>
              </a:ext>
            </a:extLst>
          </p:cNvPr>
          <p:cNvSpPr txBox="1"/>
          <p:nvPr/>
        </p:nvSpPr>
        <p:spPr>
          <a:xfrm>
            <a:off x="5147734" y="1903821"/>
            <a:ext cx="570089" cy="230832"/>
          </a:xfrm>
          <a:prstGeom prst="rect">
            <a:avLst/>
          </a:prstGeom>
          <a:noFill/>
        </p:spPr>
        <p:txBody>
          <a:bodyPr wrap="square" rtlCol="0">
            <a:spAutoFit/>
          </a:bodyPr>
          <a:lstStyle/>
          <a:p>
            <a:pPr algn="ctr"/>
            <a:r>
              <a:rPr lang="en-US" sz="900" dirty="0"/>
              <a:t>4678</a:t>
            </a:r>
          </a:p>
        </p:txBody>
      </p:sp>
    </p:spTree>
    <p:extLst>
      <p:ext uri="{BB962C8B-B14F-4D97-AF65-F5344CB8AC3E}">
        <p14:creationId xmlns:p14="http://schemas.microsoft.com/office/powerpoint/2010/main" val="24243675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48D04-D7BE-A9CF-5416-04D15629954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5211432-FAF5-6B39-49A6-1572FEE5A4EE}"/>
              </a:ext>
            </a:extLst>
          </p:cNvPr>
          <p:cNvSpPr>
            <a:spLocks noGrp="1"/>
          </p:cNvSpPr>
          <p:nvPr>
            <p:ph sz="half" idx="1"/>
          </p:nvPr>
        </p:nvSpPr>
        <p:spPr/>
        <p:txBody>
          <a:bodyPr/>
          <a:lstStyle/>
          <a:p>
            <a:r>
              <a:rPr lang="en-US" dirty="0"/>
              <a:t>In the top center block, (8+1+18+21+2)–45 = 5.</a:t>
            </a:r>
          </a:p>
        </p:txBody>
      </p:sp>
      <p:pic>
        <p:nvPicPr>
          <p:cNvPr id="4" name="Picture 3" descr="A grid of sudoku puzzle&#10;&#10;Description automatically generated">
            <a:extLst>
              <a:ext uri="{FF2B5EF4-FFF2-40B4-BE49-F238E27FC236}">
                <a16:creationId xmlns:a16="http://schemas.microsoft.com/office/drawing/2014/main" id="{8EE6A6DC-0E20-F56D-3BE8-9D74127C77E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FF31F29-6C91-BC3B-D9EE-C592A175186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CF462B0-ACDA-6A0B-2B1C-FED2BD1AAC8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DCB2580-3FF4-6430-AB3E-51AFE23BD5EB}"/>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838E757D-9278-B23F-D081-1078010E50DC}"/>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B23F3D87-6150-D82E-3D5D-0EF18F5D0AFD}"/>
              </a:ext>
            </a:extLst>
          </p:cNvPr>
          <p:cNvSpPr txBox="1"/>
          <p:nvPr/>
        </p:nvSpPr>
        <p:spPr>
          <a:xfrm>
            <a:off x="6152446" y="901933"/>
            <a:ext cx="570089" cy="230832"/>
          </a:xfrm>
          <a:prstGeom prst="rect">
            <a:avLst/>
          </a:prstGeom>
          <a:noFill/>
        </p:spPr>
        <p:txBody>
          <a:bodyPr wrap="square" rtlCol="0">
            <a:spAutoFit/>
          </a:bodyPr>
          <a:lstStyle/>
          <a:p>
            <a:pPr algn="ctr"/>
            <a:r>
              <a:rPr lang="en-US" sz="900" dirty="0"/>
              <a:t>68</a:t>
            </a:r>
          </a:p>
        </p:txBody>
      </p:sp>
      <p:sp>
        <p:nvSpPr>
          <p:cNvPr id="12" name="TextBox 11">
            <a:extLst>
              <a:ext uri="{FF2B5EF4-FFF2-40B4-BE49-F238E27FC236}">
                <a16:creationId xmlns:a16="http://schemas.microsoft.com/office/drawing/2014/main" id="{D50D2CBF-9999-7801-738B-46DE5F3DC643}"/>
              </a:ext>
            </a:extLst>
          </p:cNvPr>
          <p:cNvSpPr txBox="1"/>
          <p:nvPr/>
        </p:nvSpPr>
        <p:spPr>
          <a:xfrm>
            <a:off x="6152446" y="1402877"/>
            <a:ext cx="570089" cy="230832"/>
          </a:xfrm>
          <a:prstGeom prst="rect">
            <a:avLst/>
          </a:prstGeom>
          <a:noFill/>
        </p:spPr>
        <p:txBody>
          <a:bodyPr wrap="square" rtlCol="0">
            <a:spAutoFit/>
          </a:bodyPr>
          <a:lstStyle/>
          <a:p>
            <a:pPr algn="ctr"/>
            <a:r>
              <a:rPr lang="en-US" sz="900" dirty="0"/>
              <a:t>3568</a:t>
            </a:r>
          </a:p>
        </p:txBody>
      </p:sp>
      <p:sp>
        <p:nvSpPr>
          <p:cNvPr id="13" name="TextBox 12">
            <a:extLst>
              <a:ext uri="{FF2B5EF4-FFF2-40B4-BE49-F238E27FC236}">
                <a16:creationId xmlns:a16="http://schemas.microsoft.com/office/drawing/2014/main" id="{77361287-5BDE-5A4A-9FD0-468D62CB0E5C}"/>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34568</a:t>
            </a:r>
          </a:p>
        </p:txBody>
      </p:sp>
      <p:sp>
        <p:nvSpPr>
          <p:cNvPr id="14" name="TextBox 13">
            <a:extLst>
              <a:ext uri="{FF2B5EF4-FFF2-40B4-BE49-F238E27FC236}">
                <a16:creationId xmlns:a16="http://schemas.microsoft.com/office/drawing/2014/main" id="{F78732FD-FAEC-7864-7498-42913698B96F}"/>
              </a:ext>
            </a:extLst>
          </p:cNvPr>
          <p:cNvSpPr txBox="1"/>
          <p:nvPr/>
        </p:nvSpPr>
        <p:spPr>
          <a:xfrm>
            <a:off x="6654802" y="1903821"/>
            <a:ext cx="570089" cy="230832"/>
          </a:xfrm>
          <a:prstGeom prst="rect">
            <a:avLst/>
          </a:prstGeom>
          <a:noFill/>
        </p:spPr>
        <p:txBody>
          <a:bodyPr wrap="square" rtlCol="0">
            <a:spAutoFit/>
          </a:bodyPr>
          <a:lstStyle/>
          <a:p>
            <a:pPr algn="ctr"/>
            <a:r>
              <a:rPr lang="en-US" sz="900" dirty="0"/>
              <a:t>34568</a:t>
            </a:r>
          </a:p>
        </p:txBody>
      </p:sp>
      <p:sp>
        <p:nvSpPr>
          <p:cNvPr id="15" name="TextBox 14">
            <a:extLst>
              <a:ext uri="{FF2B5EF4-FFF2-40B4-BE49-F238E27FC236}">
                <a16:creationId xmlns:a16="http://schemas.microsoft.com/office/drawing/2014/main" id="{7A354717-794D-FD82-7CFF-95FC55D9E885}"/>
              </a:ext>
            </a:extLst>
          </p:cNvPr>
          <p:cNvSpPr txBox="1"/>
          <p:nvPr/>
        </p:nvSpPr>
        <p:spPr>
          <a:xfrm>
            <a:off x="7157158" y="1903821"/>
            <a:ext cx="570089" cy="230832"/>
          </a:xfrm>
          <a:prstGeom prst="rect">
            <a:avLst/>
          </a:prstGeom>
          <a:noFill/>
        </p:spPr>
        <p:txBody>
          <a:bodyPr wrap="square" rtlCol="0">
            <a:spAutoFit/>
          </a:bodyPr>
          <a:lstStyle/>
          <a:p>
            <a:pPr algn="ctr"/>
            <a:r>
              <a:rPr lang="en-US" sz="900" dirty="0"/>
              <a:t>468</a:t>
            </a:r>
          </a:p>
        </p:txBody>
      </p:sp>
      <p:sp>
        <p:nvSpPr>
          <p:cNvPr id="18" name="TextBox 17">
            <a:extLst>
              <a:ext uri="{FF2B5EF4-FFF2-40B4-BE49-F238E27FC236}">
                <a16:creationId xmlns:a16="http://schemas.microsoft.com/office/drawing/2014/main" id="{46411EB5-DD23-478A-B998-AEFE2601DB83}"/>
              </a:ext>
            </a:extLst>
          </p:cNvPr>
          <p:cNvSpPr txBox="1"/>
          <p:nvPr/>
        </p:nvSpPr>
        <p:spPr>
          <a:xfrm>
            <a:off x="4645378" y="901933"/>
            <a:ext cx="570089" cy="230832"/>
          </a:xfrm>
          <a:prstGeom prst="rect">
            <a:avLst/>
          </a:prstGeom>
          <a:noFill/>
        </p:spPr>
        <p:txBody>
          <a:bodyPr wrap="square" rtlCol="0">
            <a:spAutoFit/>
          </a:bodyPr>
          <a:lstStyle/>
          <a:p>
            <a:pPr algn="ctr"/>
            <a:r>
              <a:rPr lang="en-US" sz="900" dirty="0"/>
              <a:t>35</a:t>
            </a:r>
          </a:p>
        </p:txBody>
      </p:sp>
      <p:sp>
        <p:nvSpPr>
          <p:cNvPr id="19" name="TextBox 18">
            <a:extLst>
              <a:ext uri="{FF2B5EF4-FFF2-40B4-BE49-F238E27FC236}">
                <a16:creationId xmlns:a16="http://schemas.microsoft.com/office/drawing/2014/main" id="{3C43033E-03E8-5FAF-CA88-796D26293C93}"/>
              </a:ext>
            </a:extLst>
          </p:cNvPr>
          <p:cNvSpPr txBox="1"/>
          <p:nvPr/>
        </p:nvSpPr>
        <p:spPr>
          <a:xfrm>
            <a:off x="5147734" y="901933"/>
            <a:ext cx="570089" cy="230832"/>
          </a:xfrm>
          <a:prstGeom prst="rect">
            <a:avLst/>
          </a:prstGeom>
          <a:noFill/>
        </p:spPr>
        <p:txBody>
          <a:bodyPr wrap="square" rtlCol="0">
            <a:spAutoFit/>
          </a:bodyPr>
          <a:lstStyle/>
          <a:p>
            <a:pPr algn="ctr"/>
            <a:r>
              <a:rPr lang="en-US" sz="900" dirty="0"/>
              <a:t>53</a:t>
            </a:r>
          </a:p>
        </p:txBody>
      </p:sp>
      <p:sp>
        <p:nvSpPr>
          <p:cNvPr id="20" name="TextBox 19">
            <a:extLst>
              <a:ext uri="{FF2B5EF4-FFF2-40B4-BE49-F238E27FC236}">
                <a16:creationId xmlns:a16="http://schemas.microsoft.com/office/drawing/2014/main" id="{CC025A19-69B1-0E44-4A5D-BE32469FFBC4}"/>
              </a:ext>
            </a:extLst>
          </p:cNvPr>
          <p:cNvSpPr txBox="1"/>
          <p:nvPr/>
        </p:nvSpPr>
        <p:spPr>
          <a:xfrm>
            <a:off x="3640666" y="1903821"/>
            <a:ext cx="570089" cy="230832"/>
          </a:xfrm>
          <a:prstGeom prst="rect">
            <a:avLst/>
          </a:prstGeom>
          <a:noFill/>
        </p:spPr>
        <p:txBody>
          <a:bodyPr wrap="square" rtlCol="0">
            <a:spAutoFit/>
          </a:bodyPr>
          <a:lstStyle/>
          <a:p>
            <a:pPr algn="ctr"/>
            <a:r>
              <a:rPr lang="en-US" sz="900" dirty="0"/>
              <a:t>7531</a:t>
            </a:r>
          </a:p>
        </p:txBody>
      </p:sp>
      <p:sp>
        <p:nvSpPr>
          <p:cNvPr id="21" name="TextBox 20">
            <a:extLst>
              <a:ext uri="{FF2B5EF4-FFF2-40B4-BE49-F238E27FC236}">
                <a16:creationId xmlns:a16="http://schemas.microsoft.com/office/drawing/2014/main" id="{05CBB502-7BD2-0A69-1B2F-CEB9B07CD4B1}"/>
              </a:ext>
            </a:extLst>
          </p:cNvPr>
          <p:cNvSpPr txBox="1"/>
          <p:nvPr/>
        </p:nvSpPr>
        <p:spPr>
          <a:xfrm>
            <a:off x="3138310" y="1903821"/>
            <a:ext cx="570089" cy="230832"/>
          </a:xfrm>
          <a:prstGeom prst="rect">
            <a:avLst/>
          </a:prstGeom>
          <a:noFill/>
        </p:spPr>
        <p:txBody>
          <a:bodyPr wrap="square" rtlCol="0">
            <a:spAutoFit/>
          </a:bodyPr>
          <a:lstStyle/>
          <a:p>
            <a:pPr algn="ctr"/>
            <a:r>
              <a:rPr lang="en-US" sz="900" dirty="0"/>
              <a:t>1357</a:t>
            </a:r>
          </a:p>
        </p:txBody>
      </p:sp>
      <p:sp>
        <p:nvSpPr>
          <p:cNvPr id="24" name="TextBox 23">
            <a:extLst>
              <a:ext uri="{FF2B5EF4-FFF2-40B4-BE49-F238E27FC236}">
                <a16:creationId xmlns:a16="http://schemas.microsoft.com/office/drawing/2014/main" id="{BEBA7233-C651-8F00-1CF9-489A3037FBBF}"/>
              </a:ext>
            </a:extLst>
          </p:cNvPr>
          <p:cNvSpPr txBox="1"/>
          <p:nvPr/>
        </p:nvSpPr>
        <p:spPr>
          <a:xfrm>
            <a:off x="6152446" y="4408541"/>
            <a:ext cx="570089" cy="230832"/>
          </a:xfrm>
          <a:prstGeom prst="rect">
            <a:avLst/>
          </a:prstGeom>
          <a:noFill/>
        </p:spPr>
        <p:txBody>
          <a:bodyPr wrap="square" rtlCol="0">
            <a:spAutoFit/>
          </a:bodyPr>
          <a:lstStyle/>
          <a:p>
            <a:pPr algn="ctr"/>
            <a:r>
              <a:rPr lang="en-US" sz="900" dirty="0"/>
              <a:t>2356</a:t>
            </a:r>
          </a:p>
        </p:txBody>
      </p:sp>
      <p:sp>
        <p:nvSpPr>
          <p:cNvPr id="25" name="TextBox 24">
            <a:extLst>
              <a:ext uri="{FF2B5EF4-FFF2-40B4-BE49-F238E27FC236}">
                <a16:creationId xmlns:a16="http://schemas.microsoft.com/office/drawing/2014/main" id="{3300338A-9509-CD1F-8B73-049DCDA9052F}"/>
              </a:ext>
            </a:extLst>
          </p:cNvPr>
          <p:cNvSpPr txBox="1"/>
          <p:nvPr/>
        </p:nvSpPr>
        <p:spPr>
          <a:xfrm>
            <a:off x="6152446" y="4909484"/>
            <a:ext cx="570089" cy="230832"/>
          </a:xfrm>
          <a:prstGeom prst="rect">
            <a:avLst/>
          </a:prstGeom>
          <a:noFill/>
        </p:spPr>
        <p:txBody>
          <a:bodyPr wrap="square" rtlCol="0">
            <a:spAutoFit/>
          </a:bodyPr>
          <a:lstStyle/>
          <a:p>
            <a:pPr algn="ctr"/>
            <a:r>
              <a:rPr lang="en-US" sz="900" dirty="0"/>
              <a:t>6532</a:t>
            </a:r>
          </a:p>
        </p:txBody>
      </p:sp>
      <p:sp>
        <p:nvSpPr>
          <p:cNvPr id="28" name="TextBox 27">
            <a:extLst>
              <a:ext uri="{FF2B5EF4-FFF2-40B4-BE49-F238E27FC236}">
                <a16:creationId xmlns:a16="http://schemas.microsoft.com/office/drawing/2014/main" id="{7EBFB0E5-E22E-6086-075D-4FC34D56B540}"/>
              </a:ext>
            </a:extLst>
          </p:cNvPr>
          <p:cNvSpPr txBox="1"/>
          <p:nvPr/>
        </p:nvSpPr>
        <p:spPr>
          <a:xfrm>
            <a:off x="6654802" y="2404765"/>
            <a:ext cx="570089" cy="230832"/>
          </a:xfrm>
          <a:prstGeom prst="rect">
            <a:avLst/>
          </a:prstGeom>
          <a:noFill/>
        </p:spPr>
        <p:txBody>
          <a:bodyPr wrap="square" rtlCol="0">
            <a:spAutoFit/>
          </a:bodyPr>
          <a:lstStyle/>
          <a:p>
            <a:pPr algn="ctr"/>
            <a:r>
              <a:rPr lang="en-US" sz="900" dirty="0"/>
              <a:t>168</a:t>
            </a:r>
          </a:p>
        </p:txBody>
      </p:sp>
      <p:sp>
        <p:nvSpPr>
          <p:cNvPr id="29" name="TextBox 28">
            <a:extLst>
              <a:ext uri="{FF2B5EF4-FFF2-40B4-BE49-F238E27FC236}">
                <a16:creationId xmlns:a16="http://schemas.microsoft.com/office/drawing/2014/main" id="{FB3674E6-FB22-C964-817B-150CEB4F826E}"/>
              </a:ext>
            </a:extLst>
          </p:cNvPr>
          <p:cNvSpPr txBox="1"/>
          <p:nvPr/>
        </p:nvSpPr>
        <p:spPr>
          <a:xfrm>
            <a:off x="6152446" y="2905709"/>
            <a:ext cx="570089" cy="230832"/>
          </a:xfrm>
          <a:prstGeom prst="rect">
            <a:avLst/>
          </a:prstGeom>
          <a:noFill/>
        </p:spPr>
        <p:txBody>
          <a:bodyPr wrap="square" rtlCol="0">
            <a:spAutoFit/>
          </a:bodyPr>
          <a:lstStyle/>
          <a:p>
            <a:pPr algn="ctr"/>
            <a:r>
              <a:rPr lang="en-US" sz="900" dirty="0"/>
              <a:t>168</a:t>
            </a:r>
          </a:p>
        </p:txBody>
      </p:sp>
      <p:sp>
        <p:nvSpPr>
          <p:cNvPr id="30" name="TextBox 29">
            <a:extLst>
              <a:ext uri="{FF2B5EF4-FFF2-40B4-BE49-F238E27FC236}">
                <a16:creationId xmlns:a16="http://schemas.microsoft.com/office/drawing/2014/main" id="{524B220E-9E65-1F15-778A-7D83A946ED75}"/>
              </a:ext>
            </a:extLst>
          </p:cNvPr>
          <p:cNvSpPr txBox="1"/>
          <p:nvPr/>
        </p:nvSpPr>
        <p:spPr>
          <a:xfrm>
            <a:off x="6654802" y="2905709"/>
            <a:ext cx="570089" cy="230832"/>
          </a:xfrm>
          <a:prstGeom prst="rect">
            <a:avLst/>
          </a:prstGeom>
          <a:noFill/>
        </p:spPr>
        <p:txBody>
          <a:bodyPr wrap="square" rtlCol="0">
            <a:spAutoFit/>
          </a:bodyPr>
          <a:lstStyle/>
          <a:p>
            <a:pPr algn="ctr"/>
            <a:r>
              <a:rPr lang="en-US" sz="900" dirty="0"/>
              <a:t>168</a:t>
            </a:r>
          </a:p>
        </p:txBody>
      </p:sp>
      <p:sp>
        <p:nvSpPr>
          <p:cNvPr id="31" name="TextBox 30">
            <a:extLst>
              <a:ext uri="{FF2B5EF4-FFF2-40B4-BE49-F238E27FC236}">
                <a16:creationId xmlns:a16="http://schemas.microsoft.com/office/drawing/2014/main" id="{B40B9B57-832E-74B5-3A5F-AA5B5592F39B}"/>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E4D7CEAA-D98B-443E-6ECB-F375A288DAFA}"/>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FF5B8B08-3B88-0C84-ABC7-4C62C4AD49DC}"/>
              </a:ext>
            </a:extLst>
          </p:cNvPr>
          <p:cNvSpPr txBox="1"/>
          <p:nvPr/>
        </p:nvSpPr>
        <p:spPr>
          <a:xfrm>
            <a:off x="6214537"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F6DEF56D-A686-D187-8F55-B855781CB436}"/>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CC08D917-3071-2344-3889-3C0285879F2A}"/>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53C0AEE7-4D25-73A3-8251-21E24FDC703A}"/>
              </a:ext>
            </a:extLst>
          </p:cNvPr>
          <p:cNvSpPr txBox="1"/>
          <p:nvPr/>
        </p:nvSpPr>
        <p:spPr>
          <a:xfrm>
            <a:off x="6714071" y="72121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559E1497-50DF-CFA6-1C11-F7429B86A9A4}"/>
              </a:ext>
            </a:extLst>
          </p:cNvPr>
          <p:cNvSpPr txBox="1"/>
          <p:nvPr/>
        </p:nvSpPr>
        <p:spPr>
          <a:xfrm>
            <a:off x="7213604" y="72121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0AA83FBB-C8BF-F15A-9AF4-987D404C777A}"/>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CEC6DC64-9EBC-CA08-535D-8FCFAF23D4B3}"/>
              </a:ext>
            </a:extLst>
          </p:cNvPr>
          <p:cNvSpPr txBox="1"/>
          <p:nvPr/>
        </p:nvSpPr>
        <p:spPr>
          <a:xfrm>
            <a:off x="6214537" y="3237891"/>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1457A597-7314-8A73-D76F-3A23F48ACABB}"/>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A9F38204-0FBD-7139-60BA-DFCD4EB350D3}"/>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5" name="TextBox 34">
            <a:extLst>
              <a:ext uri="{FF2B5EF4-FFF2-40B4-BE49-F238E27FC236}">
                <a16:creationId xmlns:a16="http://schemas.microsoft.com/office/drawing/2014/main" id="{3FCCD440-0026-C420-021B-0DC3D25F1579}"/>
              </a:ext>
            </a:extLst>
          </p:cNvPr>
          <p:cNvSpPr txBox="1"/>
          <p:nvPr/>
        </p:nvSpPr>
        <p:spPr>
          <a:xfrm>
            <a:off x="7213604" y="3237891"/>
            <a:ext cx="462845" cy="584775"/>
          </a:xfrm>
          <a:prstGeom prst="rect">
            <a:avLst/>
          </a:prstGeom>
          <a:noFill/>
        </p:spPr>
        <p:txBody>
          <a:bodyPr wrap="square" rtlCol="0">
            <a:spAutoFit/>
          </a:bodyPr>
          <a:lstStyle/>
          <a:p>
            <a:pPr algn="ctr"/>
            <a:r>
              <a:rPr lang="en-US" sz="3200" dirty="0"/>
              <a:t>5</a:t>
            </a:r>
          </a:p>
        </p:txBody>
      </p:sp>
      <p:sp>
        <p:nvSpPr>
          <p:cNvPr id="22" name="TextBox 21">
            <a:extLst>
              <a:ext uri="{FF2B5EF4-FFF2-40B4-BE49-F238E27FC236}">
                <a16:creationId xmlns:a16="http://schemas.microsoft.com/office/drawing/2014/main" id="{97B1C22B-03BB-B530-8E5D-BD41FE9B064E}"/>
              </a:ext>
            </a:extLst>
          </p:cNvPr>
          <p:cNvSpPr txBox="1"/>
          <p:nvPr/>
        </p:nvSpPr>
        <p:spPr>
          <a:xfrm>
            <a:off x="5147734" y="1402877"/>
            <a:ext cx="570089" cy="230832"/>
          </a:xfrm>
          <a:prstGeom prst="rect">
            <a:avLst/>
          </a:prstGeom>
          <a:noFill/>
        </p:spPr>
        <p:txBody>
          <a:bodyPr wrap="square" rtlCol="0">
            <a:spAutoFit/>
          </a:bodyPr>
          <a:lstStyle/>
          <a:p>
            <a:pPr algn="ctr"/>
            <a:r>
              <a:rPr lang="en-US" sz="900" dirty="0"/>
              <a:t>46789</a:t>
            </a:r>
          </a:p>
        </p:txBody>
      </p:sp>
      <p:sp>
        <p:nvSpPr>
          <p:cNvPr id="23" name="TextBox 22">
            <a:extLst>
              <a:ext uri="{FF2B5EF4-FFF2-40B4-BE49-F238E27FC236}">
                <a16:creationId xmlns:a16="http://schemas.microsoft.com/office/drawing/2014/main" id="{2CE60102-0FC9-13D2-6F3C-B56A27B6E592}"/>
              </a:ext>
            </a:extLst>
          </p:cNvPr>
          <p:cNvSpPr txBox="1"/>
          <p:nvPr/>
        </p:nvSpPr>
        <p:spPr>
          <a:xfrm>
            <a:off x="5650090" y="1402877"/>
            <a:ext cx="570089" cy="230832"/>
          </a:xfrm>
          <a:prstGeom prst="rect">
            <a:avLst/>
          </a:prstGeom>
          <a:noFill/>
        </p:spPr>
        <p:txBody>
          <a:bodyPr wrap="square" rtlCol="0">
            <a:spAutoFit/>
          </a:bodyPr>
          <a:lstStyle/>
          <a:p>
            <a:pPr algn="ctr"/>
            <a:r>
              <a:rPr lang="en-US" sz="900" dirty="0"/>
              <a:t>46789</a:t>
            </a:r>
          </a:p>
        </p:txBody>
      </p:sp>
      <p:sp>
        <p:nvSpPr>
          <p:cNvPr id="36" name="TextBox 35">
            <a:extLst>
              <a:ext uri="{FF2B5EF4-FFF2-40B4-BE49-F238E27FC236}">
                <a16:creationId xmlns:a16="http://schemas.microsoft.com/office/drawing/2014/main" id="{EBB877AF-0803-DFE2-6D40-22DA043652D5}"/>
              </a:ext>
            </a:extLst>
          </p:cNvPr>
          <p:cNvSpPr txBox="1"/>
          <p:nvPr/>
        </p:nvSpPr>
        <p:spPr>
          <a:xfrm>
            <a:off x="5147734" y="1903821"/>
            <a:ext cx="570089" cy="230832"/>
          </a:xfrm>
          <a:prstGeom prst="rect">
            <a:avLst/>
          </a:prstGeom>
          <a:noFill/>
        </p:spPr>
        <p:txBody>
          <a:bodyPr wrap="square" rtlCol="0">
            <a:spAutoFit/>
          </a:bodyPr>
          <a:lstStyle/>
          <a:p>
            <a:pPr algn="ctr"/>
            <a:r>
              <a:rPr lang="en-US" sz="900" dirty="0"/>
              <a:t>4678</a:t>
            </a:r>
          </a:p>
        </p:txBody>
      </p:sp>
      <p:sp>
        <p:nvSpPr>
          <p:cNvPr id="37" name="TextBox 36">
            <a:extLst>
              <a:ext uri="{FF2B5EF4-FFF2-40B4-BE49-F238E27FC236}">
                <a16:creationId xmlns:a16="http://schemas.microsoft.com/office/drawing/2014/main" id="{BFD5AFC8-E740-7211-A6CF-FA5F9C1AF9DF}"/>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12023093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A4820-BC76-8582-A858-9D9BEA86AE3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6DCBFC7-6651-A711-EEEB-6677FA5E3341}"/>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AA05142C-BFA4-3BD1-7B5F-B051B7D3AE2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776B998-F08E-C37D-C030-3A2602DCFF0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F40F212-1D68-BD4F-D201-926A5C99A14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92FE466-9E18-DE7C-B1C2-56A744C3932D}"/>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6E342085-E62C-5BC8-34E0-CF20A0FCB13C}"/>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47D9D9CC-718C-78B8-34CC-E91D4485F9B6}"/>
              </a:ext>
            </a:extLst>
          </p:cNvPr>
          <p:cNvSpPr txBox="1"/>
          <p:nvPr/>
        </p:nvSpPr>
        <p:spPr>
          <a:xfrm>
            <a:off x="6152446" y="901933"/>
            <a:ext cx="570089" cy="230832"/>
          </a:xfrm>
          <a:prstGeom prst="rect">
            <a:avLst/>
          </a:prstGeom>
          <a:noFill/>
        </p:spPr>
        <p:txBody>
          <a:bodyPr wrap="square" rtlCol="0">
            <a:spAutoFit/>
          </a:bodyPr>
          <a:lstStyle/>
          <a:p>
            <a:pPr algn="ctr"/>
            <a:r>
              <a:rPr lang="en-US" sz="900" dirty="0"/>
              <a:t>68</a:t>
            </a:r>
          </a:p>
        </p:txBody>
      </p:sp>
      <p:sp>
        <p:nvSpPr>
          <p:cNvPr id="12" name="TextBox 11">
            <a:extLst>
              <a:ext uri="{FF2B5EF4-FFF2-40B4-BE49-F238E27FC236}">
                <a16:creationId xmlns:a16="http://schemas.microsoft.com/office/drawing/2014/main" id="{8CFB4565-DFBE-CC1C-6E1C-EC51054D66CD}"/>
              </a:ext>
            </a:extLst>
          </p:cNvPr>
          <p:cNvSpPr txBox="1"/>
          <p:nvPr/>
        </p:nvSpPr>
        <p:spPr>
          <a:xfrm>
            <a:off x="6152446" y="1402877"/>
            <a:ext cx="570089" cy="230832"/>
          </a:xfrm>
          <a:prstGeom prst="rect">
            <a:avLst/>
          </a:prstGeom>
          <a:noFill/>
        </p:spPr>
        <p:txBody>
          <a:bodyPr wrap="square" rtlCol="0">
            <a:spAutoFit/>
          </a:bodyPr>
          <a:lstStyle/>
          <a:p>
            <a:pPr algn="ctr"/>
            <a:r>
              <a:rPr lang="en-US" sz="900" dirty="0"/>
              <a:t>3568</a:t>
            </a:r>
          </a:p>
        </p:txBody>
      </p:sp>
      <p:sp>
        <p:nvSpPr>
          <p:cNvPr id="13" name="TextBox 12">
            <a:extLst>
              <a:ext uri="{FF2B5EF4-FFF2-40B4-BE49-F238E27FC236}">
                <a16:creationId xmlns:a16="http://schemas.microsoft.com/office/drawing/2014/main" id="{AE244A72-3C90-2942-12BB-FF12F6271AF2}"/>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34568</a:t>
            </a:r>
          </a:p>
        </p:txBody>
      </p:sp>
      <p:sp>
        <p:nvSpPr>
          <p:cNvPr id="14" name="TextBox 13">
            <a:extLst>
              <a:ext uri="{FF2B5EF4-FFF2-40B4-BE49-F238E27FC236}">
                <a16:creationId xmlns:a16="http://schemas.microsoft.com/office/drawing/2014/main" id="{C75CDA45-24FB-FB6E-A7E2-2714666C6C8D}"/>
              </a:ext>
            </a:extLst>
          </p:cNvPr>
          <p:cNvSpPr txBox="1"/>
          <p:nvPr/>
        </p:nvSpPr>
        <p:spPr>
          <a:xfrm>
            <a:off x="6654802" y="1903821"/>
            <a:ext cx="570089" cy="230832"/>
          </a:xfrm>
          <a:prstGeom prst="rect">
            <a:avLst/>
          </a:prstGeom>
          <a:noFill/>
        </p:spPr>
        <p:txBody>
          <a:bodyPr wrap="square" rtlCol="0">
            <a:spAutoFit/>
          </a:bodyPr>
          <a:lstStyle/>
          <a:p>
            <a:pPr algn="ctr"/>
            <a:r>
              <a:rPr lang="en-US" sz="900" dirty="0"/>
              <a:t>34568</a:t>
            </a:r>
          </a:p>
        </p:txBody>
      </p:sp>
      <p:sp>
        <p:nvSpPr>
          <p:cNvPr id="15" name="TextBox 14">
            <a:extLst>
              <a:ext uri="{FF2B5EF4-FFF2-40B4-BE49-F238E27FC236}">
                <a16:creationId xmlns:a16="http://schemas.microsoft.com/office/drawing/2014/main" id="{227164B3-7575-0376-A655-F26BFAABB738}"/>
              </a:ext>
            </a:extLst>
          </p:cNvPr>
          <p:cNvSpPr txBox="1"/>
          <p:nvPr/>
        </p:nvSpPr>
        <p:spPr>
          <a:xfrm>
            <a:off x="7157158" y="1903821"/>
            <a:ext cx="570089" cy="230832"/>
          </a:xfrm>
          <a:prstGeom prst="rect">
            <a:avLst/>
          </a:prstGeom>
          <a:noFill/>
        </p:spPr>
        <p:txBody>
          <a:bodyPr wrap="square" rtlCol="0">
            <a:spAutoFit/>
          </a:bodyPr>
          <a:lstStyle/>
          <a:p>
            <a:pPr algn="ctr"/>
            <a:r>
              <a:rPr lang="en-US" sz="900" dirty="0"/>
              <a:t>468</a:t>
            </a:r>
          </a:p>
        </p:txBody>
      </p:sp>
      <p:sp>
        <p:nvSpPr>
          <p:cNvPr id="20" name="TextBox 19">
            <a:extLst>
              <a:ext uri="{FF2B5EF4-FFF2-40B4-BE49-F238E27FC236}">
                <a16:creationId xmlns:a16="http://schemas.microsoft.com/office/drawing/2014/main" id="{4A889C7B-3A17-5CFC-E477-EC9CCA071107}"/>
              </a:ext>
            </a:extLst>
          </p:cNvPr>
          <p:cNvSpPr txBox="1"/>
          <p:nvPr/>
        </p:nvSpPr>
        <p:spPr>
          <a:xfrm>
            <a:off x="3640666" y="1903821"/>
            <a:ext cx="570089" cy="230832"/>
          </a:xfrm>
          <a:prstGeom prst="rect">
            <a:avLst/>
          </a:prstGeom>
          <a:noFill/>
        </p:spPr>
        <p:txBody>
          <a:bodyPr wrap="square" rtlCol="0">
            <a:spAutoFit/>
          </a:bodyPr>
          <a:lstStyle/>
          <a:p>
            <a:pPr algn="ctr"/>
            <a:r>
              <a:rPr lang="en-US" sz="900" dirty="0"/>
              <a:t>7531</a:t>
            </a:r>
          </a:p>
        </p:txBody>
      </p:sp>
      <p:sp>
        <p:nvSpPr>
          <p:cNvPr id="21" name="TextBox 20">
            <a:extLst>
              <a:ext uri="{FF2B5EF4-FFF2-40B4-BE49-F238E27FC236}">
                <a16:creationId xmlns:a16="http://schemas.microsoft.com/office/drawing/2014/main" id="{EA90A5D7-BA92-68EF-ECF4-B40130BE13F0}"/>
              </a:ext>
            </a:extLst>
          </p:cNvPr>
          <p:cNvSpPr txBox="1"/>
          <p:nvPr/>
        </p:nvSpPr>
        <p:spPr>
          <a:xfrm>
            <a:off x="3138310" y="1903821"/>
            <a:ext cx="570089" cy="230832"/>
          </a:xfrm>
          <a:prstGeom prst="rect">
            <a:avLst/>
          </a:prstGeom>
          <a:noFill/>
        </p:spPr>
        <p:txBody>
          <a:bodyPr wrap="square" rtlCol="0">
            <a:spAutoFit/>
          </a:bodyPr>
          <a:lstStyle/>
          <a:p>
            <a:pPr algn="ctr"/>
            <a:r>
              <a:rPr lang="en-US" sz="900" dirty="0"/>
              <a:t>1357</a:t>
            </a:r>
          </a:p>
        </p:txBody>
      </p:sp>
      <p:sp>
        <p:nvSpPr>
          <p:cNvPr id="24" name="TextBox 23">
            <a:extLst>
              <a:ext uri="{FF2B5EF4-FFF2-40B4-BE49-F238E27FC236}">
                <a16:creationId xmlns:a16="http://schemas.microsoft.com/office/drawing/2014/main" id="{5BEAECEE-FBF2-1ABF-6D38-B0FC65A827E3}"/>
              </a:ext>
            </a:extLst>
          </p:cNvPr>
          <p:cNvSpPr txBox="1"/>
          <p:nvPr/>
        </p:nvSpPr>
        <p:spPr>
          <a:xfrm>
            <a:off x="6152446" y="4408541"/>
            <a:ext cx="570089" cy="230832"/>
          </a:xfrm>
          <a:prstGeom prst="rect">
            <a:avLst/>
          </a:prstGeom>
          <a:noFill/>
        </p:spPr>
        <p:txBody>
          <a:bodyPr wrap="square" rtlCol="0">
            <a:spAutoFit/>
          </a:bodyPr>
          <a:lstStyle/>
          <a:p>
            <a:pPr algn="ctr"/>
            <a:r>
              <a:rPr lang="en-US" sz="900" dirty="0"/>
              <a:t>2356</a:t>
            </a:r>
          </a:p>
        </p:txBody>
      </p:sp>
      <p:sp>
        <p:nvSpPr>
          <p:cNvPr id="25" name="TextBox 24">
            <a:extLst>
              <a:ext uri="{FF2B5EF4-FFF2-40B4-BE49-F238E27FC236}">
                <a16:creationId xmlns:a16="http://schemas.microsoft.com/office/drawing/2014/main" id="{E7C1FC60-8EA2-8C54-5139-D53F6CC521F4}"/>
              </a:ext>
            </a:extLst>
          </p:cNvPr>
          <p:cNvSpPr txBox="1"/>
          <p:nvPr/>
        </p:nvSpPr>
        <p:spPr>
          <a:xfrm>
            <a:off x="6152446" y="4909484"/>
            <a:ext cx="570089" cy="230832"/>
          </a:xfrm>
          <a:prstGeom prst="rect">
            <a:avLst/>
          </a:prstGeom>
          <a:noFill/>
        </p:spPr>
        <p:txBody>
          <a:bodyPr wrap="square" rtlCol="0">
            <a:spAutoFit/>
          </a:bodyPr>
          <a:lstStyle/>
          <a:p>
            <a:pPr algn="ctr"/>
            <a:r>
              <a:rPr lang="en-US" sz="900" dirty="0"/>
              <a:t>6532</a:t>
            </a:r>
          </a:p>
        </p:txBody>
      </p:sp>
      <p:sp>
        <p:nvSpPr>
          <p:cNvPr id="28" name="TextBox 27">
            <a:extLst>
              <a:ext uri="{FF2B5EF4-FFF2-40B4-BE49-F238E27FC236}">
                <a16:creationId xmlns:a16="http://schemas.microsoft.com/office/drawing/2014/main" id="{13298CB6-E9A8-024D-8CE9-2347E89840B7}"/>
              </a:ext>
            </a:extLst>
          </p:cNvPr>
          <p:cNvSpPr txBox="1"/>
          <p:nvPr/>
        </p:nvSpPr>
        <p:spPr>
          <a:xfrm>
            <a:off x="6654802" y="2404765"/>
            <a:ext cx="570089" cy="230832"/>
          </a:xfrm>
          <a:prstGeom prst="rect">
            <a:avLst/>
          </a:prstGeom>
          <a:noFill/>
        </p:spPr>
        <p:txBody>
          <a:bodyPr wrap="square" rtlCol="0">
            <a:spAutoFit/>
          </a:bodyPr>
          <a:lstStyle/>
          <a:p>
            <a:pPr algn="ctr"/>
            <a:r>
              <a:rPr lang="en-US" sz="900" dirty="0"/>
              <a:t>168</a:t>
            </a:r>
          </a:p>
        </p:txBody>
      </p:sp>
      <p:sp>
        <p:nvSpPr>
          <p:cNvPr id="29" name="TextBox 28">
            <a:extLst>
              <a:ext uri="{FF2B5EF4-FFF2-40B4-BE49-F238E27FC236}">
                <a16:creationId xmlns:a16="http://schemas.microsoft.com/office/drawing/2014/main" id="{5E74A121-6D1A-3C1B-0440-550E7BDB1E75}"/>
              </a:ext>
            </a:extLst>
          </p:cNvPr>
          <p:cNvSpPr txBox="1"/>
          <p:nvPr/>
        </p:nvSpPr>
        <p:spPr>
          <a:xfrm>
            <a:off x="6152446" y="2905709"/>
            <a:ext cx="570089" cy="230832"/>
          </a:xfrm>
          <a:prstGeom prst="rect">
            <a:avLst/>
          </a:prstGeom>
          <a:noFill/>
        </p:spPr>
        <p:txBody>
          <a:bodyPr wrap="square" rtlCol="0">
            <a:spAutoFit/>
          </a:bodyPr>
          <a:lstStyle/>
          <a:p>
            <a:pPr algn="ctr"/>
            <a:r>
              <a:rPr lang="en-US" sz="900" dirty="0"/>
              <a:t>168</a:t>
            </a:r>
          </a:p>
        </p:txBody>
      </p:sp>
      <p:sp>
        <p:nvSpPr>
          <p:cNvPr id="30" name="TextBox 29">
            <a:extLst>
              <a:ext uri="{FF2B5EF4-FFF2-40B4-BE49-F238E27FC236}">
                <a16:creationId xmlns:a16="http://schemas.microsoft.com/office/drawing/2014/main" id="{CE76D494-E2EC-F6EA-0345-3497ADBD86B2}"/>
              </a:ext>
            </a:extLst>
          </p:cNvPr>
          <p:cNvSpPr txBox="1"/>
          <p:nvPr/>
        </p:nvSpPr>
        <p:spPr>
          <a:xfrm>
            <a:off x="6654802" y="2905709"/>
            <a:ext cx="570089" cy="230832"/>
          </a:xfrm>
          <a:prstGeom prst="rect">
            <a:avLst/>
          </a:prstGeom>
          <a:noFill/>
        </p:spPr>
        <p:txBody>
          <a:bodyPr wrap="square" rtlCol="0">
            <a:spAutoFit/>
          </a:bodyPr>
          <a:lstStyle/>
          <a:p>
            <a:pPr algn="ctr"/>
            <a:r>
              <a:rPr lang="en-US" sz="900" dirty="0"/>
              <a:t>168</a:t>
            </a:r>
          </a:p>
        </p:txBody>
      </p:sp>
      <p:sp>
        <p:nvSpPr>
          <p:cNvPr id="31" name="TextBox 30">
            <a:extLst>
              <a:ext uri="{FF2B5EF4-FFF2-40B4-BE49-F238E27FC236}">
                <a16:creationId xmlns:a16="http://schemas.microsoft.com/office/drawing/2014/main" id="{161447D1-2068-AAEA-0FA2-62233DE500ED}"/>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5730D518-7BB5-6B2C-4546-8DC450C433AD}"/>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9634A7D8-FEB0-224C-96E5-42663CDB842B}"/>
              </a:ext>
            </a:extLst>
          </p:cNvPr>
          <p:cNvSpPr txBox="1"/>
          <p:nvPr/>
        </p:nvSpPr>
        <p:spPr>
          <a:xfrm>
            <a:off x="6214537"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235162DE-142C-0A98-6F6D-2723BC4E327C}"/>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F5792655-6FFF-0626-743E-0C81882063F6}"/>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8EF684B7-D868-FC15-C1E6-9B9F09615055}"/>
              </a:ext>
            </a:extLst>
          </p:cNvPr>
          <p:cNvSpPr txBox="1"/>
          <p:nvPr/>
        </p:nvSpPr>
        <p:spPr>
          <a:xfrm>
            <a:off x="6714071" y="72121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B2420B13-FB1E-4514-A279-36BBF75D09FA}"/>
              </a:ext>
            </a:extLst>
          </p:cNvPr>
          <p:cNvSpPr txBox="1"/>
          <p:nvPr/>
        </p:nvSpPr>
        <p:spPr>
          <a:xfrm>
            <a:off x="7213604" y="72121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FD980292-98F3-C558-4929-3C2381A3993A}"/>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BD4B4652-D0E9-3C72-551F-1ED2E442D370}"/>
              </a:ext>
            </a:extLst>
          </p:cNvPr>
          <p:cNvSpPr txBox="1"/>
          <p:nvPr/>
        </p:nvSpPr>
        <p:spPr>
          <a:xfrm>
            <a:off x="6214537" y="3237891"/>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E8EBBCF4-C843-D289-0E1E-D04E60BBD1CA}"/>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0F174357-807C-4E6A-A3CD-B9DFC7EA55A4}"/>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5" name="TextBox 34">
            <a:extLst>
              <a:ext uri="{FF2B5EF4-FFF2-40B4-BE49-F238E27FC236}">
                <a16:creationId xmlns:a16="http://schemas.microsoft.com/office/drawing/2014/main" id="{F973737A-1F81-E15A-8B3F-2F610804012C}"/>
              </a:ext>
            </a:extLst>
          </p:cNvPr>
          <p:cNvSpPr txBox="1"/>
          <p:nvPr/>
        </p:nvSpPr>
        <p:spPr>
          <a:xfrm>
            <a:off x="7213604" y="3237891"/>
            <a:ext cx="462845" cy="584775"/>
          </a:xfrm>
          <a:prstGeom prst="rect">
            <a:avLst/>
          </a:prstGeom>
          <a:noFill/>
        </p:spPr>
        <p:txBody>
          <a:bodyPr wrap="square" rtlCol="0">
            <a:spAutoFit/>
          </a:bodyPr>
          <a:lstStyle/>
          <a:p>
            <a:pPr algn="ctr"/>
            <a:r>
              <a:rPr lang="en-US" sz="3200" dirty="0"/>
              <a:t>5</a:t>
            </a:r>
          </a:p>
        </p:txBody>
      </p:sp>
      <p:sp>
        <p:nvSpPr>
          <p:cNvPr id="22" name="TextBox 21">
            <a:extLst>
              <a:ext uri="{FF2B5EF4-FFF2-40B4-BE49-F238E27FC236}">
                <a16:creationId xmlns:a16="http://schemas.microsoft.com/office/drawing/2014/main" id="{04BC2E54-B16D-5E54-3DA2-223D2E08A172}"/>
              </a:ext>
            </a:extLst>
          </p:cNvPr>
          <p:cNvSpPr txBox="1"/>
          <p:nvPr/>
        </p:nvSpPr>
        <p:spPr>
          <a:xfrm>
            <a:off x="5147734" y="1402877"/>
            <a:ext cx="570089" cy="230832"/>
          </a:xfrm>
          <a:prstGeom prst="rect">
            <a:avLst/>
          </a:prstGeom>
          <a:noFill/>
        </p:spPr>
        <p:txBody>
          <a:bodyPr wrap="square" rtlCol="0">
            <a:spAutoFit/>
          </a:bodyPr>
          <a:lstStyle/>
          <a:p>
            <a:pPr algn="ctr"/>
            <a:r>
              <a:rPr lang="en-US" sz="900" dirty="0"/>
              <a:t>46789</a:t>
            </a:r>
          </a:p>
        </p:txBody>
      </p:sp>
      <p:sp>
        <p:nvSpPr>
          <p:cNvPr id="23" name="TextBox 22">
            <a:extLst>
              <a:ext uri="{FF2B5EF4-FFF2-40B4-BE49-F238E27FC236}">
                <a16:creationId xmlns:a16="http://schemas.microsoft.com/office/drawing/2014/main" id="{B9CAD059-04C6-935D-26F9-B967D79AED07}"/>
              </a:ext>
            </a:extLst>
          </p:cNvPr>
          <p:cNvSpPr txBox="1"/>
          <p:nvPr/>
        </p:nvSpPr>
        <p:spPr>
          <a:xfrm>
            <a:off x="5650090" y="1402877"/>
            <a:ext cx="570089" cy="230832"/>
          </a:xfrm>
          <a:prstGeom prst="rect">
            <a:avLst/>
          </a:prstGeom>
          <a:noFill/>
        </p:spPr>
        <p:txBody>
          <a:bodyPr wrap="square" rtlCol="0">
            <a:spAutoFit/>
          </a:bodyPr>
          <a:lstStyle/>
          <a:p>
            <a:pPr algn="ctr"/>
            <a:r>
              <a:rPr lang="en-US" sz="900" dirty="0"/>
              <a:t>46789</a:t>
            </a:r>
          </a:p>
        </p:txBody>
      </p:sp>
      <p:sp>
        <p:nvSpPr>
          <p:cNvPr id="36" name="TextBox 35">
            <a:extLst>
              <a:ext uri="{FF2B5EF4-FFF2-40B4-BE49-F238E27FC236}">
                <a16:creationId xmlns:a16="http://schemas.microsoft.com/office/drawing/2014/main" id="{B0BE0E50-7EC8-58FF-5399-639ED4F00F19}"/>
              </a:ext>
            </a:extLst>
          </p:cNvPr>
          <p:cNvSpPr txBox="1"/>
          <p:nvPr/>
        </p:nvSpPr>
        <p:spPr>
          <a:xfrm>
            <a:off x="5147734" y="1903821"/>
            <a:ext cx="570089" cy="230832"/>
          </a:xfrm>
          <a:prstGeom prst="rect">
            <a:avLst/>
          </a:prstGeom>
          <a:noFill/>
        </p:spPr>
        <p:txBody>
          <a:bodyPr wrap="square" rtlCol="0">
            <a:spAutoFit/>
          </a:bodyPr>
          <a:lstStyle/>
          <a:p>
            <a:pPr algn="ctr"/>
            <a:r>
              <a:rPr lang="en-US" sz="900" dirty="0"/>
              <a:t>4678</a:t>
            </a:r>
          </a:p>
        </p:txBody>
      </p:sp>
      <p:sp>
        <p:nvSpPr>
          <p:cNvPr id="37" name="TextBox 36">
            <a:extLst>
              <a:ext uri="{FF2B5EF4-FFF2-40B4-BE49-F238E27FC236}">
                <a16:creationId xmlns:a16="http://schemas.microsoft.com/office/drawing/2014/main" id="{935D195F-1085-CC05-1AAA-B834FAAC0B60}"/>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5CC7BE99-C976-A778-9EDB-FC414132799C}"/>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9" name="TextBox 38">
            <a:extLst>
              <a:ext uri="{FF2B5EF4-FFF2-40B4-BE49-F238E27FC236}">
                <a16:creationId xmlns:a16="http://schemas.microsoft.com/office/drawing/2014/main" id="{A5CBB9E7-1972-7469-BBAE-7C159A127827}"/>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23346182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F4735-07E1-2F82-579D-471517C1E77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4E17767-21C7-4518-DE32-8EC081BD86EE}"/>
              </a:ext>
            </a:extLst>
          </p:cNvPr>
          <p:cNvSpPr>
            <a:spLocks noGrp="1"/>
          </p:cNvSpPr>
          <p:nvPr>
            <p:ph sz="half" idx="1"/>
          </p:nvPr>
        </p:nvSpPr>
        <p:spPr/>
        <p:txBody>
          <a:bodyPr/>
          <a:lstStyle/>
          <a:p>
            <a:r>
              <a:rPr lang="en-US" dirty="0"/>
              <a:t>Complete top center block. [18 in 3] -&gt; [13 in 2].</a:t>
            </a:r>
          </a:p>
        </p:txBody>
      </p:sp>
      <p:pic>
        <p:nvPicPr>
          <p:cNvPr id="4" name="Picture 3" descr="A grid of sudoku puzzle&#10;&#10;Description automatically generated">
            <a:extLst>
              <a:ext uri="{FF2B5EF4-FFF2-40B4-BE49-F238E27FC236}">
                <a16:creationId xmlns:a16="http://schemas.microsoft.com/office/drawing/2014/main" id="{4BD076D8-79F9-B0D5-8DEC-47815D403C7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53A56EA-353C-7C08-8206-E3B47A92514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5690181-1CF6-BEE3-9B50-B73067C595A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E0C8BE9-C4B9-92A7-821D-5AE29D1F1127}"/>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3B9C23BA-83B0-6854-8D57-86E1294C348A}"/>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2F305C40-534D-6E03-C6D8-0A256CE4B67F}"/>
              </a:ext>
            </a:extLst>
          </p:cNvPr>
          <p:cNvSpPr txBox="1"/>
          <p:nvPr/>
        </p:nvSpPr>
        <p:spPr>
          <a:xfrm>
            <a:off x="6152446" y="901933"/>
            <a:ext cx="570089" cy="230832"/>
          </a:xfrm>
          <a:prstGeom prst="rect">
            <a:avLst/>
          </a:prstGeom>
          <a:noFill/>
        </p:spPr>
        <p:txBody>
          <a:bodyPr wrap="square" rtlCol="0">
            <a:spAutoFit/>
          </a:bodyPr>
          <a:lstStyle/>
          <a:p>
            <a:pPr algn="ctr"/>
            <a:r>
              <a:rPr lang="en-US" sz="900" dirty="0"/>
              <a:t>68</a:t>
            </a:r>
          </a:p>
        </p:txBody>
      </p:sp>
      <p:sp>
        <p:nvSpPr>
          <p:cNvPr id="12" name="TextBox 11">
            <a:extLst>
              <a:ext uri="{FF2B5EF4-FFF2-40B4-BE49-F238E27FC236}">
                <a16:creationId xmlns:a16="http://schemas.microsoft.com/office/drawing/2014/main" id="{7F1CBDBA-B092-33C5-E23F-077A4C236952}"/>
              </a:ext>
            </a:extLst>
          </p:cNvPr>
          <p:cNvSpPr txBox="1"/>
          <p:nvPr/>
        </p:nvSpPr>
        <p:spPr>
          <a:xfrm>
            <a:off x="6152446" y="1402877"/>
            <a:ext cx="570089" cy="230832"/>
          </a:xfrm>
          <a:prstGeom prst="rect">
            <a:avLst/>
          </a:prstGeom>
          <a:noFill/>
        </p:spPr>
        <p:txBody>
          <a:bodyPr wrap="square" rtlCol="0">
            <a:spAutoFit/>
          </a:bodyPr>
          <a:lstStyle/>
          <a:p>
            <a:pPr algn="ctr"/>
            <a:r>
              <a:rPr lang="en-US" sz="900" dirty="0"/>
              <a:t>3568</a:t>
            </a:r>
          </a:p>
        </p:txBody>
      </p:sp>
      <p:sp>
        <p:nvSpPr>
          <p:cNvPr id="13" name="TextBox 12">
            <a:extLst>
              <a:ext uri="{FF2B5EF4-FFF2-40B4-BE49-F238E27FC236}">
                <a16:creationId xmlns:a16="http://schemas.microsoft.com/office/drawing/2014/main" id="{DF48F89A-0817-D368-2C9D-E60C9D7E2986}"/>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34568</a:t>
            </a:r>
          </a:p>
        </p:txBody>
      </p:sp>
      <p:sp>
        <p:nvSpPr>
          <p:cNvPr id="14" name="TextBox 13">
            <a:extLst>
              <a:ext uri="{FF2B5EF4-FFF2-40B4-BE49-F238E27FC236}">
                <a16:creationId xmlns:a16="http://schemas.microsoft.com/office/drawing/2014/main" id="{FA0F7E94-1BF9-C8CA-B5B0-39158EBEBCF2}"/>
              </a:ext>
            </a:extLst>
          </p:cNvPr>
          <p:cNvSpPr txBox="1"/>
          <p:nvPr/>
        </p:nvSpPr>
        <p:spPr>
          <a:xfrm>
            <a:off x="6654802" y="1903821"/>
            <a:ext cx="570089" cy="230832"/>
          </a:xfrm>
          <a:prstGeom prst="rect">
            <a:avLst/>
          </a:prstGeom>
          <a:noFill/>
        </p:spPr>
        <p:txBody>
          <a:bodyPr wrap="square" rtlCol="0">
            <a:spAutoFit/>
          </a:bodyPr>
          <a:lstStyle/>
          <a:p>
            <a:pPr algn="ctr"/>
            <a:r>
              <a:rPr lang="en-US" sz="900" dirty="0"/>
              <a:t>34568</a:t>
            </a:r>
          </a:p>
        </p:txBody>
      </p:sp>
      <p:sp>
        <p:nvSpPr>
          <p:cNvPr id="15" name="TextBox 14">
            <a:extLst>
              <a:ext uri="{FF2B5EF4-FFF2-40B4-BE49-F238E27FC236}">
                <a16:creationId xmlns:a16="http://schemas.microsoft.com/office/drawing/2014/main" id="{B6F6FC09-11C1-557B-2692-48575C129FD2}"/>
              </a:ext>
            </a:extLst>
          </p:cNvPr>
          <p:cNvSpPr txBox="1"/>
          <p:nvPr/>
        </p:nvSpPr>
        <p:spPr>
          <a:xfrm>
            <a:off x="7157158" y="1903821"/>
            <a:ext cx="570089" cy="230832"/>
          </a:xfrm>
          <a:prstGeom prst="rect">
            <a:avLst/>
          </a:prstGeom>
          <a:noFill/>
        </p:spPr>
        <p:txBody>
          <a:bodyPr wrap="square" rtlCol="0">
            <a:spAutoFit/>
          </a:bodyPr>
          <a:lstStyle/>
          <a:p>
            <a:pPr algn="ctr"/>
            <a:r>
              <a:rPr lang="en-US" sz="900" dirty="0"/>
              <a:t>468</a:t>
            </a:r>
          </a:p>
        </p:txBody>
      </p:sp>
      <p:sp>
        <p:nvSpPr>
          <p:cNvPr id="20" name="TextBox 19">
            <a:extLst>
              <a:ext uri="{FF2B5EF4-FFF2-40B4-BE49-F238E27FC236}">
                <a16:creationId xmlns:a16="http://schemas.microsoft.com/office/drawing/2014/main" id="{9D7ADF52-F845-87D1-34AC-99EC94A2974E}"/>
              </a:ext>
            </a:extLst>
          </p:cNvPr>
          <p:cNvSpPr txBox="1"/>
          <p:nvPr/>
        </p:nvSpPr>
        <p:spPr>
          <a:xfrm>
            <a:off x="3640666" y="1903821"/>
            <a:ext cx="570089" cy="230832"/>
          </a:xfrm>
          <a:prstGeom prst="rect">
            <a:avLst/>
          </a:prstGeom>
          <a:noFill/>
        </p:spPr>
        <p:txBody>
          <a:bodyPr wrap="square" rtlCol="0">
            <a:spAutoFit/>
          </a:bodyPr>
          <a:lstStyle/>
          <a:p>
            <a:pPr algn="ctr"/>
            <a:r>
              <a:rPr lang="en-US" sz="900" dirty="0"/>
              <a:t>7531</a:t>
            </a:r>
          </a:p>
        </p:txBody>
      </p:sp>
      <p:sp>
        <p:nvSpPr>
          <p:cNvPr id="21" name="TextBox 20">
            <a:extLst>
              <a:ext uri="{FF2B5EF4-FFF2-40B4-BE49-F238E27FC236}">
                <a16:creationId xmlns:a16="http://schemas.microsoft.com/office/drawing/2014/main" id="{F69B326E-022F-6690-C0A3-D0FB5592242E}"/>
              </a:ext>
            </a:extLst>
          </p:cNvPr>
          <p:cNvSpPr txBox="1"/>
          <p:nvPr/>
        </p:nvSpPr>
        <p:spPr>
          <a:xfrm>
            <a:off x="3138310" y="1903821"/>
            <a:ext cx="570089" cy="230832"/>
          </a:xfrm>
          <a:prstGeom prst="rect">
            <a:avLst/>
          </a:prstGeom>
          <a:noFill/>
        </p:spPr>
        <p:txBody>
          <a:bodyPr wrap="square" rtlCol="0">
            <a:spAutoFit/>
          </a:bodyPr>
          <a:lstStyle/>
          <a:p>
            <a:pPr algn="ctr"/>
            <a:r>
              <a:rPr lang="en-US" sz="900" dirty="0"/>
              <a:t>1357</a:t>
            </a:r>
          </a:p>
        </p:txBody>
      </p:sp>
      <p:sp>
        <p:nvSpPr>
          <p:cNvPr id="24" name="TextBox 23">
            <a:extLst>
              <a:ext uri="{FF2B5EF4-FFF2-40B4-BE49-F238E27FC236}">
                <a16:creationId xmlns:a16="http://schemas.microsoft.com/office/drawing/2014/main" id="{2833DB1C-13AA-3852-61EF-6828FD8EC853}"/>
              </a:ext>
            </a:extLst>
          </p:cNvPr>
          <p:cNvSpPr txBox="1"/>
          <p:nvPr/>
        </p:nvSpPr>
        <p:spPr>
          <a:xfrm>
            <a:off x="6152446" y="4408541"/>
            <a:ext cx="570089" cy="230832"/>
          </a:xfrm>
          <a:prstGeom prst="rect">
            <a:avLst/>
          </a:prstGeom>
          <a:noFill/>
        </p:spPr>
        <p:txBody>
          <a:bodyPr wrap="square" rtlCol="0">
            <a:spAutoFit/>
          </a:bodyPr>
          <a:lstStyle/>
          <a:p>
            <a:pPr algn="ctr"/>
            <a:r>
              <a:rPr lang="en-US" sz="900" dirty="0"/>
              <a:t>2356</a:t>
            </a:r>
          </a:p>
        </p:txBody>
      </p:sp>
      <p:sp>
        <p:nvSpPr>
          <p:cNvPr id="25" name="TextBox 24">
            <a:extLst>
              <a:ext uri="{FF2B5EF4-FFF2-40B4-BE49-F238E27FC236}">
                <a16:creationId xmlns:a16="http://schemas.microsoft.com/office/drawing/2014/main" id="{BE7E11D0-80F1-85B0-14BF-260F8732D570}"/>
              </a:ext>
            </a:extLst>
          </p:cNvPr>
          <p:cNvSpPr txBox="1"/>
          <p:nvPr/>
        </p:nvSpPr>
        <p:spPr>
          <a:xfrm>
            <a:off x="6152446" y="4909484"/>
            <a:ext cx="570089" cy="230832"/>
          </a:xfrm>
          <a:prstGeom prst="rect">
            <a:avLst/>
          </a:prstGeom>
          <a:noFill/>
        </p:spPr>
        <p:txBody>
          <a:bodyPr wrap="square" rtlCol="0">
            <a:spAutoFit/>
          </a:bodyPr>
          <a:lstStyle/>
          <a:p>
            <a:pPr algn="ctr"/>
            <a:r>
              <a:rPr lang="en-US" sz="900" dirty="0"/>
              <a:t>6532</a:t>
            </a:r>
          </a:p>
        </p:txBody>
      </p:sp>
      <p:sp>
        <p:nvSpPr>
          <p:cNvPr id="28" name="TextBox 27">
            <a:extLst>
              <a:ext uri="{FF2B5EF4-FFF2-40B4-BE49-F238E27FC236}">
                <a16:creationId xmlns:a16="http://schemas.microsoft.com/office/drawing/2014/main" id="{2C556D9C-A9BE-DADD-6CFF-C0A69786320C}"/>
              </a:ext>
            </a:extLst>
          </p:cNvPr>
          <p:cNvSpPr txBox="1"/>
          <p:nvPr/>
        </p:nvSpPr>
        <p:spPr>
          <a:xfrm>
            <a:off x="6654802" y="2404765"/>
            <a:ext cx="570089" cy="230832"/>
          </a:xfrm>
          <a:prstGeom prst="rect">
            <a:avLst/>
          </a:prstGeom>
          <a:noFill/>
        </p:spPr>
        <p:txBody>
          <a:bodyPr wrap="square" rtlCol="0">
            <a:spAutoFit/>
          </a:bodyPr>
          <a:lstStyle/>
          <a:p>
            <a:pPr algn="ctr"/>
            <a:r>
              <a:rPr lang="en-US" sz="900" dirty="0"/>
              <a:t>168</a:t>
            </a:r>
          </a:p>
        </p:txBody>
      </p:sp>
      <p:sp>
        <p:nvSpPr>
          <p:cNvPr id="29" name="TextBox 28">
            <a:extLst>
              <a:ext uri="{FF2B5EF4-FFF2-40B4-BE49-F238E27FC236}">
                <a16:creationId xmlns:a16="http://schemas.microsoft.com/office/drawing/2014/main" id="{5E07D2FF-E5A1-A956-1E27-93F4F8BED457}"/>
              </a:ext>
            </a:extLst>
          </p:cNvPr>
          <p:cNvSpPr txBox="1"/>
          <p:nvPr/>
        </p:nvSpPr>
        <p:spPr>
          <a:xfrm>
            <a:off x="6152446" y="2905709"/>
            <a:ext cx="570089" cy="230832"/>
          </a:xfrm>
          <a:prstGeom prst="rect">
            <a:avLst/>
          </a:prstGeom>
          <a:noFill/>
        </p:spPr>
        <p:txBody>
          <a:bodyPr wrap="square" rtlCol="0">
            <a:spAutoFit/>
          </a:bodyPr>
          <a:lstStyle/>
          <a:p>
            <a:pPr algn="ctr"/>
            <a:r>
              <a:rPr lang="en-US" sz="900" dirty="0"/>
              <a:t>168</a:t>
            </a:r>
          </a:p>
        </p:txBody>
      </p:sp>
      <p:sp>
        <p:nvSpPr>
          <p:cNvPr id="30" name="TextBox 29">
            <a:extLst>
              <a:ext uri="{FF2B5EF4-FFF2-40B4-BE49-F238E27FC236}">
                <a16:creationId xmlns:a16="http://schemas.microsoft.com/office/drawing/2014/main" id="{0440BCDE-395D-39BF-84BE-3CD312FAC6BF}"/>
              </a:ext>
            </a:extLst>
          </p:cNvPr>
          <p:cNvSpPr txBox="1"/>
          <p:nvPr/>
        </p:nvSpPr>
        <p:spPr>
          <a:xfrm>
            <a:off x="6654802" y="2905709"/>
            <a:ext cx="570089" cy="230832"/>
          </a:xfrm>
          <a:prstGeom prst="rect">
            <a:avLst/>
          </a:prstGeom>
          <a:noFill/>
        </p:spPr>
        <p:txBody>
          <a:bodyPr wrap="square" rtlCol="0">
            <a:spAutoFit/>
          </a:bodyPr>
          <a:lstStyle/>
          <a:p>
            <a:pPr algn="ctr"/>
            <a:r>
              <a:rPr lang="en-US" sz="900" dirty="0"/>
              <a:t>168</a:t>
            </a:r>
          </a:p>
        </p:txBody>
      </p:sp>
      <p:sp>
        <p:nvSpPr>
          <p:cNvPr id="31" name="TextBox 30">
            <a:extLst>
              <a:ext uri="{FF2B5EF4-FFF2-40B4-BE49-F238E27FC236}">
                <a16:creationId xmlns:a16="http://schemas.microsoft.com/office/drawing/2014/main" id="{A406E6B8-251A-B8BE-E154-C18DF1EEDC1D}"/>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B11BD802-05FF-B5E1-F6C1-B6247E934B7B}"/>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DF532AE0-0FC9-D9F9-9995-7F625CFB9108}"/>
              </a:ext>
            </a:extLst>
          </p:cNvPr>
          <p:cNvSpPr txBox="1"/>
          <p:nvPr/>
        </p:nvSpPr>
        <p:spPr>
          <a:xfrm>
            <a:off x="6214537"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0DDC26C4-9BA8-5998-940A-E1A4EAA6994A}"/>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57433BF7-18FB-6780-2C4E-402E55DD9009}"/>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EF5DEF79-B3B2-F4BA-2B9D-1D55883D2AB3}"/>
              </a:ext>
            </a:extLst>
          </p:cNvPr>
          <p:cNvSpPr txBox="1"/>
          <p:nvPr/>
        </p:nvSpPr>
        <p:spPr>
          <a:xfrm>
            <a:off x="6714071" y="72121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AF098F01-0953-6F55-6376-E1F4657E3416}"/>
              </a:ext>
            </a:extLst>
          </p:cNvPr>
          <p:cNvSpPr txBox="1"/>
          <p:nvPr/>
        </p:nvSpPr>
        <p:spPr>
          <a:xfrm>
            <a:off x="7213604" y="72121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992E7FAC-CC0A-677A-5341-686B62235875}"/>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F353B1E6-48DC-DC23-7238-24F5E44DB9DD}"/>
              </a:ext>
            </a:extLst>
          </p:cNvPr>
          <p:cNvSpPr txBox="1"/>
          <p:nvPr/>
        </p:nvSpPr>
        <p:spPr>
          <a:xfrm>
            <a:off x="6214537" y="3237891"/>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CA2936CC-851D-6009-0DCA-09D1B02834AA}"/>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9F8BEF0E-DDF7-87BB-89C7-4A0303C753BC}"/>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5" name="TextBox 34">
            <a:extLst>
              <a:ext uri="{FF2B5EF4-FFF2-40B4-BE49-F238E27FC236}">
                <a16:creationId xmlns:a16="http://schemas.microsoft.com/office/drawing/2014/main" id="{1360C1FC-F11F-E456-9148-55F08ABCA102}"/>
              </a:ext>
            </a:extLst>
          </p:cNvPr>
          <p:cNvSpPr txBox="1"/>
          <p:nvPr/>
        </p:nvSpPr>
        <p:spPr>
          <a:xfrm>
            <a:off x="7213604" y="3237891"/>
            <a:ext cx="462845" cy="584775"/>
          </a:xfrm>
          <a:prstGeom prst="rect">
            <a:avLst/>
          </a:prstGeom>
          <a:noFill/>
        </p:spPr>
        <p:txBody>
          <a:bodyPr wrap="square" rtlCol="0">
            <a:spAutoFit/>
          </a:bodyPr>
          <a:lstStyle/>
          <a:p>
            <a:pPr algn="ctr"/>
            <a:r>
              <a:rPr lang="en-US" sz="3200" dirty="0"/>
              <a:t>5</a:t>
            </a:r>
          </a:p>
        </p:txBody>
      </p:sp>
      <p:sp>
        <p:nvSpPr>
          <p:cNvPr id="22" name="TextBox 21">
            <a:extLst>
              <a:ext uri="{FF2B5EF4-FFF2-40B4-BE49-F238E27FC236}">
                <a16:creationId xmlns:a16="http://schemas.microsoft.com/office/drawing/2014/main" id="{92468D8E-1660-A1A6-9D6C-4E3D2725849C}"/>
              </a:ext>
            </a:extLst>
          </p:cNvPr>
          <p:cNvSpPr txBox="1"/>
          <p:nvPr/>
        </p:nvSpPr>
        <p:spPr>
          <a:xfrm>
            <a:off x="5147734" y="1402877"/>
            <a:ext cx="570089" cy="230832"/>
          </a:xfrm>
          <a:prstGeom prst="rect">
            <a:avLst/>
          </a:prstGeom>
          <a:noFill/>
        </p:spPr>
        <p:txBody>
          <a:bodyPr wrap="square" rtlCol="0">
            <a:spAutoFit/>
          </a:bodyPr>
          <a:lstStyle/>
          <a:p>
            <a:pPr algn="ctr"/>
            <a:r>
              <a:rPr lang="en-US" sz="900" dirty="0"/>
              <a:t>46789</a:t>
            </a:r>
          </a:p>
        </p:txBody>
      </p:sp>
      <p:sp>
        <p:nvSpPr>
          <p:cNvPr id="23" name="TextBox 22">
            <a:extLst>
              <a:ext uri="{FF2B5EF4-FFF2-40B4-BE49-F238E27FC236}">
                <a16:creationId xmlns:a16="http://schemas.microsoft.com/office/drawing/2014/main" id="{7DB970CB-9362-8D31-BAA6-010FC288E39D}"/>
              </a:ext>
            </a:extLst>
          </p:cNvPr>
          <p:cNvSpPr txBox="1"/>
          <p:nvPr/>
        </p:nvSpPr>
        <p:spPr>
          <a:xfrm>
            <a:off x="5650090" y="1402877"/>
            <a:ext cx="570089" cy="230832"/>
          </a:xfrm>
          <a:prstGeom prst="rect">
            <a:avLst/>
          </a:prstGeom>
          <a:noFill/>
        </p:spPr>
        <p:txBody>
          <a:bodyPr wrap="square" rtlCol="0">
            <a:spAutoFit/>
          </a:bodyPr>
          <a:lstStyle/>
          <a:p>
            <a:pPr algn="ctr"/>
            <a:r>
              <a:rPr lang="en-US" sz="900" dirty="0"/>
              <a:t>46789</a:t>
            </a:r>
          </a:p>
        </p:txBody>
      </p:sp>
      <p:sp>
        <p:nvSpPr>
          <p:cNvPr id="36" name="TextBox 35">
            <a:extLst>
              <a:ext uri="{FF2B5EF4-FFF2-40B4-BE49-F238E27FC236}">
                <a16:creationId xmlns:a16="http://schemas.microsoft.com/office/drawing/2014/main" id="{12C4C0EA-B09E-900A-E1C0-5B45C8B75BB9}"/>
              </a:ext>
            </a:extLst>
          </p:cNvPr>
          <p:cNvSpPr txBox="1"/>
          <p:nvPr/>
        </p:nvSpPr>
        <p:spPr>
          <a:xfrm>
            <a:off x="5147734" y="1903821"/>
            <a:ext cx="570089" cy="230832"/>
          </a:xfrm>
          <a:prstGeom prst="rect">
            <a:avLst/>
          </a:prstGeom>
          <a:noFill/>
        </p:spPr>
        <p:txBody>
          <a:bodyPr wrap="square" rtlCol="0">
            <a:spAutoFit/>
          </a:bodyPr>
          <a:lstStyle/>
          <a:p>
            <a:pPr algn="ctr"/>
            <a:r>
              <a:rPr lang="en-US" sz="900" dirty="0"/>
              <a:t>4678</a:t>
            </a:r>
          </a:p>
        </p:txBody>
      </p:sp>
      <p:sp>
        <p:nvSpPr>
          <p:cNvPr id="37" name="TextBox 36">
            <a:extLst>
              <a:ext uri="{FF2B5EF4-FFF2-40B4-BE49-F238E27FC236}">
                <a16:creationId xmlns:a16="http://schemas.microsoft.com/office/drawing/2014/main" id="{C6D7F344-4EF4-C84D-B695-85120A679012}"/>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6713B687-4B4B-DE00-9280-42A763A5DEF1}"/>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9" name="TextBox 38">
            <a:extLst>
              <a:ext uri="{FF2B5EF4-FFF2-40B4-BE49-F238E27FC236}">
                <a16:creationId xmlns:a16="http://schemas.microsoft.com/office/drawing/2014/main" id="{F113AF83-7895-4722-9280-A8A4AD391842}"/>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832A87E2-C7E4-C48B-50E5-BB7A614345B4}"/>
              </a:ext>
            </a:extLst>
          </p:cNvPr>
          <p:cNvSpPr txBox="1"/>
          <p:nvPr/>
        </p:nvSpPr>
        <p:spPr>
          <a:xfrm>
            <a:off x="4645378" y="1402877"/>
            <a:ext cx="570089" cy="230832"/>
          </a:xfrm>
          <a:prstGeom prst="rect">
            <a:avLst/>
          </a:prstGeom>
          <a:noFill/>
        </p:spPr>
        <p:txBody>
          <a:bodyPr wrap="square" rtlCol="0">
            <a:spAutoFit/>
          </a:bodyPr>
          <a:lstStyle/>
          <a:p>
            <a:pPr algn="ctr"/>
            <a:r>
              <a:rPr lang="en-US" sz="900" dirty="0"/>
              <a:t>4679</a:t>
            </a:r>
          </a:p>
        </p:txBody>
      </p:sp>
      <p:sp>
        <p:nvSpPr>
          <p:cNvPr id="19" name="TextBox 18">
            <a:extLst>
              <a:ext uri="{FF2B5EF4-FFF2-40B4-BE49-F238E27FC236}">
                <a16:creationId xmlns:a16="http://schemas.microsoft.com/office/drawing/2014/main" id="{0E876E8E-396D-5952-F1B7-1DBCC9053C25}"/>
              </a:ext>
            </a:extLst>
          </p:cNvPr>
          <p:cNvSpPr txBox="1"/>
          <p:nvPr/>
        </p:nvSpPr>
        <p:spPr>
          <a:xfrm>
            <a:off x="4645378" y="1903821"/>
            <a:ext cx="570089" cy="230832"/>
          </a:xfrm>
          <a:prstGeom prst="rect">
            <a:avLst/>
          </a:prstGeom>
          <a:noFill/>
        </p:spPr>
        <p:txBody>
          <a:bodyPr wrap="square" rtlCol="0">
            <a:spAutoFit/>
          </a:bodyPr>
          <a:lstStyle/>
          <a:p>
            <a:pPr algn="ctr"/>
            <a:r>
              <a:rPr lang="en-US" sz="900" dirty="0"/>
              <a:t>9764</a:t>
            </a:r>
          </a:p>
        </p:txBody>
      </p:sp>
    </p:spTree>
    <p:extLst>
      <p:ext uri="{BB962C8B-B14F-4D97-AF65-F5344CB8AC3E}">
        <p14:creationId xmlns:p14="http://schemas.microsoft.com/office/powerpoint/2010/main" val="31477574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7B36E-8FBB-CC53-CB8B-54E1EA6FE64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C154C2-B59C-635E-1AD0-5AF5727AB2B1}"/>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FEBC3BDF-39D0-DC98-4B58-47B176E59CA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39347CA-DE76-D714-6AB9-FAA0C6D74C4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6B62A28-5B3A-4FE7-3EDC-71368EBC9E0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7531398-E5B8-FAB1-593A-6DE40C13AB1D}"/>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C8A64B74-FC08-EF11-1A99-EA74A07EBE48}"/>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81F83B38-03D5-74C6-3ADB-96D408D0C69E}"/>
              </a:ext>
            </a:extLst>
          </p:cNvPr>
          <p:cNvSpPr txBox="1"/>
          <p:nvPr/>
        </p:nvSpPr>
        <p:spPr>
          <a:xfrm>
            <a:off x="6152446" y="901933"/>
            <a:ext cx="570089" cy="230832"/>
          </a:xfrm>
          <a:prstGeom prst="rect">
            <a:avLst/>
          </a:prstGeom>
          <a:noFill/>
        </p:spPr>
        <p:txBody>
          <a:bodyPr wrap="square" rtlCol="0">
            <a:spAutoFit/>
          </a:bodyPr>
          <a:lstStyle/>
          <a:p>
            <a:pPr algn="ctr"/>
            <a:r>
              <a:rPr lang="en-US" sz="900" dirty="0"/>
              <a:t>68</a:t>
            </a:r>
          </a:p>
        </p:txBody>
      </p:sp>
      <p:sp>
        <p:nvSpPr>
          <p:cNvPr id="12" name="TextBox 11">
            <a:extLst>
              <a:ext uri="{FF2B5EF4-FFF2-40B4-BE49-F238E27FC236}">
                <a16:creationId xmlns:a16="http://schemas.microsoft.com/office/drawing/2014/main" id="{7BA236B5-F1F7-EA4B-6337-13818DA7085C}"/>
              </a:ext>
            </a:extLst>
          </p:cNvPr>
          <p:cNvSpPr txBox="1"/>
          <p:nvPr/>
        </p:nvSpPr>
        <p:spPr>
          <a:xfrm>
            <a:off x="6152446" y="1402877"/>
            <a:ext cx="570089" cy="230832"/>
          </a:xfrm>
          <a:prstGeom prst="rect">
            <a:avLst/>
          </a:prstGeom>
          <a:noFill/>
        </p:spPr>
        <p:txBody>
          <a:bodyPr wrap="square" rtlCol="0">
            <a:spAutoFit/>
          </a:bodyPr>
          <a:lstStyle/>
          <a:p>
            <a:pPr algn="ctr"/>
            <a:r>
              <a:rPr lang="en-US" sz="900" dirty="0"/>
              <a:t>3568</a:t>
            </a:r>
          </a:p>
        </p:txBody>
      </p:sp>
      <p:sp>
        <p:nvSpPr>
          <p:cNvPr id="13" name="TextBox 12">
            <a:extLst>
              <a:ext uri="{FF2B5EF4-FFF2-40B4-BE49-F238E27FC236}">
                <a16:creationId xmlns:a16="http://schemas.microsoft.com/office/drawing/2014/main" id="{F55B6E61-BDDF-0092-EA79-F05DC614566A}"/>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34568</a:t>
            </a:r>
          </a:p>
        </p:txBody>
      </p:sp>
      <p:sp>
        <p:nvSpPr>
          <p:cNvPr id="14" name="TextBox 13">
            <a:extLst>
              <a:ext uri="{FF2B5EF4-FFF2-40B4-BE49-F238E27FC236}">
                <a16:creationId xmlns:a16="http://schemas.microsoft.com/office/drawing/2014/main" id="{37E18DF6-C891-C240-020B-DC22C8B9F005}"/>
              </a:ext>
            </a:extLst>
          </p:cNvPr>
          <p:cNvSpPr txBox="1"/>
          <p:nvPr/>
        </p:nvSpPr>
        <p:spPr>
          <a:xfrm>
            <a:off x="6654802" y="1903821"/>
            <a:ext cx="570089" cy="230832"/>
          </a:xfrm>
          <a:prstGeom prst="rect">
            <a:avLst/>
          </a:prstGeom>
          <a:noFill/>
        </p:spPr>
        <p:txBody>
          <a:bodyPr wrap="square" rtlCol="0">
            <a:spAutoFit/>
          </a:bodyPr>
          <a:lstStyle/>
          <a:p>
            <a:pPr algn="ctr"/>
            <a:r>
              <a:rPr lang="en-US" sz="900" dirty="0"/>
              <a:t>34568</a:t>
            </a:r>
          </a:p>
        </p:txBody>
      </p:sp>
      <p:sp>
        <p:nvSpPr>
          <p:cNvPr id="15" name="TextBox 14">
            <a:extLst>
              <a:ext uri="{FF2B5EF4-FFF2-40B4-BE49-F238E27FC236}">
                <a16:creationId xmlns:a16="http://schemas.microsoft.com/office/drawing/2014/main" id="{710DDD61-AB85-BFA3-2958-8F867CCDCDB7}"/>
              </a:ext>
            </a:extLst>
          </p:cNvPr>
          <p:cNvSpPr txBox="1"/>
          <p:nvPr/>
        </p:nvSpPr>
        <p:spPr>
          <a:xfrm>
            <a:off x="7157158" y="1903821"/>
            <a:ext cx="570089" cy="230832"/>
          </a:xfrm>
          <a:prstGeom prst="rect">
            <a:avLst/>
          </a:prstGeom>
          <a:noFill/>
        </p:spPr>
        <p:txBody>
          <a:bodyPr wrap="square" rtlCol="0">
            <a:spAutoFit/>
          </a:bodyPr>
          <a:lstStyle/>
          <a:p>
            <a:pPr algn="ctr"/>
            <a:r>
              <a:rPr lang="en-US" sz="900" dirty="0"/>
              <a:t>468</a:t>
            </a:r>
          </a:p>
        </p:txBody>
      </p:sp>
      <p:sp>
        <p:nvSpPr>
          <p:cNvPr id="20" name="TextBox 19">
            <a:extLst>
              <a:ext uri="{FF2B5EF4-FFF2-40B4-BE49-F238E27FC236}">
                <a16:creationId xmlns:a16="http://schemas.microsoft.com/office/drawing/2014/main" id="{04837048-452F-2010-145D-CDDD3747616D}"/>
              </a:ext>
            </a:extLst>
          </p:cNvPr>
          <p:cNvSpPr txBox="1"/>
          <p:nvPr/>
        </p:nvSpPr>
        <p:spPr>
          <a:xfrm>
            <a:off x="3640666" y="1903821"/>
            <a:ext cx="570089" cy="230832"/>
          </a:xfrm>
          <a:prstGeom prst="rect">
            <a:avLst/>
          </a:prstGeom>
          <a:noFill/>
        </p:spPr>
        <p:txBody>
          <a:bodyPr wrap="square" rtlCol="0">
            <a:spAutoFit/>
          </a:bodyPr>
          <a:lstStyle/>
          <a:p>
            <a:pPr algn="ctr"/>
            <a:r>
              <a:rPr lang="en-US" sz="900" dirty="0"/>
              <a:t>7531</a:t>
            </a:r>
          </a:p>
        </p:txBody>
      </p:sp>
      <p:sp>
        <p:nvSpPr>
          <p:cNvPr id="21" name="TextBox 20">
            <a:extLst>
              <a:ext uri="{FF2B5EF4-FFF2-40B4-BE49-F238E27FC236}">
                <a16:creationId xmlns:a16="http://schemas.microsoft.com/office/drawing/2014/main" id="{FEC355CA-A80F-467C-4A49-DF8E216826F8}"/>
              </a:ext>
            </a:extLst>
          </p:cNvPr>
          <p:cNvSpPr txBox="1"/>
          <p:nvPr/>
        </p:nvSpPr>
        <p:spPr>
          <a:xfrm>
            <a:off x="3138310" y="1903821"/>
            <a:ext cx="570089" cy="230832"/>
          </a:xfrm>
          <a:prstGeom prst="rect">
            <a:avLst/>
          </a:prstGeom>
          <a:noFill/>
        </p:spPr>
        <p:txBody>
          <a:bodyPr wrap="square" rtlCol="0">
            <a:spAutoFit/>
          </a:bodyPr>
          <a:lstStyle/>
          <a:p>
            <a:pPr algn="ctr"/>
            <a:r>
              <a:rPr lang="en-US" sz="900" dirty="0"/>
              <a:t>1357</a:t>
            </a:r>
          </a:p>
        </p:txBody>
      </p:sp>
      <p:sp>
        <p:nvSpPr>
          <p:cNvPr id="24" name="TextBox 23">
            <a:extLst>
              <a:ext uri="{FF2B5EF4-FFF2-40B4-BE49-F238E27FC236}">
                <a16:creationId xmlns:a16="http://schemas.microsoft.com/office/drawing/2014/main" id="{A7815507-A927-92C3-9DAB-1C242D7CE933}"/>
              </a:ext>
            </a:extLst>
          </p:cNvPr>
          <p:cNvSpPr txBox="1"/>
          <p:nvPr/>
        </p:nvSpPr>
        <p:spPr>
          <a:xfrm>
            <a:off x="6152446" y="4408541"/>
            <a:ext cx="570089" cy="230832"/>
          </a:xfrm>
          <a:prstGeom prst="rect">
            <a:avLst/>
          </a:prstGeom>
          <a:noFill/>
        </p:spPr>
        <p:txBody>
          <a:bodyPr wrap="square" rtlCol="0">
            <a:spAutoFit/>
          </a:bodyPr>
          <a:lstStyle/>
          <a:p>
            <a:pPr algn="ctr"/>
            <a:r>
              <a:rPr lang="en-US" sz="900" dirty="0"/>
              <a:t>2356</a:t>
            </a:r>
          </a:p>
        </p:txBody>
      </p:sp>
      <p:sp>
        <p:nvSpPr>
          <p:cNvPr id="25" name="TextBox 24">
            <a:extLst>
              <a:ext uri="{FF2B5EF4-FFF2-40B4-BE49-F238E27FC236}">
                <a16:creationId xmlns:a16="http://schemas.microsoft.com/office/drawing/2014/main" id="{AE48FB6B-7614-23F9-F977-CAA75E2042D2}"/>
              </a:ext>
            </a:extLst>
          </p:cNvPr>
          <p:cNvSpPr txBox="1"/>
          <p:nvPr/>
        </p:nvSpPr>
        <p:spPr>
          <a:xfrm>
            <a:off x="6152446" y="4909484"/>
            <a:ext cx="570089" cy="230832"/>
          </a:xfrm>
          <a:prstGeom prst="rect">
            <a:avLst/>
          </a:prstGeom>
          <a:noFill/>
        </p:spPr>
        <p:txBody>
          <a:bodyPr wrap="square" rtlCol="0">
            <a:spAutoFit/>
          </a:bodyPr>
          <a:lstStyle/>
          <a:p>
            <a:pPr algn="ctr"/>
            <a:r>
              <a:rPr lang="en-US" sz="900" dirty="0"/>
              <a:t>6532</a:t>
            </a:r>
          </a:p>
        </p:txBody>
      </p:sp>
      <p:sp>
        <p:nvSpPr>
          <p:cNvPr id="28" name="TextBox 27">
            <a:extLst>
              <a:ext uri="{FF2B5EF4-FFF2-40B4-BE49-F238E27FC236}">
                <a16:creationId xmlns:a16="http://schemas.microsoft.com/office/drawing/2014/main" id="{3B9724C0-5A0E-227E-2C61-C5D865392B32}"/>
              </a:ext>
            </a:extLst>
          </p:cNvPr>
          <p:cNvSpPr txBox="1"/>
          <p:nvPr/>
        </p:nvSpPr>
        <p:spPr>
          <a:xfrm>
            <a:off x="6654802" y="2404765"/>
            <a:ext cx="570089" cy="230832"/>
          </a:xfrm>
          <a:prstGeom prst="rect">
            <a:avLst/>
          </a:prstGeom>
          <a:noFill/>
        </p:spPr>
        <p:txBody>
          <a:bodyPr wrap="square" rtlCol="0">
            <a:spAutoFit/>
          </a:bodyPr>
          <a:lstStyle/>
          <a:p>
            <a:pPr algn="ctr"/>
            <a:r>
              <a:rPr lang="en-US" sz="900" dirty="0"/>
              <a:t>168</a:t>
            </a:r>
          </a:p>
        </p:txBody>
      </p:sp>
      <p:sp>
        <p:nvSpPr>
          <p:cNvPr id="29" name="TextBox 28">
            <a:extLst>
              <a:ext uri="{FF2B5EF4-FFF2-40B4-BE49-F238E27FC236}">
                <a16:creationId xmlns:a16="http://schemas.microsoft.com/office/drawing/2014/main" id="{2ECB5779-20D9-B5C1-9D27-CFA3EBD13B28}"/>
              </a:ext>
            </a:extLst>
          </p:cNvPr>
          <p:cNvSpPr txBox="1"/>
          <p:nvPr/>
        </p:nvSpPr>
        <p:spPr>
          <a:xfrm>
            <a:off x="6152446" y="2905709"/>
            <a:ext cx="570089" cy="230832"/>
          </a:xfrm>
          <a:prstGeom prst="rect">
            <a:avLst/>
          </a:prstGeom>
          <a:noFill/>
        </p:spPr>
        <p:txBody>
          <a:bodyPr wrap="square" rtlCol="0">
            <a:spAutoFit/>
          </a:bodyPr>
          <a:lstStyle/>
          <a:p>
            <a:pPr algn="ctr"/>
            <a:r>
              <a:rPr lang="en-US" sz="900" dirty="0"/>
              <a:t>168</a:t>
            </a:r>
          </a:p>
        </p:txBody>
      </p:sp>
      <p:sp>
        <p:nvSpPr>
          <p:cNvPr id="30" name="TextBox 29">
            <a:extLst>
              <a:ext uri="{FF2B5EF4-FFF2-40B4-BE49-F238E27FC236}">
                <a16:creationId xmlns:a16="http://schemas.microsoft.com/office/drawing/2014/main" id="{6344BE9C-AB4D-9258-DA98-E042D778EDAD}"/>
              </a:ext>
            </a:extLst>
          </p:cNvPr>
          <p:cNvSpPr txBox="1"/>
          <p:nvPr/>
        </p:nvSpPr>
        <p:spPr>
          <a:xfrm>
            <a:off x="6654802" y="2905709"/>
            <a:ext cx="570089" cy="230832"/>
          </a:xfrm>
          <a:prstGeom prst="rect">
            <a:avLst/>
          </a:prstGeom>
          <a:noFill/>
        </p:spPr>
        <p:txBody>
          <a:bodyPr wrap="square" rtlCol="0">
            <a:spAutoFit/>
          </a:bodyPr>
          <a:lstStyle/>
          <a:p>
            <a:pPr algn="ctr"/>
            <a:r>
              <a:rPr lang="en-US" sz="900" dirty="0"/>
              <a:t>168</a:t>
            </a:r>
          </a:p>
        </p:txBody>
      </p:sp>
      <p:sp>
        <p:nvSpPr>
          <p:cNvPr id="31" name="TextBox 30">
            <a:extLst>
              <a:ext uri="{FF2B5EF4-FFF2-40B4-BE49-F238E27FC236}">
                <a16:creationId xmlns:a16="http://schemas.microsoft.com/office/drawing/2014/main" id="{E1A41896-3A4F-3855-ABBE-544BBA9D73FB}"/>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C75417B4-8B80-ADC5-D1B2-520078926666}"/>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55280D20-B28A-BCBC-D807-572CBBCC7253}"/>
              </a:ext>
            </a:extLst>
          </p:cNvPr>
          <p:cNvSpPr txBox="1"/>
          <p:nvPr/>
        </p:nvSpPr>
        <p:spPr>
          <a:xfrm>
            <a:off x="6214537"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0DA949A3-B5B4-86BA-82FE-DE9F64F98B9C}"/>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D5CC4839-8FC3-2C5C-97E5-96CC5F25EDC8}"/>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2E25553E-F669-2912-BF23-2A4FE2EE2783}"/>
              </a:ext>
            </a:extLst>
          </p:cNvPr>
          <p:cNvSpPr txBox="1"/>
          <p:nvPr/>
        </p:nvSpPr>
        <p:spPr>
          <a:xfrm>
            <a:off x="6714071" y="72121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D93B052C-2BDA-2EDE-8E74-2F7D583F89E3}"/>
              </a:ext>
            </a:extLst>
          </p:cNvPr>
          <p:cNvSpPr txBox="1"/>
          <p:nvPr/>
        </p:nvSpPr>
        <p:spPr>
          <a:xfrm>
            <a:off x="7213604" y="72121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B343DEDC-E222-D896-2A71-A25C8F1A89F8}"/>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AC296A88-5617-5156-2D1F-DDD6FD76B3AE}"/>
              </a:ext>
            </a:extLst>
          </p:cNvPr>
          <p:cNvSpPr txBox="1"/>
          <p:nvPr/>
        </p:nvSpPr>
        <p:spPr>
          <a:xfrm>
            <a:off x="6214537" y="3237891"/>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5F4B4103-1C3A-AD00-CDFF-76C6FCFB19B7}"/>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C10E552E-C39C-CF6F-0970-2AFCE8A450EB}"/>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5" name="TextBox 34">
            <a:extLst>
              <a:ext uri="{FF2B5EF4-FFF2-40B4-BE49-F238E27FC236}">
                <a16:creationId xmlns:a16="http://schemas.microsoft.com/office/drawing/2014/main" id="{44727BEB-B3CF-88EA-0730-B1106426C8AD}"/>
              </a:ext>
            </a:extLst>
          </p:cNvPr>
          <p:cNvSpPr txBox="1"/>
          <p:nvPr/>
        </p:nvSpPr>
        <p:spPr>
          <a:xfrm>
            <a:off x="7213604" y="3237891"/>
            <a:ext cx="462845" cy="584775"/>
          </a:xfrm>
          <a:prstGeom prst="rect">
            <a:avLst/>
          </a:prstGeom>
          <a:noFill/>
        </p:spPr>
        <p:txBody>
          <a:bodyPr wrap="square" rtlCol="0">
            <a:spAutoFit/>
          </a:bodyPr>
          <a:lstStyle/>
          <a:p>
            <a:pPr algn="ctr"/>
            <a:r>
              <a:rPr lang="en-US" sz="3200" dirty="0"/>
              <a:t>5</a:t>
            </a:r>
          </a:p>
        </p:txBody>
      </p:sp>
      <p:sp>
        <p:nvSpPr>
          <p:cNvPr id="22" name="TextBox 21">
            <a:extLst>
              <a:ext uri="{FF2B5EF4-FFF2-40B4-BE49-F238E27FC236}">
                <a16:creationId xmlns:a16="http://schemas.microsoft.com/office/drawing/2014/main" id="{0A4BB290-6BD3-36FB-4585-D35AB2B0AE39}"/>
              </a:ext>
            </a:extLst>
          </p:cNvPr>
          <p:cNvSpPr txBox="1"/>
          <p:nvPr/>
        </p:nvSpPr>
        <p:spPr>
          <a:xfrm>
            <a:off x="5147734" y="1402877"/>
            <a:ext cx="570089" cy="230832"/>
          </a:xfrm>
          <a:prstGeom prst="rect">
            <a:avLst/>
          </a:prstGeom>
          <a:noFill/>
        </p:spPr>
        <p:txBody>
          <a:bodyPr wrap="square" rtlCol="0">
            <a:spAutoFit/>
          </a:bodyPr>
          <a:lstStyle/>
          <a:p>
            <a:pPr algn="ctr"/>
            <a:r>
              <a:rPr lang="en-US" sz="900" dirty="0"/>
              <a:t>46789</a:t>
            </a:r>
          </a:p>
        </p:txBody>
      </p:sp>
      <p:sp>
        <p:nvSpPr>
          <p:cNvPr id="23" name="TextBox 22">
            <a:extLst>
              <a:ext uri="{FF2B5EF4-FFF2-40B4-BE49-F238E27FC236}">
                <a16:creationId xmlns:a16="http://schemas.microsoft.com/office/drawing/2014/main" id="{9795A802-0D1D-C2DA-9145-2E2C93989298}"/>
              </a:ext>
            </a:extLst>
          </p:cNvPr>
          <p:cNvSpPr txBox="1"/>
          <p:nvPr/>
        </p:nvSpPr>
        <p:spPr>
          <a:xfrm>
            <a:off x="5650090" y="1402877"/>
            <a:ext cx="570089" cy="230832"/>
          </a:xfrm>
          <a:prstGeom prst="rect">
            <a:avLst/>
          </a:prstGeom>
          <a:noFill/>
        </p:spPr>
        <p:txBody>
          <a:bodyPr wrap="square" rtlCol="0">
            <a:spAutoFit/>
          </a:bodyPr>
          <a:lstStyle/>
          <a:p>
            <a:pPr algn="ctr"/>
            <a:r>
              <a:rPr lang="en-US" sz="900" dirty="0"/>
              <a:t>46789</a:t>
            </a:r>
          </a:p>
        </p:txBody>
      </p:sp>
      <p:sp>
        <p:nvSpPr>
          <p:cNvPr id="36" name="TextBox 35">
            <a:extLst>
              <a:ext uri="{FF2B5EF4-FFF2-40B4-BE49-F238E27FC236}">
                <a16:creationId xmlns:a16="http://schemas.microsoft.com/office/drawing/2014/main" id="{66FC0894-80D8-AAE8-4491-1FF0E465FEA6}"/>
              </a:ext>
            </a:extLst>
          </p:cNvPr>
          <p:cNvSpPr txBox="1"/>
          <p:nvPr/>
        </p:nvSpPr>
        <p:spPr>
          <a:xfrm>
            <a:off x="5147734" y="1903821"/>
            <a:ext cx="570089" cy="230832"/>
          </a:xfrm>
          <a:prstGeom prst="rect">
            <a:avLst/>
          </a:prstGeom>
          <a:noFill/>
        </p:spPr>
        <p:txBody>
          <a:bodyPr wrap="square" rtlCol="0">
            <a:spAutoFit/>
          </a:bodyPr>
          <a:lstStyle/>
          <a:p>
            <a:pPr algn="ctr"/>
            <a:r>
              <a:rPr lang="en-US" sz="900" dirty="0"/>
              <a:t>4678</a:t>
            </a:r>
          </a:p>
        </p:txBody>
      </p:sp>
      <p:sp>
        <p:nvSpPr>
          <p:cNvPr id="37" name="TextBox 36">
            <a:extLst>
              <a:ext uri="{FF2B5EF4-FFF2-40B4-BE49-F238E27FC236}">
                <a16:creationId xmlns:a16="http://schemas.microsoft.com/office/drawing/2014/main" id="{28FE20B6-4E03-0767-3453-8B8CB450D537}"/>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0C308B8B-37F0-1F01-9450-350FEF738945}"/>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9" name="TextBox 38">
            <a:extLst>
              <a:ext uri="{FF2B5EF4-FFF2-40B4-BE49-F238E27FC236}">
                <a16:creationId xmlns:a16="http://schemas.microsoft.com/office/drawing/2014/main" id="{2EBD5798-5F9F-2C11-E2D2-E381C0E70D68}"/>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C582FBF1-A29F-A58A-E07B-3073C0A81DE9}"/>
              </a:ext>
            </a:extLst>
          </p:cNvPr>
          <p:cNvSpPr txBox="1"/>
          <p:nvPr/>
        </p:nvSpPr>
        <p:spPr>
          <a:xfrm>
            <a:off x="4645378" y="1402877"/>
            <a:ext cx="570089" cy="230832"/>
          </a:xfrm>
          <a:prstGeom prst="rect">
            <a:avLst/>
          </a:prstGeom>
          <a:noFill/>
        </p:spPr>
        <p:txBody>
          <a:bodyPr wrap="square" rtlCol="0">
            <a:spAutoFit/>
          </a:bodyPr>
          <a:lstStyle/>
          <a:p>
            <a:pPr algn="ctr"/>
            <a:r>
              <a:rPr lang="en-US" sz="900" dirty="0"/>
              <a:t>679</a:t>
            </a:r>
          </a:p>
        </p:txBody>
      </p:sp>
      <p:sp>
        <p:nvSpPr>
          <p:cNvPr id="19" name="TextBox 18">
            <a:extLst>
              <a:ext uri="{FF2B5EF4-FFF2-40B4-BE49-F238E27FC236}">
                <a16:creationId xmlns:a16="http://schemas.microsoft.com/office/drawing/2014/main" id="{C2AA68E5-2EA9-F18C-947C-CCEDC9EBD87B}"/>
              </a:ext>
            </a:extLst>
          </p:cNvPr>
          <p:cNvSpPr txBox="1"/>
          <p:nvPr/>
        </p:nvSpPr>
        <p:spPr>
          <a:xfrm>
            <a:off x="4645378" y="1903821"/>
            <a:ext cx="570089" cy="230832"/>
          </a:xfrm>
          <a:prstGeom prst="rect">
            <a:avLst/>
          </a:prstGeom>
          <a:noFill/>
        </p:spPr>
        <p:txBody>
          <a:bodyPr wrap="square" rtlCol="0">
            <a:spAutoFit/>
          </a:bodyPr>
          <a:lstStyle/>
          <a:p>
            <a:pPr algn="ctr"/>
            <a:r>
              <a:rPr lang="en-US" sz="900" dirty="0"/>
              <a:t>764</a:t>
            </a:r>
          </a:p>
        </p:txBody>
      </p:sp>
    </p:spTree>
    <p:extLst>
      <p:ext uri="{BB962C8B-B14F-4D97-AF65-F5344CB8AC3E}">
        <p14:creationId xmlns:p14="http://schemas.microsoft.com/office/powerpoint/2010/main" val="9893001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DC170-A2CA-C12D-F5DD-CC6079B3F12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D558D77-5051-1FBC-CF70-6D1EB4C2F7D1}"/>
              </a:ext>
            </a:extLst>
          </p:cNvPr>
          <p:cNvSpPr>
            <a:spLocks noGrp="1"/>
          </p:cNvSpPr>
          <p:nvPr>
            <p:ph sz="half" idx="1"/>
          </p:nvPr>
        </p:nvSpPr>
        <p:spPr/>
        <p:txBody>
          <a:bodyPr/>
          <a:lstStyle/>
          <a:p>
            <a:r>
              <a:rPr lang="en-US" dirty="0"/>
              <a:t>[11 in 3, no 3, 5] could only be 128 or 146. 128 doesn’t fit, and 146 fits in only one way.</a:t>
            </a:r>
          </a:p>
        </p:txBody>
      </p:sp>
      <p:pic>
        <p:nvPicPr>
          <p:cNvPr id="4" name="Picture 3" descr="A grid of sudoku puzzle&#10;&#10;Description automatically generated">
            <a:extLst>
              <a:ext uri="{FF2B5EF4-FFF2-40B4-BE49-F238E27FC236}">
                <a16:creationId xmlns:a16="http://schemas.microsoft.com/office/drawing/2014/main" id="{C9275457-834A-0019-46B3-31A7BE0DE9D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B5A7F0A-B6F5-D871-A085-42757074400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DF2B0E6-560D-4277-E903-F390AE80D43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65C82E1-3F92-4939-D53C-5073C7320D69}"/>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F3852D88-6454-3799-9DDE-9061746450B1}"/>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DFFBC3CB-DB6C-8FBA-109F-A23B43A31F98}"/>
              </a:ext>
            </a:extLst>
          </p:cNvPr>
          <p:cNvSpPr txBox="1"/>
          <p:nvPr/>
        </p:nvSpPr>
        <p:spPr>
          <a:xfrm>
            <a:off x="6152446" y="901933"/>
            <a:ext cx="570089" cy="230832"/>
          </a:xfrm>
          <a:prstGeom prst="rect">
            <a:avLst/>
          </a:prstGeom>
          <a:noFill/>
        </p:spPr>
        <p:txBody>
          <a:bodyPr wrap="square" rtlCol="0">
            <a:spAutoFit/>
          </a:bodyPr>
          <a:lstStyle/>
          <a:p>
            <a:pPr algn="ctr"/>
            <a:r>
              <a:rPr lang="en-US" sz="900" dirty="0"/>
              <a:t>68</a:t>
            </a:r>
          </a:p>
        </p:txBody>
      </p:sp>
      <p:sp>
        <p:nvSpPr>
          <p:cNvPr id="12" name="TextBox 11">
            <a:extLst>
              <a:ext uri="{FF2B5EF4-FFF2-40B4-BE49-F238E27FC236}">
                <a16:creationId xmlns:a16="http://schemas.microsoft.com/office/drawing/2014/main" id="{F530951A-986D-2A2B-3F41-79BB407BF9DA}"/>
              </a:ext>
            </a:extLst>
          </p:cNvPr>
          <p:cNvSpPr txBox="1"/>
          <p:nvPr/>
        </p:nvSpPr>
        <p:spPr>
          <a:xfrm>
            <a:off x="6152446" y="1402877"/>
            <a:ext cx="570089" cy="230832"/>
          </a:xfrm>
          <a:prstGeom prst="rect">
            <a:avLst/>
          </a:prstGeom>
          <a:noFill/>
        </p:spPr>
        <p:txBody>
          <a:bodyPr wrap="square" rtlCol="0">
            <a:spAutoFit/>
          </a:bodyPr>
          <a:lstStyle/>
          <a:p>
            <a:pPr algn="ctr"/>
            <a:r>
              <a:rPr lang="en-US" sz="900" dirty="0"/>
              <a:t>3568</a:t>
            </a:r>
          </a:p>
        </p:txBody>
      </p:sp>
      <p:sp>
        <p:nvSpPr>
          <p:cNvPr id="13" name="TextBox 12">
            <a:extLst>
              <a:ext uri="{FF2B5EF4-FFF2-40B4-BE49-F238E27FC236}">
                <a16:creationId xmlns:a16="http://schemas.microsoft.com/office/drawing/2014/main" id="{39664BA4-9A59-3156-88A5-4F082F098D35}"/>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34568</a:t>
            </a:r>
          </a:p>
        </p:txBody>
      </p:sp>
      <p:sp>
        <p:nvSpPr>
          <p:cNvPr id="14" name="TextBox 13">
            <a:extLst>
              <a:ext uri="{FF2B5EF4-FFF2-40B4-BE49-F238E27FC236}">
                <a16:creationId xmlns:a16="http://schemas.microsoft.com/office/drawing/2014/main" id="{EF5D6214-2C5C-2A9A-E456-80B0A81EA0B3}"/>
              </a:ext>
            </a:extLst>
          </p:cNvPr>
          <p:cNvSpPr txBox="1"/>
          <p:nvPr/>
        </p:nvSpPr>
        <p:spPr>
          <a:xfrm>
            <a:off x="6654802" y="1903821"/>
            <a:ext cx="570089" cy="230832"/>
          </a:xfrm>
          <a:prstGeom prst="rect">
            <a:avLst/>
          </a:prstGeom>
          <a:noFill/>
        </p:spPr>
        <p:txBody>
          <a:bodyPr wrap="square" rtlCol="0">
            <a:spAutoFit/>
          </a:bodyPr>
          <a:lstStyle/>
          <a:p>
            <a:pPr algn="ctr"/>
            <a:r>
              <a:rPr lang="en-US" sz="900" dirty="0"/>
              <a:t>34568</a:t>
            </a:r>
          </a:p>
        </p:txBody>
      </p:sp>
      <p:sp>
        <p:nvSpPr>
          <p:cNvPr id="15" name="TextBox 14">
            <a:extLst>
              <a:ext uri="{FF2B5EF4-FFF2-40B4-BE49-F238E27FC236}">
                <a16:creationId xmlns:a16="http://schemas.microsoft.com/office/drawing/2014/main" id="{42286452-2D7C-9727-28C2-3DDB6CCB8D1A}"/>
              </a:ext>
            </a:extLst>
          </p:cNvPr>
          <p:cNvSpPr txBox="1"/>
          <p:nvPr/>
        </p:nvSpPr>
        <p:spPr>
          <a:xfrm>
            <a:off x="7157158" y="1903821"/>
            <a:ext cx="570089" cy="230832"/>
          </a:xfrm>
          <a:prstGeom prst="rect">
            <a:avLst/>
          </a:prstGeom>
          <a:noFill/>
        </p:spPr>
        <p:txBody>
          <a:bodyPr wrap="square" rtlCol="0">
            <a:spAutoFit/>
          </a:bodyPr>
          <a:lstStyle/>
          <a:p>
            <a:pPr algn="ctr"/>
            <a:r>
              <a:rPr lang="en-US" sz="900" dirty="0"/>
              <a:t>468</a:t>
            </a:r>
          </a:p>
        </p:txBody>
      </p:sp>
      <p:sp>
        <p:nvSpPr>
          <p:cNvPr id="20" name="TextBox 19">
            <a:extLst>
              <a:ext uri="{FF2B5EF4-FFF2-40B4-BE49-F238E27FC236}">
                <a16:creationId xmlns:a16="http://schemas.microsoft.com/office/drawing/2014/main" id="{6D067C5C-D7A8-8879-ECEE-C00C5CBD343D}"/>
              </a:ext>
            </a:extLst>
          </p:cNvPr>
          <p:cNvSpPr txBox="1"/>
          <p:nvPr/>
        </p:nvSpPr>
        <p:spPr>
          <a:xfrm>
            <a:off x="3640666" y="1903821"/>
            <a:ext cx="570089" cy="230832"/>
          </a:xfrm>
          <a:prstGeom prst="rect">
            <a:avLst/>
          </a:prstGeom>
          <a:noFill/>
        </p:spPr>
        <p:txBody>
          <a:bodyPr wrap="square" rtlCol="0">
            <a:spAutoFit/>
          </a:bodyPr>
          <a:lstStyle/>
          <a:p>
            <a:pPr algn="ctr"/>
            <a:r>
              <a:rPr lang="en-US" sz="900" dirty="0"/>
              <a:t>7531</a:t>
            </a:r>
          </a:p>
        </p:txBody>
      </p:sp>
      <p:sp>
        <p:nvSpPr>
          <p:cNvPr id="21" name="TextBox 20">
            <a:extLst>
              <a:ext uri="{FF2B5EF4-FFF2-40B4-BE49-F238E27FC236}">
                <a16:creationId xmlns:a16="http://schemas.microsoft.com/office/drawing/2014/main" id="{CC06BC62-5A6C-B966-8749-F14E29601944}"/>
              </a:ext>
            </a:extLst>
          </p:cNvPr>
          <p:cNvSpPr txBox="1"/>
          <p:nvPr/>
        </p:nvSpPr>
        <p:spPr>
          <a:xfrm>
            <a:off x="3138310" y="1903821"/>
            <a:ext cx="570089" cy="230832"/>
          </a:xfrm>
          <a:prstGeom prst="rect">
            <a:avLst/>
          </a:prstGeom>
          <a:noFill/>
        </p:spPr>
        <p:txBody>
          <a:bodyPr wrap="square" rtlCol="0">
            <a:spAutoFit/>
          </a:bodyPr>
          <a:lstStyle/>
          <a:p>
            <a:pPr algn="ctr"/>
            <a:r>
              <a:rPr lang="en-US" sz="900" dirty="0"/>
              <a:t>1357</a:t>
            </a:r>
          </a:p>
        </p:txBody>
      </p:sp>
      <p:sp>
        <p:nvSpPr>
          <p:cNvPr id="24" name="TextBox 23">
            <a:extLst>
              <a:ext uri="{FF2B5EF4-FFF2-40B4-BE49-F238E27FC236}">
                <a16:creationId xmlns:a16="http://schemas.microsoft.com/office/drawing/2014/main" id="{E3DCDE9B-8852-1898-D7EC-EA7FCEF551D2}"/>
              </a:ext>
            </a:extLst>
          </p:cNvPr>
          <p:cNvSpPr txBox="1"/>
          <p:nvPr/>
        </p:nvSpPr>
        <p:spPr>
          <a:xfrm>
            <a:off x="6152446" y="4408541"/>
            <a:ext cx="570089" cy="230832"/>
          </a:xfrm>
          <a:prstGeom prst="rect">
            <a:avLst/>
          </a:prstGeom>
          <a:noFill/>
        </p:spPr>
        <p:txBody>
          <a:bodyPr wrap="square" rtlCol="0">
            <a:spAutoFit/>
          </a:bodyPr>
          <a:lstStyle/>
          <a:p>
            <a:pPr algn="ctr"/>
            <a:r>
              <a:rPr lang="en-US" sz="900" dirty="0"/>
              <a:t>2356</a:t>
            </a:r>
          </a:p>
        </p:txBody>
      </p:sp>
      <p:sp>
        <p:nvSpPr>
          <p:cNvPr id="25" name="TextBox 24">
            <a:extLst>
              <a:ext uri="{FF2B5EF4-FFF2-40B4-BE49-F238E27FC236}">
                <a16:creationId xmlns:a16="http://schemas.microsoft.com/office/drawing/2014/main" id="{8405E094-5207-86BF-7DCF-04A606C2B273}"/>
              </a:ext>
            </a:extLst>
          </p:cNvPr>
          <p:cNvSpPr txBox="1"/>
          <p:nvPr/>
        </p:nvSpPr>
        <p:spPr>
          <a:xfrm>
            <a:off x="6152446" y="4909484"/>
            <a:ext cx="570089" cy="230832"/>
          </a:xfrm>
          <a:prstGeom prst="rect">
            <a:avLst/>
          </a:prstGeom>
          <a:noFill/>
        </p:spPr>
        <p:txBody>
          <a:bodyPr wrap="square" rtlCol="0">
            <a:spAutoFit/>
          </a:bodyPr>
          <a:lstStyle/>
          <a:p>
            <a:pPr algn="ctr"/>
            <a:r>
              <a:rPr lang="en-US" sz="900" dirty="0"/>
              <a:t>6532</a:t>
            </a:r>
          </a:p>
        </p:txBody>
      </p:sp>
      <p:sp>
        <p:nvSpPr>
          <p:cNvPr id="28" name="TextBox 27">
            <a:extLst>
              <a:ext uri="{FF2B5EF4-FFF2-40B4-BE49-F238E27FC236}">
                <a16:creationId xmlns:a16="http://schemas.microsoft.com/office/drawing/2014/main" id="{659CDEE9-80AE-EED5-8C3C-CD579E2C50C0}"/>
              </a:ext>
            </a:extLst>
          </p:cNvPr>
          <p:cNvSpPr txBox="1"/>
          <p:nvPr/>
        </p:nvSpPr>
        <p:spPr>
          <a:xfrm>
            <a:off x="6654802" y="2404765"/>
            <a:ext cx="570089" cy="230832"/>
          </a:xfrm>
          <a:prstGeom prst="rect">
            <a:avLst/>
          </a:prstGeom>
          <a:noFill/>
        </p:spPr>
        <p:txBody>
          <a:bodyPr wrap="square" rtlCol="0">
            <a:spAutoFit/>
          </a:bodyPr>
          <a:lstStyle/>
          <a:p>
            <a:pPr algn="ctr"/>
            <a:r>
              <a:rPr lang="en-US" sz="900" dirty="0"/>
              <a:t>168</a:t>
            </a:r>
          </a:p>
        </p:txBody>
      </p:sp>
      <p:sp>
        <p:nvSpPr>
          <p:cNvPr id="29" name="TextBox 28">
            <a:extLst>
              <a:ext uri="{FF2B5EF4-FFF2-40B4-BE49-F238E27FC236}">
                <a16:creationId xmlns:a16="http://schemas.microsoft.com/office/drawing/2014/main" id="{3E9BBA94-6C4B-4EED-4638-50B8BDCD757B}"/>
              </a:ext>
            </a:extLst>
          </p:cNvPr>
          <p:cNvSpPr txBox="1"/>
          <p:nvPr/>
        </p:nvSpPr>
        <p:spPr>
          <a:xfrm>
            <a:off x="6152446" y="2905709"/>
            <a:ext cx="570089" cy="230832"/>
          </a:xfrm>
          <a:prstGeom prst="rect">
            <a:avLst/>
          </a:prstGeom>
          <a:noFill/>
        </p:spPr>
        <p:txBody>
          <a:bodyPr wrap="square" rtlCol="0">
            <a:spAutoFit/>
          </a:bodyPr>
          <a:lstStyle/>
          <a:p>
            <a:pPr algn="ctr"/>
            <a:r>
              <a:rPr lang="en-US" sz="900" dirty="0"/>
              <a:t>168</a:t>
            </a:r>
          </a:p>
        </p:txBody>
      </p:sp>
      <p:sp>
        <p:nvSpPr>
          <p:cNvPr id="30" name="TextBox 29">
            <a:extLst>
              <a:ext uri="{FF2B5EF4-FFF2-40B4-BE49-F238E27FC236}">
                <a16:creationId xmlns:a16="http://schemas.microsoft.com/office/drawing/2014/main" id="{94BB8C46-B5AE-0DA3-9938-547AF06738C3}"/>
              </a:ext>
            </a:extLst>
          </p:cNvPr>
          <p:cNvSpPr txBox="1"/>
          <p:nvPr/>
        </p:nvSpPr>
        <p:spPr>
          <a:xfrm>
            <a:off x="6654802" y="2905709"/>
            <a:ext cx="570089" cy="230832"/>
          </a:xfrm>
          <a:prstGeom prst="rect">
            <a:avLst/>
          </a:prstGeom>
          <a:noFill/>
        </p:spPr>
        <p:txBody>
          <a:bodyPr wrap="square" rtlCol="0">
            <a:spAutoFit/>
          </a:bodyPr>
          <a:lstStyle/>
          <a:p>
            <a:pPr algn="ctr"/>
            <a:r>
              <a:rPr lang="en-US" sz="900" dirty="0"/>
              <a:t>168</a:t>
            </a:r>
          </a:p>
        </p:txBody>
      </p:sp>
      <p:sp>
        <p:nvSpPr>
          <p:cNvPr id="31" name="TextBox 30">
            <a:extLst>
              <a:ext uri="{FF2B5EF4-FFF2-40B4-BE49-F238E27FC236}">
                <a16:creationId xmlns:a16="http://schemas.microsoft.com/office/drawing/2014/main" id="{55956E33-498D-BBCC-9735-284E57413AC9}"/>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BE93E450-2C92-8D87-1D81-DD8BFD247271}"/>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8F7A0542-26FF-AAD2-2EF8-A72D0001EAE4}"/>
              </a:ext>
            </a:extLst>
          </p:cNvPr>
          <p:cNvSpPr txBox="1"/>
          <p:nvPr/>
        </p:nvSpPr>
        <p:spPr>
          <a:xfrm>
            <a:off x="6214537"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5D99FF2B-86E7-D1EB-DC56-2431E125C719}"/>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5D29D12A-7D61-3DA9-AF6F-471CFBA24236}"/>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BB87B528-05B4-224E-1753-F7EDBBAD6DBD}"/>
              </a:ext>
            </a:extLst>
          </p:cNvPr>
          <p:cNvSpPr txBox="1"/>
          <p:nvPr/>
        </p:nvSpPr>
        <p:spPr>
          <a:xfrm>
            <a:off x="6714071" y="72121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E80BD56C-CB91-BC07-A4F1-0C927CE10588}"/>
              </a:ext>
            </a:extLst>
          </p:cNvPr>
          <p:cNvSpPr txBox="1"/>
          <p:nvPr/>
        </p:nvSpPr>
        <p:spPr>
          <a:xfrm>
            <a:off x="7213604" y="72121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BE1C589D-0509-8893-80E0-42E85A931920}"/>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6B254880-BA77-A4B0-B216-6D6A8A7875B3}"/>
              </a:ext>
            </a:extLst>
          </p:cNvPr>
          <p:cNvSpPr txBox="1"/>
          <p:nvPr/>
        </p:nvSpPr>
        <p:spPr>
          <a:xfrm>
            <a:off x="6214537" y="3237891"/>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403CDF6E-CD87-28D8-92B5-A8783EBA3206}"/>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9A10B624-073F-A376-95F8-513A17213D81}"/>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5" name="TextBox 34">
            <a:extLst>
              <a:ext uri="{FF2B5EF4-FFF2-40B4-BE49-F238E27FC236}">
                <a16:creationId xmlns:a16="http://schemas.microsoft.com/office/drawing/2014/main" id="{450EBA23-C3D6-74E9-6162-94AD5A312110}"/>
              </a:ext>
            </a:extLst>
          </p:cNvPr>
          <p:cNvSpPr txBox="1"/>
          <p:nvPr/>
        </p:nvSpPr>
        <p:spPr>
          <a:xfrm>
            <a:off x="7213604" y="3237891"/>
            <a:ext cx="462845" cy="584775"/>
          </a:xfrm>
          <a:prstGeom prst="rect">
            <a:avLst/>
          </a:prstGeom>
          <a:noFill/>
        </p:spPr>
        <p:txBody>
          <a:bodyPr wrap="square" rtlCol="0">
            <a:spAutoFit/>
          </a:bodyPr>
          <a:lstStyle/>
          <a:p>
            <a:pPr algn="ctr"/>
            <a:r>
              <a:rPr lang="en-US" sz="3200" dirty="0"/>
              <a:t>5</a:t>
            </a:r>
          </a:p>
        </p:txBody>
      </p:sp>
      <p:sp>
        <p:nvSpPr>
          <p:cNvPr id="22" name="TextBox 21">
            <a:extLst>
              <a:ext uri="{FF2B5EF4-FFF2-40B4-BE49-F238E27FC236}">
                <a16:creationId xmlns:a16="http://schemas.microsoft.com/office/drawing/2014/main" id="{5C889D84-1F72-05A3-29E4-CDF22766959D}"/>
              </a:ext>
            </a:extLst>
          </p:cNvPr>
          <p:cNvSpPr txBox="1"/>
          <p:nvPr/>
        </p:nvSpPr>
        <p:spPr>
          <a:xfrm>
            <a:off x="5147734" y="1402877"/>
            <a:ext cx="570089" cy="230832"/>
          </a:xfrm>
          <a:prstGeom prst="rect">
            <a:avLst/>
          </a:prstGeom>
          <a:noFill/>
        </p:spPr>
        <p:txBody>
          <a:bodyPr wrap="square" rtlCol="0">
            <a:spAutoFit/>
          </a:bodyPr>
          <a:lstStyle/>
          <a:p>
            <a:pPr algn="ctr"/>
            <a:r>
              <a:rPr lang="en-US" sz="900" dirty="0"/>
              <a:t>46789</a:t>
            </a:r>
          </a:p>
        </p:txBody>
      </p:sp>
      <p:sp>
        <p:nvSpPr>
          <p:cNvPr id="23" name="TextBox 22">
            <a:extLst>
              <a:ext uri="{FF2B5EF4-FFF2-40B4-BE49-F238E27FC236}">
                <a16:creationId xmlns:a16="http://schemas.microsoft.com/office/drawing/2014/main" id="{53982B2A-EF09-D798-3375-7A8039CFCE9D}"/>
              </a:ext>
            </a:extLst>
          </p:cNvPr>
          <p:cNvSpPr txBox="1"/>
          <p:nvPr/>
        </p:nvSpPr>
        <p:spPr>
          <a:xfrm>
            <a:off x="5650090" y="1402877"/>
            <a:ext cx="570089" cy="230832"/>
          </a:xfrm>
          <a:prstGeom prst="rect">
            <a:avLst/>
          </a:prstGeom>
          <a:noFill/>
        </p:spPr>
        <p:txBody>
          <a:bodyPr wrap="square" rtlCol="0">
            <a:spAutoFit/>
          </a:bodyPr>
          <a:lstStyle/>
          <a:p>
            <a:pPr algn="ctr"/>
            <a:r>
              <a:rPr lang="en-US" sz="900" dirty="0"/>
              <a:t>46789</a:t>
            </a:r>
          </a:p>
        </p:txBody>
      </p:sp>
      <p:sp>
        <p:nvSpPr>
          <p:cNvPr id="36" name="TextBox 35">
            <a:extLst>
              <a:ext uri="{FF2B5EF4-FFF2-40B4-BE49-F238E27FC236}">
                <a16:creationId xmlns:a16="http://schemas.microsoft.com/office/drawing/2014/main" id="{41CED8B5-D4F8-5B99-600F-4C4D6325657D}"/>
              </a:ext>
            </a:extLst>
          </p:cNvPr>
          <p:cNvSpPr txBox="1"/>
          <p:nvPr/>
        </p:nvSpPr>
        <p:spPr>
          <a:xfrm>
            <a:off x="5147734" y="1903821"/>
            <a:ext cx="570089" cy="230832"/>
          </a:xfrm>
          <a:prstGeom prst="rect">
            <a:avLst/>
          </a:prstGeom>
          <a:noFill/>
        </p:spPr>
        <p:txBody>
          <a:bodyPr wrap="square" rtlCol="0">
            <a:spAutoFit/>
          </a:bodyPr>
          <a:lstStyle/>
          <a:p>
            <a:pPr algn="ctr"/>
            <a:r>
              <a:rPr lang="en-US" sz="900" dirty="0"/>
              <a:t>4678</a:t>
            </a:r>
          </a:p>
        </p:txBody>
      </p:sp>
      <p:sp>
        <p:nvSpPr>
          <p:cNvPr id="37" name="TextBox 36">
            <a:extLst>
              <a:ext uri="{FF2B5EF4-FFF2-40B4-BE49-F238E27FC236}">
                <a16:creationId xmlns:a16="http://schemas.microsoft.com/office/drawing/2014/main" id="{559A52E8-636E-1BAF-E3C5-6EEB3A743A1A}"/>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8972A5C8-03A0-9A73-283F-CE2CEFF9A499}"/>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9" name="TextBox 38">
            <a:extLst>
              <a:ext uri="{FF2B5EF4-FFF2-40B4-BE49-F238E27FC236}">
                <a16:creationId xmlns:a16="http://schemas.microsoft.com/office/drawing/2014/main" id="{B6F38121-7E96-D88E-4A89-932E11B6D812}"/>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88AF986F-1B6C-445C-6F5E-5FDF46AA8E17}"/>
              </a:ext>
            </a:extLst>
          </p:cNvPr>
          <p:cNvSpPr txBox="1"/>
          <p:nvPr/>
        </p:nvSpPr>
        <p:spPr>
          <a:xfrm>
            <a:off x="4645378" y="1402877"/>
            <a:ext cx="570089" cy="230832"/>
          </a:xfrm>
          <a:prstGeom prst="rect">
            <a:avLst/>
          </a:prstGeom>
          <a:noFill/>
        </p:spPr>
        <p:txBody>
          <a:bodyPr wrap="square" rtlCol="0">
            <a:spAutoFit/>
          </a:bodyPr>
          <a:lstStyle/>
          <a:p>
            <a:pPr algn="ctr"/>
            <a:r>
              <a:rPr lang="en-US" sz="900" dirty="0"/>
              <a:t>679</a:t>
            </a:r>
          </a:p>
        </p:txBody>
      </p:sp>
      <p:sp>
        <p:nvSpPr>
          <p:cNvPr id="19" name="TextBox 18">
            <a:extLst>
              <a:ext uri="{FF2B5EF4-FFF2-40B4-BE49-F238E27FC236}">
                <a16:creationId xmlns:a16="http://schemas.microsoft.com/office/drawing/2014/main" id="{4D3549D8-C843-3DE2-3FAF-43965A320E15}"/>
              </a:ext>
            </a:extLst>
          </p:cNvPr>
          <p:cNvSpPr txBox="1"/>
          <p:nvPr/>
        </p:nvSpPr>
        <p:spPr>
          <a:xfrm>
            <a:off x="4645378" y="1903821"/>
            <a:ext cx="570089" cy="230832"/>
          </a:xfrm>
          <a:prstGeom prst="rect">
            <a:avLst/>
          </a:prstGeom>
          <a:noFill/>
        </p:spPr>
        <p:txBody>
          <a:bodyPr wrap="square" rtlCol="0">
            <a:spAutoFit/>
          </a:bodyPr>
          <a:lstStyle/>
          <a:p>
            <a:pPr algn="ctr"/>
            <a:r>
              <a:rPr lang="en-US" sz="900" dirty="0"/>
              <a:t>764</a:t>
            </a:r>
          </a:p>
        </p:txBody>
      </p:sp>
      <p:sp>
        <p:nvSpPr>
          <p:cNvPr id="40" name="TextBox 39">
            <a:extLst>
              <a:ext uri="{FF2B5EF4-FFF2-40B4-BE49-F238E27FC236}">
                <a16:creationId xmlns:a16="http://schemas.microsoft.com/office/drawing/2014/main" id="{DAFC85CC-64D6-4CFA-8B8E-D85E66A10E80}"/>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41" name="TextBox 40">
            <a:extLst>
              <a:ext uri="{FF2B5EF4-FFF2-40B4-BE49-F238E27FC236}">
                <a16:creationId xmlns:a16="http://schemas.microsoft.com/office/drawing/2014/main" id="{7F7EFEF8-CA96-6345-B9CA-14B244F84B46}"/>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EA145B16-5531-0869-FCE6-AFF9B6B25E27}"/>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30108514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6E3F6-5BCF-C3CB-F0C8-39C93C18ADB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22C4092-3EBD-52A9-727E-4B6DE3DE109B}"/>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E56F1E4D-9315-8B65-4FB1-E31660F7D74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7ED94B0-5489-0ACE-D5B0-8A5116AD837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E6EB1FD-0E1F-6355-F725-9656B6B48BE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9BCDED2-7C90-345E-F709-A385BDA2F313}"/>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015B9F79-A4B4-35AE-CF8A-F82A642B72AC}"/>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CDB339FD-E73F-B2A5-EC09-A8B595B60DF1}"/>
              </a:ext>
            </a:extLst>
          </p:cNvPr>
          <p:cNvSpPr txBox="1"/>
          <p:nvPr/>
        </p:nvSpPr>
        <p:spPr>
          <a:xfrm>
            <a:off x="6152446" y="901933"/>
            <a:ext cx="570089" cy="230832"/>
          </a:xfrm>
          <a:prstGeom prst="rect">
            <a:avLst/>
          </a:prstGeom>
          <a:noFill/>
        </p:spPr>
        <p:txBody>
          <a:bodyPr wrap="square" rtlCol="0">
            <a:spAutoFit/>
          </a:bodyPr>
          <a:lstStyle/>
          <a:p>
            <a:pPr algn="ctr"/>
            <a:r>
              <a:rPr lang="en-US" sz="900" dirty="0"/>
              <a:t>68</a:t>
            </a:r>
          </a:p>
        </p:txBody>
      </p:sp>
      <p:sp>
        <p:nvSpPr>
          <p:cNvPr id="12" name="TextBox 11">
            <a:extLst>
              <a:ext uri="{FF2B5EF4-FFF2-40B4-BE49-F238E27FC236}">
                <a16:creationId xmlns:a16="http://schemas.microsoft.com/office/drawing/2014/main" id="{985FF091-7B99-B4BD-4762-376027DAC712}"/>
              </a:ext>
            </a:extLst>
          </p:cNvPr>
          <p:cNvSpPr txBox="1"/>
          <p:nvPr/>
        </p:nvSpPr>
        <p:spPr>
          <a:xfrm>
            <a:off x="6152446" y="1402877"/>
            <a:ext cx="570089" cy="230832"/>
          </a:xfrm>
          <a:prstGeom prst="rect">
            <a:avLst/>
          </a:prstGeom>
          <a:noFill/>
        </p:spPr>
        <p:txBody>
          <a:bodyPr wrap="square" rtlCol="0">
            <a:spAutoFit/>
          </a:bodyPr>
          <a:lstStyle/>
          <a:p>
            <a:pPr algn="ctr"/>
            <a:r>
              <a:rPr lang="en-US" sz="900" dirty="0"/>
              <a:t>3568</a:t>
            </a:r>
          </a:p>
        </p:txBody>
      </p:sp>
      <p:sp>
        <p:nvSpPr>
          <p:cNvPr id="13" name="TextBox 12">
            <a:extLst>
              <a:ext uri="{FF2B5EF4-FFF2-40B4-BE49-F238E27FC236}">
                <a16:creationId xmlns:a16="http://schemas.microsoft.com/office/drawing/2014/main" id="{5FB0CD4F-9856-9793-D945-19EBDD05DDD1}"/>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34568</a:t>
            </a:r>
          </a:p>
        </p:txBody>
      </p:sp>
      <p:sp>
        <p:nvSpPr>
          <p:cNvPr id="14" name="TextBox 13">
            <a:extLst>
              <a:ext uri="{FF2B5EF4-FFF2-40B4-BE49-F238E27FC236}">
                <a16:creationId xmlns:a16="http://schemas.microsoft.com/office/drawing/2014/main" id="{9C0DED5C-BA73-C7E6-79FE-02FEEF03F69E}"/>
              </a:ext>
            </a:extLst>
          </p:cNvPr>
          <p:cNvSpPr txBox="1"/>
          <p:nvPr/>
        </p:nvSpPr>
        <p:spPr>
          <a:xfrm>
            <a:off x="6654802" y="1903821"/>
            <a:ext cx="570089" cy="230832"/>
          </a:xfrm>
          <a:prstGeom prst="rect">
            <a:avLst/>
          </a:prstGeom>
          <a:noFill/>
        </p:spPr>
        <p:txBody>
          <a:bodyPr wrap="square" rtlCol="0">
            <a:spAutoFit/>
          </a:bodyPr>
          <a:lstStyle/>
          <a:p>
            <a:pPr algn="ctr"/>
            <a:r>
              <a:rPr lang="en-US" sz="900" dirty="0"/>
              <a:t>34568</a:t>
            </a:r>
          </a:p>
        </p:txBody>
      </p:sp>
      <p:sp>
        <p:nvSpPr>
          <p:cNvPr id="15" name="TextBox 14">
            <a:extLst>
              <a:ext uri="{FF2B5EF4-FFF2-40B4-BE49-F238E27FC236}">
                <a16:creationId xmlns:a16="http://schemas.microsoft.com/office/drawing/2014/main" id="{5919D69B-FCCF-94EC-3C43-EE1169906BF4}"/>
              </a:ext>
            </a:extLst>
          </p:cNvPr>
          <p:cNvSpPr txBox="1"/>
          <p:nvPr/>
        </p:nvSpPr>
        <p:spPr>
          <a:xfrm>
            <a:off x="7157158" y="1903821"/>
            <a:ext cx="570089" cy="230832"/>
          </a:xfrm>
          <a:prstGeom prst="rect">
            <a:avLst/>
          </a:prstGeom>
          <a:noFill/>
        </p:spPr>
        <p:txBody>
          <a:bodyPr wrap="square" rtlCol="0">
            <a:spAutoFit/>
          </a:bodyPr>
          <a:lstStyle/>
          <a:p>
            <a:pPr algn="ctr"/>
            <a:r>
              <a:rPr lang="en-US" sz="900" dirty="0"/>
              <a:t>468</a:t>
            </a:r>
          </a:p>
        </p:txBody>
      </p:sp>
      <p:sp>
        <p:nvSpPr>
          <p:cNvPr id="20" name="TextBox 19">
            <a:extLst>
              <a:ext uri="{FF2B5EF4-FFF2-40B4-BE49-F238E27FC236}">
                <a16:creationId xmlns:a16="http://schemas.microsoft.com/office/drawing/2014/main" id="{EC668515-AA59-E550-242E-04F94BFD675F}"/>
              </a:ext>
            </a:extLst>
          </p:cNvPr>
          <p:cNvSpPr txBox="1"/>
          <p:nvPr/>
        </p:nvSpPr>
        <p:spPr>
          <a:xfrm>
            <a:off x="3640666" y="1903821"/>
            <a:ext cx="570089" cy="230832"/>
          </a:xfrm>
          <a:prstGeom prst="rect">
            <a:avLst/>
          </a:prstGeom>
          <a:noFill/>
        </p:spPr>
        <p:txBody>
          <a:bodyPr wrap="square" rtlCol="0">
            <a:spAutoFit/>
          </a:bodyPr>
          <a:lstStyle/>
          <a:p>
            <a:pPr algn="ctr"/>
            <a:r>
              <a:rPr lang="en-US" sz="900" dirty="0"/>
              <a:t>7531</a:t>
            </a:r>
          </a:p>
        </p:txBody>
      </p:sp>
      <p:sp>
        <p:nvSpPr>
          <p:cNvPr id="21" name="TextBox 20">
            <a:extLst>
              <a:ext uri="{FF2B5EF4-FFF2-40B4-BE49-F238E27FC236}">
                <a16:creationId xmlns:a16="http://schemas.microsoft.com/office/drawing/2014/main" id="{D3637F29-8673-10A6-2648-CBD1122CE985}"/>
              </a:ext>
            </a:extLst>
          </p:cNvPr>
          <p:cNvSpPr txBox="1"/>
          <p:nvPr/>
        </p:nvSpPr>
        <p:spPr>
          <a:xfrm>
            <a:off x="3138310" y="1903821"/>
            <a:ext cx="570089" cy="230832"/>
          </a:xfrm>
          <a:prstGeom prst="rect">
            <a:avLst/>
          </a:prstGeom>
          <a:noFill/>
        </p:spPr>
        <p:txBody>
          <a:bodyPr wrap="square" rtlCol="0">
            <a:spAutoFit/>
          </a:bodyPr>
          <a:lstStyle/>
          <a:p>
            <a:pPr algn="ctr"/>
            <a:r>
              <a:rPr lang="en-US" sz="900" dirty="0"/>
              <a:t>1357</a:t>
            </a:r>
          </a:p>
        </p:txBody>
      </p:sp>
      <p:sp>
        <p:nvSpPr>
          <p:cNvPr id="24" name="TextBox 23">
            <a:extLst>
              <a:ext uri="{FF2B5EF4-FFF2-40B4-BE49-F238E27FC236}">
                <a16:creationId xmlns:a16="http://schemas.microsoft.com/office/drawing/2014/main" id="{7901A6AE-DF46-E1FD-3E5F-261254D98ABA}"/>
              </a:ext>
            </a:extLst>
          </p:cNvPr>
          <p:cNvSpPr txBox="1"/>
          <p:nvPr/>
        </p:nvSpPr>
        <p:spPr>
          <a:xfrm>
            <a:off x="6152446" y="4408541"/>
            <a:ext cx="570089" cy="230832"/>
          </a:xfrm>
          <a:prstGeom prst="rect">
            <a:avLst/>
          </a:prstGeom>
          <a:noFill/>
        </p:spPr>
        <p:txBody>
          <a:bodyPr wrap="square" rtlCol="0">
            <a:spAutoFit/>
          </a:bodyPr>
          <a:lstStyle/>
          <a:p>
            <a:pPr algn="ctr"/>
            <a:r>
              <a:rPr lang="en-US" sz="900" dirty="0"/>
              <a:t>2356</a:t>
            </a:r>
          </a:p>
        </p:txBody>
      </p:sp>
      <p:sp>
        <p:nvSpPr>
          <p:cNvPr id="25" name="TextBox 24">
            <a:extLst>
              <a:ext uri="{FF2B5EF4-FFF2-40B4-BE49-F238E27FC236}">
                <a16:creationId xmlns:a16="http://schemas.microsoft.com/office/drawing/2014/main" id="{DB3376F9-CF14-EA48-851F-A1FCB1FF5F01}"/>
              </a:ext>
            </a:extLst>
          </p:cNvPr>
          <p:cNvSpPr txBox="1"/>
          <p:nvPr/>
        </p:nvSpPr>
        <p:spPr>
          <a:xfrm>
            <a:off x="6152446" y="4909484"/>
            <a:ext cx="570089" cy="230832"/>
          </a:xfrm>
          <a:prstGeom prst="rect">
            <a:avLst/>
          </a:prstGeom>
          <a:noFill/>
        </p:spPr>
        <p:txBody>
          <a:bodyPr wrap="square" rtlCol="0">
            <a:spAutoFit/>
          </a:bodyPr>
          <a:lstStyle/>
          <a:p>
            <a:pPr algn="ctr"/>
            <a:r>
              <a:rPr lang="en-US" sz="900" dirty="0"/>
              <a:t>6532</a:t>
            </a:r>
          </a:p>
        </p:txBody>
      </p:sp>
      <p:sp>
        <p:nvSpPr>
          <p:cNvPr id="29" name="TextBox 28">
            <a:extLst>
              <a:ext uri="{FF2B5EF4-FFF2-40B4-BE49-F238E27FC236}">
                <a16:creationId xmlns:a16="http://schemas.microsoft.com/office/drawing/2014/main" id="{F2A54C96-877B-9443-7FC6-175E78B00FC8}"/>
              </a:ext>
            </a:extLst>
          </p:cNvPr>
          <p:cNvSpPr txBox="1"/>
          <p:nvPr/>
        </p:nvSpPr>
        <p:spPr>
          <a:xfrm>
            <a:off x="6152446" y="2905709"/>
            <a:ext cx="570089" cy="230832"/>
          </a:xfrm>
          <a:prstGeom prst="rect">
            <a:avLst/>
          </a:prstGeom>
          <a:noFill/>
        </p:spPr>
        <p:txBody>
          <a:bodyPr wrap="square" rtlCol="0">
            <a:spAutoFit/>
          </a:bodyPr>
          <a:lstStyle/>
          <a:p>
            <a:pPr algn="ctr"/>
            <a:r>
              <a:rPr lang="en-US" sz="900" dirty="0"/>
              <a:t>168</a:t>
            </a:r>
          </a:p>
        </p:txBody>
      </p:sp>
      <p:sp>
        <p:nvSpPr>
          <p:cNvPr id="30" name="TextBox 29">
            <a:extLst>
              <a:ext uri="{FF2B5EF4-FFF2-40B4-BE49-F238E27FC236}">
                <a16:creationId xmlns:a16="http://schemas.microsoft.com/office/drawing/2014/main" id="{5EAD3099-A035-1431-1EE7-F8FD8B6E8E43}"/>
              </a:ext>
            </a:extLst>
          </p:cNvPr>
          <p:cNvSpPr txBox="1"/>
          <p:nvPr/>
        </p:nvSpPr>
        <p:spPr>
          <a:xfrm>
            <a:off x="6654802" y="2905709"/>
            <a:ext cx="570089" cy="230832"/>
          </a:xfrm>
          <a:prstGeom prst="rect">
            <a:avLst/>
          </a:prstGeom>
          <a:noFill/>
        </p:spPr>
        <p:txBody>
          <a:bodyPr wrap="square" rtlCol="0">
            <a:spAutoFit/>
          </a:bodyPr>
          <a:lstStyle/>
          <a:p>
            <a:pPr algn="ctr"/>
            <a:r>
              <a:rPr lang="en-US" sz="900" dirty="0"/>
              <a:t>168</a:t>
            </a:r>
          </a:p>
        </p:txBody>
      </p:sp>
      <p:sp>
        <p:nvSpPr>
          <p:cNvPr id="31" name="TextBox 30">
            <a:extLst>
              <a:ext uri="{FF2B5EF4-FFF2-40B4-BE49-F238E27FC236}">
                <a16:creationId xmlns:a16="http://schemas.microsoft.com/office/drawing/2014/main" id="{E9869305-92F7-D6C1-8E9C-D452607B6D47}"/>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2FE5CD5D-14B9-CBF7-33FC-AB4987C558D6}"/>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8C389D2C-A2A2-66F2-C9E3-68A4DBE31473}"/>
              </a:ext>
            </a:extLst>
          </p:cNvPr>
          <p:cNvSpPr txBox="1"/>
          <p:nvPr/>
        </p:nvSpPr>
        <p:spPr>
          <a:xfrm>
            <a:off x="6214537"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CEFBF0C3-8778-DB4B-D5DE-63E92E369F3E}"/>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570F7844-5CA3-FB2C-E329-8B8B86FA12EA}"/>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2FE8CEAE-94D0-ED5A-D300-613403BE634F}"/>
              </a:ext>
            </a:extLst>
          </p:cNvPr>
          <p:cNvSpPr txBox="1"/>
          <p:nvPr/>
        </p:nvSpPr>
        <p:spPr>
          <a:xfrm>
            <a:off x="6714071" y="72121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66845CD0-0E2B-6F4E-A88F-60B664CDE32F}"/>
              </a:ext>
            </a:extLst>
          </p:cNvPr>
          <p:cNvSpPr txBox="1"/>
          <p:nvPr/>
        </p:nvSpPr>
        <p:spPr>
          <a:xfrm>
            <a:off x="7213604" y="72121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9624CC7C-8BDB-96D9-ABB8-403B140D3574}"/>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07AA14DF-E333-8C28-7F54-12CA5C0A9128}"/>
              </a:ext>
            </a:extLst>
          </p:cNvPr>
          <p:cNvSpPr txBox="1"/>
          <p:nvPr/>
        </p:nvSpPr>
        <p:spPr>
          <a:xfrm>
            <a:off x="6214537" y="3237891"/>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B4F3E515-0424-8935-1CBE-7241545F9368}"/>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6C158B50-9981-23D7-3726-A096AC3A1B67}"/>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5" name="TextBox 34">
            <a:extLst>
              <a:ext uri="{FF2B5EF4-FFF2-40B4-BE49-F238E27FC236}">
                <a16:creationId xmlns:a16="http://schemas.microsoft.com/office/drawing/2014/main" id="{56479DBE-9D2D-0115-27E2-CFEBEFB04456}"/>
              </a:ext>
            </a:extLst>
          </p:cNvPr>
          <p:cNvSpPr txBox="1"/>
          <p:nvPr/>
        </p:nvSpPr>
        <p:spPr>
          <a:xfrm>
            <a:off x="7213604" y="3237891"/>
            <a:ext cx="462845" cy="584775"/>
          </a:xfrm>
          <a:prstGeom prst="rect">
            <a:avLst/>
          </a:prstGeom>
          <a:noFill/>
        </p:spPr>
        <p:txBody>
          <a:bodyPr wrap="square" rtlCol="0">
            <a:spAutoFit/>
          </a:bodyPr>
          <a:lstStyle/>
          <a:p>
            <a:pPr algn="ctr"/>
            <a:r>
              <a:rPr lang="en-US" sz="3200" dirty="0"/>
              <a:t>5</a:t>
            </a:r>
          </a:p>
        </p:txBody>
      </p:sp>
      <p:sp>
        <p:nvSpPr>
          <p:cNvPr id="22" name="TextBox 21">
            <a:extLst>
              <a:ext uri="{FF2B5EF4-FFF2-40B4-BE49-F238E27FC236}">
                <a16:creationId xmlns:a16="http://schemas.microsoft.com/office/drawing/2014/main" id="{BFBEF77C-9089-4C45-F191-3B77F0276064}"/>
              </a:ext>
            </a:extLst>
          </p:cNvPr>
          <p:cNvSpPr txBox="1"/>
          <p:nvPr/>
        </p:nvSpPr>
        <p:spPr>
          <a:xfrm>
            <a:off x="5147734" y="1402877"/>
            <a:ext cx="570089" cy="230832"/>
          </a:xfrm>
          <a:prstGeom prst="rect">
            <a:avLst/>
          </a:prstGeom>
          <a:noFill/>
        </p:spPr>
        <p:txBody>
          <a:bodyPr wrap="square" rtlCol="0">
            <a:spAutoFit/>
          </a:bodyPr>
          <a:lstStyle/>
          <a:p>
            <a:pPr algn="ctr"/>
            <a:r>
              <a:rPr lang="en-US" sz="900" dirty="0"/>
              <a:t>46789</a:t>
            </a:r>
          </a:p>
        </p:txBody>
      </p:sp>
      <p:sp>
        <p:nvSpPr>
          <p:cNvPr id="23" name="TextBox 22">
            <a:extLst>
              <a:ext uri="{FF2B5EF4-FFF2-40B4-BE49-F238E27FC236}">
                <a16:creationId xmlns:a16="http://schemas.microsoft.com/office/drawing/2014/main" id="{68B2CBBB-1BE1-5645-282C-C5E4E5535D9D}"/>
              </a:ext>
            </a:extLst>
          </p:cNvPr>
          <p:cNvSpPr txBox="1"/>
          <p:nvPr/>
        </p:nvSpPr>
        <p:spPr>
          <a:xfrm>
            <a:off x="5650090" y="1402877"/>
            <a:ext cx="570089" cy="230832"/>
          </a:xfrm>
          <a:prstGeom prst="rect">
            <a:avLst/>
          </a:prstGeom>
          <a:noFill/>
        </p:spPr>
        <p:txBody>
          <a:bodyPr wrap="square" rtlCol="0">
            <a:spAutoFit/>
          </a:bodyPr>
          <a:lstStyle/>
          <a:p>
            <a:pPr algn="ctr"/>
            <a:r>
              <a:rPr lang="en-US" sz="900" dirty="0"/>
              <a:t>789</a:t>
            </a:r>
          </a:p>
        </p:txBody>
      </p:sp>
      <p:sp>
        <p:nvSpPr>
          <p:cNvPr id="36" name="TextBox 35">
            <a:extLst>
              <a:ext uri="{FF2B5EF4-FFF2-40B4-BE49-F238E27FC236}">
                <a16:creationId xmlns:a16="http://schemas.microsoft.com/office/drawing/2014/main" id="{4BC7FA2B-8B6E-0902-1A61-0896CEB5BD9A}"/>
              </a:ext>
            </a:extLst>
          </p:cNvPr>
          <p:cNvSpPr txBox="1"/>
          <p:nvPr/>
        </p:nvSpPr>
        <p:spPr>
          <a:xfrm>
            <a:off x="5147734" y="1903821"/>
            <a:ext cx="570089" cy="230832"/>
          </a:xfrm>
          <a:prstGeom prst="rect">
            <a:avLst/>
          </a:prstGeom>
          <a:noFill/>
        </p:spPr>
        <p:txBody>
          <a:bodyPr wrap="square" rtlCol="0">
            <a:spAutoFit/>
          </a:bodyPr>
          <a:lstStyle/>
          <a:p>
            <a:pPr algn="ctr"/>
            <a:r>
              <a:rPr lang="en-US" sz="900" dirty="0"/>
              <a:t>4678</a:t>
            </a:r>
          </a:p>
        </p:txBody>
      </p:sp>
      <p:sp>
        <p:nvSpPr>
          <p:cNvPr id="37" name="TextBox 36">
            <a:extLst>
              <a:ext uri="{FF2B5EF4-FFF2-40B4-BE49-F238E27FC236}">
                <a16:creationId xmlns:a16="http://schemas.microsoft.com/office/drawing/2014/main" id="{5B692938-63F1-8256-E8D2-599C460015E0}"/>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DDB9970B-6E97-450B-1794-3114CAD05131}"/>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9" name="TextBox 38">
            <a:extLst>
              <a:ext uri="{FF2B5EF4-FFF2-40B4-BE49-F238E27FC236}">
                <a16:creationId xmlns:a16="http://schemas.microsoft.com/office/drawing/2014/main" id="{EAF83E66-915B-58AD-FF68-4BEDEAEBACCD}"/>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C0F41656-F87F-BD4A-C50F-96BAB68D5ACD}"/>
              </a:ext>
            </a:extLst>
          </p:cNvPr>
          <p:cNvSpPr txBox="1"/>
          <p:nvPr/>
        </p:nvSpPr>
        <p:spPr>
          <a:xfrm>
            <a:off x="4645378" y="1402877"/>
            <a:ext cx="570089" cy="230832"/>
          </a:xfrm>
          <a:prstGeom prst="rect">
            <a:avLst/>
          </a:prstGeom>
          <a:noFill/>
        </p:spPr>
        <p:txBody>
          <a:bodyPr wrap="square" rtlCol="0">
            <a:spAutoFit/>
          </a:bodyPr>
          <a:lstStyle/>
          <a:p>
            <a:pPr algn="ctr"/>
            <a:r>
              <a:rPr lang="en-US" sz="900" dirty="0"/>
              <a:t>679</a:t>
            </a:r>
          </a:p>
        </p:txBody>
      </p:sp>
      <p:sp>
        <p:nvSpPr>
          <p:cNvPr id="19" name="TextBox 18">
            <a:extLst>
              <a:ext uri="{FF2B5EF4-FFF2-40B4-BE49-F238E27FC236}">
                <a16:creationId xmlns:a16="http://schemas.microsoft.com/office/drawing/2014/main" id="{BF52EF1B-E4F8-4AAF-1AC5-21E03C0A0C69}"/>
              </a:ext>
            </a:extLst>
          </p:cNvPr>
          <p:cNvSpPr txBox="1"/>
          <p:nvPr/>
        </p:nvSpPr>
        <p:spPr>
          <a:xfrm>
            <a:off x="4645378" y="1903821"/>
            <a:ext cx="570089" cy="230832"/>
          </a:xfrm>
          <a:prstGeom prst="rect">
            <a:avLst/>
          </a:prstGeom>
          <a:noFill/>
        </p:spPr>
        <p:txBody>
          <a:bodyPr wrap="square" rtlCol="0">
            <a:spAutoFit/>
          </a:bodyPr>
          <a:lstStyle/>
          <a:p>
            <a:pPr algn="ctr"/>
            <a:r>
              <a:rPr lang="en-US" sz="900" dirty="0"/>
              <a:t>764</a:t>
            </a:r>
          </a:p>
        </p:txBody>
      </p:sp>
      <p:sp>
        <p:nvSpPr>
          <p:cNvPr id="40" name="TextBox 39">
            <a:extLst>
              <a:ext uri="{FF2B5EF4-FFF2-40B4-BE49-F238E27FC236}">
                <a16:creationId xmlns:a16="http://schemas.microsoft.com/office/drawing/2014/main" id="{3E53A7B5-C6A3-F7F3-9119-53F353DF4ED7}"/>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41" name="TextBox 40">
            <a:extLst>
              <a:ext uri="{FF2B5EF4-FFF2-40B4-BE49-F238E27FC236}">
                <a16:creationId xmlns:a16="http://schemas.microsoft.com/office/drawing/2014/main" id="{D5A1A44E-FAD2-3FB0-5CA4-D87D38A4930A}"/>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36D228ED-BDE8-0634-E41B-D9A313299472}"/>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43" name="TextBox 42">
            <a:extLst>
              <a:ext uri="{FF2B5EF4-FFF2-40B4-BE49-F238E27FC236}">
                <a16:creationId xmlns:a16="http://schemas.microsoft.com/office/drawing/2014/main" id="{475852D9-85B5-C70B-7123-F7A1744D01C4}"/>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19620922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CF511-42B4-0D70-ED3C-A5C0869406F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1A55503-30AB-29F6-70BF-ED1D685E026B}"/>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D2A1C69A-6AFB-74FB-FC36-0CB3B658984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EDB39ED-CE08-1E3B-088B-768F81712B0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AAB99A4-55B6-592C-96A2-6BD384378CF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A29EFC8-EF26-3056-F57F-0947C83C836C}"/>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29C2DAED-354B-DF88-7241-F5F96F3972C6}"/>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FA4231F1-20C6-FFF8-2C99-2346C29C90F7}"/>
              </a:ext>
            </a:extLst>
          </p:cNvPr>
          <p:cNvSpPr txBox="1"/>
          <p:nvPr/>
        </p:nvSpPr>
        <p:spPr>
          <a:xfrm>
            <a:off x="6152446" y="901933"/>
            <a:ext cx="570089" cy="230832"/>
          </a:xfrm>
          <a:prstGeom prst="rect">
            <a:avLst/>
          </a:prstGeom>
          <a:noFill/>
        </p:spPr>
        <p:txBody>
          <a:bodyPr wrap="square" rtlCol="0">
            <a:spAutoFit/>
          </a:bodyPr>
          <a:lstStyle/>
          <a:p>
            <a:pPr algn="ctr"/>
            <a:r>
              <a:rPr lang="en-US" sz="900" dirty="0"/>
              <a:t>68</a:t>
            </a:r>
          </a:p>
        </p:txBody>
      </p:sp>
      <p:sp>
        <p:nvSpPr>
          <p:cNvPr id="12" name="TextBox 11">
            <a:extLst>
              <a:ext uri="{FF2B5EF4-FFF2-40B4-BE49-F238E27FC236}">
                <a16:creationId xmlns:a16="http://schemas.microsoft.com/office/drawing/2014/main" id="{4FEC6B98-020F-F570-E69E-D75048FB4A4B}"/>
              </a:ext>
            </a:extLst>
          </p:cNvPr>
          <p:cNvSpPr txBox="1"/>
          <p:nvPr/>
        </p:nvSpPr>
        <p:spPr>
          <a:xfrm>
            <a:off x="6152446" y="1402877"/>
            <a:ext cx="570089" cy="230832"/>
          </a:xfrm>
          <a:prstGeom prst="rect">
            <a:avLst/>
          </a:prstGeom>
          <a:noFill/>
        </p:spPr>
        <p:txBody>
          <a:bodyPr wrap="square" rtlCol="0">
            <a:spAutoFit/>
          </a:bodyPr>
          <a:lstStyle/>
          <a:p>
            <a:pPr algn="ctr"/>
            <a:r>
              <a:rPr lang="en-US" sz="900" dirty="0"/>
              <a:t>3568</a:t>
            </a:r>
          </a:p>
        </p:txBody>
      </p:sp>
      <p:sp>
        <p:nvSpPr>
          <p:cNvPr id="13" name="TextBox 12">
            <a:extLst>
              <a:ext uri="{FF2B5EF4-FFF2-40B4-BE49-F238E27FC236}">
                <a16:creationId xmlns:a16="http://schemas.microsoft.com/office/drawing/2014/main" id="{BDEE33C3-3F39-3A69-FE9A-56CD23659DE2}"/>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3456</a:t>
            </a:r>
          </a:p>
        </p:txBody>
      </p:sp>
      <p:sp>
        <p:nvSpPr>
          <p:cNvPr id="14" name="TextBox 13">
            <a:extLst>
              <a:ext uri="{FF2B5EF4-FFF2-40B4-BE49-F238E27FC236}">
                <a16:creationId xmlns:a16="http://schemas.microsoft.com/office/drawing/2014/main" id="{180DA18B-6B27-E52A-F624-D5E54FC01FB8}"/>
              </a:ext>
            </a:extLst>
          </p:cNvPr>
          <p:cNvSpPr txBox="1"/>
          <p:nvPr/>
        </p:nvSpPr>
        <p:spPr>
          <a:xfrm>
            <a:off x="6654802" y="1903821"/>
            <a:ext cx="570089" cy="230832"/>
          </a:xfrm>
          <a:prstGeom prst="rect">
            <a:avLst/>
          </a:prstGeom>
          <a:noFill/>
        </p:spPr>
        <p:txBody>
          <a:bodyPr wrap="square" rtlCol="0">
            <a:spAutoFit/>
          </a:bodyPr>
          <a:lstStyle/>
          <a:p>
            <a:pPr algn="ctr"/>
            <a:r>
              <a:rPr lang="en-US" sz="900" dirty="0"/>
              <a:t>3456</a:t>
            </a:r>
          </a:p>
        </p:txBody>
      </p:sp>
      <p:sp>
        <p:nvSpPr>
          <p:cNvPr id="15" name="TextBox 14">
            <a:extLst>
              <a:ext uri="{FF2B5EF4-FFF2-40B4-BE49-F238E27FC236}">
                <a16:creationId xmlns:a16="http://schemas.microsoft.com/office/drawing/2014/main" id="{401D90E5-2686-EB82-47C8-A44E25CB78F5}"/>
              </a:ext>
            </a:extLst>
          </p:cNvPr>
          <p:cNvSpPr txBox="1"/>
          <p:nvPr/>
        </p:nvSpPr>
        <p:spPr>
          <a:xfrm>
            <a:off x="7157158" y="1903821"/>
            <a:ext cx="570089" cy="230832"/>
          </a:xfrm>
          <a:prstGeom prst="rect">
            <a:avLst/>
          </a:prstGeom>
          <a:noFill/>
        </p:spPr>
        <p:txBody>
          <a:bodyPr wrap="square" rtlCol="0">
            <a:spAutoFit/>
          </a:bodyPr>
          <a:lstStyle/>
          <a:p>
            <a:pPr algn="ctr"/>
            <a:r>
              <a:rPr lang="en-US" sz="900" dirty="0"/>
              <a:t>468</a:t>
            </a:r>
          </a:p>
        </p:txBody>
      </p:sp>
      <p:sp>
        <p:nvSpPr>
          <p:cNvPr id="20" name="TextBox 19">
            <a:extLst>
              <a:ext uri="{FF2B5EF4-FFF2-40B4-BE49-F238E27FC236}">
                <a16:creationId xmlns:a16="http://schemas.microsoft.com/office/drawing/2014/main" id="{C4EF16EA-A5B4-EA1D-A17B-BD4C16DC4EC2}"/>
              </a:ext>
            </a:extLst>
          </p:cNvPr>
          <p:cNvSpPr txBox="1"/>
          <p:nvPr/>
        </p:nvSpPr>
        <p:spPr>
          <a:xfrm>
            <a:off x="3640666" y="1903821"/>
            <a:ext cx="570089" cy="230832"/>
          </a:xfrm>
          <a:prstGeom prst="rect">
            <a:avLst/>
          </a:prstGeom>
          <a:noFill/>
        </p:spPr>
        <p:txBody>
          <a:bodyPr wrap="square" rtlCol="0">
            <a:spAutoFit/>
          </a:bodyPr>
          <a:lstStyle/>
          <a:p>
            <a:pPr algn="ctr"/>
            <a:r>
              <a:rPr lang="en-US" sz="900" dirty="0"/>
              <a:t>7531</a:t>
            </a:r>
          </a:p>
        </p:txBody>
      </p:sp>
      <p:sp>
        <p:nvSpPr>
          <p:cNvPr id="21" name="TextBox 20">
            <a:extLst>
              <a:ext uri="{FF2B5EF4-FFF2-40B4-BE49-F238E27FC236}">
                <a16:creationId xmlns:a16="http://schemas.microsoft.com/office/drawing/2014/main" id="{F171CCD6-C7C4-11C9-F9F5-60DA2F323345}"/>
              </a:ext>
            </a:extLst>
          </p:cNvPr>
          <p:cNvSpPr txBox="1"/>
          <p:nvPr/>
        </p:nvSpPr>
        <p:spPr>
          <a:xfrm>
            <a:off x="3138310" y="1903821"/>
            <a:ext cx="570089" cy="230832"/>
          </a:xfrm>
          <a:prstGeom prst="rect">
            <a:avLst/>
          </a:prstGeom>
          <a:noFill/>
        </p:spPr>
        <p:txBody>
          <a:bodyPr wrap="square" rtlCol="0">
            <a:spAutoFit/>
          </a:bodyPr>
          <a:lstStyle/>
          <a:p>
            <a:pPr algn="ctr"/>
            <a:r>
              <a:rPr lang="en-US" sz="900" dirty="0"/>
              <a:t>1357</a:t>
            </a:r>
          </a:p>
        </p:txBody>
      </p:sp>
      <p:sp>
        <p:nvSpPr>
          <p:cNvPr id="24" name="TextBox 23">
            <a:extLst>
              <a:ext uri="{FF2B5EF4-FFF2-40B4-BE49-F238E27FC236}">
                <a16:creationId xmlns:a16="http://schemas.microsoft.com/office/drawing/2014/main" id="{4258534A-D1DD-527F-7FD8-33F179FF1D6B}"/>
              </a:ext>
            </a:extLst>
          </p:cNvPr>
          <p:cNvSpPr txBox="1"/>
          <p:nvPr/>
        </p:nvSpPr>
        <p:spPr>
          <a:xfrm>
            <a:off x="6152446" y="4408541"/>
            <a:ext cx="570089" cy="230832"/>
          </a:xfrm>
          <a:prstGeom prst="rect">
            <a:avLst/>
          </a:prstGeom>
          <a:noFill/>
        </p:spPr>
        <p:txBody>
          <a:bodyPr wrap="square" rtlCol="0">
            <a:spAutoFit/>
          </a:bodyPr>
          <a:lstStyle/>
          <a:p>
            <a:pPr algn="ctr"/>
            <a:r>
              <a:rPr lang="en-US" sz="900" dirty="0"/>
              <a:t>2356</a:t>
            </a:r>
          </a:p>
        </p:txBody>
      </p:sp>
      <p:sp>
        <p:nvSpPr>
          <p:cNvPr id="25" name="TextBox 24">
            <a:extLst>
              <a:ext uri="{FF2B5EF4-FFF2-40B4-BE49-F238E27FC236}">
                <a16:creationId xmlns:a16="http://schemas.microsoft.com/office/drawing/2014/main" id="{148CF99D-0D1B-E500-AFA2-2A6EA2406677}"/>
              </a:ext>
            </a:extLst>
          </p:cNvPr>
          <p:cNvSpPr txBox="1"/>
          <p:nvPr/>
        </p:nvSpPr>
        <p:spPr>
          <a:xfrm>
            <a:off x="6152446" y="4909484"/>
            <a:ext cx="570089" cy="230832"/>
          </a:xfrm>
          <a:prstGeom prst="rect">
            <a:avLst/>
          </a:prstGeom>
          <a:noFill/>
        </p:spPr>
        <p:txBody>
          <a:bodyPr wrap="square" rtlCol="0">
            <a:spAutoFit/>
          </a:bodyPr>
          <a:lstStyle/>
          <a:p>
            <a:pPr algn="ctr"/>
            <a:r>
              <a:rPr lang="en-US" sz="900" dirty="0"/>
              <a:t>6532</a:t>
            </a:r>
          </a:p>
        </p:txBody>
      </p:sp>
      <p:sp>
        <p:nvSpPr>
          <p:cNvPr id="29" name="TextBox 28">
            <a:extLst>
              <a:ext uri="{FF2B5EF4-FFF2-40B4-BE49-F238E27FC236}">
                <a16:creationId xmlns:a16="http://schemas.microsoft.com/office/drawing/2014/main" id="{9B20AFF9-9F86-9C51-4E12-7D543527A3E7}"/>
              </a:ext>
            </a:extLst>
          </p:cNvPr>
          <p:cNvSpPr txBox="1"/>
          <p:nvPr/>
        </p:nvSpPr>
        <p:spPr>
          <a:xfrm>
            <a:off x="6152446" y="2905709"/>
            <a:ext cx="570089" cy="230832"/>
          </a:xfrm>
          <a:prstGeom prst="rect">
            <a:avLst/>
          </a:prstGeom>
          <a:noFill/>
        </p:spPr>
        <p:txBody>
          <a:bodyPr wrap="square" rtlCol="0">
            <a:spAutoFit/>
          </a:bodyPr>
          <a:lstStyle/>
          <a:p>
            <a:pPr algn="ctr"/>
            <a:r>
              <a:rPr lang="en-US" sz="900" dirty="0"/>
              <a:t>16</a:t>
            </a:r>
          </a:p>
        </p:txBody>
      </p:sp>
      <p:sp>
        <p:nvSpPr>
          <p:cNvPr id="30" name="TextBox 29">
            <a:extLst>
              <a:ext uri="{FF2B5EF4-FFF2-40B4-BE49-F238E27FC236}">
                <a16:creationId xmlns:a16="http://schemas.microsoft.com/office/drawing/2014/main" id="{43EA1775-BDD1-7A1A-D5DA-A1D031168062}"/>
              </a:ext>
            </a:extLst>
          </p:cNvPr>
          <p:cNvSpPr txBox="1"/>
          <p:nvPr/>
        </p:nvSpPr>
        <p:spPr>
          <a:xfrm>
            <a:off x="6654802" y="2905709"/>
            <a:ext cx="570089" cy="230832"/>
          </a:xfrm>
          <a:prstGeom prst="rect">
            <a:avLst/>
          </a:prstGeom>
          <a:noFill/>
        </p:spPr>
        <p:txBody>
          <a:bodyPr wrap="square" rtlCol="0">
            <a:spAutoFit/>
          </a:bodyPr>
          <a:lstStyle/>
          <a:p>
            <a:pPr algn="ctr"/>
            <a:r>
              <a:rPr lang="en-US" sz="900" dirty="0"/>
              <a:t>61</a:t>
            </a:r>
          </a:p>
        </p:txBody>
      </p:sp>
      <p:sp>
        <p:nvSpPr>
          <p:cNvPr id="31" name="TextBox 30">
            <a:extLst>
              <a:ext uri="{FF2B5EF4-FFF2-40B4-BE49-F238E27FC236}">
                <a16:creationId xmlns:a16="http://schemas.microsoft.com/office/drawing/2014/main" id="{F5CBA60F-EF4B-4DE6-F5D1-90D55D45AEE9}"/>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EB7C3FA7-0ECF-C406-E5DB-9CD06E6F8309}"/>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B92904F1-80FB-DBD2-AA85-EF599B3653D8}"/>
              </a:ext>
            </a:extLst>
          </p:cNvPr>
          <p:cNvSpPr txBox="1"/>
          <p:nvPr/>
        </p:nvSpPr>
        <p:spPr>
          <a:xfrm>
            <a:off x="6214537"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961B73FB-6B32-4A83-124D-EC07C505A126}"/>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6612A2B9-3E81-7CFD-0E5E-EE83CEC6FEDE}"/>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F1D67B1A-F9CF-2A38-E0BB-FBDA0B3E6C04}"/>
              </a:ext>
            </a:extLst>
          </p:cNvPr>
          <p:cNvSpPr txBox="1"/>
          <p:nvPr/>
        </p:nvSpPr>
        <p:spPr>
          <a:xfrm>
            <a:off x="6714071" y="72121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A83BA41A-8050-66B6-D4FB-3848636AEF25}"/>
              </a:ext>
            </a:extLst>
          </p:cNvPr>
          <p:cNvSpPr txBox="1"/>
          <p:nvPr/>
        </p:nvSpPr>
        <p:spPr>
          <a:xfrm>
            <a:off x="7213604" y="72121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9898FD80-C32E-37C0-5045-19318600693F}"/>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54144CD7-503A-A597-8B5A-660F701A75A5}"/>
              </a:ext>
            </a:extLst>
          </p:cNvPr>
          <p:cNvSpPr txBox="1"/>
          <p:nvPr/>
        </p:nvSpPr>
        <p:spPr>
          <a:xfrm>
            <a:off x="6214537" y="3237891"/>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F49DE554-F59A-FC7F-5C22-A30F7CE1D7EA}"/>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B6E17946-EC33-E49B-CB87-C235F97C319C}"/>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5" name="TextBox 34">
            <a:extLst>
              <a:ext uri="{FF2B5EF4-FFF2-40B4-BE49-F238E27FC236}">
                <a16:creationId xmlns:a16="http://schemas.microsoft.com/office/drawing/2014/main" id="{8F7E056D-60D6-A0CC-949B-9A1CED4C249C}"/>
              </a:ext>
            </a:extLst>
          </p:cNvPr>
          <p:cNvSpPr txBox="1"/>
          <p:nvPr/>
        </p:nvSpPr>
        <p:spPr>
          <a:xfrm>
            <a:off x="7213604" y="3237891"/>
            <a:ext cx="462845" cy="584775"/>
          </a:xfrm>
          <a:prstGeom prst="rect">
            <a:avLst/>
          </a:prstGeom>
          <a:noFill/>
        </p:spPr>
        <p:txBody>
          <a:bodyPr wrap="square" rtlCol="0">
            <a:spAutoFit/>
          </a:bodyPr>
          <a:lstStyle/>
          <a:p>
            <a:pPr algn="ctr"/>
            <a:r>
              <a:rPr lang="en-US" sz="3200" dirty="0"/>
              <a:t>5</a:t>
            </a:r>
          </a:p>
        </p:txBody>
      </p:sp>
      <p:sp>
        <p:nvSpPr>
          <p:cNvPr id="22" name="TextBox 21">
            <a:extLst>
              <a:ext uri="{FF2B5EF4-FFF2-40B4-BE49-F238E27FC236}">
                <a16:creationId xmlns:a16="http://schemas.microsoft.com/office/drawing/2014/main" id="{FF9C05CB-CC88-3617-076A-ABFF77371767}"/>
              </a:ext>
            </a:extLst>
          </p:cNvPr>
          <p:cNvSpPr txBox="1"/>
          <p:nvPr/>
        </p:nvSpPr>
        <p:spPr>
          <a:xfrm>
            <a:off x="5147734" y="1402877"/>
            <a:ext cx="570089" cy="230832"/>
          </a:xfrm>
          <a:prstGeom prst="rect">
            <a:avLst/>
          </a:prstGeom>
          <a:noFill/>
        </p:spPr>
        <p:txBody>
          <a:bodyPr wrap="square" rtlCol="0">
            <a:spAutoFit/>
          </a:bodyPr>
          <a:lstStyle/>
          <a:p>
            <a:pPr algn="ctr"/>
            <a:r>
              <a:rPr lang="en-US" sz="900" dirty="0"/>
              <a:t>46789</a:t>
            </a:r>
          </a:p>
        </p:txBody>
      </p:sp>
      <p:sp>
        <p:nvSpPr>
          <p:cNvPr id="23" name="TextBox 22">
            <a:extLst>
              <a:ext uri="{FF2B5EF4-FFF2-40B4-BE49-F238E27FC236}">
                <a16:creationId xmlns:a16="http://schemas.microsoft.com/office/drawing/2014/main" id="{F0F8B7D6-FF29-7F71-EB85-EF634BA4F209}"/>
              </a:ext>
            </a:extLst>
          </p:cNvPr>
          <p:cNvSpPr txBox="1"/>
          <p:nvPr/>
        </p:nvSpPr>
        <p:spPr>
          <a:xfrm>
            <a:off x="5650090" y="1402877"/>
            <a:ext cx="570089" cy="230832"/>
          </a:xfrm>
          <a:prstGeom prst="rect">
            <a:avLst/>
          </a:prstGeom>
          <a:noFill/>
        </p:spPr>
        <p:txBody>
          <a:bodyPr wrap="square" rtlCol="0">
            <a:spAutoFit/>
          </a:bodyPr>
          <a:lstStyle/>
          <a:p>
            <a:pPr algn="ctr"/>
            <a:r>
              <a:rPr lang="en-US" sz="900" dirty="0"/>
              <a:t>789</a:t>
            </a:r>
          </a:p>
        </p:txBody>
      </p:sp>
      <p:sp>
        <p:nvSpPr>
          <p:cNvPr id="36" name="TextBox 35">
            <a:extLst>
              <a:ext uri="{FF2B5EF4-FFF2-40B4-BE49-F238E27FC236}">
                <a16:creationId xmlns:a16="http://schemas.microsoft.com/office/drawing/2014/main" id="{419DD9BF-5250-A0C9-C10C-D3934C58088D}"/>
              </a:ext>
            </a:extLst>
          </p:cNvPr>
          <p:cNvSpPr txBox="1"/>
          <p:nvPr/>
        </p:nvSpPr>
        <p:spPr>
          <a:xfrm>
            <a:off x="5147734" y="1903821"/>
            <a:ext cx="570089" cy="230832"/>
          </a:xfrm>
          <a:prstGeom prst="rect">
            <a:avLst/>
          </a:prstGeom>
          <a:noFill/>
        </p:spPr>
        <p:txBody>
          <a:bodyPr wrap="square" rtlCol="0">
            <a:spAutoFit/>
          </a:bodyPr>
          <a:lstStyle/>
          <a:p>
            <a:pPr algn="ctr"/>
            <a:r>
              <a:rPr lang="en-US" sz="900" dirty="0"/>
              <a:t>4678</a:t>
            </a:r>
          </a:p>
        </p:txBody>
      </p:sp>
      <p:sp>
        <p:nvSpPr>
          <p:cNvPr id="37" name="TextBox 36">
            <a:extLst>
              <a:ext uri="{FF2B5EF4-FFF2-40B4-BE49-F238E27FC236}">
                <a16:creationId xmlns:a16="http://schemas.microsoft.com/office/drawing/2014/main" id="{ED9482DD-43EF-1D68-1CCC-074CBBC17AAF}"/>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E5D86B75-B0DF-C975-149D-20E681725125}"/>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9" name="TextBox 38">
            <a:extLst>
              <a:ext uri="{FF2B5EF4-FFF2-40B4-BE49-F238E27FC236}">
                <a16:creationId xmlns:a16="http://schemas.microsoft.com/office/drawing/2014/main" id="{E7143157-D051-AF70-7007-B99348EEACC6}"/>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51D2B845-18A0-2717-269D-4F6AFF37A0B4}"/>
              </a:ext>
            </a:extLst>
          </p:cNvPr>
          <p:cNvSpPr txBox="1"/>
          <p:nvPr/>
        </p:nvSpPr>
        <p:spPr>
          <a:xfrm>
            <a:off x="4645378" y="1402877"/>
            <a:ext cx="570089" cy="230832"/>
          </a:xfrm>
          <a:prstGeom prst="rect">
            <a:avLst/>
          </a:prstGeom>
          <a:noFill/>
        </p:spPr>
        <p:txBody>
          <a:bodyPr wrap="square" rtlCol="0">
            <a:spAutoFit/>
          </a:bodyPr>
          <a:lstStyle/>
          <a:p>
            <a:pPr algn="ctr"/>
            <a:r>
              <a:rPr lang="en-US" sz="900" dirty="0"/>
              <a:t>679</a:t>
            </a:r>
          </a:p>
        </p:txBody>
      </p:sp>
      <p:sp>
        <p:nvSpPr>
          <p:cNvPr id="19" name="TextBox 18">
            <a:extLst>
              <a:ext uri="{FF2B5EF4-FFF2-40B4-BE49-F238E27FC236}">
                <a16:creationId xmlns:a16="http://schemas.microsoft.com/office/drawing/2014/main" id="{C78C2905-8F26-CEBB-5D27-8757238564E2}"/>
              </a:ext>
            </a:extLst>
          </p:cNvPr>
          <p:cNvSpPr txBox="1"/>
          <p:nvPr/>
        </p:nvSpPr>
        <p:spPr>
          <a:xfrm>
            <a:off x="4645378" y="1903821"/>
            <a:ext cx="570089" cy="230832"/>
          </a:xfrm>
          <a:prstGeom prst="rect">
            <a:avLst/>
          </a:prstGeom>
          <a:noFill/>
        </p:spPr>
        <p:txBody>
          <a:bodyPr wrap="square" rtlCol="0">
            <a:spAutoFit/>
          </a:bodyPr>
          <a:lstStyle/>
          <a:p>
            <a:pPr algn="ctr"/>
            <a:r>
              <a:rPr lang="en-US" sz="900" dirty="0"/>
              <a:t>764</a:t>
            </a:r>
          </a:p>
        </p:txBody>
      </p:sp>
      <p:sp>
        <p:nvSpPr>
          <p:cNvPr id="40" name="TextBox 39">
            <a:extLst>
              <a:ext uri="{FF2B5EF4-FFF2-40B4-BE49-F238E27FC236}">
                <a16:creationId xmlns:a16="http://schemas.microsoft.com/office/drawing/2014/main" id="{6A0220A6-4323-F9BE-47BE-4034B2664032}"/>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41" name="TextBox 40">
            <a:extLst>
              <a:ext uri="{FF2B5EF4-FFF2-40B4-BE49-F238E27FC236}">
                <a16:creationId xmlns:a16="http://schemas.microsoft.com/office/drawing/2014/main" id="{FC35B3FA-124D-84FD-82E5-CF45AA3087DD}"/>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05F2199A-676B-D55A-2C0A-798137AA3270}"/>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43" name="TextBox 42">
            <a:extLst>
              <a:ext uri="{FF2B5EF4-FFF2-40B4-BE49-F238E27FC236}">
                <a16:creationId xmlns:a16="http://schemas.microsoft.com/office/drawing/2014/main" id="{9D776820-3982-EE0F-1D57-5E7854F0EA1D}"/>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28441710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0690E-341D-A655-E282-D3B348C9936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5421918-5411-8446-1217-B52CD0507BD7}"/>
              </a:ext>
            </a:extLst>
          </p:cNvPr>
          <p:cNvSpPr>
            <a:spLocks noGrp="1"/>
          </p:cNvSpPr>
          <p:nvPr>
            <p:ph sz="half" idx="1"/>
          </p:nvPr>
        </p:nvSpPr>
        <p:spPr/>
        <p:txBody>
          <a:bodyPr/>
          <a:lstStyle/>
          <a:p>
            <a:r>
              <a:rPr lang="en-US" dirty="0"/>
              <a:t>Complete center block.</a:t>
            </a:r>
          </a:p>
        </p:txBody>
      </p:sp>
      <p:pic>
        <p:nvPicPr>
          <p:cNvPr id="4" name="Picture 3" descr="A grid of sudoku puzzle&#10;&#10;Description automatically generated">
            <a:extLst>
              <a:ext uri="{FF2B5EF4-FFF2-40B4-BE49-F238E27FC236}">
                <a16:creationId xmlns:a16="http://schemas.microsoft.com/office/drawing/2014/main" id="{67865AEA-C117-C309-4A02-514656FF32D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04B1BB5-CB96-042B-B497-9D69B132AF7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3957021-F607-4A5A-39A8-C4A75F51ED3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EFAC3C5-601D-DBB6-6A4D-27E46658C13D}"/>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14EFF30E-D313-12F3-9DA5-E620C92E2DC7}"/>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107B02A6-4AD7-259B-A0C4-6AF51F7BCD4A}"/>
              </a:ext>
            </a:extLst>
          </p:cNvPr>
          <p:cNvSpPr txBox="1"/>
          <p:nvPr/>
        </p:nvSpPr>
        <p:spPr>
          <a:xfrm>
            <a:off x="6152446" y="901933"/>
            <a:ext cx="570089" cy="230832"/>
          </a:xfrm>
          <a:prstGeom prst="rect">
            <a:avLst/>
          </a:prstGeom>
          <a:noFill/>
        </p:spPr>
        <p:txBody>
          <a:bodyPr wrap="square" rtlCol="0">
            <a:spAutoFit/>
          </a:bodyPr>
          <a:lstStyle/>
          <a:p>
            <a:pPr algn="ctr"/>
            <a:r>
              <a:rPr lang="en-US" sz="900" dirty="0"/>
              <a:t>68</a:t>
            </a:r>
          </a:p>
        </p:txBody>
      </p:sp>
      <p:sp>
        <p:nvSpPr>
          <p:cNvPr id="12" name="TextBox 11">
            <a:extLst>
              <a:ext uri="{FF2B5EF4-FFF2-40B4-BE49-F238E27FC236}">
                <a16:creationId xmlns:a16="http://schemas.microsoft.com/office/drawing/2014/main" id="{C349F188-1295-D26F-0846-FCF61DD7B7A1}"/>
              </a:ext>
            </a:extLst>
          </p:cNvPr>
          <p:cNvSpPr txBox="1"/>
          <p:nvPr/>
        </p:nvSpPr>
        <p:spPr>
          <a:xfrm>
            <a:off x="6152446" y="1402877"/>
            <a:ext cx="570089" cy="230832"/>
          </a:xfrm>
          <a:prstGeom prst="rect">
            <a:avLst/>
          </a:prstGeom>
          <a:noFill/>
        </p:spPr>
        <p:txBody>
          <a:bodyPr wrap="square" rtlCol="0">
            <a:spAutoFit/>
          </a:bodyPr>
          <a:lstStyle/>
          <a:p>
            <a:pPr algn="ctr"/>
            <a:r>
              <a:rPr lang="en-US" sz="900" dirty="0"/>
              <a:t>3568</a:t>
            </a:r>
          </a:p>
        </p:txBody>
      </p:sp>
      <p:sp>
        <p:nvSpPr>
          <p:cNvPr id="13" name="TextBox 12">
            <a:extLst>
              <a:ext uri="{FF2B5EF4-FFF2-40B4-BE49-F238E27FC236}">
                <a16:creationId xmlns:a16="http://schemas.microsoft.com/office/drawing/2014/main" id="{E40D086F-40C9-E71A-DCB1-B752C06F4DF0}"/>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3456</a:t>
            </a:r>
          </a:p>
        </p:txBody>
      </p:sp>
      <p:sp>
        <p:nvSpPr>
          <p:cNvPr id="14" name="TextBox 13">
            <a:extLst>
              <a:ext uri="{FF2B5EF4-FFF2-40B4-BE49-F238E27FC236}">
                <a16:creationId xmlns:a16="http://schemas.microsoft.com/office/drawing/2014/main" id="{29E5CA8C-6AAF-43CC-2F8E-4E97FFB0C7B9}"/>
              </a:ext>
            </a:extLst>
          </p:cNvPr>
          <p:cNvSpPr txBox="1"/>
          <p:nvPr/>
        </p:nvSpPr>
        <p:spPr>
          <a:xfrm>
            <a:off x="6654802" y="1903821"/>
            <a:ext cx="570089" cy="230832"/>
          </a:xfrm>
          <a:prstGeom prst="rect">
            <a:avLst/>
          </a:prstGeom>
          <a:noFill/>
        </p:spPr>
        <p:txBody>
          <a:bodyPr wrap="square" rtlCol="0">
            <a:spAutoFit/>
          </a:bodyPr>
          <a:lstStyle/>
          <a:p>
            <a:pPr algn="ctr"/>
            <a:r>
              <a:rPr lang="en-US" sz="900" dirty="0"/>
              <a:t>3456</a:t>
            </a:r>
          </a:p>
        </p:txBody>
      </p:sp>
      <p:sp>
        <p:nvSpPr>
          <p:cNvPr id="15" name="TextBox 14">
            <a:extLst>
              <a:ext uri="{FF2B5EF4-FFF2-40B4-BE49-F238E27FC236}">
                <a16:creationId xmlns:a16="http://schemas.microsoft.com/office/drawing/2014/main" id="{AE985080-0993-2673-5771-8FAB10CD1110}"/>
              </a:ext>
            </a:extLst>
          </p:cNvPr>
          <p:cNvSpPr txBox="1"/>
          <p:nvPr/>
        </p:nvSpPr>
        <p:spPr>
          <a:xfrm>
            <a:off x="7157158" y="1903821"/>
            <a:ext cx="570089" cy="230832"/>
          </a:xfrm>
          <a:prstGeom prst="rect">
            <a:avLst/>
          </a:prstGeom>
          <a:noFill/>
        </p:spPr>
        <p:txBody>
          <a:bodyPr wrap="square" rtlCol="0">
            <a:spAutoFit/>
          </a:bodyPr>
          <a:lstStyle/>
          <a:p>
            <a:pPr algn="ctr"/>
            <a:r>
              <a:rPr lang="en-US" sz="900" dirty="0"/>
              <a:t>468</a:t>
            </a:r>
          </a:p>
        </p:txBody>
      </p:sp>
      <p:sp>
        <p:nvSpPr>
          <p:cNvPr id="20" name="TextBox 19">
            <a:extLst>
              <a:ext uri="{FF2B5EF4-FFF2-40B4-BE49-F238E27FC236}">
                <a16:creationId xmlns:a16="http://schemas.microsoft.com/office/drawing/2014/main" id="{294096C6-C59B-431A-F44A-A53186451CB5}"/>
              </a:ext>
            </a:extLst>
          </p:cNvPr>
          <p:cNvSpPr txBox="1"/>
          <p:nvPr/>
        </p:nvSpPr>
        <p:spPr>
          <a:xfrm>
            <a:off x="3640666" y="1903821"/>
            <a:ext cx="570089" cy="230832"/>
          </a:xfrm>
          <a:prstGeom prst="rect">
            <a:avLst/>
          </a:prstGeom>
          <a:noFill/>
        </p:spPr>
        <p:txBody>
          <a:bodyPr wrap="square" rtlCol="0">
            <a:spAutoFit/>
          </a:bodyPr>
          <a:lstStyle/>
          <a:p>
            <a:pPr algn="ctr"/>
            <a:r>
              <a:rPr lang="en-US" sz="900" dirty="0"/>
              <a:t>7531</a:t>
            </a:r>
          </a:p>
        </p:txBody>
      </p:sp>
      <p:sp>
        <p:nvSpPr>
          <p:cNvPr id="21" name="TextBox 20">
            <a:extLst>
              <a:ext uri="{FF2B5EF4-FFF2-40B4-BE49-F238E27FC236}">
                <a16:creationId xmlns:a16="http://schemas.microsoft.com/office/drawing/2014/main" id="{975CCDEF-55CD-47AA-1E41-C58A97914AC8}"/>
              </a:ext>
            </a:extLst>
          </p:cNvPr>
          <p:cNvSpPr txBox="1"/>
          <p:nvPr/>
        </p:nvSpPr>
        <p:spPr>
          <a:xfrm>
            <a:off x="3138310" y="1903821"/>
            <a:ext cx="570089" cy="230832"/>
          </a:xfrm>
          <a:prstGeom prst="rect">
            <a:avLst/>
          </a:prstGeom>
          <a:noFill/>
        </p:spPr>
        <p:txBody>
          <a:bodyPr wrap="square" rtlCol="0">
            <a:spAutoFit/>
          </a:bodyPr>
          <a:lstStyle/>
          <a:p>
            <a:pPr algn="ctr"/>
            <a:r>
              <a:rPr lang="en-US" sz="900" dirty="0"/>
              <a:t>1357</a:t>
            </a:r>
          </a:p>
        </p:txBody>
      </p:sp>
      <p:sp>
        <p:nvSpPr>
          <p:cNvPr id="24" name="TextBox 23">
            <a:extLst>
              <a:ext uri="{FF2B5EF4-FFF2-40B4-BE49-F238E27FC236}">
                <a16:creationId xmlns:a16="http://schemas.microsoft.com/office/drawing/2014/main" id="{64721AE7-5D6B-E9B0-305E-29E8CE75F49C}"/>
              </a:ext>
            </a:extLst>
          </p:cNvPr>
          <p:cNvSpPr txBox="1"/>
          <p:nvPr/>
        </p:nvSpPr>
        <p:spPr>
          <a:xfrm>
            <a:off x="6152446" y="4408541"/>
            <a:ext cx="570089" cy="230832"/>
          </a:xfrm>
          <a:prstGeom prst="rect">
            <a:avLst/>
          </a:prstGeom>
          <a:noFill/>
        </p:spPr>
        <p:txBody>
          <a:bodyPr wrap="square" rtlCol="0">
            <a:spAutoFit/>
          </a:bodyPr>
          <a:lstStyle/>
          <a:p>
            <a:pPr algn="ctr"/>
            <a:r>
              <a:rPr lang="en-US" sz="900" dirty="0"/>
              <a:t>2356</a:t>
            </a:r>
          </a:p>
        </p:txBody>
      </p:sp>
      <p:sp>
        <p:nvSpPr>
          <p:cNvPr id="25" name="TextBox 24">
            <a:extLst>
              <a:ext uri="{FF2B5EF4-FFF2-40B4-BE49-F238E27FC236}">
                <a16:creationId xmlns:a16="http://schemas.microsoft.com/office/drawing/2014/main" id="{F7F53CCE-AB6B-E5C0-9823-EDCA5A1AE502}"/>
              </a:ext>
            </a:extLst>
          </p:cNvPr>
          <p:cNvSpPr txBox="1"/>
          <p:nvPr/>
        </p:nvSpPr>
        <p:spPr>
          <a:xfrm>
            <a:off x="6152446" y="4909484"/>
            <a:ext cx="570089" cy="230832"/>
          </a:xfrm>
          <a:prstGeom prst="rect">
            <a:avLst/>
          </a:prstGeom>
          <a:noFill/>
        </p:spPr>
        <p:txBody>
          <a:bodyPr wrap="square" rtlCol="0">
            <a:spAutoFit/>
          </a:bodyPr>
          <a:lstStyle/>
          <a:p>
            <a:pPr algn="ctr"/>
            <a:r>
              <a:rPr lang="en-US" sz="900" dirty="0"/>
              <a:t>6532</a:t>
            </a:r>
          </a:p>
        </p:txBody>
      </p:sp>
      <p:sp>
        <p:nvSpPr>
          <p:cNvPr id="29" name="TextBox 28">
            <a:extLst>
              <a:ext uri="{FF2B5EF4-FFF2-40B4-BE49-F238E27FC236}">
                <a16:creationId xmlns:a16="http://schemas.microsoft.com/office/drawing/2014/main" id="{C89BD680-CAF2-3BDD-0A80-DB42DA40B12C}"/>
              </a:ext>
            </a:extLst>
          </p:cNvPr>
          <p:cNvSpPr txBox="1"/>
          <p:nvPr/>
        </p:nvSpPr>
        <p:spPr>
          <a:xfrm>
            <a:off x="6152446" y="2905709"/>
            <a:ext cx="570089" cy="230832"/>
          </a:xfrm>
          <a:prstGeom prst="rect">
            <a:avLst/>
          </a:prstGeom>
          <a:noFill/>
        </p:spPr>
        <p:txBody>
          <a:bodyPr wrap="square" rtlCol="0">
            <a:spAutoFit/>
          </a:bodyPr>
          <a:lstStyle/>
          <a:p>
            <a:pPr algn="ctr"/>
            <a:r>
              <a:rPr lang="en-US" sz="900" dirty="0"/>
              <a:t>16</a:t>
            </a:r>
          </a:p>
        </p:txBody>
      </p:sp>
      <p:sp>
        <p:nvSpPr>
          <p:cNvPr id="30" name="TextBox 29">
            <a:extLst>
              <a:ext uri="{FF2B5EF4-FFF2-40B4-BE49-F238E27FC236}">
                <a16:creationId xmlns:a16="http://schemas.microsoft.com/office/drawing/2014/main" id="{3FD1B169-275A-6269-4D01-6663EC400F15}"/>
              </a:ext>
            </a:extLst>
          </p:cNvPr>
          <p:cNvSpPr txBox="1"/>
          <p:nvPr/>
        </p:nvSpPr>
        <p:spPr>
          <a:xfrm>
            <a:off x="6654802" y="2905709"/>
            <a:ext cx="570089" cy="230832"/>
          </a:xfrm>
          <a:prstGeom prst="rect">
            <a:avLst/>
          </a:prstGeom>
          <a:noFill/>
        </p:spPr>
        <p:txBody>
          <a:bodyPr wrap="square" rtlCol="0">
            <a:spAutoFit/>
          </a:bodyPr>
          <a:lstStyle/>
          <a:p>
            <a:pPr algn="ctr"/>
            <a:r>
              <a:rPr lang="en-US" sz="900" dirty="0"/>
              <a:t>61</a:t>
            </a:r>
          </a:p>
        </p:txBody>
      </p:sp>
      <p:sp>
        <p:nvSpPr>
          <p:cNvPr id="31" name="TextBox 30">
            <a:extLst>
              <a:ext uri="{FF2B5EF4-FFF2-40B4-BE49-F238E27FC236}">
                <a16:creationId xmlns:a16="http://schemas.microsoft.com/office/drawing/2014/main" id="{28AB7AB2-7C04-E50F-E354-9129A26614B1}"/>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AB247417-4369-AC69-FD24-9424C7429E5D}"/>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B4DB2704-0B53-E598-2238-94B81D0F6EFF}"/>
              </a:ext>
            </a:extLst>
          </p:cNvPr>
          <p:cNvSpPr txBox="1"/>
          <p:nvPr/>
        </p:nvSpPr>
        <p:spPr>
          <a:xfrm>
            <a:off x="6214537"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783B5768-4580-1273-58F2-51E0635C5E55}"/>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0AE12DE4-8B6A-5590-88F4-8A232C46B36E}"/>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1AFF66F6-B953-7169-86FF-17A02FDEB75E}"/>
              </a:ext>
            </a:extLst>
          </p:cNvPr>
          <p:cNvSpPr txBox="1"/>
          <p:nvPr/>
        </p:nvSpPr>
        <p:spPr>
          <a:xfrm>
            <a:off x="6714071" y="72121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C8174E44-6403-9D8E-90A3-4897299D91A9}"/>
              </a:ext>
            </a:extLst>
          </p:cNvPr>
          <p:cNvSpPr txBox="1"/>
          <p:nvPr/>
        </p:nvSpPr>
        <p:spPr>
          <a:xfrm>
            <a:off x="7213604" y="72121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BCFE2E3F-7EA3-86EF-8C19-7768089A929F}"/>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D90F2D38-1C88-CCB6-3EAF-90E056A35FB4}"/>
              </a:ext>
            </a:extLst>
          </p:cNvPr>
          <p:cNvSpPr txBox="1"/>
          <p:nvPr/>
        </p:nvSpPr>
        <p:spPr>
          <a:xfrm>
            <a:off x="6214537" y="3237891"/>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E86799C5-B021-F03D-4B20-11DBCA495B47}"/>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C51CCAB0-7861-13CE-ED6B-DD4058E6E859}"/>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5" name="TextBox 34">
            <a:extLst>
              <a:ext uri="{FF2B5EF4-FFF2-40B4-BE49-F238E27FC236}">
                <a16:creationId xmlns:a16="http://schemas.microsoft.com/office/drawing/2014/main" id="{2D9C201B-F583-89F7-D83D-B436F7165D6A}"/>
              </a:ext>
            </a:extLst>
          </p:cNvPr>
          <p:cNvSpPr txBox="1"/>
          <p:nvPr/>
        </p:nvSpPr>
        <p:spPr>
          <a:xfrm>
            <a:off x="7213604" y="3237891"/>
            <a:ext cx="462845" cy="584775"/>
          </a:xfrm>
          <a:prstGeom prst="rect">
            <a:avLst/>
          </a:prstGeom>
          <a:noFill/>
        </p:spPr>
        <p:txBody>
          <a:bodyPr wrap="square" rtlCol="0">
            <a:spAutoFit/>
          </a:bodyPr>
          <a:lstStyle/>
          <a:p>
            <a:pPr algn="ctr"/>
            <a:r>
              <a:rPr lang="en-US" sz="3200" dirty="0"/>
              <a:t>5</a:t>
            </a:r>
          </a:p>
        </p:txBody>
      </p:sp>
      <p:sp>
        <p:nvSpPr>
          <p:cNvPr id="22" name="TextBox 21">
            <a:extLst>
              <a:ext uri="{FF2B5EF4-FFF2-40B4-BE49-F238E27FC236}">
                <a16:creationId xmlns:a16="http://schemas.microsoft.com/office/drawing/2014/main" id="{954F3D53-A322-6459-9C83-1D1645461639}"/>
              </a:ext>
            </a:extLst>
          </p:cNvPr>
          <p:cNvSpPr txBox="1"/>
          <p:nvPr/>
        </p:nvSpPr>
        <p:spPr>
          <a:xfrm>
            <a:off x="5147734" y="1402877"/>
            <a:ext cx="570089" cy="230832"/>
          </a:xfrm>
          <a:prstGeom prst="rect">
            <a:avLst/>
          </a:prstGeom>
          <a:noFill/>
        </p:spPr>
        <p:txBody>
          <a:bodyPr wrap="square" rtlCol="0">
            <a:spAutoFit/>
          </a:bodyPr>
          <a:lstStyle/>
          <a:p>
            <a:pPr algn="ctr"/>
            <a:r>
              <a:rPr lang="en-US" sz="900" dirty="0"/>
              <a:t>46789</a:t>
            </a:r>
          </a:p>
        </p:txBody>
      </p:sp>
      <p:sp>
        <p:nvSpPr>
          <p:cNvPr id="23" name="TextBox 22">
            <a:extLst>
              <a:ext uri="{FF2B5EF4-FFF2-40B4-BE49-F238E27FC236}">
                <a16:creationId xmlns:a16="http://schemas.microsoft.com/office/drawing/2014/main" id="{D7904A71-2B4D-00CE-9192-5118157377EF}"/>
              </a:ext>
            </a:extLst>
          </p:cNvPr>
          <p:cNvSpPr txBox="1"/>
          <p:nvPr/>
        </p:nvSpPr>
        <p:spPr>
          <a:xfrm>
            <a:off x="5650090" y="1402877"/>
            <a:ext cx="570089" cy="230832"/>
          </a:xfrm>
          <a:prstGeom prst="rect">
            <a:avLst/>
          </a:prstGeom>
          <a:noFill/>
        </p:spPr>
        <p:txBody>
          <a:bodyPr wrap="square" rtlCol="0">
            <a:spAutoFit/>
          </a:bodyPr>
          <a:lstStyle/>
          <a:p>
            <a:pPr algn="ctr"/>
            <a:r>
              <a:rPr lang="en-US" sz="900" dirty="0"/>
              <a:t>789</a:t>
            </a:r>
          </a:p>
        </p:txBody>
      </p:sp>
      <p:sp>
        <p:nvSpPr>
          <p:cNvPr id="36" name="TextBox 35">
            <a:extLst>
              <a:ext uri="{FF2B5EF4-FFF2-40B4-BE49-F238E27FC236}">
                <a16:creationId xmlns:a16="http://schemas.microsoft.com/office/drawing/2014/main" id="{00866B53-0992-9FBE-024D-07CACB3E1E20}"/>
              </a:ext>
            </a:extLst>
          </p:cNvPr>
          <p:cNvSpPr txBox="1"/>
          <p:nvPr/>
        </p:nvSpPr>
        <p:spPr>
          <a:xfrm>
            <a:off x="5147734" y="1903821"/>
            <a:ext cx="570089" cy="230832"/>
          </a:xfrm>
          <a:prstGeom prst="rect">
            <a:avLst/>
          </a:prstGeom>
          <a:noFill/>
        </p:spPr>
        <p:txBody>
          <a:bodyPr wrap="square" rtlCol="0">
            <a:spAutoFit/>
          </a:bodyPr>
          <a:lstStyle/>
          <a:p>
            <a:pPr algn="ctr"/>
            <a:r>
              <a:rPr lang="en-US" sz="900" dirty="0"/>
              <a:t>4678</a:t>
            </a:r>
          </a:p>
        </p:txBody>
      </p:sp>
      <p:sp>
        <p:nvSpPr>
          <p:cNvPr id="37" name="TextBox 36">
            <a:extLst>
              <a:ext uri="{FF2B5EF4-FFF2-40B4-BE49-F238E27FC236}">
                <a16:creationId xmlns:a16="http://schemas.microsoft.com/office/drawing/2014/main" id="{D310E0C3-704C-35DF-1946-84C369C1F886}"/>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A9C88AEC-8312-75F7-B89D-5ED6E669F6F7}"/>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9" name="TextBox 38">
            <a:extLst>
              <a:ext uri="{FF2B5EF4-FFF2-40B4-BE49-F238E27FC236}">
                <a16:creationId xmlns:a16="http://schemas.microsoft.com/office/drawing/2014/main" id="{4B917F9A-46C8-90BC-3011-6BD1D826EE5A}"/>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CD89EE7C-391A-9BF9-750A-5F0CF8E6B9AF}"/>
              </a:ext>
            </a:extLst>
          </p:cNvPr>
          <p:cNvSpPr txBox="1"/>
          <p:nvPr/>
        </p:nvSpPr>
        <p:spPr>
          <a:xfrm>
            <a:off x="4645378" y="1402877"/>
            <a:ext cx="570089" cy="230832"/>
          </a:xfrm>
          <a:prstGeom prst="rect">
            <a:avLst/>
          </a:prstGeom>
          <a:noFill/>
        </p:spPr>
        <p:txBody>
          <a:bodyPr wrap="square" rtlCol="0">
            <a:spAutoFit/>
          </a:bodyPr>
          <a:lstStyle/>
          <a:p>
            <a:pPr algn="ctr"/>
            <a:r>
              <a:rPr lang="en-US" sz="900" dirty="0"/>
              <a:t>679</a:t>
            </a:r>
          </a:p>
        </p:txBody>
      </p:sp>
      <p:sp>
        <p:nvSpPr>
          <p:cNvPr id="19" name="TextBox 18">
            <a:extLst>
              <a:ext uri="{FF2B5EF4-FFF2-40B4-BE49-F238E27FC236}">
                <a16:creationId xmlns:a16="http://schemas.microsoft.com/office/drawing/2014/main" id="{346B3865-9002-934C-1432-C095A595A0BC}"/>
              </a:ext>
            </a:extLst>
          </p:cNvPr>
          <p:cNvSpPr txBox="1"/>
          <p:nvPr/>
        </p:nvSpPr>
        <p:spPr>
          <a:xfrm>
            <a:off x="4645378" y="1903821"/>
            <a:ext cx="570089" cy="230832"/>
          </a:xfrm>
          <a:prstGeom prst="rect">
            <a:avLst/>
          </a:prstGeom>
          <a:noFill/>
        </p:spPr>
        <p:txBody>
          <a:bodyPr wrap="square" rtlCol="0">
            <a:spAutoFit/>
          </a:bodyPr>
          <a:lstStyle/>
          <a:p>
            <a:pPr algn="ctr"/>
            <a:r>
              <a:rPr lang="en-US" sz="900" dirty="0"/>
              <a:t>764</a:t>
            </a:r>
          </a:p>
        </p:txBody>
      </p:sp>
      <p:sp>
        <p:nvSpPr>
          <p:cNvPr id="40" name="TextBox 39">
            <a:extLst>
              <a:ext uri="{FF2B5EF4-FFF2-40B4-BE49-F238E27FC236}">
                <a16:creationId xmlns:a16="http://schemas.microsoft.com/office/drawing/2014/main" id="{4F13EA88-17A4-63DD-DC18-2BC287C28314}"/>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41" name="TextBox 40">
            <a:extLst>
              <a:ext uri="{FF2B5EF4-FFF2-40B4-BE49-F238E27FC236}">
                <a16:creationId xmlns:a16="http://schemas.microsoft.com/office/drawing/2014/main" id="{476FFC81-3A41-4B60-62DE-835195E9D855}"/>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74138470-042D-5DDF-CABA-E6FEAC4059DC}"/>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43" name="TextBox 42">
            <a:extLst>
              <a:ext uri="{FF2B5EF4-FFF2-40B4-BE49-F238E27FC236}">
                <a16:creationId xmlns:a16="http://schemas.microsoft.com/office/drawing/2014/main" id="{CF0874EB-8266-93D9-BE21-062568C85567}"/>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28" name="TextBox 27">
            <a:extLst>
              <a:ext uri="{FF2B5EF4-FFF2-40B4-BE49-F238E27FC236}">
                <a16:creationId xmlns:a16="http://schemas.microsoft.com/office/drawing/2014/main" id="{FA814713-B02B-4ED0-5D46-B422A247D394}"/>
              </a:ext>
            </a:extLst>
          </p:cNvPr>
          <p:cNvSpPr txBox="1"/>
          <p:nvPr/>
        </p:nvSpPr>
        <p:spPr>
          <a:xfrm>
            <a:off x="4645378" y="2905709"/>
            <a:ext cx="570089" cy="230832"/>
          </a:xfrm>
          <a:prstGeom prst="rect">
            <a:avLst/>
          </a:prstGeom>
          <a:noFill/>
        </p:spPr>
        <p:txBody>
          <a:bodyPr wrap="square" rtlCol="0">
            <a:spAutoFit/>
          </a:bodyPr>
          <a:lstStyle/>
          <a:p>
            <a:pPr algn="ctr"/>
            <a:r>
              <a:rPr lang="en-US" sz="900" dirty="0"/>
              <a:t>2789</a:t>
            </a:r>
          </a:p>
        </p:txBody>
      </p:sp>
      <p:sp>
        <p:nvSpPr>
          <p:cNvPr id="44" name="TextBox 43">
            <a:extLst>
              <a:ext uri="{FF2B5EF4-FFF2-40B4-BE49-F238E27FC236}">
                <a16:creationId xmlns:a16="http://schemas.microsoft.com/office/drawing/2014/main" id="{3C47DD36-2E53-7924-7F3D-0574F51A15DB}"/>
              </a:ext>
            </a:extLst>
          </p:cNvPr>
          <p:cNvSpPr txBox="1"/>
          <p:nvPr/>
        </p:nvSpPr>
        <p:spPr>
          <a:xfrm>
            <a:off x="5147734" y="2905709"/>
            <a:ext cx="570089" cy="230832"/>
          </a:xfrm>
          <a:prstGeom prst="rect">
            <a:avLst/>
          </a:prstGeom>
          <a:noFill/>
        </p:spPr>
        <p:txBody>
          <a:bodyPr wrap="square" rtlCol="0">
            <a:spAutoFit/>
          </a:bodyPr>
          <a:lstStyle/>
          <a:p>
            <a:pPr algn="ctr"/>
            <a:r>
              <a:rPr lang="en-US" sz="900" dirty="0"/>
              <a:t>2789</a:t>
            </a:r>
          </a:p>
        </p:txBody>
      </p:sp>
      <p:sp>
        <p:nvSpPr>
          <p:cNvPr id="45" name="TextBox 44">
            <a:extLst>
              <a:ext uri="{FF2B5EF4-FFF2-40B4-BE49-F238E27FC236}">
                <a16:creationId xmlns:a16="http://schemas.microsoft.com/office/drawing/2014/main" id="{B5F34D73-A358-1FAB-2B8E-B63E684B5505}"/>
              </a:ext>
            </a:extLst>
          </p:cNvPr>
          <p:cNvSpPr txBox="1"/>
          <p:nvPr/>
        </p:nvSpPr>
        <p:spPr>
          <a:xfrm>
            <a:off x="4645378" y="3406653"/>
            <a:ext cx="570089" cy="230832"/>
          </a:xfrm>
          <a:prstGeom prst="rect">
            <a:avLst/>
          </a:prstGeom>
          <a:noFill/>
        </p:spPr>
        <p:txBody>
          <a:bodyPr wrap="square" rtlCol="0">
            <a:spAutoFit/>
          </a:bodyPr>
          <a:lstStyle/>
          <a:p>
            <a:pPr algn="ctr"/>
            <a:r>
              <a:rPr lang="en-US" sz="900" dirty="0"/>
              <a:t>2789</a:t>
            </a:r>
          </a:p>
        </p:txBody>
      </p:sp>
      <p:sp>
        <p:nvSpPr>
          <p:cNvPr id="46" name="TextBox 45">
            <a:extLst>
              <a:ext uri="{FF2B5EF4-FFF2-40B4-BE49-F238E27FC236}">
                <a16:creationId xmlns:a16="http://schemas.microsoft.com/office/drawing/2014/main" id="{D966988B-8F86-AE4F-A8DD-E64A2E87E672}"/>
              </a:ext>
            </a:extLst>
          </p:cNvPr>
          <p:cNvSpPr txBox="1"/>
          <p:nvPr/>
        </p:nvSpPr>
        <p:spPr>
          <a:xfrm>
            <a:off x="5147734" y="3406653"/>
            <a:ext cx="570089" cy="230832"/>
          </a:xfrm>
          <a:prstGeom prst="rect">
            <a:avLst/>
          </a:prstGeom>
          <a:noFill/>
        </p:spPr>
        <p:txBody>
          <a:bodyPr wrap="square" rtlCol="0">
            <a:spAutoFit/>
          </a:bodyPr>
          <a:lstStyle/>
          <a:p>
            <a:pPr algn="ctr"/>
            <a:r>
              <a:rPr lang="en-US" sz="900" dirty="0"/>
              <a:t>2789</a:t>
            </a:r>
          </a:p>
        </p:txBody>
      </p:sp>
    </p:spTree>
    <p:extLst>
      <p:ext uri="{BB962C8B-B14F-4D97-AF65-F5344CB8AC3E}">
        <p14:creationId xmlns:p14="http://schemas.microsoft.com/office/powerpoint/2010/main" val="9962384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3854E-3819-3213-5B1F-DB0F21066DB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75CE85-B207-22A6-99D3-608B7FCF1E21}"/>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8098A3F3-2E35-8781-3CF4-8C5BA0828B6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932B45A-1745-478A-CFC9-2D522106621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4D3D890-68E2-CEC2-C55F-5CF4D6B4029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10F1F79-C39E-C07D-483B-0B8D38FC6987}"/>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869E1CC2-2466-7791-80DA-EB259722F763}"/>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AB6F1C52-95CE-7F8D-3D4F-A1397B01AA07}"/>
              </a:ext>
            </a:extLst>
          </p:cNvPr>
          <p:cNvSpPr txBox="1"/>
          <p:nvPr/>
        </p:nvSpPr>
        <p:spPr>
          <a:xfrm>
            <a:off x="6152446" y="901933"/>
            <a:ext cx="570089" cy="230832"/>
          </a:xfrm>
          <a:prstGeom prst="rect">
            <a:avLst/>
          </a:prstGeom>
          <a:noFill/>
        </p:spPr>
        <p:txBody>
          <a:bodyPr wrap="square" rtlCol="0">
            <a:spAutoFit/>
          </a:bodyPr>
          <a:lstStyle/>
          <a:p>
            <a:pPr algn="ctr"/>
            <a:r>
              <a:rPr lang="en-US" sz="900" dirty="0"/>
              <a:t>68</a:t>
            </a:r>
          </a:p>
        </p:txBody>
      </p:sp>
      <p:sp>
        <p:nvSpPr>
          <p:cNvPr id="12" name="TextBox 11">
            <a:extLst>
              <a:ext uri="{FF2B5EF4-FFF2-40B4-BE49-F238E27FC236}">
                <a16:creationId xmlns:a16="http://schemas.microsoft.com/office/drawing/2014/main" id="{47A54BB3-5424-60C5-823E-639C63190295}"/>
              </a:ext>
            </a:extLst>
          </p:cNvPr>
          <p:cNvSpPr txBox="1"/>
          <p:nvPr/>
        </p:nvSpPr>
        <p:spPr>
          <a:xfrm>
            <a:off x="6152446" y="1402877"/>
            <a:ext cx="570089" cy="230832"/>
          </a:xfrm>
          <a:prstGeom prst="rect">
            <a:avLst/>
          </a:prstGeom>
          <a:noFill/>
        </p:spPr>
        <p:txBody>
          <a:bodyPr wrap="square" rtlCol="0">
            <a:spAutoFit/>
          </a:bodyPr>
          <a:lstStyle/>
          <a:p>
            <a:pPr algn="ctr"/>
            <a:r>
              <a:rPr lang="en-US" sz="900" dirty="0"/>
              <a:t>3568</a:t>
            </a:r>
          </a:p>
        </p:txBody>
      </p:sp>
      <p:sp>
        <p:nvSpPr>
          <p:cNvPr id="13" name="TextBox 12">
            <a:extLst>
              <a:ext uri="{FF2B5EF4-FFF2-40B4-BE49-F238E27FC236}">
                <a16:creationId xmlns:a16="http://schemas.microsoft.com/office/drawing/2014/main" id="{069114D3-90EA-2BF8-04F2-2F18068AA19B}"/>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3456</a:t>
            </a:r>
          </a:p>
        </p:txBody>
      </p:sp>
      <p:sp>
        <p:nvSpPr>
          <p:cNvPr id="14" name="TextBox 13">
            <a:extLst>
              <a:ext uri="{FF2B5EF4-FFF2-40B4-BE49-F238E27FC236}">
                <a16:creationId xmlns:a16="http://schemas.microsoft.com/office/drawing/2014/main" id="{3911C66B-C346-5EC4-D06C-55FE7210DC22}"/>
              </a:ext>
            </a:extLst>
          </p:cNvPr>
          <p:cNvSpPr txBox="1"/>
          <p:nvPr/>
        </p:nvSpPr>
        <p:spPr>
          <a:xfrm>
            <a:off x="6654802" y="1903821"/>
            <a:ext cx="570089" cy="230832"/>
          </a:xfrm>
          <a:prstGeom prst="rect">
            <a:avLst/>
          </a:prstGeom>
          <a:noFill/>
        </p:spPr>
        <p:txBody>
          <a:bodyPr wrap="square" rtlCol="0">
            <a:spAutoFit/>
          </a:bodyPr>
          <a:lstStyle/>
          <a:p>
            <a:pPr algn="ctr"/>
            <a:r>
              <a:rPr lang="en-US" sz="900" dirty="0"/>
              <a:t>3456</a:t>
            </a:r>
          </a:p>
        </p:txBody>
      </p:sp>
      <p:sp>
        <p:nvSpPr>
          <p:cNvPr id="15" name="TextBox 14">
            <a:extLst>
              <a:ext uri="{FF2B5EF4-FFF2-40B4-BE49-F238E27FC236}">
                <a16:creationId xmlns:a16="http://schemas.microsoft.com/office/drawing/2014/main" id="{4092154E-8D5E-DBF3-1D9F-0032D142AD51}"/>
              </a:ext>
            </a:extLst>
          </p:cNvPr>
          <p:cNvSpPr txBox="1"/>
          <p:nvPr/>
        </p:nvSpPr>
        <p:spPr>
          <a:xfrm>
            <a:off x="7157158" y="1903821"/>
            <a:ext cx="570089" cy="230832"/>
          </a:xfrm>
          <a:prstGeom prst="rect">
            <a:avLst/>
          </a:prstGeom>
          <a:noFill/>
        </p:spPr>
        <p:txBody>
          <a:bodyPr wrap="square" rtlCol="0">
            <a:spAutoFit/>
          </a:bodyPr>
          <a:lstStyle/>
          <a:p>
            <a:pPr algn="ctr"/>
            <a:r>
              <a:rPr lang="en-US" sz="900" dirty="0"/>
              <a:t>468</a:t>
            </a:r>
          </a:p>
        </p:txBody>
      </p:sp>
      <p:sp>
        <p:nvSpPr>
          <p:cNvPr id="20" name="TextBox 19">
            <a:extLst>
              <a:ext uri="{FF2B5EF4-FFF2-40B4-BE49-F238E27FC236}">
                <a16:creationId xmlns:a16="http://schemas.microsoft.com/office/drawing/2014/main" id="{B5D43383-1C83-48DA-716D-F040E1B6298E}"/>
              </a:ext>
            </a:extLst>
          </p:cNvPr>
          <p:cNvSpPr txBox="1"/>
          <p:nvPr/>
        </p:nvSpPr>
        <p:spPr>
          <a:xfrm>
            <a:off x="3640666" y="1903821"/>
            <a:ext cx="570089" cy="230832"/>
          </a:xfrm>
          <a:prstGeom prst="rect">
            <a:avLst/>
          </a:prstGeom>
          <a:noFill/>
        </p:spPr>
        <p:txBody>
          <a:bodyPr wrap="square" rtlCol="0">
            <a:spAutoFit/>
          </a:bodyPr>
          <a:lstStyle/>
          <a:p>
            <a:pPr algn="ctr"/>
            <a:r>
              <a:rPr lang="en-US" sz="900" dirty="0"/>
              <a:t>7531</a:t>
            </a:r>
          </a:p>
        </p:txBody>
      </p:sp>
      <p:sp>
        <p:nvSpPr>
          <p:cNvPr id="21" name="TextBox 20">
            <a:extLst>
              <a:ext uri="{FF2B5EF4-FFF2-40B4-BE49-F238E27FC236}">
                <a16:creationId xmlns:a16="http://schemas.microsoft.com/office/drawing/2014/main" id="{A1A7C64A-4A22-0107-F0F3-97B335AAA526}"/>
              </a:ext>
            </a:extLst>
          </p:cNvPr>
          <p:cNvSpPr txBox="1"/>
          <p:nvPr/>
        </p:nvSpPr>
        <p:spPr>
          <a:xfrm>
            <a:off x="3138310" y="1903821"/>
            <a:ext cx="570089" cy="230832"/>
          </a:xfrm>
          <a:prstGeom prst="rect">
            <a:avLst/>
          </a:prstGeom>
          <a:noFill/>
        </p:spPr>
        <p:txBody>
          <a:bodyPr wrap="square" rtlCol="0">
            <a:spAutoFit/>
          </a:bodyPr>
          <a:lstStyle/>
          <a:p>
            <a:pPr algn="ctr"/>
            <a:r>
              <a:rPr lang="en-US" sz="900" dirty="0"/>
              <a:t>1357</a:t>
            </a:r>
          </a:p>
        </p:txBody>
      </p:sp>
      <p:sp>
        <p:nvSpPr>
          <p:cNvPr id="24" name="TextBox 23">
            <a:extLst>
              <a:ext uri="{FF2B5EF4-FFF2-40B4-BE49-F238E27FC236}">
                <a16:creationId xmlns:a16="http://schemas.microsoft.com/office/drawing/2014/main" id="{8E7356B4-9DCC-2E47-F6B7-95E8BBC58147}"/>
              </a:ext>
            </a:extLst>
          </p:cNvPr>
          <p:cNvSpPr txBox="1"/>
          <p:nvPr/>
        </p:nvSpPr>
        <p:spPr>
          <a:xfrm>
            <a:off x="6152446" y="4408541"/>
            <a:ext cx="570089" cy="230832"/>
          </a:xfrm>
          <a:prstGeom prst="rect">
            <a:avLst/>
          </a:prstGeom>
          <a:noFill/>
        </p:spPr>
        <p:txBody>
          <a:bodyPr wrap="square" rtlCol="0">
            <a:spAutoFit/>
          </a:bodyPr>
          <a:lstStyle/>
          <a:p>
            <a:pPr algn="ctr"/>
            <a:r>
              <a:rPr lang="en-US" sz="900" dirty="0"/>
              <a:t>2356</a:t>
            </a:r>
          </a:p>
        </p:txBody>
      </p:sp>
      <p:sp>
        <p:nvSpPr>
          <p:cNvPr id="25" name="TextBox 24">
            <a:extLst>
              <a:ext uri="{FF2B5EF4-FFF2-40B4-BE49-F238E27FC236}">
                <a16:creationId xmlns:a16="http://schemas.microsoft.com/office/drawing/2014/main" id="{746F544E-0863-CC25-B52D-99DE9C07BDBD}"/>
              </a:ext>
            </a:extLst>
          </p:cNvPr>
          <p:cNvSpPr txBox="1"/>
          <p:nvPr/>
        </p:nvSpPr>
        <p:spPr>
          <a:xfrm>
            <a:off x="6152446" y="4909484"/>
            <a:ext cx="570089" cy="230832"/>
          </a:xfrm>
          <a:prstGeom prst="rect">
            <a:avLst/>
          </a:prstGeom>
          <a:noFill/>
        </p:spPr>
        <p:txBody>
          <a:bodyPr wrap="square" rtlCol="0">
            <a:spAutoFit/>
          </a:bodyPr>
          <a:lstStyle/>
          <a:p>
            <a:pPr algn="ctr"/>
            <a:r>
              <a:rPr lang="en-US" sz="900" dirty="0"/>
              <a:t>6532</a:t>
            </a:r>
          </a:p>
        </p:txBody>
      </p:sp>
      <p:sp>
        <p:nvSpPr>
          <p:cNvPr id="29" name="TextBox 28">
            <a:extLst>
              <a:ext uri="{FF2B5EF4-FFF2-40B4-BE49-F238E27FC236}">
                <a16:creationId xmlns:a16="http://schemas.microsoft.com/office/drawing/2014/main" id="{B9893000-BC8D-4357-DCD8-6CD90DB60D59}"/>
              </a:ext>
            </a:extLst>
          </p:cNvPr>
          <p:cNvSpPr txBox="1"/>
          <p:nvPr/>
        </p:nvSpPr>
        <p:spPr>
          <a:xfrm>
            <a:off x="6152446" y="2905709"/>
            <a:ext cx="570089" cy="230832"/>
          </a:xfrm>
          <a:prstGeom prst="rect">
            <a:avLst/>
          </a:prstGeom>
          <a:noFill/>
        </p:spPr>
        <p:txBody>
          <a:bodyPr wrap="square" rtlCol="0">
            <a:spAutoFit/>
          </a:bodyPr>
          <a:lstStyle/>
          <a:p>
            <a:pPr algn="ctr"/>
            <a:r>
              <a:rPr lang="en-US" sz="900" dirty="0"/>
              <a:t>16</a:t>
            </a:r>
          </a:p>
        </p:txBody>
      </p:sp>
      <p:sp>
        <p:nvSpPr>
          <p:cNvPr id="30" name="TextBox 29">
            <a:extLst>
              <a:ext uri="{FF2B5EF4-FFF2-40B4-BE49-F238E27FC236}">
                <a16:creationId xmlns:a16="http://schemas.microsoft.com/office/drawing/2014/main" id="{0E812B20-1911-5888-6870-B1D6A27C1FE3}"/>
              </a:ext>
            </a:extLst>
          </p:cNvPr>
          <p:cNvSpPr txBox="1"/>
          <p:nvPr/>
        </p:nvSpPr>
        <p:spPr>
          <a:xfrm>
            <a:off x="6654802" y="2905709"/>
            <a:ext cx="570089" cy="230832"/>
          </a:xfrm>
          <a:prstGeom prst="rect">
            <a:avLst/>
          </a:prstGeom>
          <a:noFill/>
        </p:spPr>
        <p:txBody>
          <a:bodyPr wrap="square" rtlCol="0">
            <a:spAutoFit/>
          </a:bodyPr>
          <a:lstStyle/>
          <a:p>
            <a:pPr algn="ctr"/>
            <a:r>
              <a:rPr lang="en-US" sz="900" dirty="0"/>
              <a:t>61</a:t>
            </a:r>
          </a:p>
        </p:txBody>
      </p:sp>
      <p:sp>
        <p:nvSpPr>
          <p:cNvPr id="31" name="TextBox 30">
            <a:extLst>
              <a:ext uri="{FF2B5EF4-FFF2-40B4-BE49-F238E27FC236}">
                <a16:creationId xmlns:a16="http://schemas.microsoft.com/office/drawing/2014/main" id="{BDBAC526-ABCF-6495-E030-6E6AA61624A1}"/>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A64B5B4F-E1A5-2BC8-2DD5-C0285E5C1984}"/>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AB1F0D40-42BC-1326-EC65-1967B4FD6B6C}"/>
              </a:ext>
            </a:extLst>
          </p:cNvPr>
          <p:cNvSpPr txBox="1"/>
          <p:nvPr/>
        </p:nvSpPr>
        <p:spPr>
          <a:xfrm>
            <a:off x="6214537"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F69F2EF3-E7A6-B78B-4FCF-449E97C8353A}"/>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77829CD9-1B0B-0D16-A02E-F1571E2541F5}"/>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F90339E8-33EC-C6B2-7C4C-6191BAEF80CA}"/>
              </a:ext>
            </a:extLst>
          </p:cNvPr>
          <p:cNvSpPr txBox="1"/>
          <p:nvPr/>
        </p:nvSpPr>
        <p:spPr>
          <a:xfrm>
            <a:off x="6714071" y="72121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C8E720DE-2C3B-256E-80EF-8CD0F9C1B2AF}"/>
              </a:ext>
            </a:extLst>
          </p:cNvPr>
          <p:cNvSpPr txBox="1"/>
          <p:nvPr/>
        </p:nvSpPr>
        <p:spPr>
          <a:xfrm>
            <a:off x="7213604" y="72121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5454A414-2B0F-8942-8CC8-F29186F43041}"/>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22D81729-2536-F54A-2BF6-050F73875DE3}"/>
              </a:ext>
            </a:extLst>
          </p:cNvPr>
          <p:cNvSpPr txBox="1"/>
          <p:nvPr/>
        </p:nvSpPr>
        <p:spPr>
          <a:xfrm>
            <a:off x="6214537" y="3237891"/>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FF8EF472-F4FF-8D6E-F16A-FD2415196236}"/>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7070DFEF-0712-11D2-3B24-CE8A8B4E637B}"/>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5" name="TextBox 34">
            <a:extLst>
              <a:ext uri="{FF2B5EF4-FFF2-40B4-BE49-F238E27FC236}">
                <a16:creationId xmlns:a16="http://schemas.microsoft.com/office/drawing/2014/main" id="{26C5F73A-BFAE-4D27-BC37-EFA9B6801A13}"/>
              </a:ext>
            </a:extLst>
          </p:cNvPr>
          <p:cNvSpPr txBox="1"/>
          <p:nvPr/>
        </p:nvSpPr>
        <p:spPr>
          <a:xfrm>
            <a:off x="7213604" y="3237891"/>
            <a:ext cx="462845" cy="584775"/>
          </a:xfrm>
          <a:prstGeom prst="rect">
            <a:avLst/>
          </a:prstGeom>
          <a:noFill/>
        </p:spPr>
        <p:txBody>
          <a:bodyPr wrap="square" rtlCol="0">
            <a:spAutoFit/>
          </a:bodyPr>
          <a:lstStyle/>
          <a:p>
            <a:pPr algn="ctr"/>
            <a:r>
              <a:rPr lang="en-US" sz="3200" dirty="0"/>
              <a:t>5</a:t>
            </a:r>
          </a:p>
        </p:txBody>
      </p:sp>
      <p:sp>
        <p:nvSpPr>
          <p:cNvPr id="22" name="TextBox 21">
            <a:extLst>
              <a:ext uri="{FF2B5EF4-FFF2-40B4-BE49-F238E27FC236}">
                <a16:creationId xmlns:a16="http://schemas.microsoft.com/office/drawing/2014/main" id="{D8513C51-23BD-9888-2761-6711F4E83FD2}"/>
              </a:ext>
            </a:extLst>
          </p:cNvPr>
          <p:cNvSpPr txBox="1"/>
          <p:nvPr/>
        </p:nvSpPr>
        <p:spPr>
          <a:xfrm>
            <a:off x="5147734" y="1402877"/>
            <a:ext cx="570089" cy="230832"/>
          </a:xfrm>
          <a:prstGeom prst="rect">
            <a:avLst/>
          </a:prstGeom>
          <a:noFill/>
        </p:spPr>
        <p:txBody>
          <a:bodyPr wrap="square" rtlCol="0">
            <a:spAutoFit/>
          </a:bodyPr>
          <a:lstStyle/>
          <a:p>
            <a:pPr algn="ctr"/>
            <a:r>
              <a:rPr lang="en-US" sz="900" dirty="0"/>
              <a:t>46789</a:t>
            </a:r>
          </a:p>
        </p:txBody>
      </p:sp>
      <p:sp>
        <p:nvSpPr>
          <p:cNvPr id="23" name="TextBox 22">
            <a:extLst>
              <a:ext uri="{FF2B5EF4-FFF2-40B4-BE49-F238E27FC236}">
                <a16:creationId xmlns:a16="http://schemas.microsoft.com/office/drawing/2014/main" id="{41CB5BF7-0BBD-B6D9-B53E-62B153C5A506}"/>
              </a:ext>
            </a:extLst>
          </p:cNvPr>
          <p:cNvSpPr txBox="1"/>
          <p:nvPr/>
        </p:nvSpPr>
        <p:spPr>
          <a:xfrm>
            <a:off x="5650090" y="1402877"/>
            <a:ext cx="570089" cy="230832"/>
          </a:xfrm>
          <a:prstGeom prst="rect">
            <a:avLst/>
          </a:prstGeom>
          <a:noFill/>
        </p:spPr>
        <p:txBody>
          <a:bodyPr wrap="square" rtlCol="0">
            <a:spAutoFit/>
          </a:bodyPr>
          <a:lstStyle/>
          <a:p>
            <a:pPr algn="ctr"/>
            <a:r>
              <a:rPr lang="en-US" sz="900" dirty="0"/>
              <a:t>789</a:t>
            </a:r>
          </a:p>
        </p:txBody>
      </p:sp>
      <p:sp>
        <p:nvSpPr>
          <p:cNvPr id="36" name="TextBox 35">
            <a:extLst>
              <a:ext uri="{FF2B5EF4-FFF2-40B4-BE49-F238E27FC236}">
                <a16:creationId xmlns:a16="http://schemas.microsoft.com/office/drawing/2014/main" id="{FE8E3A02-37CE-59F4-FE63-5B29D5995FCA}"/>
              </a:ext>
            </a:extLst>
          </p:cNvPr>
          <p:cNvSpPr txBox="1"/>
          <p:nvPr/>
        </p:nvSpPr>
        <p:spPr>
          <a:xfrm>
            <a:off x="5147734" y="1903821"/>
            <a:ext cx="570089" cy="230832"/>
          </a:xfrm>
          <a:prstGeom prst="rect">
            <a:avLst/>
          </a:prstGeom>
          <a:noFill/>
        </p:spPr>
        <p:txBody>
          <a:bodyPr wrap="square" rtlCol="0">
            <a:spAutoFit/>
          </a:bodyPr>
          <a:lstStyle/>
          <a:p>
            <a:pPr algn="ctr"/>
            <a:r>
              <a:rPr lang="en-US" sz="900" dirty="0"/>
              <a:t>4678</a:t>
            </a:r>
          </a:p>
        </p:txBody>
      </p:sp>
      <p:sp>
        <p:nvSpPr>
          <p:cNvPr id="37" name="TextBox 36">
            <a:extLst>
              <a:ext uri="{FF2B5EF4-FFF2-40B4-BE49-F238E27FC236}">
                <a16:creationId xmlns:a16="http://schemas.microsoft.com/office/drawing/2014/main" id="{FC677DBB-E879-6A7A-362F-DEFE310F277F}"/>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505066DF-AD88-AB5C-DACB-43FAF0DE9DA9}"/>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9" name="TextBox 38">
            <a:extLst>
              <a:ext uri="{FF2B5EF4-FFF2-40B4-BE49-F238E27FC236}">
                <a16:creationId xmlns:a16="http://schemas.microsoft.com/office/drawing/2014/main" id="{980FE6AA-DBC8-C2F5-CE63-86F22C175676}"/>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3FE0FBCD-47C0-6B3C-DE74-40DBEC5469E6}"/>
              </a:ext>
            </a:extLst>
          </p:cNvPr>
          <p:cNvSpPr txBox="1"/>
          <p:nvPr/>
        </p:nvSpPr>
        <p:spPr>
          <a:xfrm>
            <a:off x="4645378" y="1402877"/>
            <a:ext cx="570089" cy="230832"/>
          </a:xfrm>
          <a:prstGeom prst="rect">
            <a:avLst/>
          </a:prstGeom>
          <a:noFill/>
        </p:spPr>
        <p:txBody>
          <a:bodyPr wrap="square" rtlCol="0">
            <a:spAutoFit/>
          </a:bodyPr>
          <a:lstStyle/>
          <a:p>
            <a:pPr algn="ctr"/>
            <a:r>
              <a:rPr lang="en-US" sz="900" dirty="0"/>
              <a:t>679</a:t>
            </a:r>
          </a:p>
        </p:txBody>
      </p:sp>
      <p:sp>
        <p:nvSpPr>
          <p:cNvPr id="19" name="TextBox 18">
            <a:extLst>
              <a:ext uri="{FF2B5EF4-FFF2-40B4-BE49-F238E27FC236}">
                <a16:creationId xmlns:a16="http://schemas.microsoft.com/office/drawing/2014/main" id="{A08B668E-DD6E-A687-C1FC-5FFE410FDFF7}"/>
              </a:ext>
            </a:extLst>
          </p:cNvPr>
          <p:cNvSpPr txBox="1"/>
          <p:nvPr/>
        </p:nvSpPr>
        <p:spPr>
          <a:xfrm>
            <a:off x="4645378" y="1903821"/>
            <a:ext cx="570089" cy="230832"/>
          </a:xfrm>
          <a:prstGeom prst="rect">
            <a:avLst/>
          </a:prstGeom>
          <a:noFill/>
        </p:spPr>
        <p:txBody>
          <a:bodyPr wrap="square" rtlCol="0">
            <a:spAutoFit/>
          </a:bodyPr>
          <a:lstStyle/>
          <a:p>
            <a:pPr algn="ctr"/>
            <a:r>
              <a:rPr lang="en-US" sz="900" dirty="0"/>
              <a:t>764</a:t>
            </a:r>
          </a:p>
        </p:txBody>
      </p:sp>
      <p:sp>
        <p:nvSpPr>
          <p:cNvPr id="40" name="TextBox 39">
            <a:extLst>
              <a:ext uri="{FF2B5EF4-FFF2-40B4-BE49-F238E27FC236}">
                <a16:creationId xmlns:a16="http://schemas.microsoft.com/office/drawing/2014/main" id="{3F7C6B76-3CE9-E16E-6865-E1E2A929B84E}"/>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41" name="TextBox 40">
            <a:extLst>
              <a:ext uri="{FF2B5EF4-FFF2-40B4-BE49-F238E27FC236}">
                <a16:creationId xmlns:a16="http://schemas.microsoft.com/office/drawing/2014/main" id="{BB75A74A-3D30-B511-772F-54507D3D17D9}"/>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761E2B2B-B260-0CBB-5DD3-FC635A6BBD6A}"/>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43" name="TextBox 42">
            <a:extLst>
              <a:ext uri="{FF2B5EF4-FFF2-40B4-BE49-F238E27FC236}">
                <a16:creationId xmlns:a16="http://schemas.microsoft.com/office/drawing/2014/main" id="{C26B3F92-4D5A-5642-021C-9B61A4A5E02F}"/>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28" name="TextBox 27">
            <a:extLst>
              <a:ext uri="{FF2B5EF4-FFF2-40B4-BE49-F238E27FC236}">
                <a16:creationId xmlns:a16="http://schemas.microsoft.com/office/drawing/2014/main" id="{B46BB68E-A8CF-5352-7BEF-4B2451E77C99}"/>
              </a:ext>
            </a:extLst>
          </p:cNvPr>
          <p:cNvSpPr txBox="1"/>
          <p:nvPr/>
        </p:nvSpPr>
        <p:spPr>
          <a:xfrm>
            <a:off x="4645378" y="2905709"/>
            <a:ext cx="570089" cy="230832"/>
          </a:xfrm>
          <a:prstGeom prst="rect">
            <a:avLst/>
          </a:prstGeom>
          <a:noFill/>
        </p:spPr>
        <p:txBody>
          <a:bodyPr wrap="square" rtlCol="0">
            <a:spAutoFit/>
          </a:bodyPr>
          <a:lstStyle/>
          <a:p>
            <a:pPr algn="ctr"/>
            <a:r>
              <a:rPr lang="en-US" sz="900" dirty="0"/>
              <a:t>2789</a:t>
            </a:r>
          </a:p>
        </p:txBody>
      </p:sp>
      <p:sp>
        <p:nvSpPr>
          <p:cNvPr id="44" name="TextBox 43">
            <a:extLst>
              <a:ext uri="{FF2B5EF4-FFF2-40B4-BE49-F238E27FC236}">
                <a16:creationId xmlns:a16="http://schemas.microsoft.com/office/drawing/2014/main" id="{740DED4A-B5F2-E8AA-70EE-7B63AC3F5867}"/>
              </a:ext>
            </a:extLst>
          </p:cNvPr>
          <p:cNvSpPr txBox="1"/>
          <p:nvPr/>
        </p:nvSpPr>
        <p:spPr>
          <a:xfrm>
            <a:off x="5147734" y="2905709"/>
            <a:ext cx="570089" cy="230832"/>
          </a:xfrm>
          <a:prstGeom prst="rect">
            <a:avLst/>
          </a:prstGeom>
          <a:noFill/>
        </p:spPr>
        <p:txBody>
          <a:bodyPr wrap="square" rtlCol="0">
            <a:spAutoFit/>
          </a:bodyPr>
          <a:lstStyle/>
          <a:p>
            <a:pPr algn="ctr"/>
            <a:r>
              <a:rPr lang="en-US" sz="900" dirty="0"/>
              <a:t>2789</a:t>
            </a:r>
          </a:p>
        </p:txBody>
      </p:sp>
      <p:sp>
        <p:nvSpPr>
          <p:cNvPr id="45" name="TextBox 44">
            <a:extLst>
              <a:ext uri="{FF2B5EF4-FFF2-40B4-BE49-F238E27FC236}">
                <a16:creationId xmlns:a16="http://schemas.microsoft.com/office/drawing/2014/main" id="{3287ABF0-4EC5-5ADD-7983-E0F32F79050A}"/>
              </a:ext>
            </a:extLst>
          </p:cNvPr>
          <p:cNvSpPr txBox="1"/>
          <p:nvPr/>
        </p:nvSpPr>
        <p:spPr>
          <a:xfrm>
            <a:off x="4645378" y="3406653"/>
            <a:ext cx="570089" cy="230832"/>
          </a:xfrm>
          <a:prstGeom prst="rect">
            <a:avLst/>
          </a:prstGeom>
          <a:noFill/>
        </p:spPr>
        <p:txBody>
          <a:bodyPr wrap="square" rtlCol="0">
            <a:spAutoFit/>
          </a:bodyPr>
          <a:lstStyle/>
          <a:p>
            <a:pPr algn="ctr"/>
            <a:r>
              <a:rPr lang="en-US" sz="900" dirty="0"/>
              <a:t>28</a:t>
            </a:r>
          </a:p>
        </p:txBody>
      </p:sp>
      <p:sp>
        <p:nvSpPr>
          <p:cNvPr id="46" name="TextBox 45">
            <a:extLst>
              <a:ext uri="{FF2B5EF4-FFF2-40B4-BE49-F238E27FC236}">
                <a16:creationId xmlns:a16="http://schemas.microsoft.com/office/drawing/2014/main" id="{D4B657E0-19D4-EEA6-7782-83BC7DFC79F4}"/>
              </a:ext>
            </a:extLst>
          </p:cNvPr>
          <p:cNvSpPr txBox="1"/>
          <p:nvPr/>
        </p:nvSpPr>
        <p:spPr>
          <a:xfrm>
            <a:off x="5147734" y="3406653"/>
            <a:ext cx="570089" cy="230832"/>
          </a:xfrm>
          <a:prstGeom prst="rect">
            <a:avLst/>
          </a:prstGeom>
          <a:noFill/>
        </p:spPr>
        <p:txBody>
          <a:bodyPr wrap="square" rtlCol="0">
            <a:spAutoFit/>
          </a:bodyPr>
          <a:lstStyle/>
          <a:p>
            <a:pPr algn="ctr"/>
            <a:r>
              <a:rPr lang="en-US" sz="900" dirty="0"/>
              <a:t>82</a:t>
            </a:r>
          </a:p>
        </p:txBody>
      </p:sp>
    </p:spTree>
    <p:extLst>
      <p:ext uri="{BB962C8B-B14F-4D97-AF65-F5344CB8AC3E}">
        <p14:creationId xmlns:p14="http://schemas.microsoft.com/office/powerpoint/2010/main" val="33297232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02A83-574B-DD37-7368-846D3C7F25D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4164294-9F60-9F75-D424-24B1DEFE965F}"/>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4963F41F-F0A2-8650-257A-C608822D289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3013DDF-C16A-3BC2-1983-A3E5CE5CF7F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0E3BAAD-7F31-33B8-71C9-1BEE689416C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731CF4A-1F0D-A9A9-2CEE-014305DB1E02}"/>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235E466F-09AB-0F41-7C6F-7B0B61291330}"/>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2719ADFC-461D-BEB9-9D03-45FB63436AA5}"/>
              </a:ext>
            </a:extLst>
          </p:cNvPr>
          <p:cNvSpPr txBox="1"/>
          <p:nvPr/>
        </p:nvSpPr>
        <p:spPr>
          <a:xfrm>
            <a:off x="6152446" y="901933"/>
            <a:ext cx="570089" cy="230832"/>
          </a:xfrm>
          <a:prstGeom prst="rect">
            <a:avLst/>
          </a:prstGeom>
          <a:noFill/>
        </p:spPr>
        <p:txBody>
          <a:bodyPr wrap="square" rtlCol="0">
            <a:spAutoFit/>
          </a:bodyPr>
          <a:lstStyle/>
          <a:p>
            <a:pPr algn="ctr"/>
            <a:r>
              <a:rPr lang="en-US" sz="900" dirty="0"/>
              <a:t>68</a:t>
            </a:r>
          </a:p>
        </p:txBody>
      </p:sp>
      <p:sp>
        <p:nvSpPr>
          <p:cNvPr id="12" name="TextBox 11">
            <a:extLst>
              <a:ext uri="{FF2B5EF4-FFF2-40B4-BE49-F238E27FC236}">
                <a16:creationId xmlns:a16="http://schemas.microsoft.com/office/drawing/2014/main" id="{3CFBD804-80BF-79C4-6CA1-59846B7C6DCE}"/>
              </a:ext>
            </a:extLst>
          </p:cNvPr>
          <p:cNvSpPr txBox="1"/>
          <p:nvPr/>
        </p:nvSpPr>
        <p:spPr>
          <a:xfrm>
            <a:off x="6152446" y="1402877"/>
            <a:ext cx="570089" cy="230832"/>
          </a:xfrm>
          <a:prstGeom prst="rect">
            <a:avLst/>
          </a:prstGeom>
          <a:noFill/>
        </p:spPr>
        <p:txBody>
          <a:bodyPr wrap="square" rtlCol="0">
            <a:spAutoFit/>
          </a:bodyPr>
          <a:lstStyle/>
          <a:p>
            <a:pPr algn="ctr"/>
            <a:r>
              <a:rPr lang="en-US" sz="900" dirty="0"/>
              <a:t>3568</a:t>
            </a:r>
          </a:p>
        </p:txBody>
      </p:sp>
      <p:sp>
        <p:nvSpPr>
          <p:cNvPr id="13" name="TextBox 12">
            <a:extLst>
              <a:ext uri="{FF2B5EF4-FFF2-40B4-BE49-F238E27FC236}">
                <a16:creationId xmlns:a16="http://schemas.microsoft.com/office/drawing/2014/main" id="{44E76052-B9F6-AE82-1CC6-F95CB9473507}"/>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3456</a:t>
            </a:r>
          </a:p>
        </p:txBody>
      </p:sp>
      <p:sp>
        <p:nvSpPr>
          <p:cNvPr id="14" name="TextBox 13">
            <a:extLst>
              <a:ext uri="{FF2B5EF4-FFF2-40B4-BE49-F238E27FC236}">
                <a16:creationId xmlns:a16="http://schemas.microsoft.com/office/drawing/2014/main" id="{57535D18-5202-A43F-294B-9CD5FD543C45}"/>
              </a:ext>
            </a:extLst>
          </p:cNvPr>
          <p:cNvSpPr txBox="1"/>
          <p:nvPr/>
        </p:nvSpPr>
        <p:spPr>
          <a:xfrm>
            <a:off x="6654802" y="1903821"/>
            <a:ext cx="570089" cy="230832"/>
          </a:xfrm>
          <a:prstGeom prst="rect">
            <a:avLst/>
          </a:prstGeom>
          <a:noFill/>
        </p:spPr>
        <p:txBody>
          <a:bodyPr wrap="square" rtlCol="0">
            <a:spAutoFit/>
          </a:bodyPr>
          <a:lstStyle/>
          <a:p>
            <a:pPr algn="ctr"/>
            <a:r>
              <a:rPr lang="en-US" sz="900" dirty="0"/>
              <a:t>3456</a:t>
            </a:r>
          </a:p>
        </p:txBody>
      </p:sp>
      <p:sp>
        <p:nvSpPr>
          <p:cNvPr id="15" name="TextBox 14">
            <a:extLst>
              <a:ext uri="{FF2B5EF4-FFF2-40B4-BE49-F238E27FC236}">
                <a16:creationId xmlns:a16="http://schemas.microsoft.com/office/drawing/2014/main" id="{ABAAFCE2-520E-D310-ADFC-0BA6D215646D}"/>
              </a:ext>
            </a:extLst>
          </p:cNvPr>
          <p:cNvSpPr txBox="1"/>
          <p:nvPr/>
        </p:nvSpPr>
        <p:spPr>
          <a:xfrm>
            <a:off x="7157158" y="1903821"/>
            <a:ext cx="570089" cy="230832"/>
          </a:xfrm>
          <a:prstGeom prst="rect">
            <a:avLst/>
          </a:prstGeom>
          <a:noFill/>
        </p:spPr>
        <p:txBody>
          <a:bodyPr wrap="square" rtlCol="0">
            <a:spAutoFit/>
          </a:bodyPr>
          <a:lstStyle/>
          <a:p>
            <a:pPr algn="ctr"/>
            <a:r>
              <a:rPr lang="en-US" sz="900" dirty="0"/>
              <a:t>468</a:t>
            </a:r>
          </a:p>
        </p:txBody>
      </p:sp>
      <p:sp>
        <p:nvSpPr>
          <p:cNvPr id="20" name="TextBox 19">
            <a:extLst>
              <a:ext uri="{FF2B5EF4-FFF2-40B4-BE49-F238E27FC236}">
                <a16:creationId xmlns:a16="http://schemas.microsoft.com/office/drawing/2014/main" id="{1D0C2FCC-7581-4EF9-A5A7-8E21CE9A907A}"/>
              </a:ext>
            </a:extLst>
          </p:cNvPr>
          <p:cNvSpPr txBox="1"/>
          <p:nvPr/>
        </p:nvSpPr>
        <p:spPr>
          <a:xfrm>
            <a:off x="3640666" y="1903821"/>
            <a:ext cx="570089" cy="230832"/>
          </a:xfrm>
          <a:prstGeom prst="rect">
            <a:avLst/>
          </a:prstGeom>
          <a:noFill/>
        </p:spPr>
        <p:txBody>
          <a:bodyPr wrap="square" rtlCol="0">
            <a:spAutoFit/>
          </a:bodyPr>
          <a:lstStyle/>
          <a:p>
            <a:pPr algn="ctr"/>
            <a:r>
              <a:rPr lang="en-US" sz="900" dirty="0"/>
              <a:t>7531</a:t>
            </a:r>
          </a:p>
        </p:txBody>
      </p:sp>
      <p:sp>
        <p:nvSpPr>
          <p:cNvPr id="21" name="TextBox 20">
            <a:extLst>
              <a:ext uri="{FF2B5EF4-FFF2-40B4-BE49-F238E27FC236}">
                <a16:creationId xmlns:a16="http://schemas.microsoft.com/office/drawing/2014/main" id="{442EBF80-EE42-95EA-2C4A-D7F5E1BED32C}"/>
              </a:ext>
            </a:extLst>
          </p:cNvPr>
          <p:cNvSpPr txBox="1"/>
          <p:nvPr/>
        </p:nvSpPr>
        <p:spPr>
          <a:xfrm>
            <a:off x="3138310" y="1903821"/>
            <a:ext cx="570089" cy="230832"/>
          </a:xfrm>
          <a:prstGeom prst="rect">
            <a:avLst/>
          </a:prstGeom>
          <a:noFill/>
        </p:spPr>
        <p:txBody>
          <a:bodyPr wrap="square" rtlCol="0">
            <a:spAutoFit/>
          </a:bodyPr>
          <a:lstStyle/>
          <a:p>
            <a:pPr algn="ctr"/>
            <a:r>
              <a:rPr lang="en-US" sz="900" dirty="0"/>
              <a:t>1357</a:t>
            </a:r>
          </a:p>
        </p:txBody>
      </p:sp>
      <p:sp>
        <p:nvSpPr>
          <p:cNvPr id="24" name="TextBox 23">
            <a:extLst>
              <a:ext uri="{FF2B5EF4-FFF2-40B4-BE49-F238E27FC236}">
                <a16:creationId xmlns:a16="http://schemas.microsoft.com/office/drawing/2014/main" id="{11BFA9EF-23AB-93AB-66CD-A12694270FA7}"/>
              </a:ext>
            </a:extLst>
          </p:cNvPr>
          <p:cNvSpPr txBox="1"/>
          <p:nvPr/>
        </p:nvSpPr>
        <p:spPr>
          <a:xfrm>
            <a:off x="6152446" y="4408541"/>
            <a:ext cx="570089" cy="230832"/>
          </a:xfrm>
          <a:prstGeom prst="rect">
            <a:avLst/>
          </a:prstGeom>
          <a:noFill/>
        </p:spPr>
        <p:txBody>
          <a:bodyPr wrap="square" rtlCol="0">
            <a:spAutoFit/>
          </a:bodyPr>
          <a:lstStyle/>
          <a:p>
            <a:pPr algn="ctr"/>
            <a:r>
              <a:rPr lang="en-US" sz="900" dirty="0"/>
              <a:t>2356</a:t>
            </a:r>
          </a:p>
        </p:txBody>
      </p:sp>
      <p:sp>
        <p:nvSpPr>
          <p:cNvPr id="25" name="TextBox 24">
            <a:extLst>
              <a:ext uri="{FF2B5EF4-FFF2-40B4-BE49-F238E27FC236}">
                <a16:creationId xmlns:a16="http://schemas.microsoft.com/office/drawing/2014/main" id="{5F0AB928-E400-EC52-7E0D-5E0E30FA5225}"/>
              </a:ext>
            </a:extLst>
          </p:cNvPr>
          <p:cNvSpPr txBox="1"/>
          <p:nvPr/>
        </p:nvSpPr>
        <p:spPr>
          <a:xfrm>
            <a:off x="6152446" y="4909484"/>
            <a:ext cx="570089" cy="230832"/>
          </a:xfrm>
          <a:prstGeom prst="rect">
            <a:avLst/>
          </a:prstGeom>
          <a:noFill/>
        </p:spPr>
        <p:txBody>
          <a:bodyPr wrap="square" rtlCol="0">
            <a:spAutoFit/>
          </a:bodyPr>
          <a:lstStyle/>
          <a:p>
            <a:pPr algn="ctr"/>
            <a:r>
              <a:rPr lang="en-US" sz="900" dirty="0"/>
              <a:t>6532</a:t>
            </a:r>
          </a:p>
        </p:txBody>
      </p:sp>
      <p:sp>
        <p:nvSpPr>
          <p:cNvPr id="29" name="TextBox 28">
            <a:extLst>
              <a:ext uri="{FF2B5EF4-FFF2-40B4-BE49-F238E27FC236}">
                <a16:creationId xmlns:a16="http://schemas.microsoft.com/office/drawing/2014/main" id="{7483414D-F385-D7E9-8018-269C80A02E77}"/>
              </a:ext>
            </a:extLst>
          </p:cNvPr>
          <p:cNvSpPr txBox="1"/>
          <p:nvPr/>
        </p:nvSpPr>
        <p:spPr>
          <a:xfrm>
            <a:off x="6152446" y="2905709"/>
            <a:ext cx="570089" cy="230832"/>
          </a:xfrm>
          <a:prstGeom prst="rect">
            <a:avLst/>
          </a:prstGeom>
          <a:noFill/>
        </p:spPr>
        <p:txBody>
          <a:bodyPr wrap="square" rtlCol="0">
            <a:spAutoFit/>
          </a:bodyPr>
          <a:lstStyle/>
          <a:p>
            <a:pPr algn="ctr"/>
            <a:r>
              <a:rPr lang="en-US" sz="900" dirty="0"/>
              <a:t>16</a:t>
            </a:r>
          </a:p>
        </p:txBody>
      </p:sp>
      <p:sp>
        <p:nvSpPr>
          <p:cNvPr id="30" name="TextBox 29">
            <a:extLst>
              <a:ext uri="{FF2B5EF4-FFF2-40B4-BE49-F238E27FC236}">
                <a16:creationId xmlns:a16="http://schemas.microsoft.com/office/drawing/2014/main" id="{7737C3E0-1B07-1267-0DF2-D096677BAA77}"/>
              </a:ext>
            </a:extLst>
          </p:cNvPr>
          <p:cNvSpPr txBox="1"/>
          <p:nvPr/>
        </p:nvSpPr>
        <p:spPr>
          <a:xfrm>
            <a:off x="6654802" y="2905709"/>
            <a:ext cx="570089" cy="230832"/>
          </a:xfrm>
          <a:prstGeom prst="rect">
            <a:avLst/>
          </a:prstGeom>
          <a:noFill/>
        </p:spPr>
        <p:txBody>
          <a:bodyPr wrap="square" rtlCol="0">
            <a:spAutoFit/>
          </a:bodyPr>
          <a:lstStyle/>
          <a:p>
            <a:pPr algn="ctr"/>
            <a:r>
              <a:rPr lang="en-US" sz="900" dirty="0"/>
              <a:t>61</a:t>
            </a:r>
          </a:p>
        </p:txBody>
      </p:sp>
      <p:sp>
        <p:nvSpPr>
          <p:cNvPr id="31" name="TextBox 30">
            <a:extLst>
              <a:ext uri="{FF2B5EF4-FFF2-40B4-BE49-F238E27FC236}">
                <a16:creationId xmlns:a16="http://schemas.microsoft.com/office/drawing/2014/main" id="{AD4BF1BF-2174-3DE4-F1E8-3C4D68B5DDC4}"/>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E60EDCF7-58AF-C172-3515-609B83BDAACF}"/>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035E3192-7AFA-8729-CC36-5B7AF1E6D5BD}"/>
              </a:ext>
            </a:extLst>
          </p:cNvPr>
          <p:cNvSpPr txBox="1"/>
          <p:nvPr/>
        </p:nvSpPr>
        <p:spPr>
          <a:xfrm>
            <a:off x="6214537"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B2CB1DFE-CC0A-8B41-FA30-1850E65722E3}"/>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5B5C0653-8590-FC64-9845-3ED6F50E45DE}"/>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5C50E1B8-DF5D-8F9E-00A9-7C34F24EF6A4}"/>
              </a:ext>
            </a:extLst>
          </p:cNvPr>
          <p:cNvSpPr txBox="1"/>
          <p:nvPr/>
        </p:nvSpPr>
        <p:spPr>
          <a:xfrm>
            <a:off x="6714071" y="72121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3A059C16-6D5D-9F56-1D27-45EF15F6799F}"/>
              </a:ext>
            </a:extLst>
          </p:cNvPr>
          <p:cNvSpPr txBox="1"/>
          <p:nvPr/>
        </p:nvSpPr>
        <p:spPr>
          <a:xfrm>
            <a:off x="7213604" y="72121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507F08DE-B853-9290-6A53-A3925CFC1E13}"/>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5DF1657B-E3BA-99A9-31F3-B4FDFDBEE9E5}"/>
              </a:ext>
            </a:extLst>
          </p:cNvPr>
          <p:cNvSpPr txBox="1"/>
          <p:nvPr/>
        </p:nvSpPr>
        <p:spPr>
          <a:xfrm>
            <a:off x="6214537" y="3237891"/>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32CDCB02-B069-B0EB-5375-7D4D740EACB1}"/>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A911862D-B461-5CBB-3ECC-BF0DB620E849}"/>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5" name="TextBox 34">
            <a:extLst>
              <a:ext uri="{FF2B5EF4-FFF2-40B4-BE49-F238E27FC236}">
                <a16:creationId xmlns:a16="http://schemas.microsoft.com/office/drawing/2014/main" id="{3E6340E7-649A-9AA4-FE47-E911286E965A}"/>
              </a:ext>
            </a:extLst>
          </p:cNvPr>
          <p:cNvSpPr txBox="1"/>
          <p:nvPr/>
        </p:nvSpPr>
        <p:spPr>
          <a:xfrm>
            <a:off x="7213604" y="3237891"/>
            <a:ext cx="462845" cy="584775"/>
          </a:xfrm>
          <a:prstGeom prst="rect">
            <a:avLst/>
          </a:prstGeom>
          <a:noFill/>
        </p:spPr>
        <p:txBody>
          <a:bodyPr wrap="square" rtlCol="0">
            <a:spAutoFit/>
          </a:bodyPr>
          <a:lstStyle/>
          <a:p>
            <a:pPr algn="ctr"/>
            <a:r>
              <a:rPr lang="en-US" sz="3200" dirty="0"/>
              <a:t>5</a:t>
            </a:r>
          </a:p>
        </p:txBody>
      </p:sp>
      <p:sp>
        <p:nvSpPr>
          <p:cNvPr id="22" name="TextBox 21">
            <a:extLst>
              <a:ext uri="{FF2B5EF4-FFF2-40B4-BE49-F238E27FC236}">
                <a16:creationId xmlns:a16="http://schemas.microsoft.com/office/drawing/2014/main" id="{F5AC0F68-A277-9FA9-4E0A-B5463B394EDB}"/>
              </a:ext>
            </a:extLst>
          </p:cNvPr>
          <p:cNvSpPr txBox="1"/>
          <p:nvPr/>
        </p:nvSpPr>
        <p:spPr>
          <a:xfrm>
            <a:off x="5147734" y="1402877"/>
            <a:ext cx="570089" cy="230832"/>
          </a:xfrm>
          <a:prstGeom prst="rect">
            <a:avLst/>
          </a:prstGeom>
          <a:noFill/>
        </p:spPr>
        <p:txBody>
          <a:bodyPr wrap="square" rtlCol="0">
            <a:spAutoFit/>
          </a:bodyPr>
          <a:lstStyle/>
          <a:p>
            <a:pPr algn="ctr"/>
            <a:r>
              <a:rPr lang="en-US" sz="900" dirty="0"/>
              <a:t>46789</a:t>
            </a:r>
          </a:p>
        </p:txBody>
      </p:sp>
      <p:sp>
        <p:nvSpPr>
          <p:cNvPr id="23" name="TextBox 22">
            <a:extLst>
              <a:ext uri="{FF2B5EF4-FFF2-40B4-BE49-F238E27FC236}">
                <a16:creationId xmlns:a16="http://schemas.microsoft.com/office/drawing/2014/main" id="{C507E7AE-05A7-017C-64AF-1B9A3E663AC6}"/>
              </a:ext>
            </a:extLst>
          </p:cNvPr>
          <p:cNvSpPr txBox="1"/>
          <p:nvPr/>
        </p:nvSpPr>
        <p:spPr>
          <a:xfrm>
            <a:off x="5650090" y="1402877"/>
            <a:ext cx="570089" cy="230832"/>
          </a:xfrm>
          <a:prstGeom prst="rect">
            <a:avLst/>
          </a:prstGeom>
          <a:noFill/>
        </p:spPr>
        <p:txBody>
          <a:bodyPr wrap="square" rtlCol="0">
            <a:spAutoFit/>
          </a:bodyPr>
          <a:lstStyle/>
          <a:p>
            <a:pPr algn="ctr"/>
            <a:r>
              <a:rPr lang="en-US" sz="900" dirty="0"/>
              <a:t>789</a:t>
            </a:r>
          </a:p>
        </p:txBody>
      </p:sp>
      <p:sp>
        <p:nvSpPr>
          <p:cNvPr id="36" name="TextBox 35">
            <a:extLst>
              <a:ext uri="{FF2B5EF4-FFF2-40B4-BE49-F238E27FC236}">
                <a16:creationId xmlns:a16="http://schemas.microsoft.com/office/drawing/2014/main" id="{1E6DC606-5245-CED2-3968-F3A431C56691}"/>
              </a:ext>
            </a:extLst>
          </p:cNvPr>
          <p:cNvSpPr txBox="1"/>
          <p:nvPr/>
        </p:nvSpPr>
        <p:spPr>
          <a:xfrm>
            <a:off x="5147734" y="1903821"/>
            <a:ext cx="570089" cy="230832"/>
          </a:xfrm>
          <a:prstGeom prst="rect">
            <a:avLst/>
          </a:prstGeom>
          <a:noFill/>
        </p:spPr>
        <p:txBody>
          <a:bodyPr wrap="square" rtlCol="0">
            <a:spAutoFit/>
          </a:bodyPr>
          <a:lstStyle/>
          <a:p>
            <a:pPr algn="ctr"/>
            <a:r>
              <a:rPr lang="en-US" sz="900" dirty="0"/>
              <a:t>4678</a:t>
            </a:r>
          </a:p>
        </p:txBody>
      </p:sp>
      <p:sp>
        <p:nvSpPr>
          <p:cNvPr id="37" name="TextBox 36">
            <a:extLst>
              <a:ext uri="{FF2B5EF4-FFF2-40B4-BE49-F238E27FC236}">
                <a16:creationId xmlns:a16="http://schemas.microsoft.com/office/drawing/2014/main" id="{683FC702-8937-39EE-A313-DD9085EFFD53}"/>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694C35ED-EA73-FB0B-BF48-0F3ED6F566C9}"/>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9" name="TextBox 38">
            <a:extLst>
              <a:ext uri="{FF2B5EF4-FFF2-40B4-BE49-F238E27FC236}">
                <a16:creationId xmlns:a16="http://schemas.microsoft.com/office/drawing/2014/main" id="{0447AB16-E823-C5E6-39F6-1D5786894071}"/>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74371A90-D197-A741-29C6-BBAD52C3D6B7}"/>
              </a:ext>
            </a:extLst>
          </p:cNvPr>
          <p:cNvSpPr txBox="1"/>
          <p:nvPr/>
        </p:nvSpPr>
        <p:spPr>
          <a:xfrm>
            <a:off x="4645378" y="1402877"/>
            <a:ext cx="570089" cy="230832"/>
          </a:xfrm>
          <a:prstGeom prst="rect">
            <a:avLst/>
          </a:prstGeom>
          <a:noFill/>
        </p:spPr>
        <p:txBody>
          <a:bodyPr wrap="square" rtlCol="0">
            <a:spAutoFit/>
          </a:bodyPr>
          <a:lstStyle/>
          <a:p>
            <a:pPr algn="ctr"/>
            <a:r>
              <a:rPr lang="en-US" sz="900" dirty="0"/>
              <a:t>679</a:t>
            </a:r>
          </a:p>
        </p:txBody>
      </p:sp>
      <p:sp>
        <p:nvSpPr>
          <p:cNvPr id="19" name="TextBox 18">
            <a:extLst>
              <a:ext uri="{FF2B5EF4-FFF2-40B4-BE49-F238E27FC236}">
                <a16:creationId xmlns:a16="http://schemas.microsoft.com/office/drawing/2014/main" id="{1403FD91-CCB1-B7AF-497D-51057F9F087B}"/>
              </a:ext>
            </a:extLst>
          </p:cNvPr>
          <p:cNvSpPr txBox="1"/>
          <p:nvPr/>
        </p:nvSpPr>
        <p:spPr>
          <a:xfrm>
            <a:off x="4645378" y="1903821"/>
            <a:ext cx="570089" cy="230832"/>
          </a:xfrm>
          <a:prstGeom prst="rect">
            <a:avLst/>
          </a:prstGeom>
          <a:noFill/>
        </p:spPr>
        <p:txBody>
          <a:bodyPr wrap="square" rtlCol="0">
            <a:spAutoFit/>
          </a:bodyPr>
          <a:lstStyle/>
          <a:p>
            <a:pPr algn="ctr"/>
            <a:r>
              <a:rPr lang="en-US" sz="900" dirty="0"/>
              <a:t>764</a:t>
            </a:r>
          </a:p>
        </p:txBody>
      </p:sp>
      <p:sp>
        <p:nvSpPr>
          <p:cNvPr id="40" name="TextBox 39">
            <a:extLst>
              <a:ext uri="{FF2B5EF4-FFF2-40B4-BE49-F238E27FC236}">
                <a16:creationId xmlns:a16="http://schemas.microsoft.com/office/drawing/2014/main" id="{571E4F4F-53E9-02BE-E26D-1C210D931AA6}"/>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41" name="TextBox 40">
            <a:extLst>
              <a:ext uri="{FF2B5EF4-FFF2-40B4-BE49-F238E27FC236}">
                <a16:creationId xmlns:a16="http://schemas.microsoft.com/office/drawing/2014/main" id="{D181A2AE-7B3A-2CB4-A13E-9409EF4E701A}"/>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E6E784AF-6003-D7B3-B4BA-24310C8FACBE}"/>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43" name="TextBox 42">
            <a:extLst>
              <a:ext uri="{FF2B5EF4-FFF2-40B4-BE49-F238E27FC236}">
                <a16:creationId xmlns:a16="http://schemas.microsoft.com/office/drawing/2014/main" id="{6B45B287-336C-F999-A628-634DBE82C135}"/>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28" name="TextBox 27">
            <a:extLst>
              <a:ext uri="{FF2B5EF4-FFF2-40B4-BE49-F238E27FC236}">
                <a16:creationId xmlns:a16="http://schemas.microsoft.com/office/drawing/2014/main" id="{01023CBD-32BD-1B1E-59EF-F5796CC91E46}"/>
              </a:ext>
            </a:extLst>
          </p:cNvPr>
          <p:cNvSpPr txBox="1"/>
          <p:nvPr/>
        </p:nvSpPr>
        <p:spPr>
          <a:xfrm>
            <a:off x="4645378" y="2905709"/>
            <a:ext cx="570089" cy="230832"/>
          </a:xfrm>
          <a:prstGeom prst="rect">
            <a:avLst/>
          </a:prstGeom>
          <a:noFill/>
        </p:spPr>
        <p:txBody>
          <a:bodyPr wrap="square" rtlCol="0">
            <a:spAutoFit/>
          </a:bodyPr>
          <a:lstStyle/>
          <a:p>
            <a:pPr algn="ctr"/>
            <a:r>
              <a:rPr lang="en-US" sz="900" dirty="0"/>
              <a:t>97</a:t>
            </a:r>
          </a:p>
        </p:txBody>
      </p:sp>
      <p:sp>
        <p:nvSpPr>
          <p:cNvPr id="44" name="TextBox 43">
            <a:extLst>
              <a:ext uri="{FF2B5EF4-FFF2-40B4-BE49-F238E27FC236}">
                <a16:creationId xmlns:a16="http://schemas.microsoft.com/office/drawing/2014/main" id="{AC2EE73A-C0C9-FE70-6119-FCA282627507}"/>
              </a:ext>
            </a:extLst>
          </p:cNvPr>
          <p:cNvSpPr txBox="1"/>
          <p:nvPr/>
        </p:nvSpPr>
        <p:spPr>
          <a:xfrm>
            <a:off x="5147734" y="2905709"/>
            <a:ext cx="570089" cy="230832"/>
          </a:xfrm>
          <a:prstGeom prst="rect">
            <a:avLst/>
          </a:prstGeom>
          <a:noFill/>
        </p:spPr>
        <p:txBody>
          <a:bodyPr wrap="square" rtlCol="0">
            <a:spAutoFit/>
          </a:bodyPr>
          <a:lstStyle/>
          <a:p>
            <a:pPr algn="ctr"/>
            <a:r>
              <a:rPr lang="en-US" sz="900" dirty="0"/>
              <a:t>79</a:t>
            </a:r>
          </a:p>
        </p:txBody>
      </p:sp>
      <p:sp>
        <p:nvSpPr>
          <p:cNvPr id="45" name="TextBox 44">
            <a:extLst>
              <a:ext uri="{FF2B5EF4-FFF2-40B4-BE49-F238E27FC236}">
                <a16:creationId xmlns:a16="http://schemas.microsoft.com/office/drawing/2014/main" id="{F71B984E-866C-E700-CC33-A11BE6A5D492}"/>
              </a:ext>
            </a:extLst>
          </p:cNvPr>
          <p:cNvSpPr txBox="1"/>
          <p:nvPr/>
        </p:nvSpPr>
        <p:spPr>
          <a:xfrm>
            <a:off x="4645378" y="3406653"/>
            <a:ext cx="570089" cy="230832"/>
          </a:xfrm>
          <a:prstGeom prst="rect">
            <a:avLst/>
          </a:prstGeom>
          <a:noFill/>
        </p:spPr>
        <p:txBody>
          <a:bodyPr wrap="square" rtlCol="0">
            <a:spAutoFit/>
          </a:bodyPr>
          <a:lstStyle/>
          <a:p>
            <a:pPr algn="ctr"/>
            <a:r>
              <a:rPr lang="en-US" sz="900" dirty="0"/>
              <a:t>28</a:t>
            </a:r>
          </a:p>
        </p:txBody>
      </p:sp>
      <p:sp>
        <p:nvSpPr>
          <p:cNvPr id="46" name="TextBox 45">
            <a:extLst>
              <a:ext uri="{FF2B5EF4-FFF2-40B4-BE49-F238E27FC236}">
                <a16:creationId xmlns:a16="http://schemas.microsoft.com/office/drawing/2014/main" id="{B3CDF426-E6DD-E31F-81D3-DE4F5E6CDD4F}"/>
              </a:ext>
            </a:extLst>
          </p:cNvPr>
          <p:cNvSpPr txBox="1"/>
          <p:nvPr/>
        </p:nvSpPr>
        <p:spPr>
          <a:xfrm>
            <a:off x="5147734" y="3406653"/>
            <a:ext cx="570089" cy="230832"/>
          </a:xfrm>
          <a:prstGeom prst="rect">
            <a:avLst/>
          </a:prstGeom>
          <a:noFill/>
        </p:spPr>
        <p:txBody>
          <a:bodyPr wrap="square" rtlCol="0">
            <a:spAutoFit/>
          </a:bodyPr>
          <a:lstStyle/>
          <a:p>
            <a:pPr algn="ctr"/>
            <a:r>
              <a:rPr lang="en-US" sz="900" dirty="0"/>
              <a:t>82</a:t>
            </a:r>
          </a:p>
        </p:txBody>
      </p:sp>
    </p:spTree>
    <p:extLst>
      <p:ext uri="{BB962C8B-B14F-4D97-AF65-F5344CB8AC3E}">
        <p14:creationId xmlns:p14="http://schemas.microsoft.com/office/powerpoint/2010/main" val="29747499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1B1E9-3FF2-5ADB-6A57-23B6CC0BD3B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9E5428E-2538-652D-06B7-0FAC4C27B760}"/>
              </a:ext>
            </a:extLst>
          </p:cNvPr>
          <p:cNvSpPr>
            <a:spLocks noGrp="1"/>
          </p:cNvSpPr>
          <p:nvPr>
            <p:ph sz="half" idx="1"/>
          </p:nvPr>
        </p:nvSpPr>
        <p:spPr/>
        <p:txBody>
          <a:bodyPr/>
          <a:lstStyle/>
          <a:p>
            <a:r>
              <a:rPr lang="en-US" dirty="0"/>
              <a:t>[29 in 4] is 5789.</a:t>
            </a:r>
          </a:p>
          <a:p>
            <a:r>
              <a:rPr lang="en-US" dirty="0"/>
              <a:t>Then, complete column 3.</a:t>
            </a:r>
          </a:p>
        </p:txBody>
      </p:sp>
      <p:pic>
        <p:nvPicPr>
          <p:cNvPr id="4" name="Picture 3" descr="A grid of sudoku puzzle&#10;&#10;Description automatically generated">
            <a:extLst>
              <a:ext uri="{FF2B5EF4-FFF2-40B4-BE49-F238E27FC236}">
                <a16:creationId xmlns:a16="http://schemas.microsoft.com/office/drawing/2014/main" id="{795C0A11-12A1-983B-BEBB-D9E7452B250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9D2A074-B436-BB2D-2D3B-B2FBB37A216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A0454D0-97FB-F0A9-9F94-8CA7C95A903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F05AF0C-4444-BE3E-BDB4-407C9FDFB321}"/>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A501AF11-8191-5D0D-6392-B96013D09002}"/>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8140D55E-E91E-93DA-F053-2BAF44C2585B}"/>
              </a:ext>
            </a:extLst>
          </p:cNvPr>
          <p:cNvSpPr txBox="1"/>
          <p:nvPr/>
        </p:nvSpPr>
        <p:spPr>
          <a:xfrm>
            <a:off x="6152446" y="901933"/>
            <a:ext cx="570089" cy="230832"/>
          </a:xfrm>
          <a:prstGeom prst="rect">
            <a:avLst/>
          </a:prstGeom>
          <a:noFill/>
        </p:spPr>
        <p:txBody>
          <a:bodyPr wrap="square" rtlCol="0">
            <a:spAutoFit/>
          </a:bodyPr>
          <a:lstStyle/>
          <a:p>
            <a:pPr algn="ctr"/>
            <a:r>
              <a:rPr lang="en-US" sz="900" dirty="0"/>
              <a:t>68</a:t>
            </a:r>
          </a:p>
        </p:txBody>
      </p:sp>
      <p:sp>
        <p:nvSpPr>
          <p:cNvPr id="12" name="TextBox 11">
            <a:extLst>
              <a:ext uri="{FF2B5EF4-FFF2-40B4-BE49-F238E27FC236}">
                <a16:creationId xmlns:a16="http://schemas.microsoft.com/office/drawing/2014/main" id="{B80BED70-B41E-577A-B6CB-004D3F99F216}"/>
              </a:ext>
            </a:extLst>
          </p:cNvPr>
          <p:cNvSpPr txBox="1"/>
          <p:nvPr/>
        </p:nvSpPr>
        <p:spPr>
          <a:xfrm>
            <a:off x="6152446" y="1402877"/>
            <a:ext cx="570089" cy="230832"/>
          </a:xfrm>
          <a:prstGeom prst="rect">
            <a:avLst/>
          </a:prstGeom>
          <a:noFill/>
        </p:spPr>
        <p:txBody>
          <a:bodyPr wrap="square" rtlCol="0">
            <a:spAutoFit/>
          </a:bodyPr>
          <a:lstStyle/>
          <a:p>
            <a:pPr algn="ctr"/>
            <a:r>
              <a:rPr lang="en-US" sz="900" dirty="0"/>
              <a:t>3568</a:t>
            </a:r>
          </a:p>
        </p:txBody>
      </p:sp>
      <p:sp>
        <p:nvSpPr>
          <p:cNvPr id="13" name="TextBox 12">
            <a:extLst>
              <a:ext uri="{FF2B5EF4-FFF2-40B4-BE49-F238E27FC236}">
                <a16:creationId xmlns:a16="http://schemas.microsoft.com/office/drawing/2014/main" id="{D276184D-FE93-6FC3-8838-F2DDECAB4C7E}"/>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3456</a:t>
            </a:r>
          </a:p>
        </p:txBody>
      </p:sp>
      <p:sp>
        <p:nvSpPr>
          <p:cNvPr id="14" name="TextBox 13">
            <a:extLst>
              <a:ext uri="{FF2B5EF4-FFF2-40B4-BE49-F238E27FC236}">
                <a16:creationId xmlns:a16="http://schemas.microsoft.com/office/drawing/2014/main" id="{324B5F84-157D-080B-58CC-39A0E59FE747}"/>
              </a:ext>
            </a:extLst>
          </p:cNvPr>
          <p:cNvSpPr txBox="1"/>
          <p:nvPr/>
        </p:nvSpPr>
        <p:spPr>
          <a:xfrm>
            <a:off x="6654802" y="1903821"/>
            <a:ext cx="570089" cy="230832"/>
          </a:xfrm>
          <a:prstGeom prst="rect">
            <a:avLst/>
          </a:prstGeom>
          <a:noFill/>
        </p:spPr>
        <p:txBody>
          <a:bodyPr wrap="square" rtlCol="0">
            <a:spAutoFit/>
          </a:bodyPr>
          <a:lstStyle/>
          <a:p>
            <a:pPr algn="ctr"/>
            <a:r>
              <a:rPr lang="en-US" sz="900" dirty="0"/>
              <a:t>3456</a:t>
            </a:r>
          </a:p>
        </p:txBody>
      </p:sp>
      <p:sp>
        <p:nvSpPr>
          <p:cNvPr id="15" name="TextBox 14">
            <a:extLst>
              <a:ext uri="{FF2B5EF4-FFF2-40B4-BE49-F238E27FC236}">
                <a16:creationId xmlns:a16="http://schemas.microsoft.com/office/drawing/2014/main" id="{EE8C0C30-299D-99A3-F823-205985CA0127}"/>
              </a:ext>
            </a:extLst>
          </p:cNvPr>
          <p:cNvSpPr txBox="1"/>
          <p:nvPr/>
        </p:nvSpPr>
        <p:spPr>
          <a:xfrm>
            <a:off x="7157158" y="1903821"/>
            <a:ext cx="570089" cy="230832"/>
          </a:xfrm>
          <a:prstGeom prst="rect">
            <a:avLst/>
          </a:prstGeom>
          <a:noFill/>
        </p:spPr>
        <p:txBody>
          <a:bodyPr wrap="square" rtlCol="0">
            <a:spAutoFit/>
          </a:bodyPr>
          <a:lstStyle/>
          <a:p>
            <a:pPr algn="ctr"/>
            <a:r>
              <a:rPr lang="en-US" sz="900" dirty="0"/>
              <a:t>468</a:t>
            </a:r>
          </a:p>
        </p:txBody>
      </p:sp>
      <p:sp>
        <p:nvSpPr>
          <p:cNvPr id="20" name="TextBox 19">
            <a:extLst>
              <a:ext uri="{FF2B5EF4-FFF2-40B4-BE49-F238E27FC236}">
                <a16:creationId xmlns:a16="http://schemas.microsoft.com/office/drawing/2014/main" id="{DD8A7552-165C-EF6F-90C9-F733B206A2EC}"/>
              </a:ext>
            </a:extLst>
          </p:cNvPr>
          <p:cNvSpPr txBox="1"/>
          <p:nvPr/>
        </p:nvSpPr>
        <p:spPr>
          <a:xfrm>
            <a:off x="3640666" y="1903821"/>
            <a:ext cx="570089" cy="230832"/>
          </a:xfrm>
          <a:prstGeom prst="rect">
            <a:avLst/>
          </a:prstGeom>
          <a:noFill/>
        </p:spPr>
        <p:txBody>
          <a:bodyPr wrap="square" rtlCol="0">
            <a:spAutoFit/>
          </a:bodyPr>
          <a:lstStyle/>
          <a:p>
            <a:pPr algn="ctr"/>
            <a:r>
              <a:rPr lang="en-US" sz="900" dirty="0"/>
              <a:t>7531</a:t>
            </a:r>
          </a:p>
        </p:txBody>
      </p:sp>
      <p:sp>
        <p:nvSpPr>
          <p:cNvPr id="21" name="TextBox 20">
            <a:extLst>
              <a:ext uri="{FF2B5EF4-FFF2-40B4-BE49-F238E27FC236}">
                <a16:creationId xmlns:a16="http://schemas.microsoft.com/office/drawing/2014/main" id="{72CE6B7C-2DDD-D7B4-27EC-64E6BD5BCBAF}"/>
              </a:ext>
            </a:extLst>
          </p:cNvPr>
          <p:cNvSpPr txBox="1"/>
          <p:nvPr/>
        </p:nvSpPr>
        <p:spPr>
          <a:xfrm>
            <a:off x="3138310" y="1903821"/>
            <a:ext cx="570089" cy="230832"/>
          </a:xfrm>
          <a:prstGeom prst="rect">
            <a:avLst/>
          </a:prstGeom>
          <a:noFill/>
        </p:spPr>
        <p:txBody>
          <a:bodyPr wrap="square" rtlCol="0">
            <a:spAutoFit/>
          </a:bodyPr>
          <a:lstStyle/>
          <a:p>
            <a:pPr algn="ctr"/>
            <a:r>
              <a:rPr lang="en-US" sz="900" dirty="0"/>
              <a:t>1357</a:t>
            </a:r>
          </a:p>
        </p:txBody>
      </p:sp>
      <p:sp>
        <p:nvSpPr>
          <p:cNvPr id="24" name="TextBox 23">
            <a:extLst>
              <a:ext uri="{FF2B5EF4-FFF2-40B4-BE49-F238E27FC236}">
                <a16:creationId xmlns:a16="http://schemas.microsoft.com/office/drawing/2014/main" id="{1DB4AEB9-4DDB-7070-4A0C-038D668E9400}"/>
              </a:ext>
            </a:extLst>
          </p:cNvPr>
          <p:cNvSpPr txBox="1"/>
          <p:nvPr/>
        </p:nvSpPr>
        <p:spPr>
          <a:xfrm>
            <a:off x="6152446" y="4408541"/>
            <a:ext cx="570089" cy="230832"/>
          </a:xfrm>
          <a:prstGeom prst="rect">
            <a:avLst/>
          </a:prstGeom>
          <a:noFill/>
        </p:spPr>
        <p:txBody>
          <a:bodyPr wrap="square" rtlCol="0">
            <a:spAutoFit/>
          </a:bodyPr>
          <a:lstStyle/>
          <a:p>
            <a:pPr algn="ctr"/>
            <a:r>
              <a:rPr lang="en-US" sz="900" dirty="0"/>
              <a:t>2356</a:t>
            </a:r>
          </a:p>
        </p:txBody>
      </p:sp>
      <p:sp>
        <p:nvSpPr>
          <p:cNvPr id="25" name="TextBox 24">
            <a:extLst>
              <a:ext uri="{FF2B5EF4-FFF2-40B4-BE49-F238E27FC236}">
                <a16:creationId xmlns:a16="http://schemas.microsoft.com/office/drawing/2014/main" id="{D245D5A2-F039-F0B2-72F6-E040ACC63BBB}"/>
              </a:ext>
            </a:extLst>
          </p:cNvPr>
          <p:cNvSpPr txBox="1"/>
          <p:nvPr/>
        </p:nvSpPr>
        <p:spPr>
          <a:xfrm>
            <a:off x="6152446" y="4909484"/>
            <a:ext cx="570089" cy="230832"/>
          </a:xfrm>
          <a:prstGeom prst="rect">
            <a:avLst/>
          </a:prstGeom>
          <a:noFill/>
        </p:spPr>
        <p:txBody>
          <a:bodyPr wrap="square" rtlCol="0">
            <a:spAutoFit/>
          </a:bodyPr>
          <a:lstStyle/>
          <a:p>
            <a:pPr algn="ctr"/>
            <a:r>
              <a:rPr lang="en-US" sz="900" dirty="0"/>
              <a:t>6532</a:t>
            </a:r>
          </a:p>
        </p:txBody>
      </p:sp>
      <p:sp>
        <p:nvSpPr>
          <p:cNvPr id="29" name="TextBox 28">
            <a:extLst>
              <a:ext uri="{FF2B5EF4-FFF2-40B4-BE49-F238E27FC236}">
                <a16:creationId xmlns:a16="http://schemas.microsoft.com/office/drawing/2014/main" id="{FA6C27ED-4346-113F-81A6-E52FA4C06FC4}"/>
              </a:ext>
            </a:extLst>
          </p:cNvPr>
          <p:cNvSpPr txBox="1"/>
          <p:nvPr/>
        </p:nvSpPr>
        <p:spPr>
          <a:xfrm>
            <a:off x="6152446" y="2905709"/>
            <a:ext cx="570089" cy="230832"/>
          </a:xfrm>
          <a:prstGeom prst="rect">
            <a:avLst/>
          </a:prstGeom>
          <a:noFill/>
        </p:spPr>
        <p:txBody>
          <a:bodyPr wrap="square" rtlCol="0">
            <a:spAutoFit/>
          </a:bodyPr>
          <a:lstStyle/>
          <a:p>
            <a:pPr algn="ctr"/>
            <a:r>
              <a:rPr lang="en-US" sz="900" dirty="0"/>
              <a:t>16</a:t>
            </a:r>
          </a:p>
        </p:txBody>
      </p:sp>
      <p:sp>
        <p:nvSpPr>
          <p:cNvPr id="30" name="TextBox 29">
            <a:extLst>
              <a:ext uri="{FF2B5EF4-FFF2-40B4-BE49-F238E27FC236}">
                <a16:creationId xmlns:a16="http://schemas.microsoft.com/office/drawing/2014/main" id="{2BFE0870-0166-A014-499F-010B0578F55A}"/>
              </a:ext>
            </a:extLst>
          </p:cNvPr>
          <p:cNvSpPr txBox="1"/>
          <p:nvPr/>
        </p:nvSpPr>
        <p:spPr>
          <a:xfrm>
            <a:off x="6654802" y="2905709"/>
            <a:ext cx="570089" cy="230832"/>
          </a:xfrm>
          <a:prstGeom prst="rect">
            <a:avLst/>
          </a:prstGeom>
          <a:noFill/>
        </p:spPr>
        <p:txBody>
          <a:bodyPr wrap="square" rtlCol="0">
            <a:spAutoFit/>
          </a:bodyPr>
          <a:lstStyle/>
          <a:p>
            <a:pPr algn="ctr"/>
            <a:r>
              <a:rPr lang="en-US" sz="900" dirty="0"/>
              <a:t>61</a:t>
            </a:r>
          </a:p>
        </p:txBody>
      </p:sp>
      <p:sp>
        <p:nvSpPr>
          <p:cNvPr id="31" name="TextBox 30">
            <a:extLst>
              <a:ext uri="{FF2B5EF4-FFF2-40B4-BE49-F238E27FC236}">
                <a16:creationId xmlns:a16="http://schemas.microsoft.com/office/drawing/2014/main" id="{A16B5BDB-D87E-85D9-0B26-7D08A6866D4E}"/>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2C55170E-BBFD-AAA3-A40B-6A496C686744}"/>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18277FCA-353B-BFDA-D111-DE992B19E1CC}"/>
              </a:ext>
            </a:extLst>
          </p:cNvPr>
          <p:cNvSpPr txBox="1"/>
          <p:nvPr/>
        </p:nvSpPr>
        <p:spPr>
          <a:xfrm>
            <a:off x="6214537"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40CF6E82-CA05-B75F-DA56-C1A5DE57BB52}"/>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BF43E8A8-371C-EEE2-E380-8DB2434130F1}"/>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1769F129-D470-7ADF-9FBE-DA5A7CFA5CBF}"/>
              </a:ext>
            </a:extLst>
          </p:cNvPr>
          <p:cNvSpPr txBox="1"/>
          <p:nvPr/>
        </p:nvSpPr>
        <p:spPr>
          <a:xfrm>
            <a:off x="6714071" y="72121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16AA4D9F-9A0A-6901-5DA0-0899FDD667DF}"/>
              </a:ext>
            </a:extLst>
          </p:cNvPr>
          <p:cNvSpPr txBox="1"/>
          <p:nvPr/>
        </p:nvSpPr>
        <p:spPr>
          <a:xfrm>
            <a:off x="7213604" y="72121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B0C9A7FC-2886-3F49-6A71-5542AEB20D2A}"/>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D0B9AF79-3462-A43D-F5D8-8F9144815B28}"/>
              </a:ext>
            </a:extLst>
          </p:cNvPr>
          <p:cNvSpPr txBox="1"/>
          <p:nvPr/>
        </p:nvSpPr>
        <p:spPr>
          <a:xfrm>
            <a:off x="6214537" y="3237891"/>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284B8FE9-26B0-B101-9E41-203DED44FAD9}"/>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A2943489-E56C-C235-40D9-0945DC6CCE7F}"/>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5" name="TextBox 34">
            <a:extLst>
              <a:ext uri="{FF2B5EF4-FFF2-40B4-BE49-F238E27FC236}">
                <a16:creationId xmlns:a16="http://schemas.microsoft.com/office/drawing/2014/main" id="{EDC5D2B3-0575-1F22-0651-F5FDA964B5B7}"/>
              </a:ext>
            </a:extLst>
          </p:cNvPr>
          <p:cNvSpPr txBox="1"/>
          <p:nvPr/>
        </p:nvSpPr>
        <p:spPr>
          <a:xfrm>
            <a:off x="7213604" y="3237891"/>
            <a:ext cx="462845" cy="584775"/>
          </a:xfrm>
          <a:prstGeom prst="rect">
            <a:avLst/>
          </a:prstGeom>
          <a:noFill/>
        </p:spPr>
        <p:txBody>
          <a:bodyPr wrap="square" rtlCol="0">
            <a:spAutoFit/>
          </a:bodyPr>
          <a:lstStyle/>
          <a:p>
            <a:pPr algn="ctr"/>
            <a:r>
              <a:rPr lang="en-US" sz="3200" dirty="0"/>
              <a:t>5</a:t>
            </a:r>
          </a:p>
        </p:txBody>
      </p:sp>
      <p:sp>
        <p:nvSpPr>
          <p:cNvPr id="22" name="TextBox 21">
            <a:extLst>
              <a:ext uri="{FF2B5EF4-FFF2-40B4-BE49-F238E27FC236}">
                <a16:creationId xmlns:a16="http://schemas.microsoft.com/office/drawing/2014/main" id="{7C08CA68-5432-863B-C15C-20357F1F616D}"/>
              </a:ext>
            </a:extLst>
          </p:cNvPr>
          <p:cNvSpPr txBox="1"/>
          <p:nvPr/>
        </p:nvSpPr>
        <p:spPr>
          <a:xfrm>
            <a:off x="5147734" y="1402877"/>
            <a:ext cx="570089" cy="230832"/>
          </a:xfrm>
          <a:prstGeom prst="rect">
            <a:avLst/>
          </a:prstGeom>
          <a:noFill/>
        </p:spPr>
        <p:txBody>
          <a:bodyPr wrap="square" rtlCol="0">
            <a:spAutoFit/>
          </a:bodyPr>
          <a:lstStyle/>
          <a:p>
            <a:pPr algn="ctr"/>
            <a:r>
              <a:rPr lang="en-US" sz="900" dirty="0"/>
              <a:t>46789</a:t>
            </a:r>
          </a:p>
        </p:txBody>
      </p:sp>
      <p:sp>
        <p:nvSpPr>
          <p:cNvPr id="23" name="TextBox 22">
            <a:extLst>
              <a:ext uri="{FF2B5EF4-FFF2-40B4-BE49-F238E27FC236}">
                <a16:creationId xmlns:a16="http://schemas.microsoft.com/office/drawing/2014/main" id="{CA0BBE9C-6BEB-79C9-6A55-62A7BCF2C32C}"/>
              </a:ext>
            </a:extLst>
          </p:cNvPr>
          <p:cNvSpPr txBox="1"/>
          <p:nvPr/>
        </p:nvSpPr>
        <p:spPr>
          <a:xfrm>
            <a:off x="5650090" y="1402877"/>
            <a:ext cx="570089" cy="230832"/>
          </a:xfrm>
          <a:prstGeom prst="rect">
            <a:avLst/>
          </a:prstGeom>
          <a:noFill/>
        </p:spPr>
        <p:txBody>
          <a:bodyPr wrap="square" rtlCol="0">
            <a:spAutoFit/>
          </a:bodyPr>
          <a:lstStyle/>
          <a:p>
            <a:pPr algn="ctr"/>
            <a:r>
              <a:rPr lang="en-US" sz="900" dirty="0"/>
              <a:t>789</a:t>
            </a:r>
          </a:p>
        </p:txBody>
      </p:sp>
      <p:sp>
        <p:nvSpPr>
          <p:cNvPr id="36" name="TextBox 35">
            <a:extLst>
              <a:ext uri="{FF2B5EF4-FFF2-40B4-BE49-F238E27FC236}">
                <a16:creationId xmlns:a16="http://schemas.microsoft.com/office/drawing/2014/main" id="{27D5B831-D04D-18C6-E67F-C6DFC86877FC}"/>
              </a:ext>
            </a:extLst>
          </p:cNvPr>
          <p:cNvSpPr txBox="1"/>
          <p:nvPr/>
        </p:nvSpPr>
        <p:spPr>
          <a:xfrm>
            <a:off x="5147734" y="1903821"/>
            <a:ext cx="570089" cy="230832"/>
          </a:xfrm>
          <a:prstGeom prst="rect">
            <a:avLst/>
          </a:prstGeom>
          <a:noFill/>
        </p:spPr>
        <p:txBody>
          <a:bodyPr wrap="square" rtlCol="0">
            <a:spAutoFit/>
          </a:bodyPr>
          <a:lstStyle/>
          <a:p>
            <a:pPr algn="ctr"/>
            <a:r>
              <a:rPr lang="en-US" sz="900" dirty="0"/>
              <a:t>4678</a:t>
            </a:r>
          </a:p>
        </p:txBody>
      </p:sp>
      <p:sp>
        <p:nvSpPr>
          <p:cNvPr id="37" name="TextBox 36">
            <a:extLst>
              <a:ext uri="{FF2B5EF4-FFF2-40B4-BE49-F238E27FC236}">
                <a16:creationId xmlns:a16="http://schemas.microsoft.com/office/drawing/2014/main" id="{DD5DF532-8082-1252-B0C4-B2C502DFA0DF}"/>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18F7B420-035D-DF99-ADC9-2D297FDFD5E6}"/>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9" name="TextBox 38">
            <a:extLst>
              <a:ext uri="{FF2B5EF4-FFF2-40B4-BE49-F238E27FC236}">
                <a16:creationId xmlns:a16="http://schemas.microsoft.com/office/drawing/2014/main" id="{62493759-A605-BDD8-934A-C6EEE52E0F5A}"/>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D48C3F83-4990-1537-2DBF-1C6A1E244B9A}"/>
              </a:ext>
            </a:extLst>
          </p:cNvPr>
          <p:cNvSpPr txBox="1"/>
          <p:nvPr/>
        </p:nvSpPr>
        <p:spPr>
          <a:xfrm>
            <a:off x="4645378" y="1402877"/>
            <a:ext cx="570089" cy="230832"/>
          </a:xfrm>
          <a:prstGeom prst="rect">
            <a:avLst/>
          </a:prstGeom>
          <a:noFill/>
        </p:spPr>
        <p:txBody>
          <a:bodyPr wrap="square" rtlCol="0">
            <a:spAutoFit/>
          </a:bodyPr>
          <a:lstStyle/>
          <a:p>
            <a:pPr algn="ctr"/>
            <a:r>
              <a:rPr lang="en-US" sz="900" dirty="0"/>
              <a:t>679</a:t>
            </a:r>
          </a:p>
        </p:txBody>
      </p:sp>
      <p:sp>
        <p:nvSpPr>
          <p:cNvPr id="19" name="TextBox 18">
            <a:extLst>
              <a:ext uri="{FF2B5EF4-FFF2-40B4-BE49-F238E27FC236}">
                <a16:creationId xmlns:a16="http://schemas.microsoft.com/office/drawing/2014/main" id="{C92281A3-4075-E414-3CB9-E63B7B1D10AA}"/>
              </a:ext>
            </a:extLst>
          </p:cNvPr>
          <p:cNvSpPr txBox="1"/>
          <p:nvPr/>
        </p:nvSpPr>
        <p:spPr>
          <a:xfrm>
            <a:off x="4645378" y="1903821"/>
            <a:ext cx="570089" cy="230832"/>
          </a:xfrm>
          <a:prstGeom prst="rect">
            <a:avLst/>
          </a:prstGeom>
          <a:noFill/>
        </p:spPr>
        <p:txBody>
          <a:bodyPr wrap="square" rtlCol="0">
            <a:spAutoFit/>
          </a:bodyPr>
          <a:lstStyle/>
          <a:p>
            <a:pPr algn="ctr"/>
            <a:r>
              <a:rPr lang="en-US" sz="900" dirty="0"/>
              <a:t>764</a:t>
            </a:r>
          </a:p>
        </p:txBody>
      </p:sp>
      <p:sp>
        <p:nvSpPr>
          <p:cNvPr id="40" name="TextBox 39">
            <a:extLst>
              <a:ext uri="{FF2B5EF4-FFF2-40B4-BE49-F238E27FC236}">
                <a16:creationId xmlns:a16="http://schemas.microsoft.com/office/drawing/2014/main" id="{C98880AD-6854-FF4C-C54F-630A85B1472E}"/>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41" name="TextBox 40">
            <a:extLst>
              <a:ext uri="{FF2B5EF4-FFF2-40B4-BE49-F238E27FC236}">
                <a16:creationId xmlns:a16="http://schemas.microsoft.com/office/drawing/2014/main" id="{DB11FE84-E56C-9000-C714-C7DB526BB1F6}"/>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D67072CA-55B1-0D72-D59B-EBFD4F3709F6}"/>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43" name="TextBox 42">
            <a:extLst>
              <a:ext uri="{FF2B5EF4-FFF2-40B4-BE49-F238E27FC236}">
                <a16:creationId xmlns:a16="http://schemas.microsoft.com/office/drawing/2014/main" id="{B6B6B4D2-CD93-DDF2-328D-910F3C9A6E8F}"/>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28" name="TextBox 27">
            <a:extLst>
              <a:ext uri="{FF2B5EF4-FFF2-40B4-BE49-F238E27FC236}">
                <a16:creationId xmlns:a16="http://schemas.microsoft.com/office/drawing/2014/main" id="{452CC67C-1E59-8898-F089-BCA86DB249A5}"/>
              </a:ext>
            </a:extLst>
          </p:cNvPr>
          <p:cNvSpPr txBox="1"/>
          <p:nvPr/>
        </p:nvSpPr>
        <p:spPr>
          <a:xfrm>
            <a:off x="4143022" y="901933"/>
            <a:ext cx="570089" cy="230832"/>
          </a:xfrm>
          <a:prstGeom prst="rect">
            <a:avLst/>
          </a:prstGeom>
          <a:noFill/>
        </p:spPr>
        <p:txBody>
          <a:bodyPr wrap="square" rtlCol="0">
            <a:spAutoFit/>
          </a:bodyPr>
          <a:lstStyle/>
          <a:p>
            <a:pPr algn="ctr"/>
            <a:r>
              <a:rPr lang="en-US" sz="900" dirty="0"/>
              <a:t>5789</a:t>
            </a:r>
          </a:p>
        </p:txBody>
      </p:sp>
      <p:sp>
        <p:nvSpPr>
          <p:cNvPr id="44" name="TextBox 43">
            <a:extLst>
              <a:ext uri="{FF2B5EF4-FFF2-40B4-BE49-F238E27FC236}">
                <a16:creationId xmlns:a16="http://schemas.microsoft.com/office/drawing/2014/main" id="{54CA169E-0B64-39EE-534A-E7419DAD0587}"/>
              </a:ext>
            </a:extLst>
          </p:cNvPr>
          <p:cNvSpPr txBox="1"/>
          <p:nvPr/>
        </p:nvSpPr>
        <p:spPr>
          <a:xfrm>
            <a:off x="4143022" y="1402877"/>
            <a:ext cx="570089" cy="230832"/>
          </a:xfrm>
          <a:prstGeom prst="rect">
            <a:avLst/>
          </a:prstGeom>
          <a:noFill/>
        </p:spPr>
        <p:txBody>
          <a:bodyPr wrap="square" rtlCol="0">
            <a:spAutoFit/>
          </a:bodyPr>
          <a:lstStyle/>
          <a:p>
            <a:pPr algn="ctr"/>
            <a:r>
              <a:rPr lang="en-US" sz="900" dirty="0"/>
              <a:t>5789</a:t>
            </a:r>
          </a:p>
        </p:txBody>
      </p:sp>
      <p:sp>
        <p:nvSpPr>
          <p:cNvPr id="45" name="TextBox 44">
            <a:extLst>
              <a:ext uri="{FF2B5EF4-FFF2-40B4-BE49-F238E27FC236}">
                <a16:creationId xmlns:a16="http://schemas.microsoft.com/office/drawing/2014/main" id="{4FB04D8E-0633-0935-6765-BB34A24B01C3}"/>
              </a:ext>
            </a:extLst>
          </p:cNvPr>
          <p:cNvSpPr txBox="1"/>
          <p:nvPr/>
        </p:nvSpPr>
        <p:spPr>
          <a:xfrm>
            <a:off x="4143022" y="1903821"/>
            <a:ext cx="570089" cy="230832"/>
          </a:xfrm>
          <a:prstGeom prst="rect">
            <a:avLst/>
          </a:prstGeom>
          <a:noFill/>
        </p:spPr>
        <p:txBody>
          <a:bodyPr wrap="square" rtlCol="0">
            <a:spAutoFit/>
          </a:bodyPr>
          <a:lstStyle/>
          <a:p>
            <a:pPr algn="ctr"/>
            <a:r>
              <a:rPr lang="en-US" sz="900" dirty="0"/>
              <a:t>5789</a:t>
            </a:r>
          </a:p>
        </p:txBody>
      </p:sp>
      <p:sp>
        <p:nvSpPr>
          <p:cNvPr id="46" name="TextBox 45">
            <a:extLst>
              <a:ext uri="{FF2B5EF4-FFF2-40B4-BE49-F238E27FC236}">
                <a16:creationId xmlns:a16="http://schemas.microsoft.com/office/drawing/2014/main" id="{59985F39-5D49-CE0D-CEFC-8AD55EB7B8AE}"/>
              </a:ext>
            </a:extLst>
          </p:cNvPr>
          <p:cNvSpPr txBox="1"/>
          <p:nvPr/>
        </p:nvSpPr>
        <p:spPr>
          <a:xfrm>
            <a:off x="4143022" y="2404765"/>
            <a:ext cx="570089" cy="230832"/>
          </a:xfrm>
          <a:prstGeom prst="rect">
            <a:avLst/>
          </a:prstGeom>
          <a:noFill/>
        </p:spPr>
        <p:txBody>
          <a:bodyPr wrap="square" rtlCol="0">
            <a:spAutoFit/>
          </a:bodyPr>
          <a:lstStyle/>
          <a:p>
            <a:pPr algn="ctr"/>
            <a:r>
              <a:rPr lang="en-US" sz="900" dirty="0"/>
              <a:t>5789</a:t>
            </a:r>
          </a:p>
        </p:txBody>
      </p:sp>
      <p:sp>
        <p:nvSpPr>
          <p:cNvPr id="47" name="TextBox 46">
            <a:extLst>
              <a:ext uri="{FF2B5EF4-FFF2-40B4-BE49-F238E27FC236}">
                <a16:creationId xmlns:a16="http://schemas.microsoft.com/office/drawing/2014/main" id="{F9A71401-ACF9-D48A-FC81-C3403DF6CA0C}"/>
              </a:ext>
            </a:extLst>
          </p:cNvPr>
          <p:cNvSpPr txBox="1"/>
          <p:nvPr/>
        </p:nvSpPr>
        <p:spPr>
          <a:xfrm>
            <a:off x="4143022" y="2905709"/>
            <a:ext cx="570089" cy="230832"/>
          </a:xfrm>
          <a:prstGeom prst="rect">
            <a:avLst/>
          </a:prstGeom>
          <a:noFill/>
        </p:spPr>
        <p:txBody>
          <a:bodyPr wrap="square" rtlCol="0">
            <a:spAutoFit/>
          </a:bodyPr>
          <a:lstStyle/>
          <a:p>
            <a:pPr algn="ctr"/>
            <a:r>
              <a:rPr lang="en-US" sz="900" dirty="0"/>
              <a:t>12346</a:t>
            </a:r>
          </a:p>
        </p:txBody>
      </p:sp>
      <p:sp>
        <p:nvSpPr>
          <p:cNvPr id="48" name="TextBox 47">
            <a:extLst>
              <a:ext uri="{FF2B5EF4-FFF2-40B4-BE49-F238E27FC236}">
                <a16:creationId xmlns:a16="http://schemas.microsoft.com/office/drawing/2014/main" id="{5146FD90-CBA3-09B8-240C-FE8C28E7A032}"/>
              </a:ext>
            </a:extLst>
          </p:cNvPr>
          <p:cNvSpPr txBox="1"/>
          <p:nvPr/>
        </p:nvSpPr>
        <p:spPr>
          <a:xfrm>
            <a:off x="4143022" y="3406653"/>
            <a:ext cx="570089" cy="230832"/>
          </a:xfrm>
          <a:prstGeom prst="rect">
            <a:avLst/>
          </a:prstGeom>
          <a:noFill/>
        </p:spPr>
        <p:txBody>
          <a:bodyPr wrap="square" rtlCol="0">
            <a:spAutoFit/>
          </a:bodyPr>
          <a:lstStyle/>
          <a:p>
            <a:pPr algn="ctr"/>
            <a:r>
              <a:rPr lang="en-US" sz="900" dirty="0"/>
              <a:t>12346</a:t>
            </a:r>
          </a:p>
        </p:txBody>
      </p:sp>
      <p:sp>
        <p:nvSpPr>
          <p:cNvPr id="49" name="TextBox 48">
            <a:extLst>
              <a:ext uri="{FF2B5EF4-FFF2-40B4-BE49-F238E27FC236}">
                <a16:creationId xmlns:a16="http://schemas.microsoft.com/office/drawing/2014/main" id="{C12F9A11-1674-9C6E-1B34-3F7F1804C72F}"/>
              </a:ext>
            </a:extLst>
          </p:cNvPr>
          <p:cNvSpPr txBox="1"/>
          <p:nvPr/>
        </p:nvSpPr>
        <p:spPr>
          <a:xfrm>
            <a:off x="4143022" y="3907597"/>
            <a:ext cx="570089" cy="230832"/>
          </a:xfrm>
          <a:prstGeom prst="rect">
            <a:avLst/>
          </a:prstGeom>
          <a:noFill/>
        </p:spPr>
        <p:txBody>
          <a:bodyPr wrap="square" rtlCol="0">
            <a:spAutoFit/>
          </a:bodyPr>
          <a:lstStyle/>
          <a:p>
            <a:pPr algn="ctr"/>
            <a:r>
              <a:rPr lang="en-US" sz="900" dirty="0"/>
              <a:t>12346</a:t>
            </a:r>
          </a:p>
        </p:txBody>
      </p:sp>
      <p:sp>
        <p:nvSpPr>
          <p:cNvPr id="50" name="TextBox 49">
            <a:extLst>
              <a:ext uri="{FF2B5EF4-FFF2-40B4-BE49-F238E27FC236}">
                <a16:creationId xmlns:a16="http://schemas.microsoft.com/office/drawing/2014/main" id="{8DB1948E-0B11-CD9D-1928-3D7BDF77050E}"/>
              </a:ext>
            </a:extLst>
          </p:cNvPr>
          <p:cNvSpPr txBox="1"/>
          <p:nvPr/>
        </p:nvSpPr>
        <p:spPr>
          <a:xfrm>
            <a:off x="4143022" y="4408541"/>
            <a:ext cx="570089" cy="230832"/>
          </a:xfrm>
          <a:prstGeom prst="rect">
            <a:avLst/>
          </a:prstGeom>
          <a:noFill/>
        </p:spPr>
        <p:txBody>
          <a:bodyPr wrap="square" rtlCol="0">
            <a:spAutoFit/>
          </a:bodyPr>
          <a:lstStyle/>
          <a:p>
            <a:pPr algn="ctr"/>
            <a:r>
              <a:rPr lang="en-US" sz="900" dirty="0"/>
              <a:t>12346</a:t>
            </a:r>
          </a:p>
        </p:txBody>
      </p:sp>
      <p:sp>
        <p:nvSpPr>
          <p:cNvPr id="51" name="TextBox 50">
            <a:extLst>
              <a:ext uri="{FF2B5EF4-FFF2-40B4-BE49-F238E27FC236}">
                <a16:creationId xmlns:a16="http://schemas.microsoft.com/office/drawing/2014/main" id="{9DE0DBEE-1D9F-D84A-A90E-0E3AFDE308BE}"/>
              </a:ext>
            </a:extLst>
          </p:cNvPr>
          <p:cNvSpPr txBox="1"/>
          <p:nvPr/>
        </p:nvSpPr>
        <p:spPr>
          <a:xfrm>
            <a:off x="4143022" y="4909484"/>
            <a:ext cx="570089" cy="230832"/>
          </a:xfrm>
          <a:prstGeom prst="rect">
            <a:avLst/>
          </a:prstGeom>
          <a:noFill/>
        </p:spPr>
        <p:txBody>
          <a:bodyPr wrap="square" rtlCol="0">
            <a:spAutoFit/>
          </a:bodyPr>
          <a:lstStyle/>
          <a:p>
            <a:pPr algn="ctr"/>
            <a:r>
              <a:rPr lang="en-US" sz="900" dirty="0"/>
              <a:t>12346</a:t>
            </a:r>
          </a:p>
        </p:txBody>
      </p:sp>
      <p:sp>
        <p:nvSpPr>
          <p:cNvPr id="52" name="TextBox 51">
            <a:extLst>
              <a:ext uri="{FF2B5EF4-FFF2-40B4-BE49-F238E27FC236}">
                <a16:creationId xmlns:a16="http://schemas.microsoft.com/office/drawing/2014/main" id="{BD08D6FD-93A4-5C34-7CB0-C6737E044AE3}"/>
              </a:ext>
            </a:extLst>
          </p:cNvPr>
          <p:cNvSpPr txBox="1"/>
          <p:nvPr/>
        </p:nvSpPr>
        <p:spPr>
          <a:xfrm>
            <a:off x="4645378" y="2905709"/>
            <a:ext cx="570089" cy="230832"/>
          </a:xfrm>
          <a:prstGeom prst="rect">
            <a:avLst/>
          </a:prstGeom>
          <a:noFill/>
        </p:spPr>
        <p:txBody>
          <a:bodyPr wrap="square" rtlCol="0">
            <a:spAutoFit/>
          </a:bodyPr>
          <a:lstStyle/>
          <a:p>
            <a:pPr algn="ctr"/>
            <a:r>
              <a:rPr lang="en-US" sz="900" dirty="0"/>
              <a:t>97</a:t>
            </a:r>
          </a:p>
        </p:txBody>
      </p:sp>
      <p:sp>
        <p:nvSpPr>
          <p:cNvPr id="53" name="TextBox 52">
            <a:extLst>
              <a:ext uri="{FF2B5EF4-FFF2-40B4-BE49-F238E27FC236}">
                <a16:creationId xmlns:a16="http://schemas.microsoft.com/office/drawing/2014/main" id="{AABAACBC-338C-4D1C-9402-D6BB249171E0}"/>
              </a:ext>
            </a:extLst>
          </p:cNvPr>
          <p:cNvSpPr txBox="1"/>
          <p:nvPr/>
        </p:nvSpPr>
        <p:spPr>
          <a:xfrm>
            <a:off x="5147734" y="2905709"/>
            <a:ext cx="570089" cy="230832"/>
          </a:xfrm>
          <a:prstGeom prst="rect">
            <a:avLst/>
          </a:prstGeom>
          <a:noFill/>
        </p:spPr>
        <p:txBody>
          <a:bodyPr wrap="square" rtlCol="0">
            <a:spAutoFit/>
          </a:bodyPr>
          <a:lstStyle/>
          <a:p>
            <a:pPr algn="ctr"/>
            <a:r>
              <a:rPr lang="en-US" sz="900" dirty="0"/>
              <a:t>79</a:t>
            </a:r>
          </a:p>
        </p:txBody>
      </p:sp>
      <p:sp>
        <p:nvSpPr>
          <p:cNvPr id="54" name="TextBox 53">
            <a:extLst>
              <a:ext uri="{FF2B5EF4-FFF2-40B4-BE49-F238E27FC236}">
                <a16:creationId xmlns:a16="http://schemas.microsoft.com/office/drawing/2014/main" id="{2F0DA92F-CE86-95F1-0863-1BEA0BED2AB3}"/>
              </a:ext>
            </a:extLst>
          </p:cNvPr>
          <p:cNvSpPr txBox="1"/>
          <p:nvPr/>
        </p:nvSpPr>
        <p:spPr>
          <a:xfrm>
            <a:off x="4645378" y="3406653"/>
            <a:ext cx="570089" cy="230832"/>
          </a:xfrm>
          <a:prstGeom prst="rect">
            <a:avLst/>
          </a:prstGeom>
          <a:noFill/>
        </p:spPr>
        <p:txBody>
          <a:bodyPr wrap="square" rtlCol="0">
            <a:spAutoFit/>
          </a:bodyPr>
          <a:lstStyle/>
          <a:p>
            <a:pPr algn="ctr"/>
            <a:r>
              <a:rPr lang="en-US" sz="900" dirty="0"/>
              <a:t>28</a:t>
            </a:r>
          </a:p>
        </p:txBody>
      </p:sp>
      <p:sp>
        <p:nvSpPr>
          <p:cNvPr id="55" name="TextBox 54">
            <a:extLst>
              <a:ext uri="{FF2B5EF4-FFF2-40B4-BE49-F238E27FC236}">
                <a16:creationId xmlns:a16="http://schemas.microsoft.com/office/drawing/2014/main" id="{3D79BD97-A9B3-E0B7-1C74-C1AC9F078431}"/>
              </a:ext>
            </a:extLst>
          </p:cNvPr>
          <p:cNvSpPr txBox="1"/>
          <p:nvPr/>
        </p:nvSpPr>
        <p:spPr>
          <a:xfrm>
            <a:off x="5147734" y="3406653"/>
            <a:ext cx="570089" cy="230832"/>
          </a:xfrm>
          <a:prstGeom prst="rect">
            <a:avLst/>
          </a:prstGeom>
          <a:noFill/>
        </p:spPr>
        <p:txBody>
          <a:bodyPr wrap="square" rtlCol="0">
            <a:spAutoFit/>
          </a:bodyPr>
          <a:lstStyle/>
          <a:p>
            <a:pPr algn="ctr"/>
            <a:r>
              <a:rPr lang="en-US" sz="900" dirty="0"/>
              <a:t>82</a:t>
            </a:r>
          </a:p>
        </p:txBody>
      </p:sp>
    </p:spTree>
    <p:extLst>
      <p:ext uri="{BB962C8B-B14F-4D97-AF65-F5344CB8AC3E}">
        <p14:creationId xmlns:p14="http://schemas.microsoft.com/office/powerpoint/2010/main" val="4301924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2DBE1-E490-F746-82E2-FAEF3C9D6FC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A8E4FB9-020D-0A10-6D29-941198D354FD}"/>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0675817C-3AAD-6929-C8E3-38C3C7E415A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37E3D3F-CF6F-4AA0-088A-2BB559BBCE1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49C71F0-3810-0693-5741-BD1098CB5FF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9932ACB-D53F-651D-C96F-DCB6D0CCA7D9}"/>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ACF4BD61-7E35-A439-C88E-F05527AEB49C}"/>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AAAAB5F9-175D-0FE2-BDAB-52D19526ECEE}"/>
              </a:ext>
            </a:extLst>
          </p:cNvPr>
          <p:cNvSpPr txBox="1"/>
          <p:nvPr/>
        </p:nvSpPr>
        <p:spPr>
          <a:xfrm>
            <a:off x="6152446" y="901933"/>
            <a:ext cx="570089" cy="230832"/>
          </a:xfrm>
          <a:prstGeom prst="rect">
            <a:avLst/>
          </a:prstGeom>
          <a:noFill/>
        </p:spPr>
        <p:txBody>
          <a:bodyPr wrap="square" rtlCol="0">
            <a:spAutoFit/>
          </a:bodyPr>
          <a:lstStyle/>
          <a:p>
            <a:pPr algn="ctr"/>
            <a:r>
              <a:rPr lang="en-US" sz="900" dirty="0"/>
              <a:t>68</a:t>
            </a:r>
          </a:p>
        </p:txBody>
      </p:sp>
      <p:sp>
        <p:nvSpPr>
          <p:cNvPr id="12" name="TextBox 11">
            <a:extLst>
              <a:ext uri="{FF2B5EF4-FFF2-40B4-BE49-F238E27FC236}">
                <a16:creationId xmlns:a16="http://schemas.microsoft.com/office/drawing/2014/main" id="{99C5D6C1-F600-47EC-27B4-F67D15FC39A6}"/>
              </a:ext>
            </a:extLst>
          </p:cNvPr>
          <p:cNvSpPr txBox="1"/>
          <p:nvPr/>
        </p:nvSpPr>
        <p:spPr>
          <a:xfrm>
            <a:off x="6152446" y="1402877"/>
            <a:ext cx="570089" cy="230832"/>
          </a:xfrm>
          <a:prstGeom prst="rect">
            <a:avLst/>
          </a:prstGeom>
          <a:noFill/>
        </p:spPr>
        <p:txBody>
          <a:bodyPr wrap="square" rtlCol="0">
            <a:spAutoFit/>
          </a:bodyPr>
          <a:lstStyle/>
          <a:p>
            <a:pPr algn="ctr"/>
            <a:r>
              <a:rPr lang="en-US" sz="900" dirty="0"/>
              <a:t>3568</a:t>
            </a:r>
          </a:p>
        </p:txBody>
      </p:sp>
      <p:sp>
        <p:nvSpPr>
          <p:cNvPr id="13" name="TextBox 12">
            <a:extLst>
              <a:ext uri="{FF2B5EF4-FFF2-40B4-BE49-F238E27FC236}">
                <a16:creationId xmlns:a16="http://schemas.microsoft.com/office/drawing/2014/main" id="{166EC1E9-1628-FA25-B305-0EEA6DAC5521}"/>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3456</a:t>
            </a:r>
          </a:p>
        </p:txBody>
      </p:sp>
      <p:sp>
        <p:nvSpPr>
          <p:cNvPr id="14" name="TextBox 13">
            <a:extLst>
              <a:ext uri="{FF2B5EF4-FFF2-40B4-BE49-F238E27FC236}">
                <a16:creationId xmlns:a16="http://schemas.microsoft.com/office/drawing/2014/main" id="{2A45A1FA-FBEC-DDF5-C868-8C0E9848BE6D}"/>
              </a:ext>
            </a:extLst>
          </p:cNvPr>
          <p:cNvSpPr txBox="1"/>
          <p:nvPr/>
        </p:nvSpPr>
        <p:spPr>
          <a:xfrm>
            <a:off x="6654802" y="1903821"/>
            <a:ext cx="570089" cy="230832"/>
          </a:xfrm>
          <a:prstGeom prst="rect">
            <a:avLst/>
          </a:prstGeom>
          <a:noFill/>
        </p:spPr>
        <p:txBody>
          <a:bodyPr wrap="square" rtlCol="0">
            <a:spAutoFit/>
          </a:bodyPr>
          <a:lstStyle/>
          <a:p>
            <a:pPr algn="ctr"/>
            <a:r>
              <a:rPr lang="en-US" sz="900" dirty="0"/>
              <a:t>3456</a:t>
            </a:r>
          </a:p>
        </p:txBody>
      </p:sp>
      <p:sp>
        <p:nvSpPr>
          <p:cNvPr id="15" name="TextBox 14">
            <a:extLst>
              <a:ext uri="{FF2B5EF4-FFF2-40B4-BE49-F238E27FC236}">
                <a16:creationId xmlns:a16="http://schemas.microsoft.com/office/drawing/2014/main" id="{8E312370-6DFD-03FF-703C-A9881C8E1DF5}"/>
              </a:ext>
            </a:extLst>
          </p:cNvPr>
          <p:cNvSpPr txBox="1"/>
          <p:nvPr/>
        </p:nvSpPr>
        <p:spPr>
          <a:xfrm>
            <a:off x="7157158" y="1903821"/>
            <a:ext cx="570089" cy="230832"/>
          </a:xfrm>
          <a:prstGeom prst="rect">
            <a:avLst/>
          </a:prstGeom>
          <a:noFill/>
        </p:spPr>
        <p:txBody>
          <a:bodyPr wrap="square" rtlCol="0">
            <a:spAutoFit/>
          </a:bodyPr>
          <a:lstStyle/>
          <a:p>
            <a:pPr algn="ctr"/>
            <a:r>
              <a:rPr lang="en-US" sz="900" dirty="0"/>
              <a:t>468</a:t>
            </a:r>
          </a:p>
        </p:txBody>
      </p:sp>
      <p:sp>
        <p:nvSpPr>
          <p:cNvPr id="20" name="TextBox 19">
            <a:extLst>
              <a:ext uri="{FF2B5EF4-FFF2-40B4-BE49-F238E27FC236}">
                <a16:creationId xmlns:a16="http://schemas.microsoft.com/office/drawing/2014/main" id="{541AA25A-3990-D848-9F87-6112BB60305B}"/>
              </a:ext>
            </a:extLst>
          </p:cNvPr>
          <p:cNvSpPr txBox="1"/>
          <p:nvPr/>
        </p:nvSpPr>
        <p:spPr>
          <a:xfrm>
            <a:off x="3640666" y="1903821"/>
            <a:ext cx="570089" cy="230832"/>
          </a:xfrm>
          <a:prstGeom prst="rect">
            <a:avLst/>
          </a:prstGeom>
          <a:noFill/>
        </p:spPr>
        <p:txBody>
          <a:bodyPr wrap="square" rtlCol="0">
            <a:spAutoFit/>
          </a:bodyPr>
          <a:lstStyle/>
          <a:p>
            <a:pPr algn="ctr"/>
            <a:r>
              <a:rPr lang="en-US" sz="900" dirty="0"/>
              <a:t>7531</a:t>
            </a:r>
          </a:p>
        </p:txBody>
      </p:sp>
      <p:sp>
        <p:nvSpPr>
          <p:cNvPr id="21" name="TextBox 20">
            <a:extLst>
              <a:ext uri="{FF2B5EF4-FFF2-40B4-BE49-F238E27FC236}">
                <a16:creationId xmlns:a16="http://schemas.microsoft.com/office/drawing/2014/main" id="{36172F92-7835-B556-F18D-E335F67E0197}"/>
              </a:ext>
            </a:extLst>
          </p:cNvPr>
          <p:cNvSpPr txBox="1"/>
          <p:nvPr/>
        </p:nvSpPr>
        <p:spPr>
          <a:xfrm>
            <a:off x="3138310" y="1903821"/>
            <a:ext cx="570089" cy="230832"/>
          </a:xfrm>
          <a:prstGeom prst="rect">
            <a:avLst/>
          </a:prstGeom>
          <a:noFill/>
        </p:spPr>
        <p:txBody>
          <a:bodyPr wrap="square" rtlCol="0">
            <a:spAutoFit/>
          </a:bodyPr>
          <a:lstStyle/>
          <a:p>
            <a:pPr algn="ctr"/>
            <a:r>
              <a:rPr lang="en-US" sz="900" dirty="0"/>
              <a:t>1357</a:t>
            </a:r>
          </a:p>
        </p:txBody>
      </p:sp>
      <p:sp>
        <p:nvSpPr>
          <p:cNvPr id="24" name="TextBox 23">
            <a:extLst>
              <a:ext uri="{FF2B5EF4-FFF2-40B4-BE49-F238E27FC236}">
                <a16:creationId xmlns:a16="http://schemas.microsoft.com/office/drawing/2014/main" id="{EC4A7537-9330-71B0-8728-A477D2AD653C}"/>
              </a:ext>
            </a:extLst>
          </p:cNvPr>
          <p:cNvSpPr txBox="1"/>
          <p:nvPr/>
        </p:nvSpPr>
        <p:spPr>
          <a:xfrm>
            <a:off x="6152446" y="4408541"/>
            <a:ext cx="570089" cy="230832"/>
          </a:xfrm>
          <a:prstGeom prst="rect">
            <a:avLst/>
          </a:prstGeom>
          <a:noFill/>
        </p:spPr>
        <p:txBody>
          <a:bodyPr wrap="square" rtlCol="0">
            <a:spAutoFit/>
          </a:bodyPr>
          <a:lstStyle/>
          <a:p>
            <a:pPr algn="ctr"/>
            <a:r>
              <a:rPr lang="en-US" sz="900" dirty="0"/>
              <a:t>2356</a:t>
            </a:r>
          </a:p>
        </p:txBody>
      </p:sp>
      <p:sp>
        <p:nvSpPr>
          <p:cNvPr id="25" name="TextBox 24">
            <a:extLst>
              <a:ext uri="{FF2B5EF4-FFF2-40B4-BE49-F238E27FC236}">
                <a16:creationId xmlns:a16="http://schemas.microsoft.com/office/drawing/2014/main" id="{FF40F0F6-0FBA-FC9D-6674-0B1B312FE12B}"/>
              </a:ext>
            </a:extLst>
          </p:cNvPr>
          <p:cNvSpPr txBox="1"/>
          <p:nvPr/>
        </p:nvSpPr>
        <p:spPr>
          <a:xfrm>
            <a:off x="6152446" y="4909484"/>
            <a:ext cx="570089" cy="230832"/>
          </a:xfrm>
          <a:prstGeom prst="rect">
            <a:avLst/>
          </a:prstGeom>
          <a:noFill/>
        </p:spPr>
        <p:txBody>
          <a:bodyPr wrap="square" rtlCol="0">
            <a:spAutoFit/>
          </a:bodyPr>
          <a:lstStyle/>
          <a:p>
            <a:pPr algn="ctr"/>
            <a:r>
              <a:rPr lang="en-US" sz="900" dirty="0"/>
              <a:t>6532</a:t>
            </a:r>
          </a:p>
        </p:txBody>
      </p:sp>
      <p:sp>
        <p:nvSpPr>
          <p:cNvPr id="29" name="TextBox 28">
            <a:extLst>
              <a:ext uri="{FF2B5EF4-FFF2-40B4-BE49-F238E27FC236}">
                <a16:creationId xmlns:a16="http://schemas.microsoft.com/office/drawing/2014/main" id="{9F8C4D19-54D4-831F-CD84-EC457F73CF52}"/>
              </a:ext>
            </a:extLst>
          </p:cNvPr>
          <p:cNvSpPr txBox="1"/>
          <p:nvPr/>
        </p:nvSpPr>
        <p:spPr>
          <a:xfrm>
            <a:off x="6152446" y="2905709"/>
            <a:ext cx="570089" cy="230832"/>
          </a:xfrm>
          <a:prstGeom prst="rect">
            <a:avLst/>
          </a:prstGeom>
          <a:noFill/>
        </p:spPr>
        <p:txBody>
          <a:bodyPr wrap="square" rtlCol="0">
            <a:spAutoFit/>
          </a:bodyPr>
          <a:lstStyle/>
          <a:p>
            <a:pPr algn="ctr"/>
            <a:r>
              <a:rPr lang="en-US" sz="900" dirty="0"/>
              <a:t>16</a:t>
            </a:r>
          </a:p>
        </p:txBody>
      </p:sp>
      <p:sp>
        <p:nvSpPr>
          <p:cNvPr id="30" name="TextBox 29">
            <a:extLst>
              <a:ext uri="{FF2B5EF4-FFF2-40B4-BE49-F238E27FC236}">
                <a16:creationId xmlns:a16="http://schemas.microsoft.com/office/drawing/2014/main" id="{D183EB3A-7CFC-A727-6C55-57DA211152D7}"/>
              </a:ext>
            </a:extLst>
          </p:cNvPr>
          <p:cNvSpPr txBox="1"/>
          <p:nvPr/>
        </p:nvSpPr>
        <p:spPr>
          <a:xfrm>
            <a:off x="6654802" y="2905709"/>
            <a:ext cx="570089" cy="230832"/>
          </a:xfrm>
          <a:prstGeom prst="rect">
            <a:avLst/>
          </a:prstGeom>
          <a:noFill/>
        </p:spPr>
        <p:txBody>
          <a:bodyPr wrap="square" rtlCol="0">
            <a:spAutoFit/>
          </a:bodyPr>
          <a:lstStyle/>
          <a:p>
            <a:pPr algn="ctr"/>
            <a:r>
              <a:rPr lang="en-US" sz="900" dirty="0"/>
              <a:t>61</a:t>
            </a:r>
          </a:p>
        </p:txBody>
      </p:sp>
      <p:sp>
        <p:nvSpPr>
          <p:cNvPr id="31" name="TextBox 30">
            <a:extLst>
              <a:ext uri="{FF2B5EF4-FFF2-40B4-BE49-F238E27FC236}">
                <a16:creationId xmlns:a16="http://schemas.microsoft.com/office/drawing/2014/main" id="{FB124E32-E56E-4261-ED2E-5AFC37EAFF6B}"/>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AF2EC7DB-37F7-704D-DED5-3ACF2EA24078}"/>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4C7F52A5-40A4-FF28-61D7-DFC653614B8E}"/>
              </a:ext>
            </a:extLst>
          </p:cNvPr>
          <p:cNvSpPr txBox="1"/>
          <p:nvPr/>
        </p:nvSpPr>
        <p:spPr>
          <a:xfrm>
            <a:off x="6214537"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AFA4B9BD-2CDF-2791-B312-65C54F777E77}"/>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76CEA753-6145-685C-432E-19CEFFF0BA96}"/>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50D75311-6C02-437C-ED92-B1A5B9707B08}"/>
              </a:ext>
            </a:extLst>
          </p:cNvPr>
          <p:cNvSpPr txBox="1"/>
          <p:nvPr/>
        </p:nvSpPr>
        <p:spPr>
          <a:xfrm>
            <a:off x="6714071" y="72121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B3DDB861-1FCD-DDC8-11DA-F1833241889C}"/>
              </a:ext>
            </a:extLst>
          </p:cNvPr>
          <p:cNvSpPr txBox="1"/>
          <p:nvPr/>
        </p:nvSpPr>
        <p:spPr>
          <a:xfrm>
            <a:off x="7213604" y="72121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7EC60430-81C1-4F53-E052-2CC8AAC3E17F}"/>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8A86B68C-457B-863C-0564-714EB99653B0}"/>
              </a:ext>
            </a:extLst>
          </p:cNvPr>
          <p:cNvSpPr txBox="1"/>
          <p:nvPr/>
        </p:nvSpPr>
        <p:spPr>
          <a:xfrm>
            <a:off x="6214537" y="3237891"/>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3061BE25-99D4-D394-8657-787F6E7F300D}"/>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73D447EC-F170-BE5A-AC27-6C0D57ADC08D}"/>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5" name="TextBox 34">
            <a:extLst>
              <a:ext uri="{FF2B5EF4-FFF2-40B4-BE49-F238E27FC236}">
                <a16:creationId xmlns:a16="http://schemas.microsoft.com/office/drawing/2014/main" id="{75C51CF6-8FA3-F457-94E5-E119761352E7}"/>
              </a:ext>
            </a:extLst>
          </p:cNvPr>
          <p:cNvSpPr txBox="1"/>
          <p:nvPr/>
        </p:nvSpPr>
        <p:spPr>
          <a:xfrm>
            <a:off x="7213604" y="3237891"/>
            <a:ext cx="462845" cy="584775"/>
          </a:xfrm>
          <a:prstGeom prst="rect">
            <a:avLst/>
          </a:prstGeom>
          <a:noFill/>
        </p:spPr>
        <p:txBody>
          <a:bodyPr wrap="square" rtlCol="0">
            <a:spAutoFit/>
          </a:bodyPr>
          <a:lstStyle/>
          <a:p>
            <a:pPr algn="ctr"/>
            <a:r>
              <a:rPr lang="en-US" sz="3200" dirty="0"/>
              <a:t>5</a:t>
            </a:r>
          </a:p>
        </p:txBody>
      </p:sp>
      <p:sp>
        <p:nvSpPr>
          <p:cNvPr id="22" name="TextBox 21">
            <a:extLst>
              <a:ext uri="{FF2B5EF4-FFF2-40B4-BE49-F238E27FC236}">
                <a16:creationId xmlns:a16="http://schemas.microsoft.com/office/drawing/2014/main" id="{4BA3F79D-9211-3FF2-A3D7-60DE385C56A7}"/>
              </a:ext>
            </a:extLst>
          </p:cNvPr>
          <p:cNvSpPr txBox="1"/>
          <p:nvPr/>
        </p:nvSpPr>
        <p:spPr>
          <a:xfrm>
            <a:off x="5147734" y="1402877"/>
            <a:ext cx="570089" cy="230832"/>
          </a:xfrm>
          <a:prstGeom prst="rect">
            <a:avLst/>
          </a:prstGeom>
          <a:noFill/>
        </p:spPr>
        <p:txBody>
          <a:bodyPr wrap="square" rtlCol="0">
            <a:spAutoFit/>
          </a:bodyPr>
          <a:lstStyle/>
          <a:p>
            <a:pPr algn="ctr"/>
            <a:r>
              <a:rPr lang="en-US" sz="900" dirty="0"/>
              <a:t>46789</a:t>
            </a:r>
          </a:p>
        </p:txBody>
      </p:sp>
      <p:sp>
        <p:nvSpPr>
          <p:cNvPr id="23" name="TextBox 22">
            <a:extLst>
              <a:ext uri="{FF2B5EF4-FFF2-40B4-BE49-F238E27FC236}">
                <a16:creationId xmlns:a16="http://schemas.microsoft.com/office/drawing/2014/main" id="{93BB6814-92EB-B44C-3AD9-DEB8E47338AC}"/>
              </a:ext>
            </a:extLst>
          </p:cNvPr>
          <p:cNvSpPr txBox="1"/>
          <p:nvPr/>
        </p:nvSpPr>
        <p:spPr>
          <a:xfrm>
            <a:off x="5650090" y="1402877"/>
            <a:ext cx="570089" cy="230832"/>
          </a:xfrm>
          <a:prstGeom prst="rect">
            <a:avLst/>
          </a:prstGeom>
          <a:noFill/>
        </p:spPr>
        <p:txBody>
          <a:bodyPr wrap="square" rtlCol="0">
            <a:spAutoFit/>
          </a:bodyPr>
          <a:lstStyle/>
          <a:p>
            <a:pPr algn="ctr"/>
            <a:r>
              <a:rPr lang="en-US" sz="900" dirty="0"/>
              <a:t>789</a:t>
            </a:r>
          </a:p>
        </p:txBody>
      </p:sp>
      <p:sp>
        <p:nvSpPr>
          <p:cNvPr id="36" name="TextBox 35">
            <a:extLst>
              <a:ext uri="{FF2B5EF4-FFF2-40B4-BE49-F238E27FC236}">
                <a16:creationId xmlns:a16="http://schemas.microsoft.com/office/drawing/2014/main" id="{6EE8E4F6-2F36-BE89-8404-BD3C7305D136}"/>
              </a:ext>
            </a:extLst>
          </p:cNvPr>
          <p:cNvSpPr txBox="1"/>
          <p:nvPr/>
        </p:nvSpPr>
        <p:spPr>
          <a:xfrm>
            <a:off x="5147734" y="1903821"/>
            <a:ext cx="570089" cy="230832"/>
          </a:xfrm>
          <a:prstGeom prst="rect">
            <a:avLst/>
          </a:prstGeom>
          <a:noFill/>
        </p:spPr>
        <p:txBody>
          <a:bodyPr wrap="square" rtlCol="0">
            <a:spAutoFit/>
          </a:bodyPr>
          <a:lstStyle/>
          <a:p>
            <a:pPr algn="ctr"/>
            <a:r>
              <a:rPr lang="en-US" sz="900" dirty="0"/>
              <a:t>4678</a:t>
            </a:r>
          </a:p>
        </p:txBody>
      </p:sp>
      <p:sp>
        <p:nvSpPr>
          <p:cNvPr id="37" name="TextBox 36">
            <a:extLst>
              <a:ext uri="{FF2B5EF4-FFF2-40B4-BE49-F238E27FC236}">
                <a16:creationId xmlns:a16="http://schemas.microsoft.com/office/drawing/2014/main" id="{3A845AC4-20C5-B94F-EA74-840DD8DA0E52}"/>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9FF76DA4-6465-AFFF-C0F4-89C9C3534849}"/>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9" name="TextBox 38">
            <a:extLst>
              <a:ext uri="{FF2B5EF4-FFF2-40B4-BE49-F238E27FC236}">
                <a16:creationId xmlns:a16="http://schemas.microsoft.com/office/drawing/2014/main" id="{65353BDD-4966-2D14-3CE0-C0F64443C07A}"/>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F3F7D649-2DC7-33A5-4696-BE34DC2FDAD8}"/>
              </a:ext>
            </a:extLst>
          </p:cNvPr>
          <p:cNvSpPr txBox="1"/>
          <p:nvPr/>
        </p:nvSpPr>
        <p:spPr>
          <a:xfrm>
            <a:off x="4645378" y="1402877"/>
            <a:ext cx="570089" cy="230832"/>
          </a:xfrm>
          <a:prstGeom prst="rect">
            <a:avLst/>
          </a:prstGeom>
          <a:noFill/>
        </p:spPr>
        <p:txBody>
          <a:bodyPr wrap="square" rtlCol="0">
            <a:spAutoFit/>
          </a:bodyPr>
          <a:lstStyle/>
          <a:p>
            <a:pPr algn="ctr"/>
            <a:r>
              <a:rPr lang="en-US" sz="900" dirty="0"/>
              <a:t>679</a:t>
            </a:r>
          </a:p>
        </p:txBody>
      </p:sp>
      <p:sp>
        <p:nvSpPr>
          <p:cNvPr id="19" name="TextBox 18">
            <a:extLst>
              <a:ext uri="{FF2B5EF4-FFF2-40B4-BE49-F238E27FC236}">
                <a16:creationId xmlns:a16="http://schemas.microsoft.com/office/drawing/2014/main" id="{4A3C92F4-1BD2-D930-2462-18E37B8B9E42}"/>
              </a:ext>
            </a:extLst>
          </p:cNvPr>
          <p:cNvSpPr txBox="1"/>
          <p:nvPr/>
        </p:nvSpPr>
        <p:spPr>
          <a:xfrm>
            <a:off x="4645378" y="1903821"/>
            <a:ext cx="570089" cy="230832"/>
          </a:xfrm>
          <a:prstGeom prst="rect">
            <a:avLst/>
          </a:prstGeom>
          <a:noFill/>
        </p:spPr>
        <p:txBody>
          <a:bodyPr wrap="square" rtlCol="0">
            <a:spAutoFit/>
          </a:bodyPr>
          <a:lstStyle/>
          <a:p>
            <a:pPr algn="ctr"/>
            <a:r>
              <a:rPr lang="en-US" sz="900" dirty="0"/>
              <a:t>764</a:t>
            </a:r>
          </a:p>
        </p:txBody>
      </p:sp>
      <p:sp>
        <p:nvSpPr>
          <p:cNvPr id="40" name="TextBox 39">
            <a:extLst>
              <a:ext uri="{FF2B5EF4-FFF2-40B4-BE49-F238E27FC236}">
                <a16:creationId xmlns:a16="http://schemas.microsoft.com/office/drawing/2014/main" id="{830AB225-64BD-E6D1-457E-343CD70CED31}"/>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41" name="TextBox 40">
            <a:extLst>
              <a:ext uri="{FF2B5EF4-FFF2-40B4-BE49-F238E27FC236}">
                <a16:creationId xmlns:a16="http://schemas.microsoft.com/office/drawing/2014/main" id="{CCCCC886-994A-6BBB-6148-512B32D32151}"/>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403BAC8A-CEE0-7CAD-821A-F7D7B75950E1}"/>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43" name="TextBox 42">
            <a:extLst>
              <a:ext uri="{FF2B5EF4-FFF2-40B4-BE49-F238E27FC236}">
                <a16:creationId xmlns:a16="http://schemas.microsoft.com/office/drawing/2014/main" id="{07E0DE93-988E-8390-A919-123C2C9D542B}"/>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28" name="TextBox 27">
            <a:extLst>
              <a:ext uri="{FF2B5EF4-FFF2-40B4-BE49-F238E27FC236}">
                <a16:creationId xmlns:a16="http://schemas.microsoft.com/office/drawing/2014/main" id="{C61C4E92-20EB-E8F2-4492-9CFC9F074252}"/>
              </a:ext>
            </a:extLst>
          </p:cNvPr>
          <p:cNvSpPr txBox="1"/>
          <p:nvPr/>
        </p:nvSpPr>
        <p:spPr>
          <a:xfrm>
            <a:off x="4143022" y="901933"/>
            <a:ext cx="570089" cy="230832"/>
          </a:xfrm>
          <a:prstGeom prst="rect">
            <a:avLst/>
          </a:prstGeom>
          <a:noFill/>
        </p:spPr>
        <p:txBody>
          <a:bodyPr wrap="square" rtlCol="0">
            <a:spAutoFit/>
          </a:bodyPr>
          <a:lstStyle/>
          <a:p>
            <a:pPr algn="ctr"/>
            <a:r>
              <a:rPr lang="en-US" sz="900" dirty="0"/>
              <a:t>89</a:t>
            </a:r>
          </a:p>
        </p:txBody>
      </p:sp>
      <p:sp>
        <p:nvSpPr>
          <p:cNvPr id="44" name="TextBox 43">
            <a:extLst>
              <a:ext uri="{FF2B5EF4-FFF2-40B4-BE49-F238E27FC236}">
                <a16:creationId xmlns:a16="http://schemas.microsoft.com/office/drawing/2014/main" id="{BEF5F64F-67C2-F250-5B81-A32889C654C6}"/>
              </a:ext>
            </a:extLst>
          </p:cNvPr>
          <p:cNvSpPr txBox="1"/>
          <p:nvPr/>
        </p:nvSpPr>
        <p:spPr>
          <a:xfrm>
            <a:off x="4143022" y="1402877"/>
            <a:ext cx="570089" cy="230832"/>
          </a:xfrm>
          <a:prstGeom prst="rect">
            <a:avLst/>
          </a:prstGeom>
          <a:noFill/>
        </p:spPr>
        <p:txBody>
          <a:bodyPr wrap="square" rtlCol="0">
            <a:spAutoFit/>
          </a:bodyPr>
          <a:lstStyle/>
          <a:p>
            <a:pPr algn="ctr"/>
            <a:r>
              <a:rPr lang="en-US" sz="900" dirty="0"/>
              <a:t>5789</a:t>
            </a:r>
          </a:p>
        </p:txBody>
      </p:sp>
      <p:sp>
        <p:nvSpPr>
          <p:cNvPr id="45" name="TextBox 44">
            <a:extLst>
              <a:ext uri="{FF2B5EF4-FFF2-40B4-BE49-F238E27FC236}">
                <a16:creationId xmlns:a16="http://schemas.microsoft.com/office/drawing/2014/main" id="{DB3451D4-0B37-4793-06BD-72C71DB8F7E3}"/>
              </a:ext>
            </a:extLst>
          </p:cNvPr>
          <p:cNvSpPr txBox="1"/>
          <p:nvPr/>
        </p:nvSpPr>
        <p:spPr>
          <a:xfrm>
            <a:off x="4143022" y="1903821"/>
            <a:ext cx="570089" cy="230832"/>
          </a:xfrm>
          <a:prstGeom prst="rect">
            <a:avLst/>
          </a:prstGeom>
          <a:noFill/>
        </p:spPr>
        <p:txBody>
          <a:bodyPr wrap="square" rtlCol="0">
            <a:spAutoFit/>
          </a:bodyPr>
          <a:lstStyle/>
          <a:p>
            <a:pPr algn="ctr"/>
            <a:r>
              <a:rPr lang="en-US" sz="900" dirty="0"/>
              <a:t>578</a:t>
            </a:r>
          </a:p>
        </p:txBody>
      </p:sp>
      <p:sp>
        <p:nvSpPr>
          <p:cNvPr id="46" name="TextBox 45">
            <a:extLst>
              <a:ext uri="{FF2B5EF4-FFF2-40B4-BE49-F238E27FC236}">
                <a16:creationId xmlns:a16="http://schemas.microsoft.com/office/drawing/2014/main" id="{D4150067-2F86-D16B-54DB-90C7D33D6C4E}"/>
              </a:ext>
            </a:extLst>
          </p:cNvPr>
          <p:cNvSpPr txBox="1"/>
          <p:nvPr/>
        </p:nvSpPr>
        <p:spPr>
          <a:xfrm>
            <a:off x="4143022" y="2404765"/>
            <a:ext cx="570089" cy="230832"/>
          </a:xfrm>
          <a:prstGeom prst="rect">
            <a:avLst/>
          </a:prstGeom>
          <a:noFill/>
        </p:spPr>
        <p:txBody>
          <a:bodyPr wrap="square" rtlCol="0">
            <a:spAutoFit/>
          </a:bodyPr>
          <a:lstStyle/>
          <a:p>
            <a:pPr algn="ctr"/>
            <a:r>
              <a:rPr lang="en-US" sz="900" dirty="0"/>
              <a:t>79</a:t>
            </a:r>
          </a:p>
        </p:txBody>
      </p:sp>
      <p:sp>
        <p:nvSpPr>
          <p:cNvPr id="48" name="TextBox 47">
            <a:extLst>
              <a:ext uri="{FF2B5EF4-FFF2-40B4-BE49-F238E27FC236}">
                <a16:creationId xmlns:a16="http://schemas.microsoft.com/office/drawing/2014/main" id="{2BEC9778-39B5-4761-AFCC-A69D554D9D87}"/>
              </a:ext>
            </a:extLst>
          </p:cNvPr>
          <p:cNvSpPr txBox="1"/>
          <p:nvPr/>
        </p:nvSpPr>
        <p:spPr>
          <a:xfrm>
            <a:off x="4143022" y="3406653"/>
            <a:ext cx="570089" cy="230832"/>
          </a:xfrm>
          <a:prstGeom prst="rect">
            <a:avLst/>
          </a:prstGeom>
          <a:noFill/>
        </p:spPr>
        <p:txBody>
          <a:bodyPr wrap="square" rtlCol="0">
            <a:spAutoFit/>
          </a:bodyPr>
          <a:lstStyle/>
          <a:p>
            <a:pPr algn="ctr"/>
            <a:r>
              <a:rPr lang="en-US" sz="900" dirty="0"/>
              <a:t>146</a:t>
            </a:r>
          </a:p>
        </p:txBody>
      </p:sp>
      <p:sp>
        <p:nvSpPr>
          <p:cNvPr id="49" name="TextBox 48">
            <a:extLst>
              <a:ext uri="{FF2B5EF4-FFF2-40B4-BE49-F238E27FC236}">
                <a16:creationId xmlns:a16="http://schemas.microsoft.com/office/drawing/2014/main" id="{41A99C75-2C57-103C-BB3D-D5A8A89254A2}"/>
              </a:ext>
            </a:extLst>
          </p:cNvPr>
          <p:cNvSpPr txBox="1"/>
          <p:nvPr/>
        </p:nvSpPr>
        <p:spPr>
          <a:xfrm>
            <a:off x="4143022" y="3907597"/>
            <a:ext cx="570089" cy="230832"/>
          </a:xfrm>
          <a:prstGeom prst="rect">
            <a:avLst/>
          </a:prstGeom>
          <a:noFill/>
        </p:spPr>
        <p:txBody>
          <a:bodyPr wrap="square" rtlCol="0">
            <a:spAutoFit/>
          </a:bodyPr>
          <a:lstStyle/>
          <a:p>
            <a:pPr algn="ctr"/>
            <a:r>
              <a:rPr lang="en-US" sz="900" dirty="0"/>
              <a:t>12346</a:t>
            </a:r>
          </a:p>
        </p:txBody>
      </p:sp>
      <p:sp>
        <p:nvSpPr>
          <p:cNvPr id="50" name="TextBox 49">
            <a:extLst>
              <a:ext uri="{FF2B5EF4-FFF2-40B4-BE49-F238E27FC236}">
                <a16:creationId xmlns:a16="http://schemas.microsoft.com/office/drawing/2014/main" id="{F2CD42D9-95E1-9294-FEB0-43EA2B6ECD2C}"/>
              </a:ext>
            </a:extLst>
          </p:cNvPr>
          <p:cNvSpPr txBox="1"/>
          <p:nvPr/>
        </p:nvSpPr>
        <p:spPr>
          <a:xfrm>
            <a:off x="4143022" y="4408541"/>
            <a:ext cx="570089" cy="230832"/>
          </a:xfrm>
          <a:prstGeom prst="rect">
            <a:avLst/>
          </a:prstGeom>
          <a:noFill/>
        </p:spPr>
        <p:txBody>
          <a:bodyPr wrap="square" rtlCol="0">
            <a:spAutoFit/>
          </a:bodyPr>
          <a:lstStyle/>
          <a:p>
            <a:pPr algn="ctr"/>
            <a:r>
              <a:rPr lang="en-US" sz="900" dirty="0"/>
              <a:t>12346</a:t>
            </a:r>
          </a:p>
        </p:txBody>
      </p:sp>
      <p:sp>
        <p:nvSpPr>
          <p:cNvPr id="51" name="TextBox 50">
            <a:extLst>
              <a:ext uri="{FF2B5EF4-FFF2-40B4-BE49-F238E27FC236}">
                <a16:creationId xmlns:a16="http://schemas.microsoft.com/office/drawing/2014/main" id="{DAC2974A-4EE0-6AAC-2FFE-3B6DD8B87893}"/>
              </a:ext>
            </a:extLst>
          </p:cNvPr>
          <p:cNvSpPr txBox="1"/>
          <p:nvPr/>
        </p:nvSpPr>
        <p:spPr>
          <a:xfrm>
            <a:off x="4143022" y="4909484"/>
            <a:ext cx="570089" cy="230832"/>
          </a:xfrm>
          <a:prstGeom prst="rect">
            <a:avLst/>
          </a:prstGeom>
          <a:noFill/>
        </p:spPr>
        <p:txBody>
          <a:bodyPr wrap="square" rtlCol="0">
            <a:spAutoFit/>
          </a:bodyPr>
          <a:lstStyle/>
          <a:p>
            <a:pPr algn="ctr"/>
            <a:r>
              <a:rPr lang="en-US" sz="900" dirty="0"/>
              <a:t>12346</a:t>
            </a:r>
          </a:p>
        </p:txBody>
      </p:sp>
      <p:sp>
        <p:nvSpPr>
          <p:cNvPr id="52" name="TextBox 51">
            <a:extLst>
              <a:ext uri="{FF2B5EF4-FFF2-40B4-BE49-F238E27FC236}">
                <a16:creationId xmlns:a16="http://schemas.microsoft.com/office/drawing/2014/main" id="{77552E95-ECB9-B09B-FB67-E9C16B8CFDB8}"/>
              </a:ext>
            </a:extLst>
          </p:cNvPr>
          <p:cNvSpPr txBox="1"/>
          <p:nvPr/>
        </p:nvSpPr>
        <p:spPr>
          <a:xfrm>
            <a:off x="4645378" y="2905709"/>
            <a:ext cx="570089" cy="230832"/>
          </a:xfrm>
          <a:prstGeom prst="rect">
            <a:avLst/>
          </a:prstGeom>
          <a:noFill/>
        </p:spPr>
        <p:txBody>
          <a:bodyPr wrap="square" rtlCol="0">
            <a:spAutoFit/>
          </a:bodyPr>
          <a:lstStyle/>
          <a:p>
            <a:pPr algn="ctr"/>
            <a:r>
              <a:rPr lang="en-US" sz="900" dirty="0"/>
              <a:t>97</a:t>
            </a:r>
          </a:p>
        </p:txBody>
      </p:sp>
      <p:sp>
        <p:nvSpPr>
          <p:cNvPr id="53" name="TextBox 52">
            <a:extLst>
              <a:ext uri="{FF2B5EF4-FFF2-40B4-BE49-F238E27FC236}">
                <a16:creationId xmlns:a16="http://schemas.microsoft.com/office/drawing/2014/main" id="{42560D4C-29B4-D097-BCB9-AD7136C30E3D}"/>
              </a:ext>
            </a:extLst>
          </p:cNvPr>
          <p:cNvSpPr txBox="1"/>
          <p:nvPr/>
        </p:nvSpPr>
        <p:spPr>
          <a:xfrm>
            <a:off x="5147734" y="2905709"/>
            <a:ext cx="570089" cy="230832"/>
          </a:xfrm>
          <a:prstGeom prst="rect">
            <a:avLst/>
          </a:prstGeom>
          <a:noFill/>
        </p:spPr>
        <p:txBody>
          <a:bodyPr wrap="square" rtlCol="0">
            <a:spAutoFit/>
          </a:bodyPr>
          <a:lstStyle/>
          <a:p>
            <a:pPr algn="ctr"/>
            <a:r>
              <a:rPr lang="en-US" sz="900" dirty="0"/>
              <a:t>79</a:t>
            </a:r>
          </a:p>
        </p:txBody>
      </p:sp>
      <p:sp>
        <p:nvSpPr>
          <p:cNvPr id="54" name="TextBox 53">
            <a:extLst>
              <a:ext uri="{FF2B5EF4-FFF2-40B4-BE49-F238E27FC236}">
                <a16:creationId xmlns:a16="http://schemas.microsoft.com/office/drawing/2014/main" id="{7E8800F3-7152-5854-D007-E181502657DE}"/>
              </a:ext>
            </a:extLst>
          </p:cNvPr>
          <p:cNvSpPr txBox="1"/>
          <p:nvPr/>
        </p:nvSpPr>
        <p:spPr>
          <a:xfrm>
            <a:off x="4645378" y="3406653"/>
            <a:ext cx="570089" cy="230832"/>
          </a:xfrm>
          <a:prstGeom prst="rect">
            <a:avLst/>
          </a:prstGeom>
          <a:noFill/>
        </p:spPr>
        <p:txBody>
          <a:bodyPr wrap="square" rtlCol="0">
            <a:spAutoFit/>
          </a:bodyPr>
          <a:lstStyle/>
          <a:p>
            <a:pPr algn="ctr"/>
            <a:r>
              <a:rPr lang="en-US" sz="900" dirty="0"/>
              <a:t>28</a:t>
            </a:r>
          </a:p>
        </p:txBody>
      </p:sp>
      <p:sp>
        <p:nvSpPr>
          <p:cNvPr id="55" name="TextBox 54">
            <a:extLst>
              <a:ext uri="{FF2B5EF4-FFF2-40B4-BE49-F238E27FC236}">
                <a16:creationId xmlns:a16="http://schemas.microsoft.com/office/drawing/2014/main" id="{6EAE3801-2835-0085-EFA6-29A6E9C82727}"/>
              </a:ext>
            </a:extLst>
          </p:cNvPr>
          <p:cNvSpPr txBox="1"/>
          <p:nvPr/>
        </p:nvSpPr>
        <p:spPr>
          <a:xfrm>
            <a:off x="5147734" y="3406653"/>
            <a:ext cx="570089" cy="230832"/>
          </a:xfrm>
          <a:prstGeom prst="rect">
            <a:avLst/>
          </a:prstGeom>
          <a:noFill/>
        </p:spPr>
        <p:txBody>
          <a:bodyPr wrap="square" rtlCol="0">
            <a:spAutoFit/>
          </a:bodyPr>
          <a:lstStyle/>
          <a:p>
            <a:pPr algn="ctr"/>
            <a:r>
              <a:rPr lang="en-US" sz="900" dirty="0"/>
              <a:t>82</a:t>
            </a:r>
          </a:p>
        </p:txBody>
      </p:sp>
      <p:sp>
        <p:nvSpPr>
          <p:cNvPr id="56" name="TextBox 55">
            <a:extLst>
              <a:ext uri="{FF2B5EF4-FFF2-40B4-BE49-F238E27FC236}">
                <a16:creationId xmlns:a16="http://schemas.microsoft.com/office/drawing/2014/main" id="{F091EB50-80C5-325F-F179-85506AB43360}"/>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18060359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6C2A9-BAA4-CC0B-D0FA-4B94EEE713D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7593D25-22F2-176A-C34A-8406702393FD}"/>
              </a:ext>
            </a:extLst>
          </p:cNvPr>
          <p:cNvSpPr>
            <a:spLocks noGrp="1"/>
          </p:cNvSpPr>
          <p:nvPr>
            <p:ph sz="half" idx="1"/>
          </p:nvPr>
        </p:nvSpPr>
        <p:spPr/>
        <p:txBody>
          <a:bodyPr/>
          <a:lstStyle/>
          <a:p>
            <a:r>
              <a:rPr lang="en-US" dirty="0"/>
              <a:t>In the upper left block, the 1 must be in the [8 in 2].</a:t>
            </a:r>
          </a:p>
        </p:txBody>
      </p:sp>
      <p:pic>
        <p:nvPicPr>
          <p:cNvPr id="4" name="Picture 3" descr="A grid of sudoku puzzle&#10;&#10;Description automatically generated">
            <a:extLst>
              <a:ext uri="{FF2B5EF4-FFF2-40B4-BE49-F238E27FC236}">
                <a16:creationId xmlns:a16="http://schemas.microsoft.com/office/drawing/2014/main" id="{EE413952-0AE8-1ACF-196C-1787DBC5F16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A549421-FFFE-4C3C-F3AD-1F2DC326E16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45AD936-1859-83B1-AEE5-6523C0DFD2D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CEF3F2C-37A6-2382-77D3-8A1B9A67891A}"/>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B985F035-E18E-2E05-2475-7885F08BB8BB}"/>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38464779-B5F8-EAFF-D7FA-661D58396BEA}"/>
              </a:ext>
            </a:extLst>
          </p:cNvPr>
          <p:cNvSpPr txBox="1"/>
          <p:nvPr/>
        </p:nvSpPr>
        <p:spPr>
          <a:xfrm>
            <a:off x="6152446" y="901933"/>
            <a:ext cx="570089" cy="230832"/>
          </a:xfrm>
          <a:prstGeom prst="rect">
            <a:avLst/>
          </a:prstGeom>
          <a:noFill/>
        </p:spPr>
        <p:txBody>
          <a:bodyPr wrap="square" rtlCol="0">
            <a:spAutoFit/>
          </a:bodyPr>
          <a:lstStyle/>
          <a:p>
            <a:pPr algn="ctr"/>
            <a:r>
              <a:rPr lang="en-US" sz="900" dirty="0"/>
              <a:t>68</a:t>
            </a:r>
          </a:p>
        </p:txBody>
      </p:sp>
      <p:sp>
        <p:nvSpPr>
          <p:cNvPr id="12" name="TextBox 11">
            <a:extLst>
              <a:ext uri="{FF2B5EF4-FFF2-40B4-BE49-F238E27FC236}">
                <a16:creationId xmlns:a16="http://schemas.microsoft.com/office/drawing/2014/main" id="{53E3F7FD-1A2B-A807-AB11-C1439446C0B4}"/>
              </a:ext>
            </a:extLst>
          </p:cNvPr>
          <p:cNvSpPr txBox="1"/>
          <p:nvPr/>
        </p:nvSpPr>
        <p:spPr>
          <a:xfrm>
            <a:off x="6152446" y="1402877"/>
            <a:ext cx="570089" cy="230832"/>
          </a:xfrm>
          <a:prstGeom prst="rect">
            <a:avLst/>
          </a:prstGeom>
          <a:noFill/>
        </p:spPr>
        <p:txBody>
          <a:bodyPr wrap="square" rtlCol="0">
            <a:spAutoFit/>
          </a:bodyPr>
          <a:lstStyle/>
          <a:p>
            <a:pPr algn="ctr"/>
            <a:r>
              <a:rPr lang="en-US" sz="900" dirty="0"/>
              <a:t>3568</a:t>
            </a:r>
          </a:p>
        </p:txBody>
      </p:sp>
      <p:sp>
        <p:nvSpPr>
          <p:cNvPr id="13" name="TextBox 12">
            <a:extLst>
              <a:ext uri="{FF2B5EF4-FFF2-40B4-BE49-F238E27FC236}">
                <a16:creationId xmlns:a16="http://schemas.microsoft.com/office/drawing/2014/main" id="{2B0395A6-CD09-6587-AE2E-F14A0E67B00D}"/>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3456</a:t>
            </a:r>
          </a:p>
        </p:txBody>
      </p:sp>
      <p:sp>
        <p:nvSpPr>
          <p:cNvPr id="14" name="TextBox 13">
            <a:extLst>
              <a:ext uri="{FF2B5EF4-FFF2-40B4-BE49-F238E27FC236}">
                <a16:creationId xmlns:a16="http://schemas.microsoft.com/office/drawing/2014/main" id="{1DA7FF1A-8FC1-221D-836B-6885948126BF}"/>
              </a:ext>
            </a:extLst>
          </p:cNvPr>
          <p:cNvSpPr txBox="1"/>
          <p:nvPr/>
        </p:nvSpPr>
        <p:spPr>
          <a:xfrm>
            <a:off x="6654802" y="1903821"/>
            <a:ext cx="570089" cy="230832"/>
          </a:xfrm>
          <a:prstGeom prst="rect">
            <a:avLst/>
          </a:prstGeom>
          <a:noFill/>
        </p:spPr>
        <p:txBody>
          <a:bodyPr wrap="square" rtlCol="0">
            <a:spAutoFit/>
          </a:bodyPr>
          <a:lstStyle/>
          <a:p>
            <a:pPr algn="ctr"/>
            <a:r>
              <a:rPr lang="en-US" sz="900" dirty="0"/>
              <a:t>3456</a:t>
            </a:r>
          </a:p>
        </p:txBody>
      </p:sp>
      <p:sp>
        <p:nvSpPr>
          <p:cNvPr id="15" name="TextBox 14">
            <a:extLst>
              <a:ext uri="{FF2B5EF4-FFF2-40B4-BE49-F238E27FC236}">
                <a16:creationId xmlns:a16="http://schemas.microsoft.com/office/drawing/2014/main" id="{6BB55FA1-965B-8318-4F41-838604F824C5}"/>
              </a:ext>
            </a:extLst>
          </p:cNvPr>
          <p:cNvSpPr txBox="1"/>
          <p:nvPr/>
        </p:nvSpPr>
        <p:spPr>
          <a:xfrm>
            <a:off x="7157158" y="1903821"/>
            <a:ext cx="570089" cy="230832"/>
          </a:xfrm>
          <a:prstGeom prst="rect">
            <a:avLst/>
          </a:prstGeom>
          <a:noFill/>
        </p:spPr>
        <p:txBody>
          <a:bodyPr wrap="square" rtlCol="0">
            <a:spAutoFit/>
          </a:bodyPr>
          <a:lstStyle/>
          <a:p>
            <a:pPr algn="ctr"/>
            <a:r>
              <a:rPr lang="en-US" sz="900" dirty="0"/>
              <a:t>468</a:t>
            </a:r>
          </a:p>
        </p:txBody>
      </p:sp>
      <p:sp>
        <p:nvSpPr>
          <p:cNvPr id="20" name="TextBox 19">
            <a:extLst>
              <a:ext uri="{FF2B5EF4-FFF2-40B4-BE49-F238E27FC236}">
                <a16:creationId xmlns:a16="http://schemas.microsoft.com/office/drawing/2014/main" id="{7D327D19-53FA-7207-5F7C-4EA990CFF9EF}"/>
              </a:ext>
            </a:extLst>
          </p:cNvPr>
          <p:cNvSpPr txBox="1"/>
          <p:nvPr/>
        </p:nvSpPr>
        <p:spPr>
          <a:xfrm>
            <a:off x="3640666" y="1903821"/>
            <a:ext cx="570089" cy="230832"/>
          </a:xfrm>
          <a:prstGeom prst="rect">
            <a:avLst/>
          </a:prstGeom>
          <a:noFill/>
        </p:spPr>
        <p:txBody>
          <a:bodyPr wrap="square" rtlCol="0">
            <a:spAutoFit/>
          </a:bodyPr>
          <a:lstStyle/>
          <a:p>
            <a:pPr algn="ctr"/>
            <a:r>
              <a:rPr lang="en-US" sz="900" dirty="0"/>
              <a:t>71</a:t>
            </a:r>
          </a:p>
        </p:txBody>
      </p:sp>
      <p:sp>
        <p:nvSpPr>
          <p:cNvPr id="21" name="TextBox 20">
            <a:extLst>
              <a:ext uri="{FF2B5EF4-FFF2-40B4-BE49-F238E27FC236}">
                <a16:creationId xmlns:a16="http://schemas.microsoft.com/office/drawing/2014/main" id="{48164E3C-EFFB-3AA9-8B60-B89E03690844}"/>
              </a:ext>
            </a:extLst>
          </p:cNvPr>
          <p:cNvSpPr txBox="1"/>
          <p:nvPr/>
        </p:nvSpPr>
        <p:spPr>
          <a:xfrm>
            <a:off x="3138310" y="1903821"/>
            <a:ext cx="570089" cy="230832"/>
          </a:xfrm>
          <a:prstGeom prst="rect">
            <a:avLst/>
          </a:prstGeom>
          <a:noFill/>
        </p:spPr>
        <p:txBody>
          <a:bodyPr wrap="square" rtlCol="0">
            <a:spAutoFit/>
          </a:bodyPr>
          <a:lstStyle/>
          <a:p>
            <a:pPr algn="ctr"/>
            <a:r>
              <a:rPr lang="en-US" sz="900" dirty="0"/>
              <a:t>17</a:t>
            </a:r>
          </a:p>
        </p:txBody>
      </p:sp>
      <p:sp>
        <p:nvSpPr>
          <p:cNvPr id="24" name="TextBox 23">
            <a:extLst>
              <a:ext uri="{FF2B5EF4-FFF2-40B4-BE49-F238E27FC236}">
                <a16:creationId xmlns:a16="http://schemas.microsoft.com/office/drawing/2014/main" id="{78C01C7F-FE38-F7FB-934F-D62D795CEC38}"/>
              </a:ext>
            </a:extLst>
          </p:cNvPr>
          <p:cNvSpPr txBox="1"/>
          <p:nvPr/>
        </p:nvSpPr>
        <p:spPr>
          <a:xfrm>
            <a:off x="6152446" y="4408541"/>
            <a:ext cx="570089" cy="230832"/>
          </a:xfrm>
          <a:prstGeom prst="rect">
            <a:avLst/>
          </a:prstGeom>
          <a:noFill/>
        </p:spPr>
        <p:txBody>
          <a:bodyPr wrap="square" rtlCol="0">
            <a:spAutoFit/>
          </a:bodyPr>
          <a:lstStyle/>
          <a:p>
            <a:pPr algn="ctr"/>
            <a:r>
              <a:rPr lang="en-US" sz="900" dirty="0"/>
              <a:t>2356</a:t>
            </a:r>
          </a:p>
        </p:txBody>
      </p:sp>
      <p:sp>
        <p:nvSpPr>
          <p:cNvPr id="25" name="TextBox 24">
            <a:extLst>
              <a:ext uri="{FF2B5EF4-FFF2-40B4-BE49-F238E27FC236}">
                <a16:creationId xmlns:a16="http://schemas.microsoft.com/office/drawing/2014/main" id="{2EA06BE2-9CCB-3557-AC11-96E50B7B824E}"/>
              </a:ext>
            </a:extLst>
          </p:cNvPr>
          <p:cNvSpPr txBox="1"/>
          <p:nvPr/>
        </p:nvSpPr>
        <p:spPr>
          <a:xfrm>
            <a:off x="6152446" y="4909484"/>
            <a:ext cx="570089" cy="230832"/>
          </a:xfrm>
          <a:prstGeom prst="rect">
            <a:avLst/>
          </a:prstGeom>
          <a:noFill/>
        </p:spPr>
        <p:txBody>
          <a:bodyPr wrap="square" rtlCol="0">
            <a:spAutoFit/>
          </a:bodyPr>
          <a:lstStyle/>
          <a:p>
            <a:pPr algn="ctr"/>
            <a:r>
              <a:rPr lang="en-US" sz="900" dirty="0"/>
              <a:t>6532</a:t>
            </a:r>
          </a:p>
        </p:txBody>
      </p:sp>
      <p:sp>
        <p:nvSpPr>
          <p:cNvPr id="29" name="TextBox 28">
            <a:extLst>
              <a:ext uri="{FF2B5EF4-FFF2-40B4-BE49-F238E27FC236}">
                <a16:creationId xmlns:a16="http://schemas.microsoft.com/office/drawing/2014/main" id="{04A88BA7-A781-227D-03DC-EDEEE5E1AAB8}"/>
              </a:ext>
            </a:extLst>
          </p:cNvPr>
          <p:cNvSpPr txBox="1"/>
          <p:nvPr/>
        </p:nvSpPr>
        <p:spPr>
          <a:xfrm>
            <a:off x="6152446" y="2905709"/>
            <a:ext cx="570089" cy="230832"/>
          </a:xfrm>
          <a:prstGeom prst="rect">
            <a:avLst/>
          </a:prstGeom>
          <a:noFill/>
        </p:spPr>
        <p:txBody>
          <a:bodyPr wrap="square" rtlCol="0">
            <a:spAutoFit/>
          </a:bodyPr>
          <a:lstStyle/>
          <a:p>
            <a:pPr algn="ctr"/>
            <a:r>
              <a:rPr lang="en-US" sz="900" dirty="0"/>
              <a:t>16</a:t>
            </a:r>
          </a:p>
        </p:txBody>
      </p:sp>
      <p:sp>
        <p:nvSpPr>
          <p:cNvPr id="30" name="TextBox 29">
            <a:extLst>
              <a:ext uri="{FF2B5EF4-FFF2-40B4-BE49-F238E27FC236}">
                <a16:creationId xmlns:a16="http://schemas.microsoft.com/office/drawing/2014/main" id="{FC53EACD-F959-BA3D-A30D-E87235E84AF8}"/>
              </a:ext>
            </a:extLst>
          </p:cNvPr>
          <p:cNvSpPr txBox="1"/>
          <p:nvPr/>
        </p:nvSpPr>
        <p:spPr>
          <a:xfrm>
            <a:off x="6654802" y="2905709"/>
            <a:ext cx="570089" cy="230832"/>
          </a:xfrm>
          <a:prstGeom prst="rect">
            <a:avLst/>
          </a:prstGeom>
          <a:noFill/>
        </p:spPr>
        <p:txBody>
          <a:bodyPr wrap="square" rtlCol="0">
            <a:spAutoFit/>
          </a:bodyPr>
          <a:lstStyle/>
          <a:p>
            <a:pPr algn="ctr"/>
            <a:r>
              <a:rPr lang="en-US" sz="900" dirty="0"/>
              <a:t>61</a:t>
            </a:r>
          </a:p>
        </p:txBody>
      </p:sp>
      <p:sp>
        <p:nvSpPr>
          <p:cNvPr id="31" name="TextBox 30">
            <a:extLst>
              <a:ext uri="{FF2B5EF4-FFF2-40B4-BE49-F238E27FC236}">
                <a16:creationId xmlns:a16="http://schemas.microsoft.com/office/drawing/2014/main" id="{6024624C-2799-BE4E-DE0A-D45E9627ED86}"/>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A92B3DB3-C99D-E570-E6DF-98C507D380F4}"/>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5B8B116E-01AC-5B10-3EDD-6FC4ECB9BF6F}"/>
              </a:ext>
            </a:extLst>
          </p:cNvPr>
          <p:cNvSpPr txBox="1"/>
          <p:nvPr/>
        </p:nvSpPr>
        <p:spPr>
          <a:xfrm>
            <a:off x="6214537"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E9D0B724-1EEB-5FBC-0994-BB2EDA7F0743}"/>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8A480544-B1B5-9EE6-2ED7-DF4DC80C2394}"/>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ACCD1CE9-F6FE-A1DA-A9CF-6FA8BE1BCD77}"/>
              </a:ext>
            </a:extLst>
          </p:cNvPr>
          <p:cNvSpPr txBox="1"/>
          <p:nvPr/>
        </p:nvSpPr>
        <p:spPr>
          <a:xfrm>
            <a:off x="6714071" y="72121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429C8FEC-4F69-0503-5803-7CB9527987D6}"/>
              </a:ext>
            </a:extLst>
          </p:cNvPr>
          <p:cNvSpPr txBox="1"/>
          <p:nvPr/>
        </p:nvSpPr>
        <p:spPr>
          <a:xfrm>
            <a:off x="7213604" y="72121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49A25077-2CAD-1913-4D52-B523D61C9C03}"/>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6D33EAD4-034C-5E50-B87B-5F2789BBDE6F}"/>
              </a:ext>
            </a:extLst>
          </p:cNvPr>
          <p:cNvSpPr txBox="1"/>
          <p:nvPr/>
        </p:nvSpPr>
        <p:spPr>
          <a:xfrm>
            <a:off x="6214537" y="3237891"/>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339B102A-6BAF-FDEC-EBF4-12C2BED9349F}"/>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8EDEA8A6-8256-CBE7-C495-F07116FB708C}"/>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5" name="TextBox 34">
            <a:extLst>
              <a:ext uri="{FF2B5EF4-FFF2-40B4-BE49-F238E27FC236}">
                <a16:creationId xmlns:a16="http://schemas.microsoft.com/office/drawing/2014/main" id="{6A2BF2C8-ED05-6A10-57CF-C2FB4971F87D}"/>
              </a:ext>
            </a:extLst>
          </p:cNvPr>
          <p:cNvSpPr txBox="1"/>
          <p:nvPr/>
        </p:nvSpPr>
        <p:spPr>
          <a:xfrm>
            <a:off x="7213604" y="3237891"/>
            <a:ext cx="462845" cy="584775"/>
          </a:xfrm>
          <a:prstGeom prst="rect">
            <a:avLst/>
          </a:prstGeom>
          <a:noFill/>
        </p:spPr>
        <p:txBody>
          <a:bodyPr wrap="square" rtlCol="0">
            <a:spAutoFit/>
          </a:bodyPr>
          <a:lstStyle/>
          <a:p>
            <a:pPr algn="ctr"/>
            <a:r>
              <a:rPr lang="en-US" sz="3200" dirty="0"/>
              <a:t>5</a:t>
            </a:r>
          </a:p>
        </p:txBody>
      </p:sp>
      <p:sp>
        <p:nvSpPr>
          <p:cNvPr id="22" name="TextBox 21">
            <a:extLst>
              <a:ext uri="{FF2B5EF4-FFF2-40B4-BE49-F238E27FC236}">
                <a16:creationId xmlns:a16="http://schemas.microsoft.com/office/drawing/2014/main" id="{8EAF682C-955F-98CF-E787-69A9C0008AF2}"/>
              </a:ext>
            </a:extLst>
          </p:cNvPr>
          <p:cNvSpPr txBox="1"/>
          <p:nvPr/>
        </p:nvSpPr>
        <p:spPr>
          <a:xfrm>
            <a:off x="5147734" y="1402877"/>
            <a:ext cx="570089" cy="230832"/>
          </a:xfrm>
          <a:prstGeom prst="rect">
            <a:avLst/>
          </a:prstGeom>
          <a:noFill/>
        </p:spPr>
        <p:txBody>
          <a:bodyPr wrap="square" rtlCol="0">
            <a:spAutoFit/>
          </a:bodyPr>
          <a:lstStyle/>
          <a:p>
            <a:pPr algn="ctr"/>
            <a:r>
              <a:rPr lang="en-US" sz="900" dirty="0"/>
              <a:t>46789</a:t>
            </a:r>
          </a:p>
        </p:txBody>
      </p:sp>
      <p:sp>
        <p:nvSpPr>
          <p:cNvPr id="23" name="TextBox 22">
            <a:extLst>
              <a:ext uri="{FF2B5EF4-FFF2-40B4-BE49-F238E27FC236}">
                <a16:creationId xmlns:a16="http://schemas.microsoft.com/office/drawing/2014/main" id="{7A64D816-8DD0-94FB-9B41-254A3D30D5D5}"/>
              </a:ext>
            </a:extLst>
          </p:cNvPr>
          <p:cNvSpPr txBox="1"/>
          <p:nvPr/>
        </p:nvSpPr>
        <p:spPr>
          <a:xfrm>
            <a:off x="5650090" y="1402877"/>
            <a:ext cx="570089" cy="230832"/>
          </a:xfrm>
          <a:prstGeom prst="rect">
            <a:avLst/>
          </a:prstGeom>
          <a:noFill/>
        </p:spPr>
        <p:txBody>
          <a:bodyPr wrap="square" rtlCol="0">
            <a:spAutoFit/>
          </a:bodyPr>
          <a:lstStyle/>
          <a:p>
            <a:pPr algn="ctr"/>
            <a:r>
              <a:rPr lang="en-US" sz="900" dirty="0"/>
              <a:t>789</a:t>
            </a:r>
          </a:p>
        </p:txBody>
      </p:sp>
      <p:sp>
        <p:nvSpPr>
          <p:cNvPr id="36" name="TextBox 35">
            <a:extLst>
              <a:ext uri="{FF2B5EF4-FFF2-40B4-BE49-F238E27FC236}">
                <a16:creationId xmlns:a16="http://schemas.microsoft.com/office/drawing/2014/main" id="{A831D932-C040-9AD6-C50A-222E71F47327}"/>
              </a:ext>
            </a:extLst>
          </p:cNvPr>
          <p:cNvSpPr txBox="1"/>
          <p:nvPr/>
        </p:nvSpPr>
        <p:spPr>
          <a:xfrm>
            <a:off x="5147734" y="1903821"/>
            <a:ext cx="570089" cy="230832"/>
          </a:xfrm>
          <a:prstGeom prst="rect">
            <a:avLst/>
          </a:prstGeom>
          <a:noFill/>
        </p:spPr>
        <p:txBody>
          <a:bodyPr wrap="square" rtlCol="0">
            <a:spAutoFit/>
          </a:bodyPr>
          <a:lstStyle/>
          <a:p>
            <a:pPr algn="ctr"/>
            <a:r>
              <a:rPr lang="en-US" sz="900" dirty="0"/>
              <a:t>4678</a:t>
            </a:r>
          </a:p>
        </p:txBody>
      </p:sp>
      <p:sp>
        <p:nvSpPr>
          <p:cNvPr id="37" name="TextBox 36">
            <a:extLst>
              <a:ext uri="{FF2B5EF4-FFF2-40B4-BE49-F238E27FC236}">
                <a16:creationId xmlns:a16="http://schemas.microsoft.com/office/drawing/2014/main" id="{56DC848F-ADE6-E0DC-C8DE-1684B2C67089}"/>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C8175251-80D9-84CA-6A2B-29720BB9CA45}"/>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9" name="TextBox 38">
            <a:extLst>
              <a:ext uri="{FF2B5EF4-FFF2-40B4-BE49-F238E27FC236}">
                <a16:creationId xmlns:a16="http://schemas.microsoft.com/office/drawing/2014/main" id="{4E52B375-B16B-98DD-3678-9ED72C9C1A7E}"/>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8DCB3677-947A-423C-91CA-EAF1533011C5}"/>
              </a:ext>
            </a:extLst>
          </p:cNvPr>
          <p:cNvSpPr txBox="1"/>
          <p:nvPr/>
        </p:nvSpPr>
        <p:spPr>
          <a:xfrm>
            <a:off x="4645378" y="1402877"/>
            <a:ext cx="570089" cy="230832"/>
          </a:xfrm>
          <a:prstGeom prst="rect">
            <a:avLst/>
          </a:prstGeom>
          <a:noFill/>
        </p:spPr>
        <p:txBody>
          <a:bodyPr wrap="square" rtlCol="0">
            <a:spAutoFit/>
          </a:bodyPr>
          <a:lstStyle/>
          <a:p>
            <a:pPr algn="ctr"/>
            <a:r>
              <a:rPr lang="en-US" sz="900" dirty="0"/>
              <a:t>679</a:t>
            </a:r>
          </a:p>
        </p:txBody>
      </p:sp>
      <p:sp>
        <p:nvSpPr>
          <p:cNvPr id="19" name="TextBox 18">
            <a:extLst>
              <a:ext uri="{FF2B5EF4-FFF2-40B4-BE49-F238E27FC236}">
                <a16:creationId xmlns:a16="http://schemas.microsoft.com/office/drawing/2014/main" id="{B57A5883-7E8F-FA7F-CBC2-CDCC9E1367B9}"/>
              </a:ext>
            </a:extLst>
          </p:cNvPr>
          <p:cNvSpPr txBox="1"/>
          <p:nvPr/>
        </p:nvSpPr>
        <p:spPr>
          <a:xfrm>
            <a:off x="4645378" y="1903821"/>
            <a:ext cx="570089" cy="230832"/>
          </a:xfrm>
          <a:prstGeom prst="rect">
            <a:avLst/>
          </a:prstGeom>
          <a:noFill/>
        </p:spPr>
        <p:txBody>
          <a:bodyPr wrap="square" rtlCol="0">
            <a:spAutoFit/>
          </a:bodyPr>
          <a:lstStyle/>
          <a:p>
            <a:pPr algn="ctr"/>
            <a:r>
              <a:rPr lang="en-US" sz="900" dirty="0"/>
              <a:t>764</a:t>
            </a:r>
          </a:p>
        </p:txBody>
      </p:sp>
      <p:sp>
        <p:nvSpPr>
          <p:cNvPr id="40" name="TextBox 39">
            <a:extLst>
              <a:ext uri="{FF2B5EF4-FFF2-40B4-BE49-F238E27FC236}">
                <a16:creationId xmlns:a16="http://schemas.microsoft.com/office/drawing/2014/main" id="{81DBE74A-5A45-8E78-2B9E-81ECA08C07A9}"/>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41" name="TextBox 40">
            <a:extLst>
              <a:ext uri="{FF2B5EF4-FFF2-40B4-BE49-F238E27FC236}">
                <a16:creationId xmlns:a16="http://schemas.microsoft.com/office/drawing/2014/main" id="{70EED010-4A42-F9D6-90D4-7E754D4D5F2D}"/>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600BFACA-4DD4-BE05-C24C-D9ACA473FE4A}"/>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43" name="TextBox 42">
            <a:extLst>
              <a:ext uri="{FF2B5EF4-FFF2-40B4-BE49-F238E27FC236}">
                <a16:creationId xmlns:a16="http://schemas.microsoft.com/office/drawing/2014/main" id="{B382EB91-5A79-EAFB-DAD7-1D2169C3362D}"/>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28" name="TextBox 27">
            <a:extLst>
              <a:ext uri="{FF2B5EF4-FFF2-40B4-BE49-F238E27FC236}">
                <a16:creationId xmlns:a16="http://schemas.microsoft.com/office/drawing/2014/main" id="{152786B8-0003-08FB-4D2B-71B72B059A5E}"/>
              </a:ext>
            </a:extLst>
          </p:cNvPr>
          <p:cNvSpPr txBox="1"/>
          <p:nvPr/>
        </p:nvSpPr>
        <p:spPr>
          <a:xfrm>
            <a:off x="4143022" y="901933"/>
            <a:ext cx="570089" cy="230832"/>
          </a:xfrm>
          <a:prstGeom prst="rect">
            <a:avLst/>
          </a:prstGeom>
          <a:noFill/>
        </p:spPr>
        <p:txBody>
          <a:bodyPr wrap="square" rtlCol="0">
            <a:spAutoFit/>
          </a:bodyPr>
          <a:lstStyle/>
          <a:p>
            <a:pPr algn="ctr"/>
            <a:r>
              <a:rPr lang="en-US" sz="900" dirty="0"/>
              <a:t>89</a:t>
            </a:r>
          </a:p>
        </p:txBody>
      </p:sp>
      <p:sp>
        <p:nvSpPr>
          <p:cNvPr id="44" name="TextBox 43">
            <a:extLst>
              <a:ext uri="{FF2B5EF4-FFF2-40B4-BE49-F238E27FC236}">
                <a16:creationId xmlns:a16="http://schemas.microsoft.com/office/drawing/2014/main" id="{B5A37C5F-2322-3771-3E5E-9981AC4E9BAD}"/>
              </a:ext>
            </a:extLst>
          </p:cNvPr>
          <p:cNvSpPr txBox="1"/>
          <p:nvPr/>
        </p:nvSpPr>
        <p:spPr>
          <a:xfrm>
            <a:off x="4143022" y="1402877"/>
            <a:ext cx="570089" cy="230832"/>
          </a:xfrm>
          <a:prstGeom prst="rect">
            <a:avLst/>
          </a:prstGeom>
          <a:noFill/>
        </p:spPr>
        <p:txBody>
          <a:bodyPr wrap="square" rtlCol="0">
            <a:spAutoFit/>
          </a:bodyPr>
          <a:lstStyle/>
          <a:p>
            <a:pPr algn="ctr"/>
            <a:r>
              <a:rPr lang="en-US" sz="900" dirty="0"/>
              <a:t>5789</a:t>
            </a:r>
          </a:p>
        </p:txBody>
      </p:sp>
      <p:sp>
        <p:nvSpPr>
          <p:cNvPr id="45" name="TextBox 44">
            <a:extLst>
              <a:ext uri="{FF2B5EF4-FFF2-40B4-BE49-F238E27FC236}">
                <a16:creationId xmlns:a16="http://schemas.microsoft.com/office/drawing/2014/main" id="{0553C6BB-3CFF-E2CC-329E-0F81ACF6282C}"/>
              </a:ext>
            </a:extLst>
          </p:cNvPr>
          <p:cNvSpPr txBox="1"/>
          <p:nvPr/>
        </p:nvSpPr>
        <p:spPr>
          <a:xfrm>
            <a:off x="4143022" y="1903821"/>
            <a:ext cx="570089" cy="230832"/>
          </a:xfrm>
          <a:prstGeom prst="rect">
            <a:avLst/>
          </a:prstGeom>
          <a:noFill/>
        </p:spPr>
        <p:txBody>
          <a:bodyPr wrap="square" rtlCol="0">
            <a:spAutoFit/>
          </a:bodyPr>
          <a:lstStyle/>
          <a:p>
            <a:pPr algn="ctr"/>
            <a:r>
              <a:rPr lang="en-US" sz="900" dirty="0"/>
              <a:t>578</a:t>
            </a:r>
          </a:p>
        </p:txBody>
      </p:sp>
      <p:sp>
        <p:nvSpPr>
          <p:cNvPr id="46" name="TextBox 45">
            <a:extLst>
              <a:ext uri="{FF2B5EF4-FFF2-40B4-BE49-F238E27FC236}">
                <a16:creationId xmlns:a16="http://schemas.microsoft.com/office/drawing/2014/main" id="{951DCAA2-E850-F5AC-19F4-0BC1A97FC1EA}"/>
              </a:ext>
            </a:extLst>
          </p:cNvPr>
          <p:cNvSpPr txBox="1"/>
          <p:nvPr/>
        </p:nvSpPr>
        <p:spPr>
          <a:xfrm>
            <a:off x="4143022" y="2404765"/>
            <a:ext cx="570089" cy="230832"/>
          </a:xfrm>
          <a:prstGeom prst="rect">
            <a:avLst/>
          </a:prstGeom>
          <a:noFill/>
        </p:spPr>
        <p:txBody>
          <a:bodyPr wrap="square" rtlCol="0">
            <a:spAutoFit/>
          </a:bodyPr>
          <a:lstStyle/>
          <a:p>
            <a:pPr algn="ctr"/>
            <a:r>
              <a:rPr lang="en-US" sz="900" dirty="0"/>
              <a:t>79</a:t>
            </a:r>
          </a:p>
        </p:txBody>
      </p:sp>
      <p:sp>
        <p:nvSpPr>
          <p:cNvPr id="48" name="TextBox 47">
            <a:extLst>
              <a:ext uri="{FF2B5EF4-FFF2-40B4-BE49-F238E27FC236}">
                <a16:creationId xmlns:a16="http://schemas.microsoft.com/office/drawing/2014/main" id="{11D9FCCA-388B-ABB2-F992-6BAEA835D004}"/>
              </a:ext>
            </a:extLst>
          </p:cNvPr>
          <p:cNvSpPr txBox="1"/>
          <p:nvPr/>
        </p:nvSpPr>
        <p:spPr>
          <a:xfrm>
            <a:off x="4143022" y="3406653"/>
            <a:ext cx="570089" cy="230832"/>
          </a:xfrm>
          <a:prstGeom prst="rect">
            <a:avLst/>
          </a:prstGeom>
          <a:noFill/>
        </p:spPr>
        <p:txBody>
          <a:bodyPr wrap="square" rtlCol="0">
            <a:spAutoFit/>
          </a:bodyPr>
          <a:lstStyle/>
          <a:p>
            <a:pPr algn="ctr"/>
            <a:r>
              <a:rPr lang="en-US" sz="900" dirty="0"/>
              <a:t>146</a:t>
            </a:r>
          </a:p>
        </p:txBody>
      </p:sp>
      <p:sp>
        <p:nvSpPr>
          <p:cNvPr id="49" name="TextBox 48">
            <a:extLst>
              <a:ext uri="{FF2B5EF4-FFF2-40B4-BE49-F238E27FC236}">
                <a16:creationId xmlns:a16="http://schemas.microsoft.com/office/drawing/2014/main" id="{D2843CDB-8E37-2DC1-9D51-3C5796D1460A}"/>
              </a:ext>
            </a:extLst>
          </p:cNvPr>
          <p:cNvSpPr txBox="1"/>
          <p:nvPr/>
        </p:nvSpPr>
        <p:spPr>
          <a:xfrm>
            <a:off x="4143022" y="3907597"/>
            <a:ext cx="570089" cy="230832"/>
          </a:xfrm>
          <a:prstGeom prst="rect">
            <a:avLst/>
          </a:prstGeom>
          <a:noFill/>
        </p:spPr>
        <p:txBody>
          <a:bodyPr wrap="square" rtlCol="0">
            <a:spAutoFit/>
          </a:bodyPr>
          <a:lstStyle/>
          <a:p>
            <a:pPr algn="ctr"/>
            <a:r>
              <a:rPr lang="en-US" sz="900" dirty="0"/>
              <a:t>1346</a:t>
            </a:r>
          </a:p>
        </p:txBody>
      </p:sp>
      <p:sp>
        <p:nvSpPr>
          <p:cNvPr id="50" name="TextBox 49">
            <a:extLst>
              <a:ext uri="{FF2B5EF4-FFF2-40B4-BE49-F238E27FC236}">
                <a16:creationId xmlns:a16="http://schemas.microsoft.com/office/drawing/2014/main" id="{F7BB8B37-2119-95D3-3C3B-042597F0E8C1}"/>
              </a:ext>
            </a:extLst>
          </p:cNvPr>
          <p:cNvSpPr txBox="1"/>
          <p:nvPr/>
        </p:nvSpPr>
        <p:spPr>
          <a:xfrm>
            <a:off x="4143022" y="4408541"/>
            <a:ext cx="570089" cy="230832"/>
          </a:xfrm>
          <a:prstGeom prst="rect">
            <a:avLst/>
          </a:prstGeom>
          <a:noFill/>
        </p:spPr>
        <p:txBody>
          <a:bodyPr wrap="square" rtlCol="0">
            <a:spAutoFit/>
          </a:bodyPr>
          <a:lstStyle/>
          <a:p>
            <a:pPr algn="ctr"/>
            <a:r>
              <a:rPr lang="en-US" sz="900" dirty="0"/>
              <a:t>1346</a:t>
            </a:r>
          </a:p>
        </p:txBody>
      </p:sp>
      <p:sp>
        <p:nvSpPr>
          <p:cNvPr id="51" name="TextBox 50">
            <a:extLst>
              <a:ext uri="{FF2B5EF4-FFF2-40B4-BE49-F238E27FC236}">
                <a16:creationId xmlns:a16="http://schemas.microsoft.com/office/drawing/2014/main" id="{636EF57A-8577-E325-73B4-8CE0EA0D93E1}"/>
              </a:ext>
            </a:extLst>
          </p:cNvPr>
          <p:cNvSpPr txBox="1"/>
          <p:nvPr/>
        </p:nvSpPr>
        <p:spPr>
          <a:xfrm>
            <a:off x="4143022" y="4909484"/>
            <a:ext cx="570089" cy="230832"/>
          </a:xfrm>
          <a:prstGeom prst="rect">
            <a:avLst/>
          </a:prstGeom>
          <a:noFill/>
        </p:spPr>
        <p:txBody>
          <a:bodyPr wrap="square" rtlCol="0">
            <a:spAutoFit/>
          </a:bodyPr>
          <a:lstStyle/>
          <a:p>
            <a:pPr algn="ctr"/>
            <a:r>
              <a:rPr lang="en-US" sz="900" dirty="0"/>
              <a:t>1346</a:t>
            </a:r>
          </a:p>
        </p:txBody>
      </p:sp>
      <p:sp>
        <p:nvSpPr>
          <p:cNvPr id="52" name="TextBox 51">
            <a:extLst>
              <a:ext uri="{FF2B5EF4-FFF2-40B4-BE49-F238E27FC236}">
                <a16:creationId xmlns:a16="http://schemas.microsoft.com/office/drawing/2014/main" id="{3AED6B0A-3DFF-684D-E266-379E314C1278}"/>
              </a:ext>
            </a:extLst>
          </p:cNvPr>
          <p:cNvSpPr txBox="1"/>
          <p:nvPr/>
        </p:nvSpPr>
        <p:spPr>
          <a:xfrm>
            <a:off x="4645378" y="2905709"/>
            <a:ext cx="570089" cy="230832"/>
          </a:xfrm>
          <a:prstGeom prst="rect">
            <a:avLst/>
          </a:prstGeom>
          <a:noFill/>
        </p:spPr>
        <p:txBody>
          <a:bodyPr wrap="square" rtlCol="0">
            <a:spAutoFit/>
          </a:bodyPr>
          <a:lstStyle/>
          <a:p>
            <a:pPr algn="ctr"/>
            <a:r>
              <a:rPr lang="en-US" sz="900" dirty="0"/>
              <a:t>97</a:t>
            </a:r>
          </a:p>
        </p:txBody>
      </p:sp>
      <p:sp>
        <p:nvSpPr>
          <p:cNvPr id="53" name="TextBox 52">
            <a:extLst>
              <a:ext uri="{FF2B5EF4-FFF2-40B4-BE49-F238E27FC236}">
                <a16:creationId xmlns:a16="http://schemas.microsoft.com/office/drawing/2014/main" id="{C608A1ED-737F-C7EA-3A14-7B3BB3E4BB1D}"/>
              </a:ext>
            </a:extLst>
          </p:cNvPr>
          <p:cNvSpPr txBox="1"/>
          <p:nvPr/>
        </p:nvSpPr>
        <p:spPr>
          <a:xfrm>
            <a:off x="5147734" y="2905709"/>
            <a:ext cx="570089" cy="230832"/>
          </a:xfrm>
          <a:prstGeom prst="rect">
            <a:avLst/>
          </a:prstGeom>
          <a:noFill/>
        </p:spPr>
        <p:txBody>
          <a:bodyPr wrap="square" rtlCol="0">
            <a:spAutoFit/>
          </a:bodyPr>
          <a:lstStyle/>
          <a:p>
            <a:pPr algn="ctr"/>
            <a:r>
              <a:rPr lang="en-US" sz="900" dirty="0"/>
              <a:t>79</a:t>
            </a:r>
          </a:p>
        </p:txBody>
      </p:sp>
      <p:sp>
        <p:nvSpPr>
          <p:cNvPr id="54" name="TextBox 53">
            <a:extLst>
              <a:ext uri="{FF2B5EF4-FFF2-40B4-BE49-F238E27FC236}">
                <a16:creationId xmlns:a16="http://schemas.microsoft.com/office/drawing/2014/main" id="{481A7A70-C7C5-0012-1579-CDC8BBC77269}"/>
              </a:ext>
            </a:extLst>
          </p:cNvPr>
          <p:cNvSpPr txBox="1"/>
          <p:nvPr/>
        </p:nvSpPr>
        <p:spPr>
          <a:xfrm>
            <a:off x="4645378" y="3406653"/>
            <a:ext cx="570089" cy="230832"/>
          </a:xfrm>
          <a:prstGeom prst="rect">
            <a:avLst/>
          </a:prstGeom>
          <a:noFill/>
        </p:spPr>
        <p:txBody>
          <a:bodyPr wrap="square" rtlCol="0">
            <a:spAutoFit/>
          </a:bodyPr>
          <a:lstStyle/>
          <a:p>
            <a:pPr algn="ctr"/>
            <a:r>
              <a:rPr lang="en-US" sz="900" dirty="0"/>
              <a:t>28</a:t>
            </a:r>
          </a:p>
        </p:txBody>
      </p:sp>
      <p:sp>
        <p:nvSpPr>
          <p:cNvPr id="55" name="TextBox 54">
            <a:extLst>
              <a:ext uri="{FF2B5EF4-FFF2-40B4-BE49-F238E27FC236}">
                <a16:creationId xmlns:a16="http://schemas.microsoft.com/office/drawing/2014/main" id="{0E8E44BE-756E-8CB7-C4E1-7878B0B7FB42}"/>
              </a:ext>
            </a:extLst>
          </p:cNvPr>
          <p:cNvSpPr txBox="1"/>
          <p:nvPr/>
        </p:nvSpPr>
        <p:spPr>
          <a:xfrm>
            <a:off x="5147734" y="3406653"/>
            <a:ext cx="570089" cy="230832"/>
          </a:xfrm>
          <a:prstGeom prst="rect">
            <a:avLst/>
          </a:prstGeom>
          <a:noFill/>
        </p:spPr>
        <p:txBody>
          <a:bodyPr wrap="square" rtlCol="0">
            <a:spAutoFit/>
          </a:bodyPr>
          <a:lstStyle/>
          <a:p>
            <a:pPr algn="ctr"/>
            <a:r>
              <a:rPr lang="en-US" sz="900" dirty="0"/>
              <a:t>82</a:t>
            </a:r>
          </a:p>
        </p:txBody>
      </p:sp>
      <p:sp>
        <p:nvSpPr>
          <p:cNvPr id="56" name="TextBox 55">
            <a:extLst>
              <a:ext uri="{FF2B5EF4-FFF2-40B4-BE49-F238E27FC236}">
                <a16:creationId xmlns:a16="http://schemas.microsoft.com/office/drawing/2014/main" id="{5B3E24F5-3120-653E-600F-8657AB9E0670}"/>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35538995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6873C-4743-0471-09F0-F48E9E26847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352BF00-A02D-7DB5-D6D4-CCE865DE7D7F}"/>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DDC0D630-D51C-75C1-E01F-07AA78C9829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B726A2A-BD97-4954-902A-056F8B35708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30CCE1E-8FFB-78DE-2580-B9A6B98DBB4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824CAB1-076A-EFC7-572C-7AAF43790C9E}"/>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D2AC3770-5A11-454C-1BD5-DE77A6077204}"/>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FAF0ACF3-862F-B75F-2B94-33817527F3E6}"/>
              </a:ext>
            </a:extLst>
          </p:cNvPr>
          <p:cNvSpPr txBox="1"/>
          <p:nvPr/>
        </p:nvSpPr>
        <p:spPr>
          <a:xfrm>
            <a:off x="6152446" y="901933"/>
            <a:ext cx="570089" cy="230832"/>
          </a:xfrm>
          <a:prstGeom prst="rect">
            <a:avLst/>
          </a:prstGeom>
          <a:noFill/>
        </p:spPr>
        <p:txBody>
          <a:bodyPr wrap="square" rtlCol="0">
            <a:spAutoFit/>
          </a:bodyPr>
          <a:lstStyle/>
          <a:p>
            <a:pPr algn="ctr"/>
            <a:r>
              <a:rPr lang="en-US" sz="900" dirty="0"/>
              <a:t>68</a:t>
            </a:r>
          </a:p>
        </p:txBody>
      </p:sp>
      <p:sp>
        <p:nvSpPr>
          <p:cNvPr id="12" name="TextBox 11">
            <a:extLst>
              <a:ext uri="{FF2B5EF4-FFF2-40B4-BE49-F238E27FC236}">
                <a16:creationId xmlns:a16="http://schemas.microsoft.com/office/drawing/2014/main" id="{403DDD1A-A034-2BD8-A088-675AF4DDFC13}"/>
              </a:ext>
            </a:extLst>
          </p:cNvPr>
          <p:cNvSpPr txBox="1"/>
          <p:nvPr/>
        </p:nvSpPr>
        <p:spPr>
          <a:xfrm>
            <a:off x="6152446" y="1402877"/>
            <a:ext cx="570089" cy="230832"/>
          </a:xfrm>
          <a:prstGeom prst="rect">
            <a:avLst/>
          </a:prstGeom>
          <a:noFill/>
        </p:spPr>
        <p:txBody>
          <a:bodyPr wrap="square" rtlCol="0">
            <a:spAutoFit/>
          </a:bodyPr>
          <a:lstStyle/>
          <a:p>
            <a:pPr algn="ctr"/>
            <a:r>
              <a:rPr lang="en-US" sz="900" dirty="0"/>
              <a:t>3568</a:t>
            </a:r>
          </a:p>
        </p:txBody>
      </p:sp>
      <p:sp>
        <p:nvSpPr>
          <p:cNvPr id="13" name="TextBox 12">
            <a:extLst>
              <a:ext uri="{FF2B5EF4-FFF2-40B4-BE49-F238E27FC236}">
                <a16:creationId xmlns:a16="http://schemas.microsoft.com/office/drawing/2014/main" id="{A651A5C6-99A1-0852-1695-F4A27A70E132}"/>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3456</a:t>
            </a:r>
          </a:p>
        </p:txBody>
      </p:sp>
      <p:sp>
        <p:nvSpPr>
          <p:cNvPr id="14" name="TextBox 13">
            <a:extLst>
              <a:ext uri="{FF2B5EF4-FFF2-40B4-BE49-F238E27FC236}">
                <a16:creationId xmlns:a16="http://schemas.microsoft.com/office/drawing/2014/main" id="{B076CE0C-25F7-5D9B-36CD-3FCD6EA61BBA}"/>
              </a:ext>
            </a:extLst>
          </p:cNvPr>
          <p:cNvSpPr txBox="1"/>
          <p:nvPr/>
        </p:nvSpPr>
        <p:spPr>
          <a:xfrm>
            <a:off x="6654802" y="1903821"/>
            <a:ext cx="570089" cy="230832"/>
          </a:xfrm>
          <a:prstGeom prst="rect">
            <a:avLst/>
          </a:prstGeom>
          <a:noFill/>
        </p:spPr>
        <p:txBody>
          <a:bodyPr wrap="square" rtlCol="0">
            <a:spAutoFit/>
          </a:bodyPr>
          <a:lstStyle/>
          <a:p>
            <a:pPr algn="ctr"/>
            <a:r>
              <a:rPr lang="en-US" sz="900" dirty="0"/>
              <a:t>3456</a:t>
            </a:r>
          </a:p>
        </p:txBody>
      </p:sp>
      <p:sp>
        <p:nvSpPr>
          <p:cNvPr id="15" name="TextBox 14">
            <a:extLst>
              <a:ext uri="{FF2B5EF4-FFF2-40B4-BE49-F238E27FC236}">
                <a16:creationId xmlns:a16="http://schemas.microsoft.com/office/drawing/2014/main" id="{3F7E3032-ACB8-FA79-FFE3-9DF6B52F8D5D}"/>
              </a:ext>
            </a:extLst>
          </p:cNvPr>
          <p:cNvSpPr txBox="1"/>
          <p:nvPr/>
        </p:nvSpPr>
        <p:spPr>
          <a:xfrm>
            <a:off x="7157158" y="1903821"/>
            <a:ext cx="570089" cy="230832"/>
          </a:xfrm>
          <a:prstGeom prst="rect">
            <a:avLst/>
          </a:prstGeom>
          <a:noFill/>
        </p:spPr>
        <p:txBody>
          <a:bodyPr wrap="square" rtlCol="0">
            <a:spAutoFit/>
          </a:bodyPr>
          <a:lstStyle/>
          <a:p>
            <a:pPr algn="ctr"/>
            <a:r>
              <a:rPr lang="en-US" sz="900" dirty="0"/>
              <a:t>468</a:t>
            </a:r>
          </a:p>
        </p:txBody>
      </p:sp>
      <p:sp>
        <p:nvSpPr>
          <p:cNvPr id="20" name="TextBox 19">
            <a:extLst>
              <a:ext uri="{FF2B5EF4-FFF2-40B4-BE49-F238E27FC236}">
                <a16:creationId xmlns:a16="http://schemas.microsoft.com/office/drawing/2014/main" id="{F18CD9D0-B737-0237-778D-78956EF85959}"/>
              </a:ext>
            </a:extLst>
          </p:cNvPr>
          <p:cNvSpPr txBox="1"/>
          <p:nvPr/>
        </p:nvSpPr>
        <p:spPr>
          <a:xfrm>
            <a:off x="3640666" y="1903821"/>
            <a:ext cx="570089" cy="230832"/>
          </a:xfrm>
          <a:prstGeom prst="rect">
            <a:avLst/>
          </a:prstGeom>
          <a:noFill/>
        </p:spPr>
        <p:txBody>
          <a:bodyPr wrap="square" rtlCol="0">
            <a:spAutoFit/>
          </a:bodyPr>
          <a:lstStyle/>
          <a:p>
            <a:pPr algn="ctr"/>
            <a:r>
              <a:rPr lang="en-US" sz="900" dirty="0"/>
              <a:t>71</a:t>
            </a:r>
          </a:p>
        </p:txBody>
      </p:sp>
      <p:sp>
        <p:nvSpPr>
          <p:cNvPr id="21" name="TextBox 20">
            <a:extLst>
              <a:ext uri="{FF2B5EF4-FFF2-40B4-BE49-F238E27FC236}">
                <a16:creationId xmlns:a16="http://schemas.microsoft.com/office/drawing/2014/main" id="{EF6411FE-5139-5E1C-B04C-83EF4C75B481}"/>
              </a:ext>
            </a:extLst>
          </p:cNvPr>
          <p:cNvSpPr txBox="1"/>
          <p:nvPr/>
        </p:nvSpPr>
        <p:spPr>
          <a:xfrm>
            <a:off x="3138310" y="1903821"/>
            <a:ext cx="570089" cy="230832"/>
          </a:xfrm>
          <a:prstGeom prst="rect">
            <a:avLst/>
          </a:prstGeom>
          <a:noFill/>
        </p:spPr>
        <p:txBody>
          <a:bodyPr wrap="square" rtlCol="0">
            <a:spAutoFit/>
          </a:bodyPr>
          <a:lstStyle/>
          <a:p>
            <a:pPr algn="ctr"/>
            <a:r>
              <a:rPr lang="en-US" sz="900" dirty="0"/>
              <a:t>17</a:t>
            </a:r>
          </a:p>
        </p:txBody>
      </p:sp>
      <p:sp>
        <p:nvSpPr>
          <p:cNvPr id="24" name="TextBox 23">
            <a:extLst>
              <a:ext uri="{FF2B5EF4-FFF2-40B4-BE49-F238E27FC236}">
                <a16:creationId xmlns:a16="http://schemas.microsoft.com/office/drawing/2014/main" id="{36DBFD96-7640-B0F2-1E9E-634B08934991}"/>
              </a:ext>
            </a:extLst>
          </p:cNvPr>
          <p:cNvSpPr txBox="1"/>
          <p:nvPr/>
        </p:nvSpPr>
        <p:spPr>
          <a:xfrm>
            <a:off x="6152446" y="4408541"/>
            <a:ext cx="570089" cy="230832"/>
          </a:xfrm>
          <a:prstGeom prst="rect">
            <a:avLst/>
          </a:prstGeom>
          <a:noFill/>
        </p:spPr>
        <p:txBody>
          <a:bodyPr wrap="square" rtlCol="0">
            <a:spAutoFit/>
          </a:bodyPr>
          <a:lstStyle/>
          <a:p>
            <a:pPr algn="ctr"/>
            <a:r>
              <a:rPr lang="en-US" sz="900" dirty="0"/>
              <a:t>2356</a:t>
            </a:r>
          </a:p>
        </p:txBody>
      </p:sp>
      <p:sp>
        <p:nvSpPr>
          <p:cNvPr id="25" name="TextBox 24">
            <a:extLst>
              <a:ext uri="{FF2B5EF4-FFF2-40B4-BE49-F238E27FC236}">
                <a16:creationId xmlns:a16="http://schemas.microsoft.com/office/drawing/2014/main" id="{A73E9932-0C0B-0511-E58F-48AA0959DE09}"/>
              </a:ext>
            </a:extLst>
          </p:cNvPr>
          <p:cNvSpPr txBox="1"/>
          <p:nvPr/>
        </p:nvSpPr>
        <p:spPr>
          <a:xfrm>
            <a:off x="6152446" y="4909484"/>
            <a:ext cx="570089" cy="230832"/>
          </a:xfrm>
          <a:prstGeom prst="rect">
            <a:avLst/>
          </a:prstGeom>
          <a:noFill/>
        </p:spPr>
        <p:txBody>
          <a:bodyPr wrap="square" rtlCol="0">
            <a:spAutoFit/>
          </a:bodyPr>
          <a:lstStyle/>
          <a:p>
            <a:pPr algn="ctr"/>
            <a:r>
              <a:rPr lang="en-US" sz="900" dirty="0"/>
              <a:t>6532</a:t>
            </a:r>
          </a:p>
        </p:txBody>
      </p:sp>
      <p:sp>
        <p:nvSpPr>
          <p:cNvPr id="29" name="TextBox 28">
            <a:extLst>
              <a:ext uri="{FF2B5EF4-FFF2-40B4-BE49-F238E27FC236}">
                <a16:creationId xmlns:a16="http://schemas.microsoft.com/office/drawing/2014/main" id="{C38623FD-D37B-F7C6-C7D7-D2BA704A7EA8}"/>
              </a:ext>
            </a:extLst>
          </p:cNvPr>
          <p:cNvSpPr txBox="1"/>
          <p:nvPr/>
        </p:nvSpPr>
        <p:spPr>
          <a:xfrm>
            <a:off x="6152446" y="2905709"/>
            <a:ext cx="570089" cy="230832"/>
          </a:xfrm>
          <a:prstGeom prst="rect">
            <a:avLst/>
          </a:prstGeom>
          <a:noFill/>
        </p:spPr>
        <p:txBody>
          <a:bodyPr wrap="square" rtlCol="0">
            <a:spAutoFit/>
          </a:bodyPr>
          <a:lstStyle/>
          <a:p>
            <a:pPr algn="ctr"/>
            <a:r>
              <a:rPr lang="en-US" sz="900" dirty="0"/>
              <a:t>16</a:t>
            </a:r>
          </a:p>
        </p:txBody>
      </p:sp>
      <p:sp>
        <p:nvSpPr>
          <p:cNvPr id="30" name="TextBox 29">
            <a:extLst>
              <a:ext uri="{FF2B5EF4-FFF2-40B4-BE49-F238E27FC236}">
                <a16:creationId xmlns:a16="http://schemas.microsoft.com/office/drawing/2014/main" id="{FF14A051-02D8-E9DF-60E2-0ADBD12013BC}"/>
              </a:ext>
            </a:extLst>
          </p:cNvPr>
          <p:cNvSpPr txBox="1"/>
          <p:nvPr/>
        </p:nvSpPr>
        <p:spPr>
          <a:xfrm>
            <a:off x="6654802" y="2905709"/>
            <a:ext cx="570089" cy="230832"/>
          </a:xfrm>
          <a:prstGeom prst="rect">
            <a:avLst/>
          </a:prstGeom>
          <a:noFill/>
        </p:spPr>
        <p:txBody>
          <a:bodyPr wrap="square" rtlCol="0">
            <a:spAutoFit/>
          </a:bodyPr>
          <a:lstStyle/>
          <a:p>
            <a:pPr algn="ctr"/>
            <a:r>
              <a:rPr lang="en-US" sz="900" dirty="0"/>
              <a:t>61</a:t>
            </a:r>
          </a:p>
        </p:txBody>
      </p:sp>
      <p:sp>
        <p:nvSpPr>
          <p:cNvPr id="31" name="TextBox 30">
            <a:extLst>
              <a:ext uri="{FF2B5EF4-FFF2-40B4-BE49-F238E27FC236}">
                <a16:creationId xmlns:a16="http://schemas.microsoft.com/office/drawing/2014/main" id="{66D9CB1F-4ABC-69CE-4E1A-3E7DD5CE4452}"/>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72C0AD9F-085E-F542-F193-D2030991D12B}"/>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FFE112AB-CE8F-BD50-A6B0-84552311A00A}"/>
              </a:ext>
            </a:extLst>
          </p:cNvPr>
          <p:cNvSpPr txBox="1"/>
          <p:nvPr/>
        </p:nvSpPr>
        <p:spPr>
          <a:xfrm>
            <a:off x="6214537"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3E85F529-9C0A-CFE0-4AD9-63EB1F52B1D2}"/>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395928A5-B3A0-7D1F-54D5-8A039F29540E}"/>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D965CCA3-ED7C-8D32-5E8E-4797CB5E300B}"/>
              </a:ext>
            </a:extLst>
          </p:cNvPr>
          <p:cNvSpPr txBox="1"/>
          <p:nvPr/>
        </p:nvSpPr>
        <p:spPr>
          <a:xfrm>
            <a:off x="6714071" y="72121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B2848AB4-2025-3C0C-4D75-3E2BC0DE6809}"/>
              </a:ext>
            </a:extLst>
          </p:cNvPr>
          <p:cNvSpPr txBox="1"/>
          <p:nvPr/>
        </p:nvSpPr>
        <p:spPr>
          <a:xfrm>
            <a:off x="7213604" y="72121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2FAE1CF5-3130-DAD0-8AD0-5C746AACE72C}"/>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CCB1A39E-B19B-88C7-AD17-AAAAD3BFC466}"/>
              </a:ext>
            </a:extLst>
          </p:cNvPr>
          <p:cNvSpPr txBox="1"/>
          <p:nvPr/>
        </p:nvSpPr>
        <p:spPr>
          <a:xfrm>
            <a:off x="6214537" y="3237891"/>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444933A3-C49A-6C6E-43A8-92C45AB32331}"/>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0CE577A4-2083-3DD6-8ED9-D83D920B16B9}"/>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5" name="TextBox 34">
            <a:extLst>
              <a:ext uri="{FF2B5EF4-FFF2-40B4-BE49-F238E27FC236}">
                <a16:creationId xmlns:a16="http://schemas.microsoft.com/office/drawing/2014/main" id="{F3BCE1FD-547E-FBDB-DEE2-69C12FCACF9C}"/>
              </a:ext>
            </a:extLst>
          </p:cNvPr>
          <p:cNvSpPr txBox="1"/>
          <p:nvPr/>
        </p:nvSpPr>
        <p:spPr>
          <a:xfrm>
            <a:off x="7213604" y="3237891"/>
            <a:ext cx="462845" cy="584775"/>
          </a:xfrm>
          <a:prstGeom prst="rect">
            <a:avLst/>
          </a:prstGeom>
          <a:noFill/>
        </p:spPr>
        <p:txBody>
          <a:bodyPr wrap="square" rtlCol="0">
            <a:spAutoFit/>
          </a:bodyPr>
          <a:lstStyle/>
          <a:p>
            <a:pPr algn="ctr"/>
            <a:r>
              <a:rPr lang="en-US" sz="3200" dirty="0"/>
              <a:t>5</a:t>
            </a:r>
          </a:p>
        </p:txBody>
      </p:sp>
      <p:sp>
        <p:nvSpPr>
          <p:cNvPr id="22" name="TextBox 21">
            <a:extLst>
              <a:ext uri="{FF2B5EF4-FFF2-40B4-BE49-F238E27FC236}">
                <a16:creationId xmlns:a16="http://schemas.microsoft.com/office/drawing/2014/main" id="{4EB1AF3E-A127-60B0-40FA-59B0CE869F24}"/>
              </a:ext>
            </a:extLst>
          </p:cNvPr>
          <p:cNvSpPr txBox="1"/>
          <p:nvPr/>
        </p:nvSpPr>
        <p:spPr>
          <a:xfrm>
            <a:off x="5147734" y="1402877"/>
            <a:ext cx="570089" cy="230832"/>
          </a:xfrm>
          <a:prstGeom prst="rect">
            <a:avLst/>
          </a:prstGeom>
          <a:noFill/>
        </p:spPr>
        <p:txBody>
          <a:bodyPr wrap="square" rtlCol="0">
            <a:spAutoFit/>
          </a:bodyPr>
          <a:lstStyle/>
          <a:p>
            <a:pPr algn="ctr"/>
            <a:r>
              <a:rPr lang="en-US" sz="900" dirty="0"/>
              <a:t>46789</a:t>
            </a:r>
          </a:p>
        </p:txBody>
      </p:sp>
      <p:sp>
        <p:nvSpPr>
          <p:cNvPr id="23" name="TextBox 22">
            <a:extLst>
              <a:ext uri="{FF2B5EF4-FFF2-40B4-BE49-F238E27FC236}">
                <a16:creationId xmlns:a16="http://schemas.microsoft.com/office/drawing/2014/main" id="{79275B54-F5D5-5A86-6D07-12BE515E9DC4}"/>
              </a:ext>
            </a:extLst>
          </p:cNvPr>
          <p:cNvSpPr txBox="1"/>
          <p:nvPr/>
        </p:nvSpPr>
        <p:spPr>
          <a:xfrm>
            <a:off x="5650090" y="1402877"/>
            <a:ext cx="570089" cy="230832"/>
          </a:xfrm>
          <a:prstGeom prst="rect">
            <a:avLst/>
          </a:prstGeom>
          <a:noFill/>
        </p:spPr>
        <p:txBody>
          <a:bodyPr wrap="square" rtlCol="0">
            <a:spAutoFit/>
          </a:bodyPr>
          <a:lstStyle/>
          <a:p>
            <a:pPr algn="ctr"/>
            <a:r>
              <a:rPr lang="en-US" sz="900" dirty="0"/>
              <a:t>789</a:t>
            </a:r>
          </a:p>
        </p:txBody>
      </p:sp>
      <p:sp>
        <p:nvSpPr>
          <p:cNvPr id="36" name="TextBox 35">
            <a:extLst>
              <a:ext uri="{FF2B5EF4-FFF2-40B4-BE49-F238E27FC236}">
                <a16:creationId xmlns:a16="http://schemas.microsoft.com/office/drawing/2014/main" id="{081EDDE6-7323-A1E0-947A-E198289F00AE}"/>
              </a:ext>
            </a:extLst>
          </p:cNvPr>
          <p:cNvSpPr txBox="1"/>
          <p:nvPr/>
        </p:nvSpPr>
        <p:spPr>
          <a:xfrm>
            <a:off x="5147734" y="1903821"/>
            <a:ext cx="570089" cy="230832"/>
          </a:xfrm>
          <a:prstGeom prst="rect">
            <a:avLst/>
          </a:prstGeom>
          <a:noFill/>
        </p:spPr>
        <p:txBody>
          <a:bodyPr wrap="square" rtlCol="0">
            <a:spAutoFit/>
          </a:bodyPr>
          <a:lstStyle/>
          <a:p>
            <a:pPr algn="ctr"/>
            <a:r>
              <a:rPr lang="en-US" sz="900" dirty="0"/>
              <a:t>468</a:t>
            </a:r>
          </a:p>
        </p:txBody>
      </p:sp>
      <p:sp>
        <p:nvSpPr>
          <p:cNvPr id="37" name="TextBox 36">
            <a:extLst>
              <a:ext uri="{FF2B5EF4-FFF2-40B4-BE49-F238E27FC236}">
                <a16:creationId xmlns:a16="http://schemas.microsoft.com/office/drawing/2014/main" id="{ECBD7725-11F8-69EA-235E-452504C23FC9}"/>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F8B357F6-4206-36DB-36E8-F87CA5EFC40B}"/>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9" name="TextBox 38">
            <a:extLst>
              <a:ext uri="{FF2B5EF4-FFF2-40B4-BE49-F238E27FC236}">
                <a16:creationId xmlns:a16="http://schemas.microsoft.com/office/drawing/2014/main" id="{EFDB25B9-5610-E8ED-CC23-A0EEA812FDC2}"/>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0CB2F77B-0C43-5C47-977D-FCFDBEA8B678}"/>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9" name="TextBox 18">
            <a:extLst>
              <a:ext uri="{FF2B5EF4-FFF2-40B4-BE49-F238E27FC236}">
                <a16:creationId xmlns:a16="http://schemas.microsoft.com/office/drawing/2014/main" id="{BD681458-4BED-3ABB-4EAB-BAE82DDA8ED0}"/>
              </a:ext>
            </a:extLst>
          </p:cNvPr>
          <p:cNvSpPr txBox="1"/>
          <p:nvPr/>
        </p:nvSpPr>
        <p:spPr>
          <a:xfrm>
            <a:off x="4645378" y="1903821"/>
            <a:ext cx="570089" cy="230832"/>
          </a:xfrm>
          <a:prstGeom prst="rect">
            <a:avLst/>
          </a:prstGeom>
          <a:noFill/>
        </p:spPr>
        <p:txBody>
          <a:bodyPr wrap="square" rtlCol="0">
            <a:spAutoFit/>
          </a:bodyPr>
          <a:lstStyle/>
          <a:p>
            <a:pPr algn="ctr"/>
            <a:r>
              <a:rPr lang="en-US" sz="900" dirty="0"/>
              <a:t>64</a:t>
            </a:r>
          </a:p>
        </p:txBody>
      </p:sp>
      <p:sp>
        <p:nvSpPr>
          <p:cNvPr id="40" name="TextBox 39">
            <a:extLst>
              <a:ext uri="{FF2B5EF4-FFF2-40B4-BE49-F238E27FC236}">
                <a16:creationId xmlns:a16="http://schemas.microsoft.com/office/drawing/2014/main" id="{51F5CE60-EACB-745A-16C1-1FFAA1AAA15D}"/>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41" name="TextBox 40">
            <a:extLst>
              <a:ext uri="{FF2B5EF4-FFF2-40B4-BE49-F238E27FC236}">
                <a16:creationId xmlns:a16="http://schemas.microsoft.com/office/drawing/2014/main" id="{4B941585-9ED2-B8CA-F7BF-CC74F7D01222}"/>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38D2EDD7-8D34-BCCE-09DE-F85BB8FC64B0}"/>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43" name="TextBox 42">
            <a:extLst>
              <a:ext uri="{FF2B5EF4-FFF2-40B4-BE49-F238E27FC236}">
                <a16:creationId xmlns:a16="http://schemas.microsoft.com/office/drawing/2014/main" id="{3122977E-A179-E683-39A4-152057B3AD46}"/>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28" name="TextBox 27">
            <a:extLst>
              <a:ext uri="{FF2B5EF4-FFF2-40B4-BE49-F238E27FC236}">
                <a16:creationId xmlns:a16="http://schemas.microsoft.com/office/drawing/2014/main" id="{E0842397-841D-4D19-9BC9-6D6622496A47}"/>
              </a:ext>
            </a:extLst>
          </p:cNvPr>
          <p:cNvSpPr txBox="1"/>
          <p:nvPr/>
        </p:nvSpPr>
        <p:spPr>
          <a:xfrm>
            <a:off x="4143022" y="901933"/>
            <a:ext cx="570089" cy="230832"/>
          </a:xfrm>
          <a:prstGeom prst="rect">
            <a:avLst/>
          </a:prstGeom>
          <a:noFill/>
        </p:spPr>
        <p:txBody>
          <a:bodyPr wrap="square" rtlCol="0">
            <a:spAutoFit/>
          </a:bodyPr>
          <a:lstStyle/>
          <a:p>
            <a:pPr algn="ctr"/>
            <a:r>
              <a:rPr lang="en-US" sz="900" dirty="0"/>
              <a:t>89</a:t>
            </a:r>
          </a:p>
        </p:txBody>
      </p:sp>
      <p:sp>
        <p:nvSpPr>
          <p:cNvPr id="44" name="TextBox 43">
            <a:extLst>
              <a:ext uri="{FF2B5EF4-FFF2-40B4-BE49-F238E27FC236}">
                <a16:creationId xmlns:a16="http://schemas.microsoft.com/office/drawing/2014/main" id="{FDF85ACA-D33D-8810-7D6A-CCFAC1EBA5CA}"/>
              </a:ext>
            </a:extLst>
          </p:cNvPr>
          <p:cNvSpPr txBox="1"/>
          <p:nvPr/>
        </p:nvSpPr>
        <p:spPr>
          <a:xfrm>
            <a:off x="4143022" y="1402877"/>
            <a:ext cx="570089" cy="230832"/>
          </a:xfrm>
          <a:prstGeom prst="rect">
            <a:avLst/>
          </a:prstGeom>
          <a:noFill/>
        </p:spPr>
        <p:txBody>
          <a:bodyPr wrap="square" rtlCol="0">
            <a:spAutoFit/>
          </a:bodyPr>
          <a:lstStyle/>
          <a:p>
            <a:pPr algn="ctr"/>
            <a:r>
              <a:rPr lang="en-US" sz="900" dirty="0"/>
              <a:t>589</a:t>
            </a:r>
          </a:p>
        </p:txBody>
      </p:sp>
      <p:sp>
        <p:nvSpPr>
          <p:cNvPr id="45" name="TextBox 44">
            <a:extLst>
              <a:ext uri="{FF2B5EF4-FFF2-40B4-BE49-F238E27FC236}">
                <a16:creationId xmlns:a16="http://schemas.microsoft.com/office/drawing/2014/main" id="{894CDF0E-D752-80A1-4E68-E6E5B103C135}"/>
              </a:ext>
            </a:extLst>
          </p:cNvPr>
          <p:cNvSpPr txBox="1"/>
          <p:nvPr/>
        </p:nvSpPr>
        <p:spPr>
          <a:xfrm>
            <a:off x="4143022" y="1903821"/>
            <a:ext cx="570089" cy="230832"/>
          </a:xfrm>
          <a:prstGeom prst="rect">
            <a:avLst/>
          </a:prstGeom>
          <a:noFill/>
        </p:spPr>
        <p:txBody>
          <a:bodyPr wrap="square" rtlCol="0">
            <a:spAutoFit/>
          </a:bodyPr>
          <a:lstStyle/>
          <a:p>
            <a:pPr algn="ctr"/>
            <a:r>
              <a:rPr lang="en-US" sz="900" dirty="0"/>
              <a:t>58</a:t>
            </a:r>
          </a:p>
        </p:txBody>
      </p:sp>
      <p:sp>
        <p:nvSpPr>
          <p:cNvPr id="46" name="TextBox 45">
            <a:extLst>
              <a:ext uri="{FF2B5EF4-FFF2-40B4-BE49-F238E27FC236}">
                <a16:creationId xmlns:a16="http://schemas.microsoft.com/office/drawing/2014/main" id="{52D35710-3425-3AC4-8E13-BF2AF80D5513}"/>
              </a:ext>
            </a:extLst>
          </p:cNvPr>
          <p:cNvSpPr txBox="1"/>
          <p:nvPr/>
        </p:nvSpPr>
        <p:spPr>
          <a:xfrm>
            <a:off x="4143022" y="2404765"/>
            <a:ext cx="570089" cy="230832"/>
          </a:xfrm>
          <a:prstGeom prst="rect">
            <a:avLst/>
          </a:prstGeom>
          <a:noFill/>
        </p:spPr>
        <p:txBody>
          <a:bodyPr wrap="square" rtlCol="0">
            <a:spAutoFit/>
          </a:bodyPr>
          <a:lstStyle/>
          <a:p>
            <a:pPr algn="ctr"/>
            <a:r>
              <a:rPr lang="en-US" sz="900" dirty="0"/>
              <a:t>79</a:t>
            </a:r>
          </a:p>
        </p:txBody>
      </p:sp>
      <p:sp>
        <p:nvSpPr>
          <p:cNvPr id="48" name="TextBox 47">
            <a:extLst>
              <a:ext uri="{FF2B5EF4-FFF2-40B4-BE49-F238E27FC236}">
                <a16:creationId xmlns:a16="http://schemas.microsoft.com/office/drawing/2014/main" id="{3CB0BDFA-6767-78E6-CFCC-F483CF6A280B}"/>
              </a:ext>
            </a:extLst>
          </p:cNvPr>
          <p:cNvSpPr txBox="1"/>
          <p:nvPr/>
        </p:nvSpPr>
        <p:spPr>
          <a:xfrm>
            <a:off x="4143022" y="3406653"/>
            <a:ext cx="570089" cy="230832"/>
          </a:xfrm>
          <a:prstGeom prst="rect">
            <a:avLst/>
          </a:prstGeom>
          <a:noFill/>
        </p:spPr>
        <p:txBody>
          <a:bodyPr wrap="square" rtlCol="0">
            <a:spAutoFit/>
          </a:bodyPr>
          <a:lstStyle/>
          <a:p>
            <a:pPr algn="ctr"/>
            <a:r>
              <a:rPr lang="en-US" sz="900" dirty="0"/>
              <a:t>146</a:t>
            </a:r>
          </a:p>
        </p:txBody>
      </p:sp>
      <p:sp>
        <p:nvSpPr>
          <p:cNvPr id="49" name="TextBox 48">
            <a:extLst>
              <a:ext uri="{FF2B5EF4-FFF2-40B4-BE49-F238E27FC236}">
                <a16:creationId xmlns:a16="http://schemas.microsoft.com/office/drawing/2014/main" id="{02B38578-BBDF-DA06-3FD1-A818E2980D5F}"/>
              </a:ext>
            </a:extLst>
          </p:cNvPr>
          <p:cNvSpPr txBox="1"/>
          <p:nvPr/>
        </p:nvSpPr>
        <p:spPr>
          <a:xfrm>
            <a:off x="4143022" y="3907597"/>
            <a:ext cx="570089" cy="230832"/>
          </a:xfrm>
          <a:prstGeom prst="rect">
            <a:avLst/>
          </a:prstGeom>
          <a:noFill/>
        </p:spPr>
        <p:txBody>
          <a:bodyPr wrap="square" rtlCol="0">
            <a:spAutoFit/>
          </a:bodyPr>
          <a:lstStyle/>
          <a:p>
            <a:pPr algn="ctr"/>
            <a:r>
              <a:rPr lang="en-US" sz="900" dirty="0"/>
              <a:t>1346</a:t>
            </a:r>
          </a:p>
        </p:txBody>
      </p:sp>
      <p:sp>
        <p:nvSpPr>
          <p:cNvPr id="50" name="TextBox 49">
            <a:extLst>
              <a:ext uri="{FF2B5EF4-FFF2-40B4-BE49-F238E27FC236}">
                <a16:creationId xmlns:a16="http://schemas.microsoft.com/office/drawing/2014/main" id="{790D5E73-6328-8E10-FD67-DC9021B8A164}"/>
              </a:ext>
            </a:extLst>
          </p:cNvPr>
          <p:cNvSpPr txBox="1"/>
          <p:nvPr/>
        </p:nvSpPr>
        <p:spPr>
          <a:xfrm>
            <a:off x="4143022" y="4408541"/>
            <a:ext cx="570089" cy="230832"/>
          </a:xfrm>
          <a:prstGeom prst="rect">
            <a:avLst/>
          </a:prstGeom>
          <a:noFill/>
        </p:spPr>
        <p:txBody>
          <a:bodyPr wrap="square" rtlCol="0">
            <a:spAutoFit/>
          </a:bodyPr>
          <a:lstStyle/>
          <a:p>
            <a:pPr algn="ctr"/>
            <a:r>
              <a:rPr lang="en-US" sz="900" dirty="0"/>
              <a:t>1346</a:t>
            </a:r>
          </a:p>
        </p:txBody>
      </p:sp>
      <p:sp>
        <p:nvSpPr>
          <p:cNvPr id="51" name="TextBox 50">
            <a:extLst>
              <a:ext uri="{FF2B5EF4-FFF2-40B4-BE49-F238E27FC236}">
                <a16:creationId xmlns:a16="http://schemas.microsoft.com/office/drawing/2014/main" id="{2A20250F-1DA7-36EC-5B17-EB7AC11483DB}"/>
              </a:ext>
            </a:extLst>
          </p:cNvPr>
          <p:cNvSpPr txBox="1"/>
          <p:nvPr/>
        </p:nvSpPr>
        <p:spPr>
          <a:xfrm>
            <a:off x="4143022" y="4909484"/>
            <a:ext cx="570089" cy="230832"/>
          </a:xfrm>
          <a:prstGeom prst="rect">
            <a:avLst/>
          </a:prstGeom>
          <a:noFill/>
        </p:spPr>
        <p:txBody>
          <a:bodyPr wrap="square" rtlCol="0">
            <a:spAutoFit/>
          </a:bodyPr>
          <a:lstStyle/>
          <a:p>
            <a:pPr algn="ctr"/>
            <a:r>
              <a:rPr lang="en-US" sz="900" dirty="0"/>
              <a:t>1346</a:t>
            </a:r>
          </a:p>
        </p:txBody>
      </p:sp>
      <p:sp>
        <p:nvSpPr>
          <p:cNvPr id="52" name="TextBox 51">
            <a:extLst>
              <a:ext uri="{FF2B5EF4-FFF2-40B4-BE49-F238E27FC236}">
                <a16:creationId xmlns:a16="http://schemas.microsoft.com/office/drawing/2014/main" id="{A44C2249-C1A8-C964-D208-E545756871E9}"/>
              </a:ext>
            </a:extLst>
          </p:cNvPr>
          <p:cNvSpPr txBox="1"/>
          <p:nvPr/>
        </p:nvSpPr>
        <p:spPr>
          <a:xfrm>
            <a:off x="4645378" y="2905709"/>
            <a:ext cx="570089" cy="230832"/>
          </a:xfrm>
          <a:prstGeom prst="rect">
            <a:avLst/>
          </a:prstGeom>
          <a:noFill/>
        </p:spPr>
        <p:txBody>
          <a:bodyPr wrap="square" rtlCol="0">
            <a:spAutoFit/>
          </a:bodyPr>
          <a:lstStyle/>
          <a:p>
            <a:pPr algn="ctr"/>
            <a:r>
              <a:rPr lang="en-US" sz="900" dirty="0"/>
              <a:t>97</a:t>
            </a:r>
          </a:p>
        </p:txBody>
      </p:sp>
      <p:sp>
        <p:nvSpPr>
          <p:cNvPr id="53" name="TextBox 52">
            <a:extLst>
              <a:ext uri="{FF2B5EF4-FFF2-40B4-BE49-F238E27FC236}">
                <a16:creationId xmlns:a16="http://schemas.microsoft.com/office/drawing/2014/main" id="{9DA89447-EDA5-D5B8-31BA-325B0BEFD345}"/>
              </a:ext>
            </a:extLst>
          </p:cNvPr>
          <p:cNvSpPr txBox="1"/>
          <p:nvPr/>
        </p:nvSpPr>
        <p:spPr>
          <a:xfrm>
            <a:off x="5147734" y="2905709"/>
            <a:ext cx="570089" cy="230832"/>
          </a:xfrm>
          <a:prstGeom prst="rect">
            <a:avLst/>
          </a:prstGeom>
          <a:noFill/>
        </p:spPr>
        <p:txBody>
          <a:bodyPr wrap="square" rtlCol="0">
            <a:spAutoFit/>
          </a:bodyPr>
          <a:lstStyle/>
          <a:p>
            <a:pPr algn="ctr"/>
            <a:r>
              <a:rPr lang="en-US" sz="900" dirty="0"/>
              <a:t>79</a:t>
            </a:r>
          </a:p>
        </p:txBody>
      </p:sp>
      <p:sp>
        <p:nvSpPr>
          <p:cNvPr id="54" name="TextBox 53">
            <a:extLst>
              <a:ext uri="{FF2B5EF4-FFF2-40B4-BE49-F238E27FC236}">
                <a16:creationId xmlns:a16="http://schemas.microsoft.com/office/drawing/2014/main" id="{7AED4F9D-CBF0-02AB-CF4A-AB65E7C9E945}"/>
              </a:ext>
            </a:extLst>
          </p:cNvPr>
          <p:cNvSpPr txBox="1"/>
          <p:nvPr/>
        </p:nvSpPr>
        <p:spPr>
          <a:xfrm>
            <a:off x="4645378" y="3406653"/>
            <a:ext cx="570089" cy="230832"/>
          </a:xfrm>
          <a:prstGeom prst="rect">
            <a:avLst/>
          </a:prstGeom>
          <a:noFill/>
        </p:spPr>
        <p:txBody>
          <a:bodyPr wrap="square" rtlCol="0">
            <a:spAutoFit/>
          </a:bodyPr>
          <a:lstStyle/>
          <a:p>
            <a:pPr algn="ctr"/>
            <a:r>
              <a:rPr lang="en-US" sz="900" dirty="0"/>
              <a:t>28</a:t>
            </a:r>
          </a:p>
        </p:txBody>
      </p:sp>
      <p:sp>
        <p:nvSpPr>
          <p:cNvPr id="55" name="TextBox 54">
            <a:extLst>
              <a:ext uri="{FF2B5EF4-FFF2-40B4-BE49-F238E27FC236}">
                <a16:creationId xmlns:a16="http://schemas.microsoft.com/office/drawing/2014/main" id="{9FDEEF62-9934-AEA8-0A68-2728229182FC}"/>
              </a:ext>
            </a:extLst>
          </p:cNvPr>
          <p:cNvSpPr txBox="1"/>
          <p:nvPr/>
        </p:nvSpPr>
        <p:spPr>
          <a:xfrm>
            <a:off x="5147734" y="3406653"/>
            <a:ext cx="570089" cy="230832"/>
          </a:xfrm>
          <a:prstGeom prst="rect">
            <a:avLst/>
          </a:prstGeom>
          <a:noFill/>
        </p:spPr>
        <p:txBody>
          <a:bodyPr wrap="square" rtlCol="0">
            <a:spAutoFit/>
          </a:bodyPr>
          <a:lstStyle/>
          <a:p>
            <a:pPr algn="ctr"/>
            <a:r>
              <a:rPr lang="en-US" sz="900" dirty="0"/>
              <a:t>82</a:t>
            </a:r>
          </a:p>
        </p:txBody>
      </p:sp>
      <p:sp>
        <p:nvSpPr>
          <p:cNvPr id="56" name="TextBox 55">
            <a:extLst>
              <a:ext uri="{FF2B5EF4-FFF2-40B4-BE49-F238E27FC236}">
                <a16:creationId xmlns:a16="http://schemas.microsoft.com/office/drawing/2014/main" id="{97A80663-049A-434C-7417-22C65D4BBF1F}"/>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40389896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9370D-7D50-B46F-D328-147EFE3EE42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AC3E8A7-1C32-D589-BDB5-EDC97516169D}"/>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BEC481B6-509F-789A-5561-ADB241BF859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510076E-78D1-D631-86A2-9F85A244C48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2EB1D3F-9868-CD35-1D91-3700EC949E3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DF6E94F-68C0-7A18-56DC-35D40FFD1CA7}"/>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C1E12484-575A-567A-5FF7-9713338F4FE8}"/>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E9AA3E55-CA1D-E6B2-8CA3-40FB8619EB3C}"/>
              </a:ext>
            </a:extLst>
          </p:cNvPr>
          <p:cNvSpPr txBox="1"/>
          <p:nvPr/>
        </p:nvSpPr>
        <p:spPr>
          <a:xfrm>
            <a:off x="6152446" y="901933"/>
            <a:ext cx="570089" cy="230832"/>
          </a:xfrm>
          <a:prstGeom prst="rect">
            <a:avLst/>
          </a:prstGeom>
          <a:noFill/>
        </p:spPr>
        <p:txBody>
          <a:bodyPr wrap="square" rtlCol="0">
            <a:spAutoFit/>
          </a:bodyPr>
          <a:lstStyle/>
          <a:p>
            <a:pPr algn="ctr"/>
            <a:r>
              <a:rPr lang="en-US" sz="900" dirty="0"/>
              <a:t>68</a:t>
            </a:r>
          </a:p>
        </p:txBody>
      </p:sp>
      <p:sp>
        <p:nvSpPr>
          <p:cNvPr id="12" name="TextBox 11">
            <a:extLst>
              <a:ext uri="{FF2B5EF4-FFF2-40B4-BE49-F238E27FC236}">
                <a16:creationId xmlns:a16="http://schemas.microsoft.com/office/drawing/2014/main" id="{34102A31-A5AE-D72B-427F-5AC7AB45F25C}"/>
              </a:ext>
            </a:extLst>
          </p:cNvPr>
          <p:cNvSpPr txBox="1"/>
          <p:nvPr/>
        </p:nvSpPr>
        <p:spPr>
          <a:xfrm>
            <a:off x="6152446" y="1402877"/>
            <a:ext cx="570089" cy="230832"/>
          </a:xfrm>
          <a:prstGeom prst="rect">
            <a:avLst/>
          </a:prstGeom>
          <a:noFill/>
        </p:spPr>
        <p:txBody>
          <a:bodyPr wrap="square" rtlCol="0">
            <a:spAutoFit/>
          </a:bodyPr>
          <a:lstStyle/>
          <a:p>
            <a:pPr algn="ctr"/>
            <a:r>
              <a:rPr lang="en-US" sz="900" dirty="0"/>
              <a:t>3568</a:t>
            </a:r>
          </a:p>
        </p:txBody>
      </p:sp>
      <p:sp>
        <p:nvSpPr>
          <p:cNvPr id="13" name="TextBox 12">
            <a:extLst>
              <a:ext uri="{FF2B5EF4-FFF2-40B4-BE49-F238E27FC236}">
                <a16:creationId xmlns:a16="http://schemas.microsoft.com/office/drawing/2014/main" id="{064C8B71-434A-7A75-8E1D-9EE6CFE85E23}"/>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3456</a:t>
            </a:r>
          </a:p>
        </p:txBody>
      </p:sp>
      <p:sp>
        <p:nvSpPr>
          <p:cNvPr id="14" name="TextBox 13">
            <a:extLst>
              <a:ext uri="{FF2B5EF4-FFF2-40B4-BE49-F238E27FC236}">
                <a16:creationId xmlns:a16="http://schemas.microsoft.com/office/drawing/2014/main" id="{C0D852D1-D3F9-D2DF-5761-0845C62FCCE0}"/>
              </a:ext>
            </a:extLst>
          </p:cNvPr>
          <p:cNvSpPr txBox="1"/>
          <p:nvPr/>
        </p:nvSpPr>
        <p:spPr>
          <a:xfrm>
            <a:off x="6654802" y="1903821"/>
            <a:ext cx="570089" cy="230832"/>
          </a:xfrm>
          <a:prstGeom prst="rect">
            <a:avLst/>
          </a:prstGeom>
          <a:noFill/>
        </p:spPr>
        <p:txBody>
          <a:bodyPr wrap="square" rtlCol="0">
            <a:spAutoFit/>
          </a:bodyPr>
          <a:lstStyle/>
          <a:p>
            <a:pPr algn="ctr"/>
            <a:r>
              <a:rPr lang="en-US" sz="900" dirty="0"/>
              <a:t>3456</a:t>
            </a:r>
          </a:p>
        </p:txBody>
      </p:sp>
      <p:sp>
        <p:nvSpPr>
          <p:cNvPr id="15" name="TextBox 14">
            <a:extLst>
              <a:ext uri="{FF2B5EF4-FFF2-40B4-BE49-F238E27FC236}">
                <a16:creationId xmlns:a16="http://schemas.microsoft.com/office/drawing/2014/main" id="{A88F11AC-3BBE-8227-D35A-E83EAA7D8E26}"/>
              </a:ext>
            </a:extLst>
          </p:cNvPr>
          <p:cNvSpPr txBox="1"/>
          <p:nvPr/>
        </p:nvSpPr>
        <p:spPr>
          <a:xfrm>
            <a:off x="7157158" y="1903821"/>
            <a:ext cx="570089" cy="230832"/>
          </a:xfrm>
          <a:prstGeom prst="rect">
            <a:avLst/>
          </a:prstGeom>
          <a:noFill/>
        </p:spPr>
        <p:txBody>
          <a:bodyPr wrap="square" rtlCol="0">
            <a:spAutoFit/>
          </a:bodyPr>
          <a:lstStyle/>
          <a:p>
            <a:pPr algn="ctr"/>
            <a:r>
              <a:rPr lang="en-US" sz="900" dirty="0"/>
              <a:t>468</a:t>
            </a:r>
          </a:p>
        </p:txBody>
      </p:sp>
      <p:sp>
        <p:nvSpPr>
          <p:cNvPr id="20" name="TextBox 19">
            <a:extLst>
              <a:ext uri="{FF2B5EF4-FFF2-40B4-BE49-F238E27FC236}">
                <a16:creationId xmlns:a16="http://schemas.microsoft.com/office/drawing/2014/main" id="{216E5FC8-A2D0-D780-671C-D18C3846C33E}"/>
              </a:ext>
            </a:extLst>
          </p:cNvPr>
          <p:cNvSpPr txBox="1"/>
          <p:nvPr/>
        </p:nvSpPr>
        <p:spPr>
          <a:xfrm>
            <a:off x="3640666" y="1903821"/>
            <a:ext cx="570089" cy="230832"/>
          </a:xfrm>
          <a:prstGeom prst="rect">
            <a:avLst/>
          </a:prstGeom>
          <a:noFill/>
        </p:spPr>
        <p:txBody>
          <a:bodyPr wrap="square" rtlCol="0">
            <a:spAutoFit/>
          </a:bodyPr>
          <a:lstStyle/>
          <a:p>
            <a:pPr algn="ctr"/>
            <a:r>
              <a:rPr lang="en-US" sz="900" dirty="0"/>
              <a:t>71</a:t>
            </a:r>
          </a:p>
        </p:txBody>
      </p:sp>
      <p:sp>
        <p:nvSpPr>
          <p:cNvPr id="21" name="TextBox 20">
            <a:extLst>
              <a:ext uri="{FF2B5EF4-FFF2-40B4-BE49-F238E27FC236}">
                <a16:creationId xmlns:a16="http://schemas.microsoft.com/office/drawing/2014/main" id="{61F660A5-6027-BA82-2854-7256A8E181C5}"/>
              </a:ext>
            </a:extLst>
          </p:cNvPr>
          <p:cNvSpPr txBox="1"/>
          <p:nvPr/>
        </p:nvSpPr>
        <p:spPr>
          <a:xfrm>
            <a:off x="3138310" y="1903821"/>
            <a:ext cx="570089" cy="230832"/>
          </a:xfrm>
          <a:prstGeom prst="rect">
            <a:avLst/>
          </a:prstGeom>
          <a:noFill/>
        </p:spPr>
        <p:txBody>
          <a:bodyPr wrap="square" rtlCol="0">
            <a:spAutoFit/>
          </a:bodyPr>
          <a:lstStyle/>
          <a:p>
            <a:pPr algn="ctr"/>
            <a:r>
              <a:rPr lang="en-US" sz="900" dirty="0"/>
              <a:t>17</a:t>
            </a:r>
          </a:p>
        </p:txBody>
      </p:sp>
      <p:sp>
        <p:nvSpPr>
          <p:cNvPr id="24" name="TextBox 23">
            <a:extLst>
              <a:ext uri="{FF2B5EF4-FFF2-40B4-BE49-F238E27FC236}">
                <a16:creationId xmlns:a16="http://schemas.microsoft.com/office/drawing/2014/main" id="{F8B766A1-BF0E-0B0E-9F0C-675C3CB00B2D}"/>
              </a:ext>
            </a:extLst>
          </p:cNvPr>
          <p:cNvSpPr txBox="1"/>
          <p:nvPr/>
        </p:nvSpPr>
        <p:spPr>
          <a:xfrm>
            <a:off x="6152446" y="4408541"/>
            <a:ext cx="570089" cy="230832"/>
          </a:xfrm>
          <a:prstGeom prst="rect">
            <a:avLst/>
          </a:prstGeom>
          <a:noFill/>
        </p:spPr>
        <p:txBody>
          <a:bodyPr wrap="square" rtlCol="0">
            <a:spAutoFit/>
          </a:bodyPr>
          <a:lstStyle/>
          <a:p>
            <a:pPr algn="ctr"/>
            <a:r>
              <a:rPr lang="en-US" sz="900" dirty="0"/>
              <a:t>2356</a:t>
            </a:r>
          </a:p>
        </p:txBody>
      </p:sp>
      <p:sp>
        <p:nvSpPr>
          <p:cNvPr id="25" name="TextBox 24">
            <a:extLst>
              <a:ext uri="{FF2B5EF4-FFF2-40B4-BE49-F238E27FC236}">
                <a16:creationId xmlns:a16="http://schemas.microsoft.com/office/drawing/2014/main" id="{D3888916-2543-055D-BB57-58F49A3B1315}"/>
              </a:ext>
            </a:extLst>
          </p:cNvPr>
          <p:cNvSpPr txBox="1"/>
          <p:nvPr/>
        </p:nvSpPr>
        <p:spPr>
          <a:xfrm>
            <a:off x="6152446" y="4909484"/>
            <a:ext cx="570089" cy="230832"/>
          </a:xfrm>
          <a:prstGeom prst="rect">
            <a:avLst/>
          </a:prstGeom>
          <a:noFill/>
        </p:spPr>
        <p:txBody>
          <a:bodyPr wrap="square" rtlCol="0">
            <a:spAutoFit/>
          </a:bodyPr>
          <a:lstStyle/>
          <a:p>
            <a:pPr algn="ctr"/>
            <a:r>
              <a:rPr lang="en-US" sz="900" dirty="0"/>
              <a:t>6532</a:t>
            </a:r>
          </a:p>
        </p:txBody>
      </p:sp>
      <p:sp>
        <p:nvSpPr>
          <p:cNvPr id="29" name="TextBox 28">
            <a:extLst>
              <a:ext uri="{FF2B5EF4-FFF2-40B4-BE49-F238E27FC236}">
                <a16:creationId xmlns:a16="http://schemas.microsoft.com/office/drawing/2014/main" id="{BE2395FA-5DC2-BCE5-B82A-27DB0DB6BBE8}"/>
              </a:ext>
            </a:extLst>
          </p:cNvPr>
          <p:cNvSpPr txBox="1"/>
          <p:nvPr/>
        </p:nvSpPr>
        <p:spPr>
          <a:xfrm>
            <a:off x="6152446" y="2905709"/>
            <a:ext cx="570089" cy="230832"/>
          </a:xfrm>
          <a:prstGeom prst="rect">
            <a:avLst/>
          </a:prstGeom>
          <a:noFill/>
        </p:spPr>
        <p:txBody>
          <a:bodyPr wrap="square" rtlCol="0">
            <a:spAutoFit/>
          </a:bodyPr>
          <a:lstStyle/>
          <a:p>
            <a:pPr algn="ctr"/>
            <a:r>
              <a:rPr lang="en-US" sz="900" dirty="0"/>
              <a:t>16</a:t>
            </a:r>
          </a:p>
        </p:txBody>
      </p:sp>
      <p:sp>
        <p:nvSpPr>
          <p:cNvPr id="30" name="TextBox 29">
            <a:extLst>
              <a:ext uri="{FF2B5EF4-FFF2-40B4-BE49-F238E27FC236}">
                <a16:creationId xmlns:a16="http://schemas.microsoft.com/office/drawing/2014/main" id="{EDE264F1-C293-BAAE-2DCE-397D1B2A578B}"/>
              </a:ext>
            </a:extLst>
          </p:cNvPr>
          <p:cNvSpPr txBox="1"/>
          <p:nvPr/>
        </p:nvSpPr>
        <p:spPr>
          <a:xfrm>
            <a:off x="6654802" y="2905709"/>
            <a:ext cx="570089" cy="230832"/>
          </a:xfrm>
          <a:prstGeom prst="rect">
            <a:avLst/>
          </a:prstGeom>
          <a:noFill/>
        </p:spPr>
        <p:txBody>
          <a:bodyPr wrap="square" rtlCol="0">
            <a:spAutoFit/>
          </a:bodyPr>
          <a:lstStyle/>
          <a:p>
            <a:pPr algn="ctr"/>
            <a:r>
              <a:rPr lang="en-US" sz="900" dirty="0"/>
              <a:t>61</a:t>
            </a:r>
          </a:p>
        </p:txBody>
      </p:sp>
      <p:sp>
        <p:nvSpPr>
          <p:cNvPr id="31" name="TextBox 30">
            <a:extLst>
              <a:ext uri="{FF2B5EF4-FFF2-40B4-BE49-F238E27FC236}">
                <a16:creationId xmlns:a16="http://schemas.microsoft.com/office/drawing/2014/main" id="{7F74B050-C06E-E991-53E7-D2FF8964BBC6}"/>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973E605B-BDBA-E831-B272-5FF32FB50E21}"/>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4C1A3B40-F1AF-E174-F69F-D2132E4AC768}"/>
              </a:ext>
            </a:extLst>
          </p:cNvPr>
          <p:cNvSpPr txBox="1"/>
          <p:nvPr/>
        </p:nvSpPr>
        <p:spPr>
          <a:xfrm>
            <a:off x="6214537"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FD2342E2-9FCB-63A2-6923-1C0C87BD69E9}"/>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BAEF5CAB-13FA-F0BD-B7A5-DE36619D5FA4}"/>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025743FF-D20F-A245-DF82-D8D0E03C465F}"/>
              </a:ext>
            </a:extLst>
          </p:cNvPr>
          <p:cNvSpPr txBox="1"/>
          <p:nvPr/>
        </p:nvSpPr>
        <p:spPr>
          <a:xfrm>
            <a:off x="6714071" y="72121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C60EAB2C-68DD-FD00-9427-BA7C95F5CEB2}"/>
              </a:ext>
            </a:extLst>
          </p:cNvPr>
          <p:cNvSpPr txBox="1"/>
          <p:nvPr/>
        </p:nvSpPr>
        <p:spPr>
          <a:xfrm>
            <a:off x="7213604" y="72121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CE4A8E69-6358-16E6-B41D-7B32EC4D3907}"/>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AFED9E49-440A-1D75-C38D-D4A0148B845F}"/>
              </a:ext>
            </a:extLst>
          </p:cNvPr>
          <p:cNvSpPr txBox="1"/>
          <p:nvPr/>
        </p:nvSpPr>
        <p:spPr>
          <a:xfrm>
            <a:off x="6214537" y="3237891"/>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9F6F06A7-C8C0-DB63-CE1A-3BD23B0C1DB9}"/>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A151AF2F-3E28-0085-4276-38B8156FA6A9}"/>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5" name="TextBox 34">
            <a:extLst>
              <a:ext uri="{FF2B5EF4-FFF2-40B4-BE49-F238E27FC236}">
                <a16:creationId xmlns:a16="http://schemas.microsoft.com/office/drawing/2014/main" id="{83FF4AB3-9726-8ECF-CE41-C39B2A2E14AC}"/>
              </a:ext>
            </a:extLst>
          </p:cNvPr>
          <p:cNvSpPr txBox="1"/>
          <p:nvPr/>
        </p:nvSpPr>
        <p:spPr>
          <a:xfrm>
            <a:off x="7213604" y="3237891"/>
            <a:ext cx="462845" cy="584775"/>
          </a:xfrm>
          <a:prstGeom prst="rect">
            <a:avLst/>
          </a:prstGeom>
          <a:noFill/>
        </p:spPr>
        <p:txBody>
          <a:bodyPr wrap="square" rtlCol="0">
            <a:spAutoFit/>
          </a:bodyPr>
          <a:lstStyle/>
          <a:p>
            <a:pPr algn="ctr"/>
            <a:r>
              <a:rPr lang="en-US" sz="3200" dirty="0"/>
              <a:t>5</a:t>
            </a:r>
          </a:p>
        </p:txBody>
      </p:sp>
      <p:sp>
        <p:nvSpPr>
          <p:cNvPr id="22" name="TextBox 21">
            <a:extLst>
              <a:ext uri="{FF2B5EF4-FFF2-40B4-BE49-F238E27FC236}">
                <a16:creationId xmlns:a16="http://schemas.microsoft.com/office/drawing/2014/main" id="{487DD0F8-9E1E-20CB-9262-B9ABBF53CB0F}"/>
              </a:ext>
            </a:extLst>
          </p:cNvPr>
          <p:cNvSpPr txBox="1"/>
          <p:nvPr/>
        </p:nvSpPr>
        <p:spPr>
          <a:xfrm>
            <a:off x="5147734" y="1402877"/>
            <a:ext cx="570089" cy="230832"/>
          </a:xfrm>
          <a:prstGeom prst="rect">
            <a:avLst/>
          </a:prstGeom>
          <a:noFill/>
        </p:spPr>
        <p:txBody>
          <a:bodyPr wrap="square" rtlCol="0">
            <a:spAutoFit/>
          </a:bodyPr>
          <a:lstStyle/>
          <a:p>
            <a:pPr algn="ctr"/>
            <a:r>
              <a:rPr lang="en-US" sz="900" dirty="0"/>
              <a:t>46789</a:t>
            </a:r>
          </a:p>
        </p:txBody>
      </p:sp>
      <p:sp>
        <p:nvSpPr>
          <p:cNvPr id="23" name="TextBox 22">
            <a:extLst>
              <a:ext uri="{FF2B5EF4-FFF2-40B4-BE49-F238E27FC236}">
                <a16:creationId xmlns:a16="http://schemas.microsoft.com/office/drawing/2014/main" id="{C2147B93-FBE2-8E41-D599-5E6245AE4CEF}"/>
              </a:ext>
            </a:extLst>
          </p:cNvPr>
          <p:cNvSpPr txBox="1"/>
          <p:nvPr/>
        </p:nvSpPr>
        <p:spPr>
          <a:xfrm>
            <a:off x="5650090" y="1402877"/>
            <a:ext cx="570089" cy="230832"/>
          </a:xfrm>
          <a:prstGeom prst="rect">
            <a:avLst/>
          </a:prstGeom>
          <a:noFill/>
        </p:spPr>
        <p:txBody>
          <a:bodyPr wrap="square" rtlCol="0">
            <a:spAutoFit/>
          </a:bodyPr>
          <a:lstStyle/>
          <a:p>
            <a:pPr algn="ctr"/>
            <a:r>
              <a:rPr lang="en-US" sz="900" dirty="0"/>
              <a:t>789</a:t>
            </a:r>
          </a:p>
        </p:txBody>
      </p:sp>
      <p:sp>
        <p:nvSpPr>
          <p:cNvPr id="36" name="TextBox 35">
            <a:extLst>
              <a:ext uri="{FF2B5EF4-FFF2-40B4-BE49-F238E27FC236}">
                <a16:creationId xmlns:a16="http://schemas.microsoft.com/office/drawing/2014/main" id="{7367DEED-1E55-630C-F6CD-A612044DBF1A}"/>
              </a:ext>
            </a:extLst>
          </p:cNvPr>
          <p:cNvSpPr txBox="1"/>
          <p:nvPr/>
        </p:nvSpPr>
        <p:spPr>
          <a:xfrm>
            <a:off x="5147734" y="1903821"/>
            <a:ext cx="570089" cy="230832"/>
          </a:xfrm>
          <a:prstGeom prst="rect">
            <a:avLst/>
          </a:prstGeom>
          <a:noFill/>
        </p:spPr>
        <p:txBody>
          <a:bodyPr wrap="square" rtlCol="0">
            <a:spAutoFit/>
          </a:bodyPr>
          <a:lstStyle/>
          <a:p>
            <a:pPr algn="ctr"/>
            <a:r>
              <a:rPr lang="en-US" sz="900" dirty="0"/>
              <a:t>468</a:t>
            </a:r>
          </a:p>
        </p:txBody>
      </p:sp>
      <p:sp>
        <p:nvSpPr>
          <p:cNvPr id="37" name="TextBox 36">
            <a:extLst>
              <a:ext uri="{FF2B5EF4-FFF2-40B4-BE49-F238E27FC236}">
                <a16:creationId xmlns:a16="http://schemas.microsoft.com/office/drawing/2014/main" id="{E2F7A1CC-ADC1-53A3-A9D7-BDC024EB460C}"/>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6E94AC99-049F-08FC-D82D-F0F8C3653E22}"/>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9" name="TextBox 38">
            <a:extLst>
              <a:ext uri="{FF2B5EF4-FFF2-40B4-BE49-F238E27FC236}">
                <a16:creationId xmlns:a16="http://schemas.microsoft.com/office/drawing/2014/main" id="{B129F9A7-E6A8-749A-9A87-C05BA247C35C}"/>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D233F3B7-56DB-0C34-786B-2DC240665FEA}"/>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9" name="TextBox 18">
            <a:extLst>
              <a:ext uri="{FF2B5EF4-FFF2-40B4-BE49-F238E27FC236}">
                <a16:creationId xmlns:a16="http://schemas.microsoft.com/office/drawing/2014/main" id="{80602516-2FE8-9AD0-0898-1D8D357C353A}"/>
              </a:ext>
            </a:extLst>
          </p:cNvPr>
          <p:cNvSpPr txBox="1"/>
          <p:nvPr/>
        </p:nvSpPr>
        <p:spPr>
          <a:xfrm>
            <a:off x="4645378" y="1903821"/>
            <a:ext cx="570089" cy="230832"/>
          </a:xfrm>
          <a:prstGeom prst="rect">
            <a:avLst/>
          </a:prstGeom>
          <a:noFill/>
        </p:spPr>
        <p:txBody>
          <a:bodyPr wrap="square" rtlCol="0">
            <a:spAutoFit/>
          </a:bodyPr>
          <a:lstStyle/>
          <a:p>
            <a:pPr algn="ctr"/>
            <a:r>
              <a:rPr lang="en-US" sz="900" dirty="0"/>
              <a:t>64</a:t>
            </a:r>
          </a:p>
        </p:txBody>
      </p:sp>
      <p:sp>
        <p:nvSpPr>
          <p:cNvPr id="40" name="TextBox 39">
            <a:extLst>
              <a:ext uri="{FF2B5EF4-FFF2-40B4-BE49-F238E27FC236}">
                <a16:creationId xmlns:a16="http://schemas.microsoft.com/office/drawing/2014/main" id="{87986DCC-BECB-3CDF-0686-89846A22FCDE}"/>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41" name="TextBox 40">
            <a:extLst>
              <a:ext uri="{FF2B5EF4-FFF2-40B4-BE49-F238E27FC236}">
                <a16:creationId xmlns:a16="http://schemas.microsoft.com/office/drawing/2014/main" id="{90A4C66F-6D06-395A-6687-C8639EB4847C}"/>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BFE9CD76-018D-85B2-3916-C608A9DC3531}"/>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43" name="TextBox 42">
            <a:extLst>
              <a:ext uri="{FF2B5EF4-FFF2-40B4-BE49-F238E27FC236}">
                <a16:creationId xmlns:a16="http://schemas.microsoft.com/office/drawing/2014/main" id="{1A5E12D1-787C-59ED-9AFE-0F110CFD4516}"/>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28" name="TextBox 27">
            <a:extLst>
              <a:ext uri="{FF2B5EF4-FFF2-40B4-BE49-F238E27FC236}">
                <a16:creationId xmlns:a16="http://schemas.microsoft.com/office/drawing/2014/main" id="{CB9F6D04-733B-62E7-A4FA-0080146FF7C0}"/>
              </a:ext>
            </a:extLst>
          </p:cNvPr>
          <p:cNvSpPr txBox="1"/>
          <p:nvPr/>
        </p:nvSpPr>
        <p:spPr>
          <a:xfrm>
            <a:off x="4143022" y="901933"/>
            <a:ext cx="570089" cy="230832"/>
          </a:xfrm>
          <a:prstGeom prst="rect">
            <a:avLst/>
          </a:prstGeom>
          <a:noFill/>
        </p:spPr>
        <p:txBody>
          <a:bodyPr wrap="square" rtlCol="0">
            <a:spAutoFit/>
          </a:bodyPr>
          <a:lstStyle/>
          <a:p>
            <a:pPr algn="ctr"/>
            <a:r>
              <a:rPr lang="en-US" sz="900" dirty="0"/>
              <a:t>89</a:t>
            </a:r>
          </a:p>
        </p:txBody>
      </p:sp>
      <p:sp>
        <p:nvSpPr>
          <p:cNvPr id="44" name="TextBox 43">
            <a:extLst>
              <a:ext uri="{FF2B5EF4-FFF2-40B4-BE49-F238E27FC236}">
                <a16:creationId xmlns:a16="http://schemas.microsoft.com/office/drawing/2014/main" id="{A9C9CC56-B624-AE33-BBB7-82A2B4739EC7}"/>
              </a:ext>
            </a:extLst>
          </p:cNvPr>
          <p:cNvSpPr txBox="1"/>
          <p:nvPr/>
        </p:nvSpPr>
        <p:spPr>
          <a:xfrm>
            <a:off x="4143022" y="1402877"/>
            <a:ext cx="570089" cy="230832"/>
          </a:xfrm>
          <a:prstGeom prst="rect">
            <a:avLst/>
          </a:prstGeom>
          <a:noFill/>
        </p:spPr>
        <p:txBody>
          <a:bodyPr wrap="square" rtlCol="0">
            <a:spAutoFit/>
          </a:bodyPr>
          <a:lstStyle/>
          <a:p>
            <a:pPr algn="ctr"/>
            <a:r>
              <a:rPr lang="en-US" sz="900" dirty="0"/>
              <a:t>589</a:t>
            </a:r>
          </a:p>
        </p:txBody>
      </p:sp>
      <p:sp>
        <p:nvSpPr>
          <p:cNvPr id="45" name="TextBox 44">
            <a:extLst>
              <a:ext uri="{FF2B5EF4-FFF2-40B4-BE49-F238E27FC236}">
                <a16:creationId xmlns:a16="http://schemas.microsoft.com/office/drawing/2014/main" id="{2060A2DE-2C63-3109-9192-72AA4FE4B540}"/>
              </a:ext>
            </a:extLst>
          </p:cNvPr>
          <p:cNvSpPr txBox="1"/>
          <p:nvPr/>
        </p:nvSpPr>
        <p:spPr>
          <a:xfrm>
            <a:off x="4143022" y="1903821"/>
            <a:ext cx="570089" cy="230832"/>
          </a:xfrm>
          <a:prstGeom prst="rect">
            <a:avLst/>
          </a:prstGeom>
          <a:noFill/>
        </p:spPr>
        <p:txBody>
          <a:bodyPr wrap="square" rtlCol="0">
            <a:spAutoFit/>
          </a:bodyPr>
          <a:lstStyle/>
          <a:p>
            <a:pPr algn="ctr"/>
            <a:r>
              <a:rPr lang="en-US" sz="900" dirty="0"/>
              <a:t>58</a:t>
            </a:r>
          </a:p>
        </p:txBody>
      </p:sp>
      <p:sp>
        <p:nvSpPr>
          <p:cNvPr id="48" name="TextBox 47">
            <a:extLst>
              <a:ext uri="{FF2B5EF4-FFF2-40B4-BE49-F238E27FC236}">
                <a16:creationId xmlns:a16="http://schemas.microsoft.com/office/drawing/2014/main" id="{99539120-90D5-05FF-72E8-504B6280F68A}"/>
              </a:ext>
            </a:extLst>
          </p:cNvPr>
          <p:cNvSpPr txBox="1"/>
          <p:nvPr/>
        </p:nvSpPr>
        <p:spPr>
          <a:xfrm>
            <a:off x="4143022" y="3406653"/>
            <a:ext cx="570089" cy="230832"/>
          </a:xfrm>
          <a:prstGeom prst="rect">
            <a:avLst/>
          </a:prstGeom>
          <a:noFill/>
        </p:spPr>
        <p:txBody>
          <a:bodyPr wrap="square" rtlCol="0">
            <a:spAutoFit/>
          </a:bodyPr>
          <a:lstStyle/>
          <a:p>
            <a:pPr algn="ctr"/>
            <a:r>
              <a:rPr lang="en-US" sz="900" dirty="0"/>
              <a:t>146</a:t>
            </a:r>
          </a:p>
        </p:txBody>
      </p:sp>
      <p:sp>
        <p:nvSpPr>
          <p:cNvPr id="49" name="TextBox 48">
            <a:extLst>
              <a:ext uri="{FF2B5EF4-FFF2-40B4-BE49-F238E27FC236}">
                <a16:creationId xmlns:a16="http://schemas.microsoft.com/office/drawing/2014/main" id="{9F5E6ECC-9DC7-71AA-D4ED-7FB60BF6C1F4}"/>
              </a:ext>
            </a:extLst>
          </p:cNvPr>
          <p:cNvSpPr txBox="1"/>
          <p:nvPr/>
        </p:nvSpPr>
        <p:spPr>
          <a:xfrm>
            <a:off x="4143022" y="3907597"/>
            <a:ext cx="570089" cy="230832"/>
          </a:xfrm>
          <a:prstGeom prst="rect">
            <a:avLst/>
          </a:prstGeom>
          <a:noFill/>
        </p:spPr>
        <p:txBody>
          <a:bodyPr wrap="square" rtlCol="0">
            <a:spAutoFit/>
          </a:bodyPr>
          <a:lstStyle/>
          <a:p>
            <a:pPr algn="ctr"/>
            <a:r>
              <a:rPr lang="en-US" sz="900" dirty="0"/>
              <a:t>1346</a:t>
            </a:r>
          </a:p>
        </p:txBody>
      </p:sp>
      <p:sp>
        <p:nvSpPr>
          <p:cNvPr id="50" name="TextBox 49">
            <a:extLst>
              <a:ext uri="{FF2B5EF4-FFF2-40B4-BE49-F238E27FC236}">
                <a16:creationId xmlns:a16="http://schemas.microsoft.com/office/drawing/2014/main" id="{D3D17909-0D99-6DC9-E300-06425A819801}"/>
              </a:ext>
            </a:extLst>
          </p:cNvPr>
          <p:cNvSpPr txBox="1"/>
          <p:nvPr/>
        </p:nvSpPr>
        <p:spPr>
          <a:xfrm>
            <a:off x="4143022" y="4408541"/>
            <a:ext cx="570089" cy="230832"/>
          </a:xfrm>
          <a:prstGeom prst="rect">
            <a:avLst/>
          </a:prstGeom>
          <a:noFill/>
        </p:spPr>
        <p:txBody>
          <a:bodyPr wrap="square" rtlCol="0">
            <a:spAutoFit/>
          </a:bodyPr>
          <a:lstStyle/>
          <a:p>
            <a:pPr algn="ctr"/>
            <a:r>
              <a:rPr lang="en-US" sz="900" dirty="0"/>
              <a:t>1346</a:t>
            </a:r>
          </a:p>
        </p:txBody>
      </p:sp>
      <p:sp>
        <p:nvSpPr>
          <p:cNvPr id="51" name="TextBox 50">
            <a:extLst>
              <a:ext uri="{FF2B5EF4-FFF2-40B4-BE49-F238E27FC236}">
                <a16:creationId xmlns:a16="http://schemas.microsoft.com/office/drawing/2014/main" id="{DB0F7C2F-4664-84F6-FCA6-8051A67788E2}"/>
              </a:ext>
            </a:extLst>
          </p:cNvPr>
          <p:cNvSpPr txBox="1"/>
          <p:nvPr/>
        </p:nvSpPr>
        <p:spPr>
          <a:xfrm>
            <a:off x="4143022" y="4909484"/>
            <a:ext cx="570089" cy="230832"/>
          </a:xfrm>
          <a:prstGeom prst="rect">
            <a:avLst/>
          </a:prstGeom>
          <a:noFill/>
        </p:spPr>
        <p:txBody>
          <a:bodyPr wrap="square" rtlCol="0">
            <a:spAutoFit/>
          </a:bodyPr>
          <a:lstStyle/>
          <a:p>
            <a:pPr algn="ctr"/>
            <a:r>
              <a:rPr lang="en-US" sz="900" dirty="0"/>
              <a:t>1346</a:t>
            </a:r>
          </a:p>
        </p:txBody>
      </p:sp>
      <p:sp>
        <p:nvSpPr>
          <p:cNvPr id="52" name="TextBox 51">
            <a:extLst>
              <a:ext uri="{FF2B5EF4-FFF2-40B4-BE49-F238E27FC236}">
                <a16:creationId xmlns:a16="http://schemas.microsoft.com/office/drawing/2014/main" id="{1A1A7431-EC38-452F-C1A8-7709A4AD84AC}"/>
              </a:ext>
            </a:extLst>
          </p:cNvPr>
          <p:cNvSpPr txBox="1"/>
          <p:nvPr/>
        </p:nvSpPr>
        <p:spPr>
          <a:xfrm>
            <a:off x="4216401" y="2231221"/>
            <a:ext cx="462845" cy="584775"/>
          </a:xfrm>
          <a:prstGeom prst="rect">
            <a:avLst/>
          </a:prstGeom>
          <a:noFill/>
        </p:spPr>
        <p:txBody>
          <a:bodyPr wrap="square" rtlCol="0">
            <a:spAutoFit/>
          </a:bodyPr>
          <a:lstStyle/>
          <a:p>
            <a:pPr algn="ctr"/>
            <a:r>
              <a:rPr lang="en-US" sz="3200" dirty="0"/>
              <a:t>7</a:t>
            </a:r>
          </a:p>
        </p:txBody>
      </p:sp>
      <p:sp>
        <p:nvSpPr>
          <p:cNvPr id="53" name="TextBox 52">
            <a:extLst>
              <a:ext uri="{FF2B5EF4-FFF2-40B4-BE49-F238E27FC236}">
                <a16:creationId xmlns:a16="http://schemas.microsoft.com/office/drawing/2014/main" id="{5BB983CB-FF2F-0B6D-E9A3-1EE6A8805768}"/>
              </a:ext>
            </a:extLst>
          </p:cNvPr>
          <p:cNvSpPr txBox="1"/>
          <p:nvPr/>
        </p:nvSpPr>
        <p:spPr>
          <a:xfrm>
            <a:off x="4645378" y="2905709"/>
            <a:ext cx="570089" cy="230832"/>
          </a:xfrm>
          <a:prstGeom prst="rect">
            <a:avLst/>
          </a:prstGeom>
          <a:noFill/>
        </p:spPr>
        <p:txBody>
          <a:bodyPr wrap="square" rtlCol="0">
            <a:spAutoFit/>
          </a:bodyPr>
          <a:lstStyle/>
          <a:p>
            <a:pPr algn="ctr"/>
            <a:r>
              <a:rPr lang="en-US" sz="900" dirty="0"/>
              <a:t>97</a:t>
            </a:r>
          </a:p>
        </p:txBody>
      </p:sp>
      <p:sp>
        <p:nvSpPr>
          <p:cNvPr id="54" name="TextBox 53">
            <a:extLst>
              <a:ext uri="{FF2B5EF4-FFF2-40B4-BE49-F238E27FC236}">
                <a16:creationId xmlns:a16="http://schemas.microsoft.com/office/drawing/2014/main" id="{925FE876-FF01-6E82-C105-70F66805D254}"/>
              </a:ext>
            </a:extLst>
          </p:cNvPr>
          <p:cNvSpPr txBox="1"/>
          <p:nvPr/>
        </p:nvSpPr>
        <p:spPr>
          <a:xfrm>
            <a:off x="5147734" y="2905709"/>
            <a:ext cx="570089" cy="230832"/>
          </a:xfrm>
          <a:prstGeom prst="rect">
            <a:avLst/>
          </a:prstGeom>
          <a:noFill/>
        </p:spPr>
        <p:txBody>
          <a:bodyPr wrap="square" rtlCol="0">
            <a:spAutoFit/>
          </a:bodyPr>
          <a:lstStyle/>
          <a:p>
            <a:pPr algn="ctr"/>
            <a:r>
              <a:rPr lang="en-US" sz="900" dirty="0"/>
              <a:t>79</a:t>
            </a:r>
          </a:p>
        </p:txBody>
      </p:sp>
      <p:sp>
        <p:nvSpPr>
          <p:cNvPr id="55" name="TextBox 54">
            <a:extLst>
              <a:ext uri="{FF2B5EF4-FFF2-40B4-BE49-F238E27FC236}">
                <a16:creationId xmlns:a16="http://schemas.microsoft.com/office/drawing/2014/main" id="{67F73891-B69D-491A-2C72-46A12DC5C1F2}"/>
              </a:ext>
            </a:extLst>
          </p:cNvPr>
          <p:cNvSpPr txBox="1"/>
          <p:nvPr/>
        </p:nvSpPr>
        <p:spPr>
          <a:xfrm>
            <a:off x="4645378" y="3406653"/>
            <a:ext cx="570089" cy="230832"/>
          </a:xfrm>
          <a:prstGeom prst="rect">
            <a:avLst/>
          </a:prstGeom>
          <a:noFill/>
        </p:spPr>
        <p:txBody>
          <a:bodyPr wrap="square" rtlCol="0">
            <a:spAutoFit/>
          </a:bodyPr>
          <a:lstStyle/>
          <a:p>
            <a:pPr algn="ctr"/>
            <a:r>
              <a:rPr lang="en-US" sz="900" dirty="0"/>
              <a:t>28</a:t>
            </a:r>
          </a:p>
        </p:txBody>
      </p:sp>
      <p:sp>
        <p:nvSpPr>
          <p:cNvPr id="56" name="TextBox 55">
            <a:extLst>
              <a:ext uri="{FF2B5EF4-FFF2-40B4-BE49-F238E27FC236}">
                <a16:creationId xmlns:a16="http://schemas.microsoft.com/office/drawing/2014/main" id="{C11B9CF8-B685-6586-F8D3-BE08BBDE5E39}"/>
              </a:ext>
            </a:extLst>
          </p:cNvPr>
          <p:cNvSpPr txBox="1"/>
          <p:nvPr/>
        </p:nvSpPr>
        <p:spPr>
          <a:xfrm>
            <a:off x="5147734" y="3406653"/>
            <a:ext cx="570089" cy="230832"/>
          </a:xfrm>
          <a:prstGeom prst="rect">
            <a:avLst/>
          </a:prstGeom>
          <a:noFill/>
        </p:spPr>
        <p:txBody>
          <a:bodyPr wrap="square" rtlCol="0">
            <a:spAutoFit/>
          </a:bodyPr>
          <a:lstStyle/>
          <a:p>
            <a:pPr algn="ctr"/>
            <a:r>
              <a:rPr lang="en-US" sz="900" dirty="0"/>
              <a:t>82</a:t>
            </a:r>
          </a:p>
        </p:txBody>
      </p:sp>
      <p:sp>
        <p:nvSpPr>
          <p:cNvPr id="57" name="TextBox 56">
            <a:extLst>
              <a:ext uri="{FF2B5EF4-FFF2-40B4-BE49-F238E27FC236}">
                <a16:creationId xmlns:a16="http://schemas.microsoft.com/office/drawing/2014/main" id="{6F4111BC-99FE-F0EE-2707-000AE01156EF}"/>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11552988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FC09C-2393-070B-EBDC-EFC0F0FBA9E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ED7459-A44A-9F18-126D-057E856E83C1}"/>
              </a:ext>
            </a:extLst>
          </p:cNvPr>
          <p:cNvSpPr>
            <a:spLocks noGrp="1"/>
          </p:cNvSpPr>
          <p:nvPr>
            <p:ph sz="half" idx="1"/>
          </p:nvPr>
        </p:nvSpPr>
        <p:spPr/>
        <p:txBody>
          <a:bodyPr/>
          <a:lstStyle/>
          <a:p>
            <a:r>
              <a:rPr lang="en-US" dirty="0"/>
              <a:t>Complete upper left block.</a:t>
            </a:r>
          </a:p>
        </p:txBody>
      </p:sp>
      <p:pic>
        <p:nvPicPr>
          <p:cNvPr id="4" name="Picture 3" descr="A grid of sudoku puzzle&#10;&#10;Description automatically generated">
            <a:extLst>
              <a:ext uri="{FF2B5EF4-FFF2-40B4-BE49-F238E27FC236}">
                <a16:creationId xmlns:a16="http://schemas.microsoft.com/office/drawing/2014/main" id="{DD9D253B-1521-36ED-FC0F-69855D6F203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7EE0777-B726-A818-F0F3-F5E6A8E7C17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619F38E-DC26-A472-9D09-40CDC2981E2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B8D1E7B-6ACE-BBFD-3A14-D866E8AAC0B5}"/>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1EEC7166-DCCD-2085-2E47-49B12E915A3A}"/>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43CD15E4-F6AF-9EE3-97E2-64A56BC55981}"/>
              </a:ext>
            </a:extLst>
          </p:cNvPr>
          <p:cNvSpPr txBox="1"/>
          <p:nvPr/>
        </p:nvSpPr>
        <p:spPr>
          <a:xfrm>
            <a:off x="6152446" y="901933"/>
            <a:ext cx="570089" cy="230832"/>
          </a:xfrm>
          <a:prstGeom prst="rect">
            <a:avLst/>
          </a:prstGeom>
          <a:noFill/>
        </p:spPr>
        <p:txBody>
          <a:bodyPr wrap="square" rtlCol="0">
            <a:spAutoFit/>
          </a:bodyPr>
          <a:lstStyle/>
          <a:p>
            <a:pPr algn="ctr"/>
            <a:r>
              <a:rPr lang="en-US" sz="900" dirty="0"/>
              <a:t>68</a:t>
            </a:r>
          </a:p>
        </p:txBody>
      </p:sp>
      <p:sp>
        <p:nvSpPr>
          <p:cNvPr id="12" name="TextBox 11">
            <a:extLst>
              <a:ext uri="{FF2B5EF4-FFF2-40B4-BE49-F238E27FC236}">
                <a16:creationId xmlns:a16="http://schemas.microsoft.com/office/drawing/2014/main" id="{4C6691F5-8D5A-5D0C-A97A-9057695C5A79}"/>
              </a:ext>
            </a:extLst>
          </p:cNvPr>
          <p:cNvSpPr txBox="1"/>
          <p:nvPr/>
        </p:nvSpPr>
        <p:spPr>
          <a:xfrm>
            <a:off x="6152446" y="1402877"/>
            <a:ext cx="570089" cy="230832"/>
          </a:xfrm>
          <a:prstGeom prst="rect">
            <a:avLst/>
          </a:prstGeom>
          <a:noFill/>
        </p:spPr>
        <p:txBody>
          <a:bodyPr wrap="square" rtlCol="0">
            <a:spAutoFit/>
          </a:bodyPr>
          <a:lstStyle/>
          <a:p>
            <a:pPr algn="ctr"/>
            <a:r>
              <a:rPr lang="en-US" sz="900" dirty="0"/>
              <a:t>3568</a:t>
            </a:r>
          </a:p>
        </p:txBody>
      </p:sp>
      <p:sp>
        <p:nvSpPr>
          <p:cNvPr id="13" name="TextBox 12">
            <a:extLst>
              <a:ext uri="{FF2B5EF4-FFF2-40B4-BE49-F238E27FC236}">
                <a16:creationId xmlns:a16="http://schemas.microsoft.com/office/drawing/2014/main" id="{F53FA69B-F384-E280-C4DA-7206D060F578}"/>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3456</a:t>
            </a:r>
          </a:p>
        </p:txBody>
      </p:sp>
      <p:sp>
        <p:nvSpPr>
          <p:cNvPr id="14" name="TextBox 13">
            <a:extLst>
              <a:ext uri="{FF2B5EF4-FFF2-40B4-BE49-F238E27FC236}">
                <a16:creationId xmlns:a16="http://schemas.microsoft.com/office/drawing/2014/main" id="{CCB30239-5E20-8C90-E234-7C246E9AABD7}"/>
              </a:ext>
            </a:extLst>
          </p:cNvPr>
          <p:cNvSpPr txBox="1"/>
          <p:nvPr/>
        </p:nvSpPr>
        <p:spPr>
          <a:xfrm>
            <a:off x="6654802" y="1903821"/>
            <a:ext cx="570089" cy="230832"/>
          </a:xfrm>
          <a:prstGeom prst="rect">
            <a:avLst/>
          </a:prstGeom>
          <a:noFill/>
        </p:spPr>
        <p:txBody>
          <a:bodyPr wrap="square" rtlCol="0">
            <a:spAutoFit/>
          </a:bodyPr>
          <a:lstStyle/>
          <a:p>
            <a:pPr algn="ctr"/>
            <a:r>
              <a:rPr lang="en-US" sz="900" dirty="0"/>
              <a:t>3456</a:t>
            </a:r>
          </a:p>
        </p:txBody>
      </p:sp>
      <p:sp>
        <p:nvSpPr>
          <p:cNvPr id="15" name="TextBox 14">
            <a:extLst>
              <a:ext uri="{FF2B5EF4-FFF2-40B4-BE49-F238E27FC236}">
                <a16:creationId xmlns:a16="http://schemas.microsoft.com/office/drawing/2014/main" id="{0F4AEA2F-0E02-6A46-9D86-8BA45D535174}"/>
              </a:ext>
            </a:extLst>
          </p:cNvPr>
          <p:cNvSpPr txBox="1"/>
          <p:nvPr/>
        </p:nvSpPr>
        <p:spPr>
          <a:xfrm>
            <a:off x="7157158" y="1903821"/>
            <a:ext cx="570089" cy="230832"/>
          </a:xfrm>
          <a:prstGeom prst="rect">
            <a:avLst/>
          </a:prstGeom>
          <a:noFill/>
        </p:spPr>
        <p:txBody>
          <a:bodyPr wrap="square" rtlCol="0">
            <a:spAutoFit/>
          </a:bodyPr>
          <a:lstStyle/>
          <a:p>
            <a:pPr algn="ctr"/>
            <a:r>
              <a:rPr lang="en-US" sz="900" dirty="0"/>
              <a:t>468</a:t>
            </a:r>
          </a:p>
        </p:txBody>
      </p:sp>
      <p:sp>
        <p:nvSpPr>
          <p:cNvPr id="20" name="TextBox 19">
            <a:extLst>
              <a:ext uri="{FF2B5EF4-FFF2-40B4-BE49-F238E27FC236}">
                <a16:creationId xmlns:a16="http://schemas.microsoft.com/office/drawing/2014/main" id="{59F81898-464A-8F92-4DBC-83E323BE3604}"/>
              </a:ext>
            </a:extLst>
          </p:cNvPr>
          <p:cNvSpPr txBox="1"/>
          <p:nvPr/>
        </p:nvSpPr>
        <p:spPr>
          <a:xfrm>
            <a:off x="3640666" y="1903821"/>
            <a:ext cx="570089" cy="230832"/>
          </a:xfrm>
          <a:prstGeom prst="rect">
            <a:avLst/>
          </a:prstGeom>
          <a:noFill/>
        </p:spPr>
        <p:txBody>
          <a:bodyPr wrap="square" rtlCol="0">
            <a:spAutoFit/>
          </a:bodyPr>
          <a:lstStyle/>
          <a:p>
            <a:pPr algn="ctr"/>
            <a:r>
              <a:rPr lang="en-US" sz="900" dirty="0"/>
              <a:t>71</a:t>
            </a:r>
          </a:p>
        </p:txBody>
      </p:sp>
      <p:sp>
        <p:nvSpPr>
          <p:cNvPr id="21" name="TextBox 20">
            <a:extLst>
              <a:ext uri="{FF2B5EF4-FFF2-40B4-BE49-F238E27FC236}">
                <a16:creationId xmlns:a16="http://schemas.microsoft.com/office/drawing/2014/main" id="{426237BB-E043-AEF1-2E42-CC3C9B37434A}"/>
              </a:ext>
            </a:extLst>
          </p:cNvPr>
          <p:cNvSpPr txBox="1"/>
          <p:nvPr/>
        </p:nvSpPr>
        <p:spPr>
          <a:xfrm>
            <a:off x="3138310" y="1903821"/>
            <a:ext cx="570089" cy="230832"/>
          </a:xfrm>
          <a:prstGeom prst="rect">
            <a:avLst/>
          </a:prstGeom>
          <a:noFill/>
        </p:spPr>
        <p:txBody>
          <a:bodyPr wrap="square" rtlCol="0">
            <a:spAutoFit/>
          </a:bodyPr>
          <a:lstStyle/>
          <a:p>
            <a:pPr algn="ctr"/>
            <a:r>
              <a:rPr lang="en-US" sz="900" dirty="0"/>
              <a:t>17</a:t>
            </a:r>
          </a:p>
        </p:txBody>
      </p:sp>
      <p:sp>
        <p:nvSpPr>
          <p:cNvPr id="24" name="TextBox 23">
            <a:extLst>
              <a:ext uri="{FF2B5EF4-FFF2-40B4-BE49-F238E27FC236}">
                <a16:creationId xmlns:a16="http://schemas.microsoft.com/office/drawing/2014/main" id="{D970BFA2-263B-D6DE-DB26-1DE3822BF8E6}"/>
              </a:ext>
            </a:extLst>
          </p:cNvPr>
          <p:cNvSpPr txBox="1"/>
          <p:nvPr/>
        </p:nvSpPr>
        <p:spPr>
          <a:xfrm>
            <a:off x="6152446" y="4408541"/>
            <a:ext cx="570089" cy="230832"/>
          </a:xfrm>
          <a:prstGeom prst="rect">
            <a:avLst/>
          </a:prstGeom>
          <a:noFill/>
        </p:spPr>
        <p:txBody>
          <a:bodyPr wrap="square" rtlCol="0">
            <a:spAutoFit/>
          </a:bodyPr>
          <a:lstStyle/>
          <a:p>
            <a:pPr algn="ctr"/>
            <a:r>
              <a:rPr lang="en-US" sz="900" dirty="0"/>
              <a:t>2356</a:t>
            </a:r>
          </a:p>
        </p:txBody>
      </p:sp>
      <p:sp>
        <p:nvSpPr>
          <p:cNvPr id="25" name="TextBox 24">
            <a:extLst>
              <a:ext uri="{FF2B5EF4-FFF2-40B4-BE49-F238E27FC236}">
                <a16:creationId xmlns:a16="http://schemas.microsoft.com/office/drawing/2014/main" id="{BE4D77AC-166B-E623-3E49-96125A479D02}"/>
              </a:ext>
            </a:extLst>
          </p:cNvPr>
          <p:cNvSpPr txBox="1"/>
          <p:nvPr/>
        </p:nvSpPr>
        <p:spPr>
          <a:xfrm>
            <a:off x="6152446" y="4909484"/>
            <a:ext cx="570089" cy="230832"/>
          </a:xfrm>
          <a:prstGeom prst="rect">
            <a:avLst/>
          </a:prstGeom>
          <a:noFill/>
        </p:spPr>
        <p:txBody>
          <a:bodyPr wrap="square" rtlCol="0">
            <a:spAutoFit/>
          </a:bodyPr>
          <a:lstStyle/>
          <a:p>
            <a:pPr algn="ctr"/>
            <a:r>
              <a:rPr lang="en-US" sz="900" dirty="0"/>
              <a:t>6532</a:t>
            </a:r>
          </a:p>
        </p:txBody>
      </p:sp>
      <p:sp>
        <p:nvSpPr>
          <p:cNvPr id="29" name="TextBox 28">
            <a:extLst>
              <a:ext uri="{FF2B5EF4-FFF2-40B4-BE49-F238E27FC236}">
                <a16:creationId xmlns:a16="http://schemas.microsoft.com/office/drawing/2014/main" id="{334AF373-66C4-93AB-6081-00EB2A0416B2}"/>
              </a:ext>
            </a:extLst>
          </p:cNvPr>
          <p:cNvSpPr txBox="1"/>
          <p:nvPr/>
        </p:nvSpPr>
        <p:spPr>
          <a:xfrm>
            <a:off x="6152446" y="2905709"/>
            <a:ext cx="570089" cy="230832"/>
          </a:xfrm>
          <a:prstGeom prst="rect">
            <a:avLst/>
          </a:prstGeom>
          <a:noFill/>
        </p:spPr>
        <p:txBody>
          <a:bodyPr wrap="square" rtlCol="0">
            <a:spAutoFit/>
          </a:bodyPr>
          <a:lstStyle/>
          <a:p>
            <a:pPr algn="ctr"/>
            <a:r>
              <a:rPr lang="en-US" sz="900" dirty="0"/>
              <a:t>16</a:t>
            </a:r>
          </a:p>
        </p:txBody>
      </p:sp>
      <p:sp>
        <p:nvSpPr>
          <p:cNvPr id="30" name="TextBox 29">
            <a:extLst>
              <a:ext uri="{FF2B5EF4-FFF2-40B4-BE49-F238E27FC236}">
                <a16:creationId xmlns:a16="http://schemas.microsoft.com/office/drawing/2014/main" id="{9052641A-222F-78F9-09EF-A5846D3BCAC3}"/>
              </a:ext>
            </a:extLst>
          </p:cNvPr>
          <p:cNvSpPr txBox="1"/>
          <p:nvPr/>
        </p:nvSpPr>
        <p:spPr>
          <a:xfrm>
            <a:off x="6654802" y="2905709"/>
            <a:ext cx="570089" cy="230832"/>
          </a:xfrm>
          <a:prstGeom prst="rect">
            <a:avLst/>
          </a:prstGeom>
          <a:noFill/>
        </p:spPr>
        <p:txBody>
          <a:bodyPr wrap="square" rtlCol="0">
            <a:spAutoFit/>
          </a:bodyPr>
          <a:lstStyle/>
          <a:p>
            <a:pPr algn="ctr"/>
            <a:r>
              <a:rPr lang="en-US" sz="900" dirty="0"/>
              <a:t>61</a:t>
            </a:r>
          </a:p>
        </p:txBody>
      </p:sp>
      <p:sp>
        <p:nvSpPr>
          <p:cNvPr id="31" name="TextBox 30">
            <a:extLst>
              <a:ext uri="{FF2B5EF4-FFF2-40B4-BE49-F238E27FC236}">
                <a16:creationId xmlns:a16="http://schemas.microsoft.com/office/drawing/2014/main" id="{7632BD10-B401-8083-320A-916CEE51427D}"/>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6B83FBFA-2913-3F7E-A996-BB3392C144AD}"/>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1CDDDE49-8C21-D5A7-CBDD-80BA5EDFFE5A}"/>
              </a:ext>
            </a:extLst>
          </p:cNvPr>
          <p:cNvSpPr txBox="1"/>
          <p:nvPr/>
        </p:nvSpPr>
        <p:spPr>
          <a:xfrm>
            <a:off x="6214537"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85C555A4-D849-6973-2379-73D6288176C3}"/>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4AF2AA6C-2378-07F3-42D1-89B9BAE4650D}"/>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33F268C4-499C-BBB4-1CAB-ED072BCE3EA4}"/>
              </a:ext>
            </a:extLst>
          </p:cNvPr>
          <p:cNvSpPr txBox="1"/>
          <p:nvPr/>
        </p:nvSpPr>
        <p:spPr>
          <a:xfrm>
            <a:off x="6714071" y="72121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C4BAD69E-B084-6BE2-B8CF-66C5498AD851}"/>
              </a:ext>
            </a:extLst>
          </p:cNvPr>
          <p:cNvSpPr txBox="1"/>
          <p:nvPr/>
        </p:nvSpPr>
        <p:spPr>
          <a:xfrm>
            <a:off x="7213604" y="72121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66C1913C-8216-49B7-D481-490E556EBFC8}"/>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0C35492C-8088-4C67-0768-42C044A1998C}"/>
              </a:ext>
            </a:extLst>
          </p:cNvPr>
          <p:cNvSpPr txBox="1"/>
          <p:nvPr/>
        </p:nvSpPr>
        <p:spPr>
          <a:xfrm>
            <a:off x="6214537" y="3237891"/>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9AEEF170-1244-63A0-361B-0D0FFBAA2B2D}"/>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3D98B6C3-9CD2-56C5-64BB-5FADBC8787B2}"/>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5" name="TextBox 34">
            <a:extLst>
              <a:ext uri="{FF2B5EF4-FFF2-40B4-BE49-F238E27FC236}">
                <a16:creationId xmlns:a16="http://schemas.microsoft.com/office/drawing/2014/main" id="{E637113C-8E4F-B63B-7D3D-5F2D59CF1FC5}"/>
              </a:ext>
            </a:extLst>
          </p:cNvPr>
          <p:cNvSpPr txBox="1"/>
          <p:nvPr/>
        </p:nvSpPr>
        <p:spPr>
          <a:xfrm>
            <a:off x="7213604" y="3237891"/>
            <a:ext cx="462845" cy="584775"/>
          </a:xfrm>
          <a:prstGeom prst="rect">
            <a:avLst/>
          </a:prstGeom>
          <a:noFill/>
        </p:spPr>
        <p:txBody>
          <a:bodyPr wrap="square" rtlCol="0">
            <a:spAutoFit/>
          </a:bodyPr>
          <a:lstStyle/>
          <a:p>
            <a:pPr algn="ctr"/>
            <a:r>
              <a:rPr lang="en-US" sz="3200" dirty="0"/>
              <a:t>5</a:t>
            </a:r>
          </a:p>
        </p:txBody>
      </p:sp>
      <p:sp>
        <p:nvSpPr>
          <p:cNvPr id="22" name="TextBox 21">
            <a:extLst>
              <a:ext uri="{FF2B5EF4-FFF2-40B4-BE49-F238E27FC236}">
                <a16:creationId xmlns:a16="http://schemas.microsoft.com/office/drawing/2014/main" id="{0D96798B-4156-7A01-FF73-F2799975267A}"/>
              </a:ext>
            </a:extLst>
          </p:cNvPr>
          <p:cNvSpPr txBox="1"/>
          <p:nvPr/>
        </p:nvSpPr>
        <p:spPr>
          <a:xfrm>
            <a:off x="5147734" y="1402877"/>
            <a:ext cx="570089" cy="230832"/>
          </a:xfrm>
          <a:prstGeom prst="rect">
            <a:avLst/>
          </a:prstGeom>
          <a:noFill/>
        </p:spPr>
        <p:txBody>
          <a:bodyPr wrap="square" rtlCol="0">
            <a:spAutoFit/>
          </a:bodyPr>
          <a:lstStyle/>
          <a:p>
            <a:pPr algn="ctr"/>
            <a:r>
              <a:rPr lang="en-US" sz="900" dirty="0"/>
              <a:t>46789</a:t>
            </a:r>
          </a:p>
        </p:txBody>
      </p:sp>
      <p:sp>
        <p:nvSpPr>
          <p:cNvPr id="23" name="TextBox 22">
            <a:extLst>
              <a:ext uri="{FF2B5EF4-FFF2-40B4-BE49-F238E27FC236}">
                <a16:creationId xmlns:a16="http://schemas.microsoft.com/office/drawing/2014/main" id="{434CFC08-6C75-A3E7-AAB1-51017FBB9854}"/>
              </a:ext>
            </a:extLst>
          </p:cNvPr>
          <p:cNvSpPr txBox="1"/>
          <p:nvPr/>
        </p:nvSpPr>
        <p:spPr>
          <a:xfrm>
            <a:off x="5650090" y="1402877"/>
            <a:ext cx="570089" cy="230832"/>
          </a:xfrm>
          <a:prstGeom prst="rect">
            <a:avLst/>
          </a:prstGeom>
          <a:noFill/>
        </p:spPr>
        <p:txBody>
          <a:bodyPr wrap="square" rtlCol="0">
            <a:spAutoFit/>
          </a:bodyPr>
          <a:lstStyle/>
          <a:p>
            <a:pPr algn="ctr"/>
            <a:r>
              <a:rPr lang="en-US" sz="900" dirty="0"/>
              <a:t>789</a:t>
            </a:r>
          </a:p>
        </p:txBody>
      </p:sp>
      <p:sp>
        <p:nvSpPr>
          <p:cNvPr id="36" name="TextBox 35">
            <a:extLst>
              <a:ext uri="{FF2B5EF4-FFF2-40B4-BE49-F238E27FC236}">
                <a16:creationId xmlns:a16="http://schemas.microsoft.com/office/drawing/2014/main" id="{F5D11B9E-4784-1D09-BEA4-DC29871EDCB9}"/>
              </a:ext>
            </a:extLst>
          </p:cNvPr>
          <p:cNvSpPr txBox="1"/>
          <p:nvPr/>
        </p:nvSpPr>
        <p:spPr>
          <a:xfrm>
            <a:off x="5147734" y="1903821"/>
            <a:ext cx="570089" cy="230832"/>
          </a:xfrm>
          <a:prstGeom prst="rect">
            <a:avLst/>
          </a:prstGeom>
          <a:noFill/>
        </p:spPr>
        <p:txBody>
          <a:bodyPr wrap="square" rtlCol="0">
            <a:spAutoFit/>
          </a:bodyPr>
          <a:lstStyle/>
          <a:p>
            <a:pPr algn="ctr"/>
            <a:r>
              <a:rPr lang="en-US" sz="900" dirty="0"/>
              <a:t>468</a:t>
            </a:r>
          </a:p>
        </p:txBody>
      </p:sp>
      <p:sp>
        <p:nvSpPr>
          <p:cNvPr id="37" name="TextBox 36">
            <a:extLst>
              <a:ext uri="{FF2B5EF4-FFF2-40B4-BE49-F238E27FC236}">
                <a16:creationId xmlns:a16="http://schemas.microsoft.com/office/drawing/2014/main" id="{10CAB338-AC21-1D49-16EC-4D27F690E1E3}"/>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4CEC06D0-2407-4EF9-CC6D-CF1F902C33FF}"/>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9" name="TextBox 38">
            <a:extLst>
              <a:ext uri="{FF2B5EF4-FFF2-40B4-BE49-F238E27FC236}">
                <a16:creationId xmlns:a16="http://schemas.microsoft.com/office/drawing/2014/main" id="{D1C4FC62-92BB-0D6D-CCE9-D51FCD72F549}"/>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EDCAAADC-1C03-DB78-1D22-EA9D2CF97057}"/>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9" name="TextBox 18">
            <a:extLst>
              <a:ext uri="{FF2B5EF4-FFF2-40B4-BE49-F238E27FC236}">
                <a16:creationId xmlns:a16="http://schemas.microsoft.com/office/drawing/2014/main" id="{8A63EC19-19E0-E7A7-CF54-AF185B485EEC}"/>
              </a:ext>
            </a:extLst>
          </p:cNvPr>
          <p:cNvSpPr txBox="1"/>
          <p:nvPr/>
        </p:nvSpPr>
        <p:spPr>
          <a:xfrm>
            <a:off x="4645378" y="1903821"/>
            <a:ext cx="570089" cy="230832"/>
          </a:xfrm>
          <a:prstGeom prst="rect">
            <a:avLst/>
          </a:prstGeom>
          <a:noFill/>
        </p:spPr>
        <p:txBody>
          <a:bodyPr wrap="square" rtlCol="0">
            <a:spAutoFit/>
          </a:bodyPr>
          <a:lstStyle/>
          <a:p>
            <a:pPr algn="ctr"/>
            <a:r>
              <a:rPr lang="en-US" sz="900" dirty="0"/>
              <a:t>64</a:t>
            </a:r>
          </a:p>
        </p:txBody>
      </p:sp>
      <p:sp>
        <p:nvSpPr>
          <p:cNvPr id="40" name="TextBox 39">
            <a:extLst>
              <a:ext uri="{FF2B5EF4-FFF2-40B4-BE49-F238E27FC236}">
                <a16:creationId xmlns:a16="http://schemas.microsoft.com/office/drawing/2014/main" id="{D0CA1BFD-F5BA-E499-A4E1-15690D0738F6}"/>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41" name="TextBox 40">
            <a:extLst>
              <a:ext uri="{FF2B5EF4-FFF2-40B4-BE49-F238E27FC236}">
                <a16:creationId xmlns:a16="http://schemas.microsoft.com/office/drawing/2014/main" id="{8C28B723-CB86-D730-6C19-8B0BBD9B7255}"/>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06C57AA1-1303-675F-5BB6-5554490CE1DA}"/>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43" name="TextBox 42">
            <a:extLst>
              <a:ext uri="{FF2B5EF4-FFF2-40B4-BE49-F238E27FC236}">
                <a16:creationId xmlns:a16="http://schemas.microsoft.com/office/drawing/2014/main" id="{E808254B-1B7A-0998-AD34-0F367B5F8EBC}"/>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28" name="TextBox 27">
            <a:extLst>
              <a:ext uri="{FF2B5EF4-FFF2-40B4-BE49-F238E27FC236}">
                <a16:creationId xmlns:a16="http://schemas.microsoft.com/office/drawing/2014/main" id="{28B2D6E8-1E19-77E1-51BA-0BB8E60296A3}"/>
              </a:ext>
            </a:extLst>
          </p:cNvPr>
          <p:cNvSpPr txBox="1"/>
          <p:nvPr/>
        </p:nvSpPr>
        <p:spPr>
          <a:xfrm>
            <a:off x="4143022" y="901933"/>
            <a:ext cx="570089" cy="230832"/>
          </a:xfrm>
          <a:prstGeom prst="rect">
            <a:avLst/>
          </a:prstGeom>
          <a:noFill/>
        </p:spPr>
        <p:txBody>
          <a:bodyPr wrap="square" rtlCol="0">
            <a:spAutoFit/>
          </a:bodyPr>
          <a:lstStyle/>
          <a:p>
            <a:pPr algn="ctr"/>
            <a:r>
              <a:rPr lang="en-US" sz="900" dirty="0"/>
              <a:t>89</a:t>
            </a:r>
          </a:p>
        </p:txBody>
      </p:sp>
      <p:sp>
        <p:nvSpPr>
          <p:cNvPr id="44" name="TextBox 43">
            <a:extLst>
              <a:ext uri="{FF2B5EF4-FFF2-40B4-BE49-F238E27FC236}">
                <a16:creationId xmlns:a16="http://schemas.microsoft.com/office/drawing/2014/main" id="{DE3C4FC1-2C63-3345-472E-7375790A1219}"/>
              </a:ext>
            </a:extLst>
          </p:cNvPr>
          <p:cNvSpPr txBox="1"/>
          <p:nvPr/>
        </p:nvSpPr>
        <p:spPr>
          <a:xfrm>
            <a:off x="4143022" y="1402877"/>
            <a:ext cx="570089" cy="230832"/>
          </a:xfrm>
          <a:prstGeom prst="rect">
            <a:avLst/>
          </a:prstGeom>
          <a:noFill/>
        </p:spPr>
        <p:txBody>
          <a:bodyPr wrap="square" rtlCol="0">
            <a:spAutoFit/>
          </a:bodyPr>
          <a:lstStyle/>
          <a:p>
            <a:pPr algn="ctr"/>
            <a:r>
              <a:rPr lang="en-US" sz="900" dirty="0"/>
              <a:t>589</a:t>
            </a:r>
          </a:p>
        </p:txBody>
      </p:sp>
      <p:sp>
        <p:nvSpPr>
          <p:cNvPr id="45" name="TextBox 44">
            <a:extLst>
              <a:ext uri="{FF2B5EF4-FFF2-40B4-BE49-F238E27FC236}">
                <a16:creationId xmlns:a16="http://schemas.microsoft.com/office/drawing/2014/main" id="{C3ABC1B5-4C4B-8C5B-7A0A-06FC8319711B}"/>
              </a:ext>
            </a:extLst>
          </p:cNvPr>
          <p:cNvSpPr txBox="1"/>
          <p:nvPr/>
        </p:nvSpPr>
        <p:spPr>
          <a:xfrm>
            <a:off x="4143022" y="1903821"/>
            <a:ext cx="570089" cy="230832"/>
          </a:xfrm>
          <a:prstGeom prst="rect">
            <a:avLst/>
          </a:prstGeom>
          <a:noFill/>
        </p:spPr>
        <p:txBody>
          <a:bodyPr wrap="square" rtlCol="0">
            <a:spAutoFit/>
          </a:bodyPr>
          <a:lstStyle/>
          <a:p>
            <a:pPr algn="ctr"/>
            <a:r>
              <a:rPr lang="en-US" sz="900" dirty="0"/>
              <a:t>58</a:t>
            </a:r>
          </a:p>
        </p:txBody>
      </p:sp>
      <p:sp>
        <p:nvSpPr>
          <p:cNvPr id="48" name="TextBox 47">
            <a:extLst>
              <a:ext uri="{FF2B5EF4-FFF2-40B4-BE49-F238E27FC236}">
                <a16:creationId xmlns:a16="http://schemas.microsoft.com/office/drawing/2014/main" id="{23582527-6184-1D2B-6DD5-8949F3F158A1}"/>
              </a:ext>
            </a:extLst>
          </p:cNvPr>
          <p:cNvSpPr txBox="1"/>
          <p:nvPr/>
        </p:nvSpPr>
        <p:spPr>
          <a:xfrm>
            <a:off x="4143022" y="3406653"/>
            <a:ext cx="570089" cy="230832"/>
          </a:xfrm>
          <a:prstGeom prst="rect">
            <a:avLst/>
          </a:prstGeom>
          <a:noFill/>
        </p:spPr>
        <p:txBody>
          <a:bodyPr wrap="square" rtlCol="0">
            <a:spAutoFit/>
          </a:bodyPr>
          <a:lstStyle/>
          <a:p>
            <a:pPr algn="ctr"/>
            <a:r>
              <a:rPr lang="en-US" sz="900" dirty="0"/>
              <a:t>146</a:t>
            </a:r>
          </a:p>
        </p:txBody>
      </p:sp>
      <p:sp>
        <p:nvSpPr>
          <p:cNvPr id="49" name="TextBox 48">
            <a:extLst>
              <a:ext uri="{FF2B5EF4-FFF2-40B4-BE49-F238E27FC236}">
                <a16:creationId xmlns:a16="http://schemas.microsoft.com/office/drawing/2014/main" id="{00B07D87-3BA1-2308-0057-E5E623E19F3C}"/>
              </a:ext>
            </a:extLst>
          </p:cNvPr>
          <p:cNvSpPr txBox="1"/>
          <p:nvPr/>
        </p:nvSpPr>
        <p:spPr>
          <a:xfrm>
            <a:off x="4143022" y="3907597"/>
            <a:ext cx="570089" cy="230832"/>
          </a:xfrm>
          <a:prstGeom prst="rect">
            <a:avLst/>
          </a:prstGeom>
          <a:noFill/>
        </p:spPr>
        <p:txBody>
          <a:bodyPr wrap="square" rtlCol="0">
            <a:spAutoFit/>
          </a:bodyPr>
          <a:lstStyle/>
          <a:p>
            <a:pPr algn="ctr"/>
            <a:r>
              <a:rPr lang="en-US" sz="900" dirty="0"/>
              <a:t>1346</a:t>
            </a:r>
          </a:p>
        </p:txBody>
      </p:sp>
      <p:sp>
        <p:nvSpPr>
          <p:cNvPr id="50" name="TextBox 49">
            <a:extLst>
              <a:ext uri="{FF2B5EF4-FFF2-40B4-BE49-F238E27FC236}">
                <a16:creationId xmlns:a16="http://schemas.microsoft.com/office/drawing/2014/main" id="{3D59342F-1933-5169-C32C-08CCDC818022}"/>
              </a:ext>
            </a:extLst>
          </p:cNvPr>
          <p:cNvSpPr txBox="1"/>
          <p:nvPr/>
        </p:nvSpPr>
        <p:spPr>
          <a:xfrm>
            <a:off x="4143022" y="4408541"/>
            <a:ext cx="570089" cy="230832"/>
          </a:xfrm>
          <a:prstGeom prst="rect">
            <a:avLst/>
          </a:prstGeom>
          <a:noFill/>
        </p:spPr>
        <p:txBody>
          <a:bodyPr wrap="square" rtlCol="0">
            <a:spAutoFit/>
          </a:bodyPr>
          <a:lstStyle/>
          <a:p>
            <a:pPr algn="ctr"/>
            <a:r>
              <a:rPr lang="en-US" sz="900" dirty="0"/>
              <a:t>1346</a:t>
            </a:r>
          </a:p>
        </p:txBody>
      </p:sp>
      <p:sp>
        <p:nvSpPr>
          <p:cNvPr id="51" name="TextBox 50">
            <a:extLst>
              <a:ext uri="{FF2B5EF4-FFF2-40B4-BE49-F238E27FC236}">
                <a16:creationId xmlns:a16="http://schemas.microsoft.com/office/drawing/2014/main" id="{AFF32F41-E4DE-06EE-8AA6-7D38B598CAE0}"/>
              </a:ext>
            </a:extLst>
          </p:cNvPr>
          <p:cNvSpPr txBox="1"/>
          <p:nvPr/>
        </p:nvSpPr>
        <p:spPr>
          <a:xfrm>
            <a:off x="4143022" y="4909484"/>
            <a:ext cx="570089" cy="230832"/>
          </a:xfrm>
          <a:prstGeom prst="rect">
            <a:avLst/>
          </a:prstGeom>
          <a:noFill/>
        </p:spPr>
        <p:txBody>
          <a:bodyPr wrap="square" rtlCol="0">
            <a:spAutoFit/>
          </a:bodyPr>
          <a:lstStyle/>
          <a:p>
            <a:pPr algn="ctr"/>
            <a:r>
              <a:rPr lang="en-US" sz="900" dirty="0"/>
              <a:t>1346</a:t>
            </a:r>
          </a:p>
        </p:txBody>
      </p:sp>
      <p:sp>
        <p:nvSpPr>
          <p:cNvPr id="52" name="TextBox 51">
            <a:extLst>
              <a:ext uri="{FF2B5EF4-FFF2-40B4-BE49-F238E27FC236}">
                <a16:creationId xmlns:a16="http://schemas.microsoft.com/office/drawing/2014/main" id="{0532306D-C5EF-FBCA-8504-A2A2580A4D1B}"/>
              </a:ext>
            </a:extLst>
          </p:cNvPr>
          <p:cNvSpPr txBox="1"/>
          <p:nvPr/>
        </p:nvSpPr>
        <p:spPr>
          <a:xfrm>
            <a:off x="4216401" y="2231221"/>
            <a:ext cx="462845" cy="584775"/>
          </a:xfrm>
          <a:prstGeom prst="rect">
            <a:avLst/>
          </a:prstGeom>
          <a:noFill/>
        </p:spPr>
        <p:txBody>
          <a:bodyPr wrap="square" rtlCol="0">
            <a:spAutoFit/>
          </a:bodyPr>
          <a:lstStyle/>
          <a:p>
            <a:pPr algn="ctr"/>
            <a:r>
              <a:rPr lang="en-US" sz="3200" dirty="0"/>
              <a:t>7</a:t>
            </a:r>
          </a:p>
        </p:txBody>
      </p:sp>
      <p:sp>
        <p:nvSpPr>
          <p:cNvPr id="46" name="TextBox 45">
            <a:extLst>
              <a:ext uri="{FF2B5EF4-FFF2-40B4-BE49-F238E27FC236}">
                <a16:creationId xmlns:a16="http://schemas.microsoft.com/office/drawing/2014/main" id="{CAEEC581-409D-8C24-908D-BA07CA28B58E}"/>
              </a:ext>
            </a:extLst>
          </p:cNvPr>
          <p:cNvSpPr txBox="1"/>
          <p:nvPr/>
        </p:nvSpPr>
        <p:spPr>
          <a:xfrm>
            <a:off x="3640666" y="901933"/>
            <a:ext cx="570089" cy="230832"/>
          </a:xfrm>
          <a:prstGeom prst="rect">
            <a:avLst/>
          </a:prstGeom>
          <a:noFill/>
        </p:spPr>
        <p:txBody>
          <a:bodyPr wrap="square" rtlCol="0">
            <a:spAutoFit/>
          </a:bodyPr>
          <a:lstStyle/>
          <a:p>
            <a:pPr algn="ctr"/>
            <a:r>
              <a:rPr lang="en-US" sz="900" dirty="0"/>
              <a:t>2346</a:t>
            </a:r>
          </a:p>
        </p:txBody>
      </p:sp>
      <p:sp>
        <p:nvSpPr>
          <p:cNvPr id="53" name="TextBox 52">
            <a:extLst>
              <a:ext uri="{FF2B5EF4-FFF2-40B4-BE49-F238E27FC236}">
                <a16:creationId xmlns:a16="http://schemas.microsoft.com/office/drawing/2014/main" id="{AFD527EF-0D13-AF59-E463-F5FB6B288454}"/>
              </a:ext>
            </a:extLst>
          </p:cNvPr>
          <p:cNvSpPr txBox="1"/>
          <p:nvPr/>
        </p:nvSpPr>
        <p:spPr>
          <a:xfrm>
            <a:off x="3138310" y="901933"/>
            <a:ext cx="570089" cy="230832"/>
          </a:xfrm>
          <a:prstGeom prst="rect">
            <a:avLst/>
          </a:prstGeom>
          <a:noFill/>
        </p:spPr>
        <p:txBody>
          <a:bodyPr wrap="square" rtlCol="0">
            <a:spAutoFit/>
          </a:bodyPr>
          <a:lstStyle/>
          <a:p>
            <a:pPr algn="ctr"/>
            <a:r>
              <a:rPr lang="en-US" sz="900" dirty="0"/>
              <a:t>2346</a:t>
            </a:r>
          </a:p>
        </p:txBody>
      </p:sp>
      <p:sp>
        <p:nvSpPr>
          <p:cNvPr id="54" name="TextBox 53">
            <a:extLst>
              <a:ext uri="{FF2B5EF4-FFF2-40B4-BE49-F238E27FC236}">
                <a16:creationId xmlns:a16="http://schemas.microsoft.com/office/drawing/2014/main" id="{0266728E-D40D-D87C-8719-2B0EDD90141D}"/>
              </a:ext>
            </a:extLst>
          </p:cNvPr>
          <p:cNvSpPr txBox="1"/>
          <p:nvPr/>
        </p:nvSpPr>
        <p:spPr>
          <a:xfrm>
            <a:off x="3640666" y="1402877"/>
            <a:ext cx="570089" cy="230832"/>
          </a:xfrm>
          <a:prstGeom prst="rect">
            <a:avLst/>
          </a:prstGeom>
          <a:noFill/>
        </p:spPr>
        <p:txBody>
          <a:bodyPr wrap="square" rtlCol="0">
            <a:spAutoFit/>
          </a:bodyPr>
          <a:lstStyle/>
          <a:p>
            <a:pPr algn="ctr"/>
            <a:r>
              <a:rPr lang="en-US" sz="900" dirty="0"/>
              <a:t>2346</a:t>
            </a:r>
          </a:p>
        </p:txBody>
      </p:sp>
      <p:sp>
        <p:nvSpPr>
          <p:cNvPr id="55" name="TextBox 54">
            <a:extLst>
              <a:ext uri="{FF2B5EF4-FFF2-40B4-BE49-F238E27FC236}">
                <a16:creationId xmlns:a16="http://schemas.microsoft.com/office/drawing/2014/main" id="{70D001FD-9558-1AE4-9F11-19648F02F397}"/>
              </a:ext>
            </a:extLst>
          </p:cNvPr>
          <p:cNvSpPr txBox="1"/>
          <p:nvPr/>
        </p:nvSpPr>
        <p:spPr>
          <a:xfrm>
            <a:off x="3138310" y="1402877"/>
            <a:ext cx="570089" cy="230832"/>
          </a:xfrm>
          <a:prstGeom prst="rect">
            <a:avLst/>
          </a:prstGeom>
          <a:noFill/>
        </p:spPr>
        <p:txBody>
          <a:bodyPr wrap="square" rtlCol="0">
            <a:spAutoFit/>
          </a:bodyPr>
          <a:lstStyle/>
          <a:p>
            <a:pPr algn="ctr"/>
            <a:r>
              <a:rPr lang="en-US" sz="900" dirty="0"/>
              <a:t>2346</a:t>
            </a:r>
          </a:p>
        </p:txBody>
      </p:sp>
      <p:sp>
        <p:nvSpPr>
          <p:cNvPr id="56" name="TextBox 55">
            <a:extLst>
              <a:ext uri="{FF2B5EF4-FFF2-40B4-BE49-F238E27FC236}">
                <a16:creationId xmlns:a16="http://schemas.microsoft.com/office/drawing/2014/main" id="{F92887BE-E811-B592-D515-45D3EF139982}"/>
              </a:ext>
            </a:extLst>
          </p:cNvPr>
          <p:cNvSpPr txBox="1"/>
          <p:nvPr/>
        </p:nvSpPr>
        <p:spPr>
          <a:xfrm>
            <a:off x="4645378" y="2905709"/>
            <a:ext cx="570089" cy="230832"/>
          </a:xfrm>
          <a:prstGeom prst="rect">
            <a:avLst/>
          </a:prstGeom>
          <a:noFill/>
        </p:spPr>
        <p:txBody>
          <a:bodyPr wrap="square" rtlCol="0">
            <a:spAutoFit/>
          </a:bodyPr>
          <a:lstStyle/>
          <a:p>
            <a:pPr algn="ctr"/>
            <a:r>
              <a:rPr lang="en-US" sz="900" dirty="0"/>
              <a:t>97</a:t>
            </a:r>
          </a:p>
        </p:txBody>
      </p:sp>
      <p:sp>
        <p:nvSpPr>
          <p:cNvPr id="57" name="TextBox 56">
            <a:extLst>
              <a:ext uri="{FF2B5EF4-FFF2-40B4-BE49-F238E27FC236}">
                <a16:creationId xmlns:a16="http://schemas.microsoft.com/office/drawing/2014/main" id="{2CF97ABE-33DD-3799-D388-182550343496}"/>
              </a:ext>
            </a:extLst>
          </p:cNvPr>
          <p:cNvSpPr txBox="1"/>
          <p:nvPr/>
        </p:nvSpPr>
        <p:spPr>
          <a:xfrm>
            <a:off x="5147734" y="2905709"/>
            <a:ext cx="570089" cy="230832"/>
          </a:xfrm>
          <a:prstGeom prst="rect">
            <a:avLst/>
          </a:prstGeom>
          <a:noFill/>
        </p:spPr>
        <p:txBody>
          <a:bodyPr wrap="square" rtlCol="0">
            <a:spAutoFit/>
          </a:bodyPr>
          <a:lstStyle/>
          <a:p>
            <a:pPr algn="ctr"/>
            <a:r>
              <a:rPr lang="en-US" sz="900" dirty="0"/>
              <a:t>79</a:t>
            </a:r>
          </a:p>
        </p:txBody>
      </p:sp>
      <p:sp>
        <p:nvSpPr>
          <p:cNvPr id="58" name="TextBox 57">
            <a:extLst>
              <a:ext uri="{FF2B5EF4-FFF2-40B4-BE49-F238E27FC236}">
                <a16:creationId xmlns:a16="http://schemas.microsoft.com/office/drawing/2014/main" id="{EC9C7659-7A6F-15DD-D785-14DD13EBFF2D}"/>
              </a:ext>
            </a:extLst>
          </p:cNvPr>
          <p:cNvSpPr txBox="1"/>
          <p:nvPr/>
        </p:nvSpPr>
        <p:spPr>
          <a:xfrm>
            <a:off x="4645378" y="3406653"/>
            <a:ext cx="570089" cy="230832"/>
          </a:xfrm>
          <a:prstGeom prst="rect">
            <a:avLst/>
          </a:prstGeom>
          <a:noFill/>
        </p:spPr>
        <p:txBody>
          <a:bodyPr wrap="square" rtlCol="0">
            <a:spAutoFit/>
          </a:bodyPr>
          <a:lstStyle/>
          <a:p>
            <a:pPr algn="ctr"/>
            <a:r>
              <a:rPr lang="en-US" sz="900" dirty="0"/>
              <a:t>28</a:t>
            </a:r>
          </a:p>
        </p:txBody>
      </p:sp>
      <p:sp>
        <p:nvSpPr>
          <p:cNvPr id="59" name="TextBox 58">
            <a:extLst>
              <a:ext uri="{FF2B5EF4-FFF2-40B4-BE49-F238E27FC236}">
                <a16:creationId xmlns:a16="http://schemas.microsoft.com/office/drawing/2014/main" id="{65BA7A27-D590-6633-1260-D32C57DB459A}"/>
              </a:ext>
            </a:extLst>
          </p:cNvPr>
          <p:cNvSpPr txBox="1"/>
          <p:nvPr/>
        </p:nvSpPr>
        <p:spPr>
          <a:xfrm>
            <a:off x="5147734" y="3406653"/>
            <a:ext cx="570089" cy="230832"/>
          </a:xfrm>
          <a:prstGeom prst="rect">
            <a:avLst/>
          </a:prstGeom>
          <a:noFill/>
        </p:spPr>
        <p:txBody>
          <a:bodyPr wrap="square" rtlCol="0">
            <a:spAutoFit/>
          </a:bodyPr>
          <a:lstStyle/>
          <a:p>
            <a:pPr algn="ctr"/>
            <a:r>
              <a:rPr lang="en-US" sz="900" dirty="0"/>
              <a:t>82</a:t>
            </a:r>
          </a:p>
        </p:txBody>
      </p:sp>
      <p:sp>
        <p:nvSpPr>
          <p:cNvPr id="60" name="TextBox 59">
            <a:extLst>
              <a:ext uri="{FF2B5EF4-FFF2-40B4-BE49-F238E27FC236}">
                <a16:creationId xmlns:a16="http://schemas.microsoft.com/office/drawing/2014/main" id="{12A0A37C-CB48-EB2E-1D35-22E856900BB7}"/>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1673422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2A537-37B9-2D34-473B-6CA27D6B97F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3C7BF5C-173D-591D-52DF-FDFB9C27FDC6}"/>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91EF7C3B-7F94-5ECE-13E0-50027754D5A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350CFA2-37B4-0E63-55E2-1CD7489B2C3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898AA82-EBFF-B3AB-A94D-AA02366E02C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621DC5B-9BE0-0562-D736-29C0EB64D277}"/>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166C7396-8FF3-B944-7A4D-F0F7AFAF536E}"/>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48FCCD88-990A-8884-2907-03B0D6BAAB8C}"/>
              </a:ext>
            </a:extLst>
          </p:cNvPr>
          <p:cNvSpPr txBox="1"/>
          <p:nvPr/>
        </p:nvSpPr>
        <p:spPr>
          <a:xfrm>
            <a:off x="6152446" y="901933"/>
            <a:ext cx="570089" cy="230832"/>
          </a:xfrm>
          <a:prstGeom prst="rect">
            <a:avLst/>
          </a:prstGeom>
          <a:noFill/>
        </p:spPr>
        <p:txBody>
          <a:bodyPr wrap="square" rtlCol="0">
            <a:spAutoFit/>
          </a:bodyPr>
          <a:lstStyle/>
          <a:p>
            <a:pPr algn="ctr"/>
            <a:r>
              <a:rPr lang="en-US" sz="900" dirty="0"/>
              <a:t>68</a:t>
            </a:r>
          </a:p>
        </p:txBody>
      </p:sp>
      <p:sp>
        <p:nvSpPr>
          <p:cNvPr id="12" name="TextBox 11">
            <a:extLst>
              <a:ext uri="{FF2B5EF4-FFF2-40B4-BE49-F238E27FC236}">
                <a16:creationId xmlns:a16="http://schemas.microsoft.com/office/drawing/2014/main" id="{D2ED9719-F7F8-9E9B-D259-9AABD183FE45}"/>
              </a:ext>
            </a:extLst>
          </p:cNvPr>
          <p:cNvSpPr txBox="1"/>
          <p:nvPr/>
        </p:nvSpPr>
        <p:spPr>
          <a:xfrm>
            <a:off x="6152446" y="1402877"/>
            <a:ext cx="570089" cy="230832"/>
          </a:xfrm>
          <a:prstGeom prst="rect">
            <a:avLst/>
          </a:prstGeom>
          <a:noFill/>
        </p:spPr>
        <p:txBody>
          <a:bodyPr wrap="square" rtlCol="0">
            <a:spAutoFit/>
          </a:bodyPr>
          <a:lstStyle/>
          <a:p>
            <a:pPr algn="ctr"/>
            <a:r>
              <a:rPr lang="en-US" sz="900" dirty="0"/>
              <a:t>3568</a:t>
            </a:r>
          </a:p>
        </p:txBody>
      </p:sp>
      <p:sp>
        <p:nvSpPr>
          <p:cNvPr id="13" name="TextBox 12">
            <a:extLst>
              <a:ext uri="{FF2B5EF4-FFF2-40B4-BE49-F238E27FC236}">
                <a16:creationId xmlns:a16="http://schemas.microsoft.com/office/drawing/2014/main" id="{74330741-8411-4A0C-3FD6-5559DF24F79B}"/>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3456</a:t>
            </a:r>
          </a:p>
        </p:txBody>
      </p:sp>
      <p:sp>
        <p:nvSpPr>
          <p:cNvPr id="14" name="TextBox 13">
            <a:extLst>
              <a:ext uri="{FF2B5EF4-FFF2-40B4-BE49-F238E27FC236}">
                <a16:creationId xmlns:a16="http://schemas.microsoft.com/office/drawing/2014/main" id="{AB2D369C-DAA3-C716-10D0-CBAC24928F7D}"/>
              </a:ext>
            </a:extLst>
          </p:cNvPr>
          <p:cNvSpPr txBox="1"/>
          <p:nvPr/>
        </p:nvSpPr>
        <p:spPr>
          <a:xfrm>
            <a:off x="6654802" y="1903821"/>
            <a:ext cx="570089" cy="230832"/>
          </a:xfrm>
          <a:prstGeom prst="rect">
            <a:avLst/>
          </a:prstGeom>
          <a:noFill/>
        </p:spPr>
        <p:txBody>
          <a:bodyPr wrap="square" rtlCol="0">
            <a:spAutoFit/>
          </a:bodyPr>
          <a:lstStyle/>
          <a:p>
            <a:pPr algn="ctr"/>
            <a:r>
              <a:rPr lang="en-US" sz="900" dirty="0"/>
              <a:t>3456</a:t>
            </a:r>
          </a:p>
        </p:txBody>
      </p:sp>
      <p:sp>
        <p:nvSpPr>
          <p:cNvPr id="15" name="TextBox 14">
            <a:extLst>
              <a:ext uri="{FF2B5EF4-FFF2-40B4-BE49-F238E27FC236}">
                <a16:creationId xmlns:a16="http://schemas.microsoft.com/office/drawing/2014/main" id="{F9146DB6-E4B7-0895-A32E-661BDBD83398}"/>
              </a:ext>
            </a:extLst>
          </p:cNvPr>
          <p:cNvSpPr txBox="1"/>
          <p:nvPr/>
        </p:nvSpPr>
        <p:spPr>
          <a:xfrm>
            <a:off x="7157158" y="1903821"/>
            <a:ext cx="570089" cy="230832"/>
          </a:xfrm>
          <a:prstGeom prst="rect">
            <a:avLst/>
          </a:prstGeom>
          <a:noFill/>
        </p:spPr>
        <p:txBody>
          <a:bodyPr wrap="square" rtlCol="0">
            <a:spAutoFit/>
          </a:bodyPr>
          <a:lstStyle/>
          <a:p>
            <a:pPr algn="ctr"/>
            <a:r>
              <a:rPr lang="en-US" sz="900" dirty="0"/>
              <a:t>468</a:t>
            </a:r>
          </a:p>
        </p:txBody>
      </p:sp>
      <p:sp>
        <p:nvSpPr>
          <p:cNvPr id="20" name="TextBox 19">
            <a:extLst>
              <a:ext uri="{FF2B5EF4-FFF2-40B4-BE49-F238E27FC236}">
                <a16:creationId xmlns:a16="http://schemas.microsoft.com/office/drawing/2014/main" id="{DC332FCB-12DD-9911-D80C-930DBF9E44CA}"/>
              </a:ext>
            </a:extLst>
          </p:cNvPr>
          <p:cNvSpPr txBox="1"/>
          <p:nvPr/>
        </p:nvSpPr>
        <p:spPr>
          <a:xfrm>
            <a:off x="3640666" y="1903821"/>
            <a:ext cx="570089" cy="230832"/>
          </a:xfrm>
          <a:prstGeom prst="rect">
            <a:avLst/>
          </a:prstGeom>
          <a:noFill/>
        </p:spPr>
        <p:txBody>
          <a:bodyPr wrap="square" rtlCol="0">
            <a:spAutoFit/>
          </a:bodyPr>
          <a:lstStyle/>
          <a:p>
            <a:pPr algn="ctr"/>
            <a:r>
              <a:rPr lang="en-US" sz="900" dirty="0"/>
              <a:t>71</a:t>
            </a:r>
          </a:p>
        </p:txBody>
      </p:sp>
      <p:sp>
        <p:nvSpPr>
          <p:cNvPr id="21" name="TextBox 20">
            <a:extLst>
              <a:ext uri="{FF2B5EF4-FFF2-40B4-BE49-F238E27FC236}">
                <a16:creationId xmlns:a16="http://schemas.microsoft.com/office/drawing/2014/main" id="{2E0BBD80-2472-8B74-FF5D-8AA95A3A26DD}"/>
              </a:ext>
            </a:extLst>
          </p:cNvPr>
          <p:cNvSpPr txBox="1"/>
          <p:nvPr/>
        </p:nvSpPr>
        <p:spPr>
          <a:xfrm>
            <a:off x="3138310" y="1903821"/>
            <a:ext cx="570089" cy="230832"/>
          </a:xfrm>
          <a:prstGeom prst="rect">
            <a:avLst/>
          </a:prstGeom>
          <a:noFill/>
        </p:spPr>
        <p:txBody>
          <a:bodyPr wrap="square" rtlCol="0">
            <a:spAutoFit/>
          </a:bodyPr>
          <a:lstStyle/>
          <a:p>
            <a:pPr algn="ctr"/>
            <a:r>
              <a:rPr lang="en-US" sz="900" dirty="0"/>
              <a:t>17</a:t>
            </a:r>
          </a:p>
        </p:txBody>
      </p:sp>
      <p:sp>
        <p:nvSpPr>
          <p:cNvPr id="24" name="TextBox 23">
            <a:extLst>
              <a:ext uri="{FF2B5EF4-FFF2-40B4-BE49-F238E27FC236}">
                <a16:creationId xmlns:a16="http://schemas.microsoft.com/office/drawing/2014/main" id="{542F11BA-5C3E-60F5-4FB6-64BF7A0C51C5}"/>
              </a:ext>
            </a:extLst>
          </p:cNvPr>
          <p:cNvSpPr txBox="1"/>
          <p:nvPr/>
        </p:nvSpPr>
        <p:spPr>
          <a:xfrm>
            <a:off x="6152446" y="4408541"/>
            <a:ext cx="570089" cy="230832"/>
          </a:xfrm>
          <a:prstGeom prst="rect">
            <a:avLst/>
          </a:prstGeom>
          <a:noFill/>
        </p:spPr>
        <p:txBody>
          <a:bodyPr wrap="square" rtlCol="0">
            <a:spAutoFit/>
          </a:bodyPr>
          <a:lstStyle/>
          <a:p>
            <a:pPr algn="ctr"/>
            <a:r>
              <a:rPr lang="en-US" sz="900" dirty="0"/>
              <a:t>2356</a:t>
            </a:r>
          </a:p>
        </p:txBody>
      </p:sp>
      <p:sp>
        <p:nvSpPr>
          <p:cNvPr id="25" name="TextBox 24">
            <a:extLst>
              <a:ext uri="{FF2B5EF4-FFF2-40B4-BE49-F238E27FC236}">
                <a16:creationId xmlns:a16="http://schemas.microsoft.com/office/drawing/2014/main" id="{374A8496-D5B7-53C3-8227-8BC51B22576D}"/>
              </a:ext>
            </a:extLst>
          </p:cNvPr>
          <p:cNvSpPr txBox="1"/>
          <p:nvPr/>
        </p:nvSpPr>
        <p:spPr>
          <a:xfrm>
            <a:off x="6152446" y="4909484"/>
            <a:ext cx="570089" cy="230832"/>
          </a:xfrm>
          <a:prstGeom prst="rect">
            <a:avLst/>
          </a:prstGeom>
          <a:noFill/>
        </p:spPr>
        <p:txBody>
          <a:bodyPr wrap="square" rtlCol="0">
            <a:spAutoFit/>
          </a:bodyPr>
          <a:lstStyle/>
          <a:p>
            <a:pPr algn="ctr"/>
            <a:r>
              <a:rPr lang="en-US" sz="900" dirty="0"/>
              <a:t>6532</a:t>
            </a:r>
          </a:p>
        </p:txBody>
      </p:sp>
      <p:sp>
        <p:nvSpPr>
          <p:cNvPr id="29" name="TextBox 28">
            <a:extLst>
              <a:ext uri="{FF2B5EF4-FFF2-40B4-BE49-F238E27FC236}">
                <a16:creationId xmlns:a16="http://schemas.microsoft.com/office/drawing/2014/main" id="{8845E1B5-6588-B1E4-2AFC-7C7FDC4E1DC4}"/>
              </a:ext>
            </a:extLst>
          </p:cNvPr>
          <p:cNvSpPr txBox="1"/>
          <p:nvPr/>
        </p:nvSpPr>
        <p:spPr>
          <a:xfrm>
            <a:off x="6152446" y="2905709"/>
            <a:ext cx="570089" cy="230832"/>
          </a:xfrm>
          <a:prstGeom prst="rect">
            <a:avLst/>
          </a:prstGeom>
          <a:noFill/>
        </p:spPr>
        <p:txBody>
          <a:bodyPr wrap="square" rtlCol="0">
            <a:spAutoFit/>
          </a:bodyPr>
          <a:lstStyle/>
          <a:p>
            <a:pPr algn="ctr"/>
            <a:r>
              <a:rPr lang="en-US" sz="900" dirty="0"/>
              <a:t>16</a:t>
            </a:r>
          </a:p>
        </p:txBody>
      </p:sp>
      <p:sp>
        <p:nvSpPr>
          <p:cNvPr id="30" name="TextBox 29">
            <a:extLst>
              <a:ext uri="{FF2B5EF4-FFF2-40B4-BE49-F238E27FC236}">
                <a16:creationId xmlns:a16="http://schemas.microsoft.com/office/drawing/2014/main" id="{B74F9709-4982-7024-8A89-492B2E61E145}"/>
              </a:ext>
            </a:extLst>
          </p:cNvPr>
          <p:cNvSpPr txBox="1"/>
          <p:nvPr/>
        </p:nvSpPr>
        <p:spPr>
          <a:xfrm>
            <a:off x="6654802" y="2905709"/>
            <a:ext cx="570089" cy="230832"/>
          </a:xfrm>
          <a:prstGeom prst="rect">
            <a:avLst/>
          </a:prstGeom>
          <a:noFill/>
        </p:spPr>
        <p:txBody>
          <a:bodyPr wrap="square" rtlCol="0">
            <a:spAutoFit/>
          </a:bodyPr>
          <a:lstStyle/>
          <a:p>
            <a:pPr algn="ctr"/>
            <a:r>
              <a:rPr lang="en-US" sz="900" dirty="0"/>
              <a:t>61</a:t>
            </a:r>
          </a:p>
        </p:txBody>
      </p:sp>
      <p:sp>
        <p:nvSpPr>
          <p:cNvPr id="31" name="TextBox 30">
            <a:extLst>
              <a:ext uri="{FF2B5EF4-FFF2-40B4-BE49-F238E27FC236}">
                <a16:creationId xmlns:a16="http://schemas.microsoft.com/office/drawing/2014/main" id="{982E6497-9891-7AFC-485B-E56D3CD75AA8}"/>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D8B7F673-672B-9551-7CAE-FE23CD72A63A}"/>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5F3C6FDE-40D2-9423-0613-E6440873DA69}"/>
              </a:ext>
            </a:extLst>
          </p:cNvPr>
          <p:cNvSpPr txBox="1"/>
          <p:nvPr/>
        </p:nvSpPr>
        <p:spPr>
          <a:xfrm>
            <a:off x="6214537"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0C5D383C-9A78-C9C9-5F85-81469EB1E5F5}"/>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CBF42FC6-EFEA-ECEA-236B-59050685F9B2}"/>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C75DC94C-4520-6879-ED51-F44A394B8073}"/>
              </a:ext>
            </a:extLst>
          </p:cNvPr>
          <p:cNvSpPr txBox="1"/>
          <p:nvPr/>
        </p:nvSpPr>
        <p:spPr>
          <a:xfrm>
            <a:off x="6714071" y="72121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B4D5DA52-C055-2EFC-5C1A-AA736E2A66A7}"/>
              </a:ext>
            </a:extLst>
          </p:cNvPr>
          <p:cNvSpPr txBox="1"/>
          <p:nvPr/>
        </p:nvSpPr>
        <p:spPr>
          <a:xfrm>
            <a:off x="7213604" y="72121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93611309-49EB-C4FE-AA20-7068BA63F7FB}"/>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C7063230-C9D8-FC1A-60C6-637114D965C0}"/>
              </a:ext>
            </a:extLst>
          </p:cNvPr>
          <p:cNvSpPr txBox="1"/>
          <p:nvPr/>
        </p:nvSpPr>
        <p:spPr>
          <a:xfrm>
            <a:off x="6214537" y="3237891"/>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D36E0051-2291-DBBE-89FA-CD3C2E31DB12}"/>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2F3B2D7F-9A7E-436A-2DE1-7F6BFA7AE673}"/>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5" name="TextBox 34">
            <a:extLst>
              <a:ext uri="{FF2B5EF4-FFF2-40B4-BE49-F238E27FC236}">
                <a16:creationId xmlns:a16="http://schemas.microsoft.com/office/drawing/2014/main" id="{128622C5-9FD5-401F-2C66-FD9511A951ED}"/>
              </a:ext>
            </a:extLst>
          </p:cNvPr>
          <p:cNvSpPr txBox="1"/>
          <p:nvPr/>
        </p:nvSpPr>
        <p:spPr>
          <a:xfrm>
            <a:off x="7213604" y="3237891"/>
            <a:ext cx="462845" cy="584775"/>
          </a:xfrm>
          <a:prstGeom prst="rect">
            <a:avLst/>
          </a:prstGeom>
          <a:noFill/>
        </p:spPr>
        <p:txBody>
          <a:bodyPr wrap="square" rtlCol="0">
            <a:spAutoFit/>
          </a:bodyPr>
          <a:lstStyle/>
          <a:p>
            <a:pPr algn="ctr"/>
            <a:r>
              <a:rPr lang="en-US" sz="3200" dirty="0"/>
              <a:t>5</a:t>
            </a:r>
          </a:p>
        </p:txBody>
      </p:sp>
      <p:sp>
        <p:nvSpPr>
          <p:cNvPr id="22" name="TextBox 21">
            <a:extLst>
              <a:ext uri="{FF2B5EF4-FFF2-40B4-BE49-F238E27FC236}">
                <a16:creationId xmlns:a16="http://schemas.microsoft.com/office/drawing/2014/main" id="{BEE41E2B-1B24-0E63-59FA-C117CE51E266}"/>
              </a:ext>
            </a:extLst>
          </p:cNvPr>
          <p:cNvSpPr txBox="1"/>
          <p:nvPr/>
        </p:nvSpPr>
        <p:spPr>
          <a:xfrm>
            <a:off x="5147734" y="1402877"/>
            <a:ext cx="570089" cy="230832"/>
          </a:xfrm>
          <a:prstGeom prst="rect">
            <a:avLst/>
          </a:prstGeom>
          <a:noFill/>
        </p:spPr>
        <p:txBody>
          <a:bodyPr wrap="square" rtlCol="0">
            <a:spAutoFit/>
          </a:bodyPr>
          <a:lstStyle/>
          <a:p>
            <a:pPr algn="ctr"/>
            <a:r>
              <a:rPr lang="en-US" sz="900" dirty="0"/>
              <a:t>46789</a:t>
            </a:r>
          </a:p>
        </p:txBody>
      </p:sp>
      <p:sp>
        <p:nvSpPr>
          <p:cNvPr id="23" name="TextBox 22">
            <a:extLst>
              <a:ext uri="{FF2B5EF4-FFF2-40B4-BE49-F238E27FC236}">
                <a16:creationId xmlns:a16="http://schemas.microsoft.com/office/drawing/2014/main" id="{D9EF3CAB-FAED-21CC-6972-4253BBE7C070}"/>
              </a:ext>
            </a:extLst>
          </p:cNvPr>
          <p:cNvSpPr txBox="1"/>
          <p:nvPr/>
        </p:nvSpPr>
        <p:spPr>
          <a:xfrm>
            <a:off x="5650090" y="1402877"/>
            <a:ext cx="570089" cy="230832"/>
          </a:xfrm>
          <a:prstGeom prst="rect">
            <a:avLst/>
          </a:prstGeom>
          <a:noFill/>
        </p:spPr>
        <p:txBody>
          <a:bodyPr wrap="square" rtlCol="0">
            <a:spAutoFit/>
          </a:bodyPr>
          <a:lstStyle/>
          <a:p>
            <a:pPr algn="ctr"/>
            <a:r>
              <a:rPr lang="en-US" sz="900" dirty="0"/>
              <a:t>789</a:t>
            </a:r>
          </a:p>
        </p:txBody>
      </p:sp>
      <p:sp>
        <p:nvSpPr>
          <p:cNvPr id="36" name="TextBox 35">
            <a:extLst>
              <a:ext uri="{FF2B5EF4-FFF2-40B4-BE49-F238E27FC236}">
                <a16:creationId xmlns:a16="http://schemas.microsoft.com/office/drawing/2014/main" id="{376FED33-32BD-52D1-0DAD-851DCA9A7B3D}"/>
              </a:ext>
            </a:extLst>
          </p:cNvPr>
          <p:cNvSpPr txBox="1"/>
          <p:nvPr/>
        </p:nvSpPr>
        <p:spPr>
          <a:xfrm>
            <a:off x="5147734" y="1903821"/>
            <a:ext cx="570089" cy="230832"/>
          </a:xfrm>
          <a:prstGeom prst="rect">
            <a:avLst/>
          </a:prstGeom>
          <a:noFill/>
        </p:spPr>
        <p:txBody>
          <a:bodyPr wrap="square" rtlCol="0">
            <a:spAutoFit/>
          </a:bodyPr>
          <a:lstStyle/>
          <a:p>
            <a:pPr algn="ctr"/>
            <a:r>
              <a:rPr lang="en-US" sz="900" dirty="0"/>
              <a:t>468</a:t>
            </a:r>
          </a:p>
        </p:txBody>
      </p:sp>
      <p:sp>
        <p:nvSpPr>
          <p:cNvPr id="37" name="TextBox 36">
            <a:extLst>
              <a:ext uri="{FF2B5EF4-FFF2-40B4-BE49-F238E27FC236}">
                <a16:creationId xmlns:a16="http://schemas.microsoft.com/office/drawing/2014/main" id="{0472EEF7-E600-9AE7-48E3-04A9CD08874A}"/>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B4ACDD66-ABF1-60BD-8F07-2AC2DB7ADA91}"/>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9" name="TextBox 38">
            <a:extLst>
              <a:ext uri="{FF2B5EF4-FFF2-40B4-BE49-F238E27FC236}">
                <a16:creationId xmlns:a16="http://schemas.microsoft.com/office/drawing/2014/main" id="{E412B572-C5FD-6938-FF40-EE27F2E2FB9C}"/>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F0FB9948-39FD-82E8-8CDE-09EDAB79D415}"/>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9" name="TextBox 18">
            <a:extLst>
              <a:ext uri="{FF2B5EF4-FFF2-40B4-BE49-F238E27FC236}">
                <a16:creationId xmlns:a16="http://schemas.microsoft.com/office/drawing/2014/main" id="{B78CB228-C163-7189-25CB-8326E41C2DAC}"/>
              </a:ext>
            </a:extLst>
          </p:cNvPr>
          <p:cNvSpPr txBox="1"/>
          <p:nvPr/>
        </p:nvSpPr>
        <p:spPr>
          <a:xfrm>
            <a:off x="4645378" y="1903821"/>
            <a:ext cx="570089" cy="230832"/>
          </a:xfrm>
          <a:prstGeom prst="rect">
            <a:avLst/>
          </a:prstGeom>
          <a:noFill/>
        </p:spPr>
        <p:txBody>
          <a:bodyPr wrap="square" rtlCol="0">
            <a:spAutoFit/>
          </a:bodyPr>
          <a:lstStyle/>
          <a:p>
            <a:pPr algn="ctr"/>
            <a:r>
              <a:rPr lang="en-US" sz="900" dirty="0"/>
              <a:t>64</a:t>
            </a:r>
          </a:p>
        </p:txBody>
      </p:sp>
      <p:sp>
        <p:nvSpPr>
          <p:cNvPr id="40" name="TextBox 39">
            <a:extLst>
              <a:ext uri="{FF2B5EF4-FFF2-40B4-BE49-F238E27FC236}">
                <a16:creationId xmlns:a16="http://schemas.microsoft.com/office/drawing/2014/main" id="{85F7A631-0C6A-2315-F684-4E726307E3A8}"/>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41" name="TextBox 40">
            <a:extLst>
              <a:ext uri="{FF2B5EF4-FFF2-40B4-BE49-F238E27FC236}">
                <a16:creationId xmlns:a16="http://schemas.microsoft.com/office/drawing/2014/main" id="{2E602C5C-538C-F2B5-527D-6EDD9A8D6B8E}"/>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91083388-22A2-376F-8323-9495AB435488}"/>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43" name="TextBox 42">
            <a:extLst>
              <a:ext uri="{FF2B5EF4-FFF2-40B4-BE49-F238E27FC236}">
                <a16:creationId xmlns:a16="http://schemas.microsoft.com/office/drawing/2014/main" id="{E5C6E4A5-0ABC-89F2-D54C-65C7695E9314}"/>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28" name="TextBox 27">
            <a:extLst>
              <a:ext uri="{FF2B5EF4-FFF2-40B4-BE49-F238E27FC236}">
                <a16:creationId xmlns:a16="http://schemas.microsoft.com/office/drawing/2014/main" id="{C9C582C2-E55E-5A60-8658-448F5EA38B7E}"/>
              </a:ext>
            </a:extLst>
          </p:cNvPr>
          <p:cNvSpPr txBox="1"/>
          <p:nvPr/>
        </p:nvSpPr>
        <p:spPr>
          <a:xfrm>
            <a:off x="4143022" y="901933"/>
            <a:ext cx="570089" cy="230832"/>
          </a:xfrm>
          <a:prstGeom prst="rect">
            <a:avLst/>
          </a:prstGeom>
          <a:noFill/>
        </p:spPr>
        <p:txBody>
          <a:bodyPr wrap="square" rtlCol="0">
            <a:spAutoFit/>
          </a:bodyPr>
          <a:lstStyle/>
          <a:p>
            <a:pPr algn="ctr"/>
            <a:r>
              <a:rPr lang="en-US" sz="900" dirty="0"/>
              <a:t>89</a:t>
            </a:r>
          </a:p>
        </p:txBody>
      </p:sp>
      <p:sp>
        <p:nvSpPr>
          <p:cNvPr id="44" name="TextBox 43">
            <a:extLst>
              <a:ext uri="{FF2B5EF4-FFF2-40B4-BE49-F238E27FC236}">
                <a16:creationId xmlns:a16="http://schemas.microsoft.com/office/drawing/2014/main" id="{6CB7CAD3-2679-307C-35A0-2E8467B86F06}"/>
              </a:ext>
            </a:extLst>
          </p:cNvPr>
          <p:cNvSpPr txBox="1"/>
          <p:nvPr/>
        </p:nvSpPr>
        <p:spPr>
          <a:xfrm>
            <a:off x="4143022" y="1402877"/>
            <a:ext cx="570089" cy="230832"/>
          </a:xfrm>
          <a:prstGeom prst="rect">
            <a:avLst/>
          </a:prstGeom>
          <a:noFill/>
        </p:spPr>
        <p:txBody>
          <a:bodyPr wrap="square" rtlCol="0">
            <a:spAutoFit/>
          </a:bodyPr>
          <a:lstStyle/>
          <a:p>
            <a:pPr algn="ctr"/>
            <a:r>
              <a:rPr lang="en-US" sz="900" dirty="0"/>
              <a:t>589</a:t>
            </a:r>
          </a:p>
        </p:txBody>
      </p:sp>
      <p:sp>
        <p:nvSpPr>
          <p:cNvPr id="45" name="TextBox 44">
            <a:extLst>
              <a:ext uri="{FF2B5EF4-FFF2-40B4-BE49-F238E27FC236}">
                <a16:creationId xmlns:a16="http://schemas.microsoft.com/office/drawing/2014/main" id="{881806F3-3C3D-AFB0-6F47-06A5413BB366}"/>
              </a:ext>
            </a:extLst>
          </p:cNvPr>
          <p:cNvSpPr txBox="1"/>
          <p:nvPr/>
        </p:nvSpPr>
        <p:spPr>
          <a:xfrm>
            <a:off x="4143022" y="1903821"/>
            <a:ext cx="570089" cy="230832"/>
          </a:xfrm>
          <a:prstGeom prst="rect">
            <a:avLst/>
          </a:prstGeom>
          <a:noFill/>
        </p:spPr>
        <p:txBody>
          <a:bodyPr wrap="square" rtlCol="0">
            <a:spAutoFit/>
          </a:bodyPr>
          <a:lstStyle/>
          <a:p>
            <a:pPr algn="ctr"/>
            <a:r>
              <a:rPr lang="en-US" sz="900" dirty="0"/>
              <a:t>58</a:t>
            </a:r>
          </a:p>
        </p:txBody>
      </p:sp>
      <p:sp>
        <p:nvSpPr>
          <p:cNvPr id="48" name="TextBox 47">
            <a:extLst>
              <a:ext uri="{FF2B5EF4-FFF2-40B4-BE49-F238E27FC236}">
                <a16:creationId xmlns:a16="http://schemas.microsoft.com/office/drawing/2014/main" id="{BC2588AE-D0EA-DD64-32D9-B344AC9EEF8A}"/>
              </a:ext>
            </a:extLst>
          </p:cNvPr>
          <p:cNvSpPr txBox="1"/>
          <p:nvPr/>
        </p:nvSpPr>
        <p:spPr>
          <a:xfrm>
            <a:off x="4143022" y="3406653"/>
            <a:ext cx="570089" cy="230832"/>
          </a:xfrm>
          <a:prstGeom prst="rect">
            <a:avLst/>
          </a:prstGeom>
          <a:noFill/>
        </p:spPr>
        <p:txBody>
          <a:bodyPr wrap="square" rtlCol="0">
            <a:spAutoFit/>
          </a:bodyPr>
          <a:lstStyle/>
          <a:p>
            <a:pPr algn="ctr"/>
            <a:r>
              <a:rPr lang="en-US" sz="900" dirty="0"/>
              <a:t>146</a:t>
            </a:r>
          </a:p>
        </p:txBody>
      </p:sp>
      <p:sp>
        <p:nvSpPr>
          <p:cNvPr id="49" name="TextBox 48">
            <a:extLst>
              <a:ext uri="{FF2B5EF4-FFF2-40B4-BE49-F238E27FC236}">
                <a16:creationId xmlns:a16="http://schemas.microsoft.com/office/drawing/2014/main" id="{31622F93-E5BF-7600-6B5C-C35EB734E3D6}"/>
              </a:ext>
            </a:extLst>
          </p:cNvPr>
          <p:cNvSpPr txBox="1"/>
          <p:nvPr/>
        </p:nvSpPr>
        <p:spPr>
          <a:xfrm>
            <a:off x="4143022" y="3907597"/>
            <a:ext cx="570089" cy="230832"/>
          </a:xfrm>
          <a:prstGeom prst="rect">
            <a:avLst/>
          </a:prstGeom>
          <a:noFill/>
        </p:spPr>
        <p:txBody>
          <a:bodyPr wrap="square" rtlCol="0">
            <a:spAutoFit/>
          </a:bodyPr>
          <a:lstStyle/>
          <a:p>
            <a:pPr algn="ctr"/>
            <a:r>
              <a:rPr lang="en-US" sz="900" dirty="0"/>
              <a:t>1346</a:t>
            </a:r>
          </a:p>
        </p:txBody>
      </p:sp>
      <p:sp>
        <p:nvSpPr>
          <p:cNvPr id="50" name="TextBox 49">
            <a:extLst>
              <a:ext uri="{FF2B5EF4-FFF2-40B4-BE49-F238E27FC236}">
                <a16:creationId xmlns:a16="http://schemas.microsoft.com/office/drawing/2014/main" id="{4C017DD5-A9E7-7593-9B60-A4233A21E1A4}"/>
              </a:ext>
            </a:extLst>
          </p:cNvPr>
          <p:cNvSpPr txBox="1"/>
          <p:nvPr/>
        </p:nvSpPr>
        <p:spPr>
          <a:xfrm>
            <a:off x="4143022" y="4408541"/>
            <a:ext cx="570089" cy="230832"/>
          </a:xfrm>
          <a:prstGeom prst="rect">
            <a:avLst/>
          </a:prstGeom>
          <a:noFill/>
        </p:spPr>
        <p:txBody>
          <a:bodyPr wrap="square" rtlCol="0">
            <a:spAutoFit/>
          </a:bodyPr>
          <a:lstStyle/>
          <a:p>
            <a:pPr algn="ctr"/>
            <a:r>
              <a:rPr lang="en-US" sz="900" dirty="0"/>
              <a:t>1346</a:t>
            </a:r>
          </a:p>
        </p:txBody>
      </p:sp>
      <p:sp>
        <p:nvSpPr>
          <p:cNvPr id="51" name="TextBox 50">
            <a:extLst>
              <a:ext uri="{FF2B5EF4-FFF2-40B4-BE49-F238E27FC236}">
                <a16:creationId xmlns:a16="http://schemas.microsoft.com/office/drawing/2014/main" id="{CF9332E4-ECCD-A225-37C2-960ADFD297D4}"/>
              </a:ext>
            </a:extLst>
          </p:cNvPr>
          <p:cNvSpPr txBox="1"/>
          <p:nvPr/>
        </p:nvSpPr>
        <p:spPr>
          <a:xfrm>
            <a:off x="4143022" y="4909484"/>
            <a:ext cx="570089" cy="230832"/>
          </a:xfrm>
          <a:prstGeom prst="rect">
            <a:avLst/>
          </a:prstGeom>
          <a:noFill/>
        </p:spPr>
        <p:txBody>
          <a:bodyPr wrap="square" rtlCol="0">
            <a:spAutoFit/>
          </a:bodyPr>
          <a:lstStyle/>
          <a:p>
            <a:pPr algn="ctr"/>
            <a:r>
              <a:rPr lang="en-US" sz="900" dirty="0"/>
              <a:t>1346</a:t>
            </a:r>
          </a:p>
        </p:txBody>
      </p:sp>
      <p:sp>
        <p:nvSpPr>
          <p:cNvPr id="52" name="TextBox 51">
            <a:extLst>
              <a:ext uri="{FF2B5EF4-FFF2-40B4-BE49-F238E27FC236}">
                <a16:creationId xmlns:a16="http://schemas.microsoft.com/office/drawing/2014/main" id="{45AFF774-4808-1E1B-87B7-B22BCDFBAF8F}"/>
              </a:ext>
            </a:extLst>
          </p:cNvPr>
          <p:cNvSpPr txBox="1"/>
          <p:nvPr/>
        </p:nvSpPr>
        <p:spPr>
          <a:xfrm>
            <a:off x="4216401" y="2231221"/>
            <a:ext cx="462845" cy="584775"/>
          </a:xfrm>
          <a:prstGeom prst="rect">
            <a:avLst/>
          </a:prstGeom>
          <a:noFill/>
        </p:spPr>
        <p:txBody>
          <a:bodyPr wrap="square" rtlCol="0">
            <a:spAutoFit/>
          </a:bodyPr>
          <a:lstStyle/>
          <a:p>
            <a:pPr algn="ctr"/>
            <a:r>
              <a:rPr lang="en-US" sz="3200" dirty="0"/>
              <a:t>7</a:t>
            </a:r>
          </a:p>
        </p:txBody>
      </p:sp>
      <p:sp>
        <p:nvSpPr>
          <p:cNvPr id="46" name="TextBox 45">
            <a:extLst>
              <a:ext uri="{FF2B5EF4-FFF2-40B4-BE49-F238E27FC236}">
                <a16:creationId xmlns:a16="http://schemas.microsoft.com/office/drawing/2014/main" id="{CFC70EC1-0BF3-C14C-B5B8-D66D9C663213}"/>
              </a:ext>
            </a:extLst>
          </p:cNvPr>
          <p:cNvSpPr txBox="1"/>
          <p:nvPr/>
        </p:nvSpPr>
        <p:spPr>
          <a:xfrm>
            <a:off x="3640666" y="901933"/>
            <a:ext cx="570089" cy="230832"/>
          </a:xfrm>
          <a:prstGeom prst="rect">
            <a:avLst/>
          </a:prstGeom>
          <a:noFill/>
        </p:spPr>
        <p:txBody>
          <a:bodyPr wrap="square" rtlCol="0">
            <a:spAutoFit/>
          </a:bodyPr>
          <a:lstStyle/>
          <a:p>
            <a:pPr algn="ctr"/>
            <a:r>
              <a:rPr lang="en-US" sz="900" dirty="0"/>
              <a:t>64</a:t>
            </a:r>
          </a:p>
        </p:txBody>
      </p:sp>
      <p:sp>
        <p:nvSpPr>
          <p:cNvPr id="53" name="TextBox 52">
            <a:extLst>
              <a:ext uri="{FF2B5EF4-FFF2-40B4-BE49-F238E27FC236}">
                <a16:creationId xmlns:a16="http://schemas.microsoft.com/office/drawing/2014/main" id="{5AAF70C9-979B-EBE7-3FBD-940A51CF4FCD}"/>
              </a:ext>
            </a:extLst>
          </p:cNvPr>
          <p:cNvSpPr txBox="1"/>
          <p:nvPr/>
        </p:nvSpPr>
        <p:spPr>
          <a:xfrm>
            <a:off x="3138310" y="901933"/>
            <a:ext cx="570089" cy="230832"/>
          </a:xfrm>
          <a:prstGeom prst="rect">
            <a:avLst/>
          </a:prstGeom>
          <a:noFill/>
        </p:spPr>
        <p:txBody>
          <a:bodyPr wrap="square" rtlCol="0">
            <a:spAutoFit/>
          </a:bodyPr>
          <a:lstStyle/>
          <a:p>
            <a:pPr algn="ctr"/>
            <a:r>
              <a:rPr lang="en-US" sz="900" dirty="0"/>
              <a:t>46</a:t>
            </a:r>
          </a:p>
        </p:txBody>
      </p:sp>
      <p:sp>
        <p:nvSpPr>
          <p:cNvPr id="54" name="TextBox 53">
            <a:extLst>
              <a:ext uri="{FF2B5EF4-FFF2-40B4-BE49-F238E27FC236}">
                <a16:creationId xmlns:a16="http://schemas.microsoft.com/office/drawing/2014/main" id="{E577DF8C-770C-A539-AE65-96F37F5BDC41}"/>
              </a:ext>
            </a:extLst>
          </p:cNvPr>
          <p:cNvSpPr txBox="1"/>
          <p:nvPr/>
        </p:nvSpPr>
        <p:spPr>
          <a:xfrm>
            <a:off x="3640666" y="1402877"/>
            <a:ext cx="570089" cy="230832"/>
          </a:xfrm>
          <a:prstGeom prst="rect">
            <a:avLst/>
          </a:prstGeom>
          <a:noFill/>
        </p:spPr>
        <p:txBody>
          <a:bodyPr wrap="square" rtlCol="0">
            <a:spAutoFit/>
          </a:bodyPr>
          <a:lstStyle/>
          <a:p>
            <a:pPr algn="ctr"/>
            <a:r>
              <a:rPr lang="en-US" sz="900" dirty="0"/>
              <a:t>2346</a:t>
            </a:r>
          </a:p>
        </p:txBody>
      </p:sp>
      <p:sp>
        <p:nvSpPr>
          <p:cNvPr id="55" name="TextBox 54">
            <a:extLst>
              <a:ext uri="{FF2B5EF4-FFF2-40B4-BE49-F238E27FC236}">
                <a16:creationId xmlns:a16="http://schemas.microsoft.com/office/drawing/2014/main" id="{0BBE7A02-2656-11F5-CA23-645A82152B74}"/>
              </a:ext>
            </a:extLst>
          </p:cNvPr>
          <p:cNvSpPr txBox="1"/>
          <p:nvPr/>
        </p:nvSpPr>
        <p:spPr>
          <a:xfrm>
            <a:off x="3138310" y="1402877"/>
            <a:ext cx="570089" cy="230832"/>
          </a:xfrm>
          <a:prstGeom prst="rect">
            <a:avLst/>
          </a:prstGeom>
          <a:noFill/>
        </p:spPr>
        <p:txBody>
          <a:bodyPr wrap="square" rtlCol="0">
            <a:spAutoFit/>
          </a:bodyPr>
          <a:lstStyle/>
          <a:p>
            <a:pPr algn="ctr"/>
            <a:r>
              <a:rPr lang="en-US" sz="900" dirty="0"/>
              <a:t>2346</a:t>
            </a:r>
          </a:p>
        </p:txBody>
      </p:sp>
      <p:sp>
        <p:nvSpPr>
          <p:cNvPr id="56" name="TextBox 55">
            <a:extLst>
              <a:ext uri="{FF2B5EF4-FFF2-40B4-BE49-F238E27FC236}">
                <a16:creationId xmlns:a16="http://schemas.microsoft.com/office/drawing/2014/main" id="{05E4F723-6B6E-8CA1-727A-8F3DA6B0F495}"/>
              </a:ext>
            </a:extLst>
          </p:cNvPr>
          <p:cNvSpPr txBox="1"/>
          <p:nvPr/>
        </p:nvSpPr>
        <p:spPr>
          <a:xfrm>
            <a:off x="4645378" y="2905709"/>
            <a:ext cx="570089" cy="230832"/>
          </a:xfrm>
          <a:prstGeom prst="rect">
            <a:avLst/>
          </a:prstGeom>
          <a:noFill/>
        </p:spPr>
        <p:txBody>
          <a:bodyPr wrap="square" rtlCol="0">
            <a:spAutoFit/>
          </a:bodyPr>
          <a:lstStyle/>
          <a:p>
            <a:pPr algn="ctr"/>
            <a:r>
              <a:rPr lang="en-US" sz="900" dirty="0"/>
              <a:t>97</a:t>
            </a:r>
          </a:p>
        </p:txBody>
      </p:sp>
      <p:sp>
        <p:nvSpPr>
          <p:cNvPr id="57" name="TextBox 56">
            <a:extLst>
              <a:ext uri="{FF2B5EF4-FFF2-40B4-BE49-F238E27FC236}">
                <a16:creationId xmlns:a16="http://schemas.microsoft.com/office/drawing/2014/main" id="{7BB68343-F8BC-97DE-D376-C051BC769520}"/>
              </a:ext>
            </a:extLst>
          </p:cNvPr>
          <p:cNvSpPr txBox="1"/>
          <p:nvPr/>
        </p:nvSpPr>
        <p:spPr>
          <a:xfrm>
            <a:off x="5147734" y="2905709"/>
            <a:ext cx="570089" cy="230832"/>
          </a:xfrm>
          <a:prstGeom prst="rect">
            <a:avLst/>
          </a:prstGeom>
          <a:noFill/>
        </p:spPr>
        <p:txBody>
          <a:bodyPr wrap="square" rtlCol="0">
            <a:spAutoFit/>
          </a:bodyPr>
          <a:lstStyle/>
          <a:p>
            <a:pPr algn="ctr"/>
            <a:r>
              <a:rPr lang="en-US" sz="900" dirty="0"/>
              <a:t>79</a:t>
            </a:r>
          </a:p>
        </p:txBody>
      </p:sp>
      <p:sp>
        <p:nvSpPr>
          <p:cNvPr id="58" name="TextBox 57">
            <a:extLst>
              <a:ext uri="{FF2B5EF4-FFF2-40B4-BE49-F238E27FC236}">
                <a16:creationId xmlns:a16="http://schemas.microsoft.com/office/drawing/2014/main" id="{CAB27A4D-48C2-CAFF-3A97-0AEFF8FC30DB}"/>
              </a:ext>
            </a:extLst>
          </p:cNvPr>
          <p:cNvSpPr txBox="1"/>
          <p:nvPr/>
        </p:nvSpPr>
        <p:spPr>
          <a:xfrm>
            <a:off x="4645378" y="3406653"/>
            <a:ext cx="570089" cy="230832"/>
          </a:xfrm>
          <a:prstGeom prst="rect">
            <a:avLst/>
          </a:prstGeom>
          <a:noFill/>
        </p:spPr>
        <p:txBody>
          <a:bodyPr wrap="square" rtlCol="0">
            <a:spAutoFit/>
          </a:bodyPr>
          <a:lstStyle/>
          <a:p>
            <a:pPr algn="ctr"/>
            <a:r>
              <a:rPr lang="en-US" sz="900" dirty="0"/>
              <a:t>28</a:t>
            </a:r>
          </a:p>
        </p:txBody>
      </p:sp>
      <p:sp>
        <p:nvSpPr>
          <p:cNvPr id="59" name="TextBox 58">
            <a:extLst>
              <a:ext uri="{FF2B5EF4-FFF2-40B4-BE49-F238E27FC236}">
                <a16:creationId xmlns:a16="http://schemas.microsoft.com/office/drawing/2014/main" id="{DE8EAD10-5A72-95AF-D2FD-D4067DE8CCF5}"/>
              </a:ext>
            </a:extLst>
          </p:cNvPr>
          <p:cNvSpPr txBox="1"/>
          <p:nvPr/>
        </p:nvSpPr>
        <p:spPr>
          <a:xfrm>
            <a:off x="5147734" y="3406653"/>
            <a:ext cx="570089" cy="230832"/>
          </a:xfrm>
          <a:prstGeom prst="rect">
            <a:avLst/>
          </a:prstGeom>
          <a:noFill/>
        </p:spPr>
        <p:txBody>
          <a:bodyPr wrap="square" rtlCol="0">
            <a:spAutoFit/>
          </a:bodyPr>
          <a:lstStyle/>
          <a:p>
            <a:pPr algn="ctr"/>
            <a:r>
              <a:rPr lang="en-US" sz="900" dirty="0"/>
              <a:t>82</a:t>
            </a:r>
          </a:p>
        </p:txBody>
      </p:sp>
      <p:sp>
        <p:nvSpPr>
          <p:cNvPr id="60" name="TextBox 59">
            <a:extLst>
              <a:ext uri="{FF2B5EF4-FFF2-40B4-BE49-F238E27FC236}">
                <a16:creationId xmlns:a16="http://schemas.microsoft.com/office/drawing/2014/main" id="{F7C92B3A-F59D-C619-0758-05F268965935}"/>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3241344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6C183-985F-3362-CD7E-6CFEE9044A7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F44F149-F2E4-271F-5E92-9993CFF454EF}"/>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3DE533DE-75D8-A0AB-95FD-6A3C45FE1BB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9E0C336-3D08-8A3E-E6B6-AE790D37FBA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9D4E005-541D-72D4-F741-01F78E18C48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3D4C385-992C-9630-929D-9CAC8401DC04}"/>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EAB4F57D-D375-8EA1-EC06-3D36268F1E03}"/>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321B19D9-6882-2C41-3621-76275E6BD262}"/>
              </a:ext>
            </a:extLst>
          </p:cNvPr>
          <p:cNvSpPr txBox="1"/>
          <p:nvPr/>
        </p:nvSpPr>
        <p:spPr>
          <a:xfrm>
            <a:off x="6152446" y="1402877"/>
            <a:ext cx="570089" cy="230832"/>
          </a:xfrm>
          <a:prstGeom prst="rect">
            <a:avLst/>
          </a:prstGeom>
          <a:noFill/>
        </p:spPr>
        <p:txBody>
          <a:bodyPr wrap="square" rtlCol="0">
            <a:spAutoFit/>
          </a:bodyPr>
          <a:lstStyle/>
          <a:p>
            <a:pPr algn="ctr"/>
            <a:r>
              <a:rPr lang="en-US" sz="900" dirty="0"/>
              <a:t>3568</a:t>
            </a:r>
          </a:p>
        </p:txBody>
      </p:sp>
      <p:sp>
        <p:nvSpPr>
          <p:cNvPr id="13" name="TextBox 12">
            <a:extLst>
              <a:ext uri="{FF2B5EF4-FFF2-40B4-BE49-F238E27FC236}">
                <a16:creationId xmlns:a16="http://schemas.microsoft.com/office/drawing/2014/main" id="{E56FA842-ABCF-CFB8-FCFC-14A6C7DC617B}"/>
              </a:ext>
            </a:extLst>
          </p:cNvPr>
          <p:cNvSpPr txBox="1"/>
          <p:nvPr/>
        </p:nvSpPr>
        <p:spPr>
          <a:xfrm>
            <a:off x="6654802" y="1402877"/>
            <a:ext cx="570089" cy="230832"/>
          </a:xfrm>
          <a:prstGeom prst="rect">
            <a:avLst/>
          </a:prstGeom>
          <a:noFill/>
        </p:spPr>
        <p:txBody>
          <a:bodyPr wrap="square" rtlCol="0">
            <a:spAutoFit/>
          </a:bodyPr>
          <a:lstStyle/>
          <a:p>
            <a:pPr algn="ctr"/>
            <a:r>
              <a:rPr lang="en-US" sz="900" dirty="0"/>
              <a:t>3456</a:t>
            </a:r>
          </a:p>
        </p:txBody>
      </p:sp>
      <p:sp>
        <p:nvSpPr>
          <p:cNvPr id="14" name="TextBox 13">
            <a:extLst>
              <a:ext uri="{FF2B5EF4-FFF2-40B4-BE49-F238E27FC236}">
                <a16:creationId xmlns:a16="http://schemas.microsoft.com/office/drawing/2014/main" id="{614A4937-EA04-73C3-58CD-9FFAD4805B62}"/>
              </a:ext>
            </a:extLst>
          </p:cNvPr>
          <p:cNvSpPr txBox="1"/>
          <p:nvPr/>
        </p:nvSpPr>
        <p:spPr>
          <a:xfrm>
            <a:off x="6654802" y="1903821"/>
            <a:ext cx="570089" cy="230832"/>
          </a:xfrm>
          <a:prstGeom prst="rect">
            <a:avLst/>
          </a:prstGeom>
          <a:noFill/>
        </p:spPr>
        <p:txBody>
          <a:bodyPr wrap="square" rtlCol="0">
            <a:spAutoFit/>
          </a:bodyPr>
          <a:lstStyle/>
          <a:p>
            <a:pPr algn="ctr"/>
            <a:r>
              <a:rPr lang="en-US" sz="900" dirty="0"/>
              <a:t>3456</a:t>
            </a:r>
          </a:p>
        </p:txBody>
      </p:sp>
      <p:sp>
        <p:nvSpPr>
          <p:cNvPr id="15" name="TextBox 14">
            <a:extLst>
              <a:ext uri="{FF2B5EF4-FFF2-40B4-BE49-F238E27FC236}">
                <a16:creationId xmlns:a16="http://schemas.microsoft.com/office/drawing/2014/main" id="{9449E743-2245-8287-C433-BFBB63DE58AB}"/>
              </a:ext>
            </a:extLst>
          </p:cNvPr>
          <p:cNvSpPr txBox="1"/>
          <p:nvPr/>
        </p:nvSpPr>
        <p:spPr>
          <a:xfrm>
            <a:off x="7157158" y="1903821"/>
            <a:ext cx="570089" cy="230832"/>
          </a:xfrm>
          <a:prstGeom prst="rect">
            <a:avLst/>
          </a:prstGeom>
          <a:noFill/>
        </p:spPr>
        <p:txBody>
          <a:bodyPr wrap="square" rtlCol="0">
            <a:spAutoFit/>
          </a:bodyPr>
          <a:lstStyle/>
          <a:p>
            <a:pPr algn="ctr"/>
            <a:r>
              <a:rPr lang="en-US" sz="900" dirty="0"/>
              <a:t>468</a:t>
            </a:r>
          </a:p>
        </p:txBody>
      </p:sp>
      <p:sp>
        <p:nvSpPr>
          <p:cNvPr id="20" name="TextBox 19">
            <a:extLst>
              <a:ext uri="{FF2B5EF4-FFF2-40B4-BE49-F238E27FC236}">
                <a16:creationId xmlns:a16="http://schemas.microsoft.com/office/drawing/2014/main" id="{1CDAE6E8-D7AF-E893-7E92-94C8D0B2E656}"/>
              </a:ext>
            </a:extLst>
          </p:cNvPr>
          <p:cNvSpPr txBox="1"/>
          <p:nvPr/>
        </p:nvSpPr>
        <p:spPr>
          <a:xfrm>
            <a:off x="3640666" y="1903821"/>
            <a:ext cx="570089" cy="230832"/>
          </a:xfrm>
          <a:prstGeom prst="rect">
            <a:avLst/>
          </a:prstGeom>
          <a:noFill/>
        </p:spPr>
        <p:txBody>
          <a:bodyPr wrap="square" rtlCol="0">
            <a:spAutoFit/>
          </a:bodyPr>
          <a:lstStyle/>
          <a:p>
            <a:pPr algn="ctr"/>
            <a:r>
              <a:rPr lang="en-US" sz="900" dirty="0"/>
              <a:t>71</a:t>
            </a:r>
          </a:p>
        </p:txBody>
      </p:sp>
      <p:sp>
        <p:nvSpPr>
          <p:cNvPr id="21" name="TextBox 20">
            <a:extLst>
              <a:ext uri="{FF2B5EF4-FFF2-40B4-BE49-F238E27FC236}">
                <a16:creationId xmlns:a16="http://schemas.microsoft.com/office/drawing/2014/main" id="{8DC7D88C-B8E2-7821-5375-75DB809F1F75}"/>
              </a:ext>
            </a:extLst>
          </p:cNvPr>
          <p:cNvSpPr txBox="1"/>
          <p:nvPr/>
        </p:nvSpPr>
        <p:spPr>
          <a:xfrm>
            <a:off x="3138310" y="1903821"/>
            <a:ext cx="570089" cy="230832"/>
          </a:xfrm>
          <a:prstGeom prst="rect">
            <a:avLst/>
          </a:prstGeom>
          <a:noFill/>
        </p:spPr>
        <p:txBody>
          <a:bodyPr wrap="square" rtlCol="0">
            <a:spAutoFit/>
          </a:bodyPr>
          <a:lstStyle/>
          <a:p>
            <a:pPr algn="ctr"/>
            <a:r>
              <a:rPr lang="en-US" sz="900" dirty="0"/>
              <a:t>17</a:t>
            </a:r>
          </a:p>
        </p:txBody>
      </p:sp>
      <p:sp>
        <p:nvSpPr>
          <p:cNvPr id="24" name="TextBox 23">
            <a:extLst>
              <a:ext uri="{FF2B5EF4-FFF2-40B4-BE49-F238E27FC236}">
                <a16:creationId xmlns:a16="http://schemas.microsoft.com/office/drawing/2014/main" id="{706E2688-C365-156A-391E-873C44D9BCB2}"/>
              </a:ext>
            </a:extLst>
          </p:cNvPr>
          <p:cNvSpPr txBox="1"/>
          <p:nvPr/>
        </p:nvSpPr>
        <p:spPr>
          <a:xfrm>
            <a:off x="6152446" y="4408541"/>
            <a:ext cx="570089" cy="230832"/>
          </a:xfrm>
          <a:prstGeom prst="rect">
            <a:avLst/>
          </a:prstGeom>
          <a:noFill/>
        </p:spPr>
        <p:txBody>
          <a:bodyPr wrap="square" rtlCol="0">
            <a:spAutoFit/>
          </a:bodyPr>
          <a:lstStyle/>
          <a:p>
            <a:pPr algn="ctr"/>
            <a:r>
              <a:rPr lang="en-US" sz="900" dirty="0"/>
              <a:t>2356</a:t>
            </a:r>
          </a:p>
        </p:txBody>
      </p:sp>
      <p:sp>
        <p:nvSpPr>
          <p:cNvPr id="25" name="TextBox 24">
            <a:extLst>
              <a:ext uri="{FF2B5EF4-FFF2-40B4-BE49-F238E27FC236}">
                <a16:creationId xmlns:a16="http://schemas.microsoft.com/office/drawing/2014/main" id="{1421ADE9-2501-3BA6-6AB8-F20969ADE825}"/>
              </a:ext>
            </a:extLst>
          </p:cNvPr>
          <p:cNvSpPr txBox="1"/>
          <p:nvPr/>
        </p:nvSpPr>
        <p:spPr>
          <a:xfrm>
            <a:off x="6152446" y="4909484"/>
            <a:ext cx="570089" cy="230832"/>
          </a:xfrm>
          <a:prstGeom prst="rect">
            <a:avLst/>
          </a:prstGeom>
          <a:noFill/>
        </p:spPr>
        <p:txBody>
          <a:bodyPr wrap="square" rtlCol="0">
            <a:spAutoFit/>
          </a:bodyPr>
          <a:lstStyle/>
          <a:p>
            <a:pPr algn="ctr"/>
            <a:r>
              <a:rPr lang="en-US" sz="900" dirty="0"/>
              <a:t>6532</a:t>
            </a:r>
          </a:p>
        </p:txBody>
      </p:sp>
      <p:sp>
        <p:nvSpPr>
          <p:cNvPr id="29" name="TextBox 28">
            <a:extLst>
              <a:ext uri="{FF2B5EF4-FFF2-40B4-BE49-F238E27FC236}">
                <a16:creationId xmlns:a16="http://schemas.microsoft.com/office/drawing/2014/main" id="{85575C42-967E-60C0-B630-59CD561C3948}"/>
              </a:ext>
            </a:extLst>
          </p:cNvPr>
          <p:cNvSpPr txBox="1"/>
          <p:nvPr/>
        </p:nvSpPr>
        <p:spPr>
          <a:xfrm>
            <a:off x="6152446" y="2905709"/>
            <a:ext cx="570089" cy="230832"/>
          </a:xfrm>
          <a:prstGeom prst="rect">
            <a:avLst/>
          </a:prstGeom>
          <a:noFill/>
        </p:spPr>
        <p:txBody>
          <a:bodyPr wrap="square" rtlCol="0">
            <a:spAutoFit/>
          </a:bodyPr>
          <a:lstStyle/>
          <a:p>
            <a:pPr algn="ctr"/>
            <a:r>
              <a:rPr lang="en-US" sz="900" dirty="0"/>
              <a:t>16</a:t>
            </a:r>
          </a:p>
        </p:txBody>
      </p:sp>
      <p:sp>
        <p:nvSpPr>
          <p:cNvPr id="30" name="TextBox 29">
            <a:extLst>
              <a:ext uri="{FF2B5EF4-FFF2-40B4-BE49-F238E27FC236}">
                <a16:creationId xmlns:a16="http://schemas.microsoft.com/office/drawing/2014/main" id="{94E08E49-6FF2-20F5-54B3-838F47A7A102}"/>
              </a:ext>
            </a:extLst>
          </p:cNvPr>
          <p:cNvSpPr txBox="1"/>
          <p:nvPr/>
        </p:nvSpPr>
        <p:spPr>
          <a:xfrm>
            <a:off x="6654802" y="2905709"/>
            <a:ext cx="570089" cy="230832"/>
          </a:xfrm>
          <a:prstGeom prst="rect">
            <a:avLst/>
          </a:prstGeom>
          <a:noFill/>
        </p:spPr>
        <p:txBody>
          <a:bodyPr wrap="square" rtlCol="0">
            <a:spAutoFit/>
          </a:bodyPr>
          <a:lstStyle/>
          <a:p>
            <a:pPr algn="ctr"/>
            <a:r>
              <a:rPr lang="en-US" sz="900" dirty="0"/>
              <a:t>61</a:t>
            </a:r>
          </a:p>
        </p:txBody>
      </p:sp>
      <p:sp>
        <p:nvSpPr>
          <p:cNvPr id="31" name="TextBox 30">
            <a:extLst>
              <a:ext uri="{FF2B5EF4-FFF2-40B4-BE49-F238E27FC236}">
                <a16:creationId xmlns:a16="http://schemas.microsoft.com/office/drawing/2014/main" id="{4A85C267-6EF4-9DF9-7BDA-E73BABDB2B8B}"/>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E67951F4-0074-5D1A-8B27-24CF31CB9F95}"/>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748EB30E-66F7-F28B-9614-D576F12A324B}"/>
              </a:ext>
            </a:extLst>
          </p:cNvPr>
          <p:cNvSpPr txBox="1"/>
          <p:nvPr/>
        </p:nvSpPr>
        <p:spPr>
          <a:xfrm>
            <a:off x="6214537"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79297255-CA76-1F0A-049D-CBAF1D8782C1}"/>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19338907-23CF-F9A9-2361-AF76A7828EF8}"/>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28E93A9E-8FC6-F7EB-A81E-330EA572A9F9}"/>
              </a:ext>
            </a:extLst>
          </p:cNvPr>
          <p:cNvSpPr txBox="1"/>
          <p:nvPr/>
        </p:nvSpPr>
        <p:spPr>
          <a:xfrm>
            <a:off x="6714071" y="72121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EC958C37-7D5C-2463-E97C-F50302AE7815}"/>
              </a:ext>
            </a:extLst>
          </p:cNvPr>
          <p:cNvSpPr txBox="1"/>
          <p:nvPr/>
        </p:nvSpPr>
        <p:spPr>
          <a:xfrm>
            <a:off x="7213604" y="72121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6A402B68-8963-4734-0444-98E1154A00C1}"/>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B64F4680-B632-85BC-A881-F7CEBBE577DC}"/>
              </a:ext>
            </a:extLst>
          </p:cNvPr>
          <p:cNvSpPr txBox="1"/>
          <p:nvPr/>
        </p:nvSpPr>
        <p:spPr>
          <a:xfrm>
            <a:off x="6214537" y="3237891"/>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FB1AE07D-C707-9357-FC88-9A2EF2BFE55C}"/>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8ED3A5AC-AC72-641E-5696-CE03EFCF3A1A}"/>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5" name="TextBox 34">
            <a:extLst>
              <a:ext uri="{FF2B5EF4-FFF2-40B4-BE49-F238E27FC236}">
                <a16:creationId xmlns:a16="http://schemas.microsoft.com/office/drawing/2014/main" id="{D75A2CB6-DE1E-D4D8-7EE7-19DCE4F3E126}"/>
              </a:ext>
            </a:extLst>
          </p:cNvPr>
          <p:cNvSpPr txBox="1"/>
          <p:nvPr/>
        </p:nvSpPr>
        <p:spPr>
          <a:xfrm>
            <a:off x="7213604" y="3237891"/>
            <a:ext cx="462845" cy="584775"/>
          </a:xfrm>
          <a:prstGeom prst="rect">
            <a:avLst/>
          </a:prstGeom>
          <a:noFill/>
        </p:spPr>
        <p:txBody>
          <a:bodyPr wrap="square" rtlCol="0">
            <a:spAutoFit/>
          </a:bodyPr>
          <a:lstStyle/>
          <a:p>
            <a:pPr algn="ctr"/>
            <a:r>
              <a:rPr lang="en-US" sz="3200" dirty="0"/>
              <a:t>5</a:t>
            </a:r>
          </a:p>
        </p:txBody>
      </p:sp>
      <p:sp>
        <p:nvSpPr>
          <p:cNvPr id="22" name="TextBox 21">
            <a:extLst>
              <a:ext uri="{FF2B5EF4-FFF2-40B4-BE49-F238E27FC236}">
                <a16:creationId xmlns:a16="http://schemas.microsoft.com/office/drawing/2014/main" id="{5605AF56-12E6-8EA0-89C4-9BBED964FA28}"/>
              </a:ext>
            </a:extLst>
          </p:cNvPr>
          <p:cNvSpPr txBox="1"/>
          <p:nvPr/>
        </p:nvSpPr>
        <p:spPr>
          <a:xfrm>
            <a:off x="5147734" y="1402877"/>
            <a:ext cx="570089" cy="230832"/>
          </a:xfrm>
          <a:prstGeom prst="rect">
            <a:avLst/>
          </a:prstGeom>
          <a:noFill/>
        </p:spPr>
        <p:txBody>
          <a:bodyPr wrap="square" rtlCol="0">
            <a:spAutoFit/>
          </a:bodyPr>
          <a:lstStyle/>
          <a:p>
            <a:pPr algn="ctr"/>
            <a:r>
              <a:rPr lang="en-US" sz="900" dirty="0"/>
              <a:t>46789</a:t>
            </a:r>
          </a:p>
        </p:txBody>
      </p:sp>
      <p:sp>
        <p:nvSpPr>
          <p:cNvPr id="23" name="TextBox 22">
            <a:extLst>
              <a:ext uri="{FF2B5EF4-FFF2-40B4-BE49-F238E27FC236}">
                <a16:creationId xmlns:a16="http://schemas.microsoft.com/office/drawing/2014/main" id="{335A9075-0D78-EA05-6DAC-274E4E01C45C}"/>
              </a:ext>
            </a:extLst>
          </p:cNvPr>
          <p:cNvSpPr txBox="1"/>
          <p:nvPr/>
        </p:nvSpPr>
        <p:spPr>
          <a:xfrm>
            <a:off x="5650090" y="1402877"/>
            <a:ext cx="570089" cy="230832"/>
          </a:xfrm>
          <a:prstGeom prst="rect">
            <a:avLst/>
          </a:prstGeom>
          <a:noFill/>
        </p:spPr>
        <p:txBody>
          <a:bodyPr wrap="square" rtlCol="0">
            <a:spAutoFit/>
          </a:bodyPr>
          <a:lstStyle/>
          <a:p>
            <a:pPr algn="ctr"/>
            <a:r>
              <a:rPr lang="en-US" sz="900" dirty="0"/>
              <a:t>789</a:t>
            </a:r>
          </a:p>
        </p:txBody>
      </p:sp>
      <p:sp>
        <p:nvSpPr>
          <p:cNvPr id="36" name="TextBox 35">
            <a:extLst>
              <a:ext uri="{FF2B5EF4-FFF2-40B4-BE49-F238E27FC236}">
                <a16:creationId xmlns:a16="http://schemas.microsoft.com/office/drawing/2014/main" id="{B7F25E28-459F-D818-922A-52C578161BF1}"/>
              </a:ext>
            </a:extLst>
          </p:cNvPr>
          <p:cNvSpPr txBox="1"/>
          <p:nvPr/>
        </p:nvSpPr>
        <p:spPr>
          <a:xfrm>
            <a:off x="5147734" y="1903821"/>
            <a:ext cx="570089" cy="230832"/>
          </a:xfrm>
          <a:prstGeom prst="rect">
            <a:avLst/>
          </a:prstGeom>
          <a:noFill/>
        </p:spPr>
        <p:txBody>
          <a:bodyPr wrap="square" rtlCol="0">
            <a:spAutoFit/>
          </a:bodyPr>
          <a:lstStyle/>
          <a:p>
            <a:pPr algn="ctr"/>
            <a:r>
              <a:rPr lang="en-US" sz="900" dirty="0"/>
              <a:t>468</a:t>
            </a:r>
          </a:p>
        </p:txBody>
      </p:sp>
      <p:sp>
        <p:nvSpPr>
          <p:cNvPr id="37" name="TextBox 36">
            <a:extLst>
              <a:ext uri="{FF2B5EF4-FFF2-40B4-BE49-F238E27FC236}">
                <a16:creationId xmlns:a16="http://schemas.microsoft.com/office/drawing/2014/main" id="{5323C24B-511C-4570-F399-C6CFCD9B26E7}"/>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1BA9E9C0-C377-85C7-2CFE-1FC66582E657}"/>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9" name="TextBox 38">
            <a:extLst>
              <a:ext uri="{FF2B5EF4-FFF2-40B4-BE49-F238E27FC236}">
                <a16:creationId xmlns:a16="http://schemas.microsoft.com/office/drawing/2014/main" id="{1DDDC553-6AD6-0878-9B57-5B31B6FF535E}"/>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1C72FBE6-256A-4FFA-A82B-3F897FD015BA}"/>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9" name="TextBox 18">
            <a:extLst>
              <a:ext uri="{FF2B5EF4-FFF2-40B4-BE49-F238E27FC236}">
                <a16:creationId xmlns:a16="http://schemas.microsoft.com/office/drawing/2014/main" id="{4923D2BE-5DF1-005E-B346-4DA33DFDFB92}"/>
              </a:ext>
            </a:extLst>
          </p:cNvPr>
          <p:cNvSpPr txBox="1"/>
          <p:nvPr/>
        </p:nvSpPr>
        <p:spPr>
          <a:xfrm>
            <a:off x="4645378" y="1903821"/>
            <a:ext cx="570089" cy="230832"/>
          </a:xfrm>
          <a:prstGeom prst="rect">
            <a:avLst/>
          </a:prstGeom>
          <a:noFill/>
        </p:spPr>
        <p:txBody>
          <a:bodyPr wrap="square" rtlCol="0">
            <a:spAutoFit/>
          </a:bodyPr>
          <a:lstStyle/>
          <a:p>
            <a:pPr algn="ctr"/>
            <a:r>
              <a:rPr lang="en-US" sz="900" dirty="0"/>
              <a:t>64</a:t>
            </a:r>
          </a:p>
        </p:txBody>
      </p:sp>
      <p:sp>
        <p:nvSpPr>
          <p:cNvPr id="40" name="TextBox 39">
            <a:extLst>
              <a:ext uri="{FF2B5EF4-FFF2-40B4-BE49-F238E27FC236}">
                <a16:creationId xmlns:a16="http://schemas.microsoft.com/office/drawing/2014/main" id="{6B9EACF5-6A7C-AC3D-4254-3A4276D5AB83}"/>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41" name="TextBox 40">
            <a:extLst>
              <a:ext uri="{FF2B5EF4-FFF2-40B4-BE49-F238E27FC236}">
                <a16:creationId xmlns:a16="http://schemas.microsoft.com/office/drawing/2014/main" id="{24059C7D-2439-2AAC-6A2E-311775F09A82}"/>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81D1960F-B78D-E971-5E23-06467A24E01B}"/>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43" name="TextBox 42">
            <a:extLst>
              <a:ext uri="{FF2B5EF4-FFF2-40B4-BE49-F238E27FC236}">
                <a16:creationId xmlns:a16="http://schemas.microsoft.com/office/drawing/2014/main" id="{DA5D7FF1-09CD-03F8-3489-CBBD7E5545E7}"/>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28" name="TextBox 27">
            <a:extLst>
              <a:ext uri="{FF2B5EF4-FFF2-40B4-BE49-F238E27FC236}">
                <a16:creationId xmlns:a16="http://schemas.microsoft.com/office/drawing/2014/main" id="{9246CD1D-A401-4243-4E6B-6841C4868F0F}"/>
              </a:ext>
            </a:extLst>
          </p:cNvPr>
          <p:cNvSpPr txBox="1"/>
          <p:nvPr/>
        </p:nvSpPr>
        <p:spPr>
          <a:xfrm>
            <a:off x="4143022" y="901933"/>
            <a:ext cx="570089" cy="230832"/>
          </a:xfrm>
          <a:prstGeom prst="rect">
            <a:avLst/>
          </a:prstGeom>
          <a:noFill/>
        </p:spPr>
        <p:txBody>
          <a:bodyPr wrap="square" rtlCol="0">
            <a:spAutoFit/>
          </a:bodyPr>
          <a:lstStyle/>
          <a:p>
            <a:pPr algn="ctr"/>
            <a:r>
              <a:rPr lang="en-US" sz="900" dirty="0"/>
              <a:t>89</a:t>
            </a:r>
          </a:p>
        </p:txBody>
      </p:sp>
      <p:sp>
        <p:nvSpPr>
          <p:cNvPr id="44" name="TextBox 43">
            <a:extLst>
              <a:ext uri="{FF2B5EF4-FFF2-40B4-BE49-F238E27FC236}">
                <a16:creationId xmlns:a16="http://schemas.microsoft.com/office/drawing/2014/main" id="{83F4DCB5-B89A-BF89-FE83-7D93C8BBB22A}"/>
              </a:ext>
            </a:extLst>
          </p:cNvPr>
          <p:cNvSpPr txBox="1"/>
          <p:nvPr/>
        </p:nvSpPr>
        <p:spPr>
          <a:xfrm>
            <a:off x="4143022" y="1402877"/>
            <a:ext cx="570089" cy="230832"/>
          </a:xfrm>
          <a:prstGeom prst="rect">
            <a:avLst/>
          </a:prstGeom>
          <a:noFill/>
        </p:spPr>
        <p:txBody>
          <a:bodyPr wrap="square" rtlCol="0">
            <a:spAutoFit/>
          </a:bodyPr>
          <a:lstStyle/>
          <a:p>
            <a:pPr algn="ctr"/>
            <a:r>
              <a:rPr lang="en-US" sz="900" dirty="0"/>
              <a:t>589</a:t>
            </a:r>
          </a:p>
        </p:txBody>
      </p:sp>
      <p:sp>
        <p:nvSpPr>
          <p:cNvPr id="45" name="TextBox 44">
            <a:extLst>
              <a:ext uri="{FF2B5EF4-FFF2-40B4-BE49-F238E27FC236}">
                <a16:creationId xmlns:a16="http://schemas.microsoft.com/office/drawing/2014/main" id="{35522FEE-4CF9-77C4-F9B0-2780C7D88D6A}"/>
              </a:ext>
            </a:extLst>
          </p:cNvPr>
          <p:cNvSpPr txBox="1"/>
          <p:nvPr/>
        </p:nvSpPr>
        <p:spPr>
          <a:xfrm>
            <a:off x="4143022" y="1903821"/>
            <a:ext cx="570089" cy="230832"/>
          </a:xfrm>
          <a:prstGeom prst="rect">
            <a:avLst/>
          </a:prstGeom>
          <a:noFill/>
        </p:spPr>
        <p:txBody>
          <a:bodyPr wrap="square" rtlCol="0">
            <a:spAutoFit/>
          </a:bodyPr>
          <a:lstStyle/>
          <a:p>
            <a:pPr algn="ctr"/>
            <a:r>
              <a:rPr lang="en-US" sz="900" dirty="0"/>
              <a:t>58</a:t>
            </a:r>
          </a:p>
        </p:txBody>
      </p:sp>
      <p:sp>
        <p:nvSpPr>
          <p:cNvPr id="48" name="TextBox 47">
            <a:extLst>
              <a:ext uri="{FF2B5EF4-FFF2-40B4-BE49-F238E27FC236}">
                <a16:creationId xmlns:a16="http://schemas.microsoft.com/office/drawing/2014/main" id="{7113738A-2E52-2390-2AC6-0BFDF6819781}"/>
              </a:ext>
            </a:extLst>
          </p:cNvPr>
          <p:cNvSpPr txBox="1"/>
          <p:nvPr/>
        </p:nvSpPr>
        <p:spPr>
          <a:xfrm>
            <a:off x="4143022" y="3406653"/>
            <a:ext cx="570089" cy="230832"/>
          </a:xfrm>
          <a:prstGeom prst="rect">
            <a:avLst/>
          </a:prstGeom>
          <a:noFill/>
        </p:spPr>
        <p:txBody>
          <a:bodyPr wrap="square" rtlCol="0">
            <a:spAutoFit/>
          </a:bodyPr>
          <a:lstStyle/>
          <a:p>
            <a:pPr algn="ctr"/>
            <a:r>
              <a:rPr lang="en-US" sz="900" dirty="0"/>
              <a:t>146</a:t>
            </a:r>
          </a:p>
        </p:txBody>
      </p:sp>
      <p:sp>
        <p:nvSpPr>
          <p:cNvPr id="49" name="TextBox 48">
            <a:extLst>
              <a:ext uri="{FF2B5EF4-FFF2-40B4-BE49-F238E27FC236}">
                <a16:creationId xmlns:a16="http://schemas.microsoft.com/office/drawing/2014/main" id="{28299D11-2AAA-8DAA-2C04-8A0E567DC7AE}"/>
              </a:ext>
            </a:extLst>
          </p:cNvPr>
          <p:cNvSpPr txBox="1"/>
          <p:nvPr/>
        </p:nvSpPr>
        <p:spPr>
          <a:xfrm>
            <a:off x="4143022" y="3907597"/>
            <a:ext cx="570089" cy="230832"/>
          </a:xfrm>
          <a:prstGeom prst="rect">
            <a:avLst/>
          </a:prstGeom>
          <a:noFill/>
        </p:spPr>
        <p:txBody>
          <a:bodyPr wrap="square" rtlCol="0">
            <a:spAutoFit/>
          </a:bodyPr>
          <a:lstStyle/>
          <a:p>
            <a:pPr algn="ctr"/>
            <a:r>
              <a:rPr lang="en-US" sz="900" dirty="0"/>
              <a:t>1346</a:t>
            </a:r>
          </a:p>
        </p:txBody>
      </p:sp>
      <p:sp>
        <p:nvSpPr>
          <p:cNvPr id="50" name="TextBox 49">
            <a:extLst>
              <a:ext uri="{FF2B5EF4-FFF2-40B4-BE49-F238E27FC236}">
                <a16:creationId xmlns:a16="http://schemas.microsoft.com/office/drawing/2014/main" id="{F4452B37-328D-F437-DA3B-5AD9A94D760E}"/>
              </a:ext>
            </a:extLst>
          </p:cNvPr>
          <p:cNvSpPr txBox="1"/>
          <p:nvPr/>
        </p:nvSpPr>
        <p:spPr>
          <a:xfrm>
            <a:off x="4143022" y="4408541"/>
            <a:ext cx="570089" cy="230832"/>
          </a:xfrm>
          <a:prstGeom prst="rect">
            <a:avLst/>
          </a:prstGeom>
          <a:noFill/>
        </p:spPr>
        <p:txBody>
          <a:bodyPr wrap="square" rtlCol="0">
            <a:spAutoFit/>
          </a:bodyPr>
          <a:lstStyle/>
          <a:p>
            <a:pPr algn="ctr"/>
            <a:r>
              <a:rPr lang="en-US" sz="900" dirty="0"/>
              <a:t>1346</a:t>
            </a:r>
          </a:p>
        </p:txBody>
      </p:sp>
      <p:sp>
        <p:nvSpPr>
          <p:cNvPr id="51" name="TextBox 50">
            <a:extLst>
              <a:ext uri="{FF2B5EF4-FFF2-40B4-BE49-F238E27FC236}">
                <a16:creationId xmlns:a16="http://schemas.microsoft.com/office/drawing/2014/main" id="{95AE1149-C4B8-123E-EE20-776FE3932D4C}"/>
              </a:ext>
            </a:extLst>
          </p:cNvPr>
          <p:cNvSpPr txBox="1"/>
          <p:nvPr/>
        </p:nvSpPr>
        <p:spPr>
          <a:xfrm>
            <a:off x="4143022" y="4909484"/>
            <a:ext cx="570089" cy="230832"/>
          </a:xfrm>
          <a:prstGeom prst="rect">
            <a:avLst/>
          </a:prstGeom>
          <a:noFill/>
        </p:spPr>
        <p:txBody>
          <a:bodyPr wrap="square" rtlCol="0">
            <a:spAutoFit/>
          </a:bodyPr>
          <a:lstStyle/>
          <a:p>
            <a:pPr algn="ctr"/>
            <a:r>
              <a:rPr lang="en-US" sz="900" dirty="0"/>
              <a:t>1346</a:t>
            </a:r>
          </a:p>
        </p:txBody>
      </p:sp>
      <p:sp>
        <p:nvSpPr>
          <p:cNvPr id="52" name="TextBox 51">
            <a:extLst>
              <a:ext uri="{FF2B5EF4-FFF2-40B4-BE49-F238E27FC236}">
                <a16:creationId xmlns:a16="http://schemas.microsoft.com/office/drawing/2014/main" id="{4FD0446F-7782-5AA7-D510-741CFA6891C0}"/>
              </a:ext>
            </a:extLst>
          </p:cNvPr>
          <p:cNvSpPr txBox="1"/>
          <p:nvPr/>
        </p:nvSpPr>
        <p:spPr>
          <a:xfrm>
            <a:off x="4216401" y="2231221"/>
            <a:ext cx="462845" cy="584775"/>
          </a:xfrm>
          <a:prstGeom prst="rect">
            <a:avLst/>
          </a:prstGeom>
          <a:noFill/>
        </p:spPr>
        <p:txBody>
          <a:bodyPr wrap="square" rtlCol="0">
            <a:spAutoFit/>
          </a:bodyPr>
          <a:lstStyle/>
          <a:p>
            <a:pPr algn="ctr"/>
            <a:r>
              <a:rPr lang="en-US" sz="3200" dirty="0"/>
              <a:t>7</a:t>
            </a:r>
          </a:p>
        </p:txBody>
      </p:sp>
      <p:sp>
        <p:nvSpPr>
          <p:cNvPr id="46" name="TextBox 45">
            <a:extLst>
              <a:ext uri="{FF2B5EF4-FFF2-40B4-BE49-F238E27FC236}">
                <a16:creationId xmlns:a16="http://schemas.microsoft.com/office/drawing/2014/main" id="{D75D9A34-1B22-3AE6-BE7B-1DB3559B92C9}"/>
              </a:ext>
            </a:extLst>
          </p:cNvPr>
          <p:cNvSpPr txBox="1"/>
          <p:nvPr/>
        </p:nvSpPr>
        <p:spPr>
          <a:xfrm>
            <a:off x="3640666" y="901933"/>
            <a:ext cx="570089" cy="230832"/>
          </a:xfrm>
          <a:prstGeom prst="rect">
            <a:avLst/>
          </a:prstGeom>
          <a:noFill/>
        </p:spPr>
        <p:txBody>
          <a:bodyPr wrap="square" rtlCol="0">
            <a:spAutoFit/>
          </a:bodyPr>
          <a:lstStyle/>
          <a:p>
            <a:pPr algn="ctr"/>
            <a:r>
              <a:rPr lang="en-US" sz="900" dirty="0"/>
              <a:t>64</a:t>
            </a:r>
          </a:p>
        </p:txBody>
      </p:sp>
      <p:sp>
        <p:nvSpPr>
          <p:cNvPr id="53" name="TextBox 52">
            <a:extLst>
              <a:ext uri="{FF2B5EF4-FFF2-40B4-BE49-F238E27FC236}">
                <a16:creationId xmlns:a16="http://schemas.microsoft.com/office/drawing/2014/main" id="{EE36591E-F8F7-8909-7F42-A1B965D97D41}"/>
              </a:ext>
            </a:extLst>
          </p:cNvPr>
          <p:cNvSpPr txBox="1"/>
          <p:nvPr/>
        </p:nvSpPr>
        <p:spPr>
          <a:xfrm>
            <a:off x="3138310" y="901933"/>
            <a:ext cx="570089" cy="230832"/>
          </a:xfrm>
          <a:prstGeom prst="rect">
            <a:avLst/>
          </a:prstGeom>
          <a:noFill/>
        </p:spPr>
        <p:txBody>
          <a:bodyPr wrap="square" rtlCol="0">
            <a:spAutoFit/>
          </a:bodyPr>
          <a:lstStyle/>
          <a:p>
            <a:pPr algn="ctr"/>
            <a:r>
              <a:rPr lang="en-US" sz="900" dirty="0"/>
              <a:t>46</a:t>
            </a:r>
          </a:p>
        </p:txBody>
      </p:sp>
      <p:sp>
        <p:nvSpPr>
          <p:cNvPr id="54" name="TextBox 53">
            <a:extLst>
              <a:ext uri="{FF2B5EF4-FFF2-40B4-BE49-F238E27FC236}">
                <a16:creationId xmlns:a16="http://schemas.microsoft.com/office/drawing/2014/main" id="{84F5CE80-34BE-BDBE-C149-08EFB9C933B0}"/>
              </a:ext>
            </a:extLst>
          </p:cNvPr>
          <p:cNvSpPr txBox="1"/>
          <p:nvPr/>
        </p:nvSpPr>
        <p:spPr>
          <a:xfrm>
            <a:off x="3640666" y="1402877"/>
            <a:ext cx="570089" cy="230832"/>
          </a:xfrm>
          <a:prstGeom prst="rect">
            <a:avLst/>
          </a:prstGeom>
          <a:noFill/>
        </p:spPr>
        <p:txBody>
          <a:bodyPr wrap="square" rtlCol="0">
            <a:spAutoFit/>
          </a:bodyPr>
          <a:lstStyle/>
          <a:p>
            <a:pPr algn="ctr"/>
            <a:r>
              <a:rPr lang="en-US" sz="900" dirty="0"/>
              <a:t>32</a:t>
            </a:r>
          </a:p>
        </p:txBody>
      </p:sp>
      <p:sp>
        <p:nvSpPr>
          <p:cNvPr id="55" name="TextBox 54">
            <a:extLst>
              <a:ext uri="{FF2B5EF4-FFF2-40B4-BE49-F238E27FC236}">
                <a16:creationId xmlns:a16="http://schemas.microsoft.com/office/drawing/2014/main" id="{28DBC2F9-156F-A8B9-231B-D60E5C15F015}"/>
              </a:ext>
            </a:extLst>
          </p:cNvPr>
          <p:cNvSpPr txBox="1"/>
          <p:nvPr/>
        </p:nvSpPr>
        <p:spPr>
          <a:xfrm>
            <a:off x="3138310" y="1402877"/>
            <a:ext cx="570089" cy="230832"/>
          </a:xfrm>
          <a:prstGeom prst="rect">
            <a:avLst/>
          </a:prstGeom>
          <a:noFill/>
        </p:spPr>
        <p:txBody>
          <a:bodyPr wrap="square" rtlCol="0">
            <a:spAutoFit/>
          </a:bodyPr>
          <a:lstStyle/>
          <a:p>
            <a:pPr algn="ctr"/>
            <a:r>
              <a:rPr lang="en-US" sz="900" dirty="0"/>
              <a:t>23</a:t>
            </a:r>
          </a:p>
        </p:txBody>
      </p:sp>
      <p:sp>
        <p:nvSpPr>
          <p:cNvPr id="56" name="TextBox 55">
            <a:extLst>
              <a:ext uri="{FF2B5EF4-FFF2-40B4-BE49-F238E27FC236}">
                <a16:creationId xmlns:a16="http://schemas.microsoft.com/office/drawing/2014/main" id="{FEABDFFE-7F74-5D37-9E61-594269934401}"/>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57" name="TextBox 56">
            <a:extLst>
              <a:ext uri="{FF2B5EF4-FFF2-40B4-BE49-F238E27FC236}">
                <a16:creationId xmlns:a16="http://schemas.microsoft.com/office/drawing/2014/main" id="{5FEB8E39-A7EE-D5BD-7F99-72E915F6D8F1}"/>
              </a:ext>
            </a:extLst>
          </p:cNvPr>
          <p:cNvSpPr txBox="1"/>
          <p:nvPr/>
        </p:nvSpPr>
        <p:spPr>
          <a:xfrm>
            <a:off x="4645378" y="2905709"/>
            <a:ext cx="570089" cy="230832"/>
          </a:xfrm>
          <a:prstGeom prst="rect">
            <a:avLst/>
          </a:prstGeom>
          <a:noFill/>
        </p:spPr>
        <p:txBody>
          <a:bodyPr wrap="square" rtlCol="0">
            <a:spAutoFit/>
          </a:bodyPr>
          <a:lstStyle/>
          <a:p>
            <a:pPr algn="ctr"/>
            <a:r>
              <a:rPr lang="en-US" sz="900" dirty="0"/>
              <a:t>97</a:t>
            </a:r>
          </a:p>
        </p:txBody>
      </p:sp>
      <p:sp>
        <p:nvSpPr>
          <p:cNvPr id="58" name="TextBox 57">
            <a:extLst>
              <a:ext uri="{FF2B5EF4-FFF2-40B4-BE49-F238E27FC236}">
                <a16:creationId xmlns:a16="http://schemas.microsoft.com/office/drawing/2014/main" id="{9F76C2CF-35B8-9172-C79A-450CE370D4CE}"/>
              </a:ext>
            </a:extLst>
          </p:cNvPr>
          <p:cNvSpPr txBox="1"/>
          <p:nvPr/>
        </p:nvSpPr>
        <p:spPr>
          <a:xfrm>
            <a:off x="5147734" y="2905709"/>
            <a:ext cx="570089" cy="230832"/>
          </a:xfrm>
          <a:prstGeom prst="rect">
            <a:avLst/>
          </a:prstGeom>
          <a:noFill/>
        </p:spPr>
        <p:txBody>
          <a:bodyPr wrap="square" rtlCol="0">
            <a:spAutoFit/>
          </a:bodyPr>
          <a:lstStyle/>
          <a:p>
            <a:pPr algn="ctr"/>
            <a:r>
              <a:rPr lang="en-US" sz="900" dirty="0"/>
              <a:t>79</a:t>
            </a:r>
          </a:p>
        </p:txBody>
      </p:sp>
      <p:sp>
        <p:nvSpPr>
          <p:cNvPr id="59" name="TextBox 58">
            <a:extLst>
              <a:ext uri="{FF2B5EF4-FFF2-40B4-BE49-F238E27FC236}">
                <a16:creationId xmlns:a16="http://schemas.microsoft.com/office/drawing/2014/main" id="{C615B915-1853-308A-099E-20CECBC01233}"/>
              </a:ext>
            </a:extLst>
          </p:cNvPr>
          <p:cNvSpPr txBox="1"/>
          <p:nvPr/>
        </p:nvSpPr>
        <p:spPr>
          <a:xfrm>
            <a:off x="4645378" y="3406653"/>
            <a:ext cx="570089" cy="230832"/>
          </a:xfrm>
          <a:prstGeom prst="rect">
            <a:avLst/>
          </a:prstGeom>
          <a:noFill/>
        </p:spPr>
        <p:txBody>
          <a:bodyPr wrap="square" rtlCol="0">
            <a:spAutoFit/>
          </a:bodyPr>
          <a:lstStyle/>
          <a:p>
            <a:pPr algn="ctr"/>
            <a:r>
              <a:rPr lang="en-US" sz="900" dirty="0"/>
              <a:t>28</a:t>
            </a:r>
          </a:p>
        </p:txBody>
      </p:sp>
      <p:sp>
        <p:nvSpPr>
          <p:cNvPr id="60" name="TextBox 59">
            <a:extLst>
              <a:ext uri="{FF2B5EF4-FFF2-40B4-BE49-F238E27FC236}">
                <a16:creationId xmlns:a16="http://schemas.microsoft.com/office/drawing/2014/main" id="{9BB85447-8E79-0020-7B32-779CF374B619}"/>
              </a:ext>
            </a:extLst>
          </p:cNvPr>
          <p:cNvSpPr txBox="1"/>
          <p:nvPr/>
        </p:nvSpPr>
        <p:spPr>
          <a:xfrm>
            <a:off x="5147734" y="3406653"/>
            <a:ext cx="570089" cy="230832"/>
          </a:xfrm>
          <a:prstGeom prst="rect">
            <a:avLst/>
          </a:prstGeom>
          <a:noFill/>
        </p:spPr>
        <p:txBody>
          <a:bodyPr wrap="square" rtlCol="0">
            <a:spAutoFit/>
          </a:bodyPr>
          <a:lstStyle/>
          <a:p>
            <a:pPr algn="ctr"/>
            <a:r>
              <a:rPr lang="en-US" sz="900" dirty="0"/>
              <a:t>82</a:t>
            </a:r>
          </a:p>
        </p:txBody>
      </p:sp>
      <p:sp>
        <p:nvSpPr>
          <p:cNvPr id="61" name="TextBox 60">
            <a:extLst>
              <a:ext uri="{FF2B5EF4-FFF2-40B4-BE49-F238E27FC236}">
                <a16:creationId xmlns:a16="http://schemas.microsoft.com/office/drawing/2014/main" id="{3A8E64BC-A6EF-7617-7753-2CCF980E0F55}"/>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2428289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5980B-A37B-CCDC-59C2-FD209611C9C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76466E7-86D0-F75D-A558-3B68CB6A29D3}"/>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55631B0B-4AC5-6EDB-29DC-7C5D1E56C5B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04D8842-5223-D28B-24FF-3D3416AA2EC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564ECA0-4A0C-AE4A-1B1F-C1194D7355C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896A748-1CC9-694F-2590-F0A9D23DAD2C}"/>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657E23D4-2DC6-279D-7FA3-E4D3C443928A}"/>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638C27B4-7AAC-13CE-4D3D-8428FC789D6B}"/>
              </a:ext>
            </a:extLst>
          </p:cNvPr>
          <p:cNvSpPr txBox="1"/>
          <p:nvPr/>
        </p:nvSpPr>
        <p:spPr>
          <a:xfrm>
            <a:off x="6152446" y="1402877"/>
            <a:ext cx="570089" cy="230832"/>
          </a:xfrm>
          <a:prstGeom prst="rect">
            <a:avLst/>
          </a:prstGeom>
          <a:noFill/>
        </p:spPr>
        <p:txBody>
          <a:bodyPr wrap="square" rtlCol="0">
            <a:spAutoFit/>
          </a:bodyPr>
          <a:lstStyle/>
          <a:p>
            <a:pPr algn="ctr"/>
            <a:r>
              <a:rPr lang="en-US" sz="900" dirty="0"/>
              <a:t>56</a:t>
            </a:r>
          </a:p>
        </p:txBody>
      </p:sp>
      <p:sp>
        <p:nvSpPr>
          <p:cNvPr id="13" name="TextBox 12">
            <a:extLst>
              <a:ext uri="{FF2B5EF4-FFF2-40B4-BE49-F238E27FC236}">
                <a16:creationId xmlns:a16="http://schemas.microsoft.com/office/drawing/2014/main" id="{025BD62C-BDB3-1EBF-B20D-9B775A312F2A}"/>
              </a:ext>
            </a:extLst>
          </p:cNvPr>
          <p:cNvSpPr txBox="1"/>
          <p:nvPr/>
        </p:nvSpPr>
        <p:spPr>
          <a:xfrm>
            <a:off x="6654802" y="1402877"/>
            <a:ext cx="570089" cy="230832"/>
          </a:xfrm>
          <a:prstGeom prst="rect">
            <a:avLst/>
          </a:prstGeom>
          <a:noFill/>
        </p:spPr>
        <p:txBody>
          <a:bodyPr wrap="square" rtlCol="0">
            <a:spAutoFit/>
          </a:bodyPr>
          <a:lstStyle/>
          <a:p>
            <a:pPr algn="ctr"/>
            <a:r>
              <a:rPr lang="en-US" sz="900" dirty="0"/>
              <a:t>456</a:t>
            </a:r>
          </a:p>
        </p:txBody>
      </p:sp>
      <p:sp>
        <p:nvSpPr>
          <p:cNvPr id="14" name="TextBox 13">
            <a:extLst>
              <a:ext uri="{FF2B5EF4-FFF2-40B4-BE49-F238E27FC236}">
                <a16:creationId xmlns:a16="http://schemas.microsoft.com/office/drawing/2014/main" id="{FA9D6420-1A26-692B-2267-38DF06DF7DAC}"/>
              </a:ext>
            </a:extLst>
          </p:cNvPr>
          <p:cNvSpPr txBox="1"/>
          <p:nvPr/>
        </p:nvSpPr>
        <p:spPr>
          <a:xfrm>
            <a:off x="6654802" y="1903821"/>
            <a:ext cx="570089" cy="230832"/>
          </a:xfrm>
          <a:prstGeom prst="rect">
            <a:avLst/>
          </a:prstGeom>
          <a:noFill/>
        </p:spPr>
        <p:txBody>
          <a:bodyPr wrap="square" rtlCol="0">
            <a:spAutoFit/>
          </a:bodyPr>
          <a:lstStyle/>
          <a:p>
            <a:pPr algn="ctr"/>
            <a:r>
              <a:rPr lang="en-US" sz="900" dirty="0"/>
              <a:t>3456</a:t>
            </a:r>
          </a:p>
        </p:txBody>
      </p:sp>
      <p:sp>
        <p:nvSpPr>
          <p:cNvPr id="15" name="TextBox 14">
            <a:extLst>
              <a:ext uri="{FF2B5EF4-FFF2-40B4-BE49-F238E27FC236}">
                <a16:creationId xmlns:a16="http://schemas.microsoft.com/office/drawing/2014/main" id="{52C40718-021E-670E-268F-7200DCA85B4C}"/>
              </a:ext>
            </a:extLst>
          </p:cNvPr>
          <p:cNvSpPr txBox="1"/>
          <p:nvPr/>
        </p:nvSpPr>
        <p:spPr>
          <a:xfrm>
            <a:off x="7157158" y="1903821"/>
            <a:ext cx="570089" cy="230832"/>
          </a:xfrm>
          <a:prstGeom prst="rect">
            <a:avLst/>
          </a:prstGeom>
          <a:noFill/>
        </p:spPr>
        <p:txBody>
          <a:bodyPr wrap="square" rtlCol="0">
            <a:spAutoFit/>
          </a:bodyPr>
          <a:lstStyle/>
          <a:p>
            <a:pPr algn="ctr"/>
            <a:r>
              <a:rPr lang="en-US" sz="900" dirty="0"/>
              <a:t>46</a:t>
            </a:r>
          </a:p>
        </p:txBody>
      </p:sp>
      <p:sp>
        <p:nvSpPr>
          <p:cNvPr id="20" name="TextBox 19">
            <a:extLst>
              <a:ext uri="{FF2B5EF4-FFF2-40B4-BE49-F238E27FC236}">
                <a16:creationId xmlns:a16="http://schemas.microsoft.com/office/drawing/2014/main" id="{5E44B077-730D-31BA-0DEF-720B3015AF70}"/>
              </a:ext>
            </a:extLst>
          </p:cNvPr>
          <p:cNvSpPr txBox="1"/>
          <p:nvPr/>
        </p:nvSpPr>
        <p:spPr>
          <a:xfrm>
            <a:off x="3640666" y="1903821"/>
            <a:ext cx="570089" cy="230832"/>
          </a:xfrm>
          <a:prstGeom prst="rect">
            <a:avLst/>
          </a:prstGeom>
          <a:noFill/>
        </p:spPr>
        <p:txBody>
          <a:bodyPr wrap="square" rtlCol="0">
            <a:spAutoFit/>
          </a:bodyPr>
          <a:lstStyle/>
          <a:p>
            <a:pPr algn="ctr"/>
            <a:r>
              <a:rPr lang="en-US" sz="900" dirty="0"/>
              <a:t>71</a:t>
            </a:r>
          </a:p>
        </p:txBody>
      </p:sp>
      <p:sp>
        <p:nvSpPr>
          <p:cNvPr id="21" name="TextBox 20">
            <a:extLst>
              <a:ext uri="{FF2B5EF4-FFF2-40B4-BE49-F238E27FC236}">
                <a16:creationId xmlns:a16="http://schemas.microsoft.com/office/drawing/2014/main" id="{BEB62078-9A58-09FB-C082-26CF7D9C823D}"/>
              </a:ext>
            </a:extLst>
          </p:cNvPr>
          <p:cNvSpPr txBox="1"/>
          <p:nvPr/>
        </p:nvSpPr>
        <p:spPr>
          <a:xfrm>
            <a:off x="3138310" y="1903821"/>
            <a:ext cx="570089" cy="230832"/>
          </a:xfrm>
          <a:prstGeom prst="rect">
            <a:avLst/>
          </a:prstGeom>
          <a:noFill/>
        </p:spPr>
        <p:txBody>
          <a:bodyPr wrap="square" rtlCol="0">
            <a:spAutoFit/>
          </a:bodyPr>
          <a:lstStyle/>
          <a:p>
            <a:pPr algn="ctr"/>
            <a:r>
              <a:rPr lang="en-US" sz="900" dirty="0"/>
              <a:t>17</a:t>
            </a:r>
          </a:p>
        </p:txBody>
      </p:sp>
      <p:sp>
        <p:nvSpPr>
          <p:cNvPr id="24" name="TextBox 23">
            <a:extLst>
              <a:ext uri="{FF2B5EF4-FFF2-40B4-BE49-F238E27FC236}">
                <a16:creationId xmlns:a16="http://schemas.microsoft.com/office/drawing/2014/main" id="{ADAC3A35-6C1D-CF54-628F-15C895E79955}"/>
              </a:ext>
            </a:extLst>
          </p:cNvPr>
          <p:cNvSpPr txBox="1"/>
          <p:nvPr/>
        </p:nvSpPr>
        <p:spPr>
          <a:xfrm>
            <a:off x="6152446" y="4408541"/>
            <a:ext cx="570089" cy="230832"/>
          </a:xfrm>
          <a:prstGeom prst="rect">
            <a:avLst/>
          </a:prstGeom>
          <a:noFill/>
        </p:spPr>
        <p:txBody>
          <a:bodyPr wrap="square" rtlCol="0">
            <a:spAutoFit/>
          </a:bodyPr>
          <a:lstStyle/>
          <a:p>
            <a:pPr algn="ctr"/>
            <a:r>
              <a:rPr lang="en-US" sz="900" dirty="0"/>
              <a:t>2356</a:t>
            </a:r>
          </a:p>
        </p:txBody>
      </p:sp>
      <p:sp>
        <p:nvSpPr>
          <p:cNvPr id="25" name="TextBox 24">
            <a:extLst>
              <a:ext uri="{FF2B5EF4-FFF2-40B4-BE49-F238E27FC236}">
                <a16:creationId xmlns:a16="http://schemas.microsoft.com/office/drawing/2014/main" id="{E71D29E4-4DF3-3B1B-CAF3-D75DA74FB61D}"/>
              </a:ext>
            </a:extLst>
          </p:cNvPr>
          <p:cNvSpPr txBox="1"/>
          <p:nvPr/>
        </p:nvSpPr>
        <p:spPr>
          <a:xfrm>
            <a:off x="6152446" y="4909484"/>
            <a:ext cx="570089" cy="230832"/>
          </a:xfrm>
          <a:prstGeom prst="rect">
            <a:avLst/>
          </a:prstGeom>
          <a:noFill/>
        </p:spPr>
        <p:txBody>
          <a:bodyPr wrap="square" rtlCol="0">
            <a:spAutoFit/>
          </a:bodyPr>
          <a:lstStyle/>
          <a:p>
            <a:pPr algn="ctr"/>
            <a:r>
              <a:rPr lang="en-US" sz="900" dirty="0"/>
              <a:t>6532</a:t>
            </a:r>
          </a:p>
        </p:txBody>
      </p:sp>
      <p:sp>
        <p:nvSpPr>
          <p:cNvPr id="29" name="TextBox 28">
            <a:extLst>
              <a:ext uri="{FF2B5EF4-FFF2-40B4-BE49-F238E27FC236}">
                <a16:creationId xmlns:a16="http://schemas.microsoft.com/office/drawing/2014/main" id="{E3BF0662-639E-4ED1-45F3-86E491AAFB49}"/>
              </a:ext>
            </a:extLst>
          </p:cNvPr>
          <p:cNvSpPr txBox="1"/>
          <p:nvPr/>
        </p:nvSpPr>
        <p:spPr>
          <a:xfrm>
            <a:off x="6152446" y="2905709"/>
            <a:ext cx="570089" cy="230832"/>
          </a:xfrm>
          <a:prstGeom prst="rect">
            <a:avLst/>
          </a:prstGeom>
          <a:noFill/>
        </p:spPr>
        <p:txBody>
          <a:bodyPr wrap="square" rtlCol="0">
            <a:spAutoFit/>
          </a:bodyPr>
          <a:lstStyle/>
          <a:p>
            <a:pPr algn="ctr"/>
            <a:r>
              <a:rPr lang="en-US" sz="900" dirty="0"/>
              <a:t>16</a:t>
            </a:r>
          </a:p>
        </p:txBody>
      </p:sp>
      <p:sp>
        <p:nvSpPr>
          <p:cNvPr id="30" name="TextBox 29">
            <a:extLst>
              <a:ext uri="{FF2B5EF4-FFF2-40B4-BE49-F238E27FC236}">
                <a16:creationId xmlns:a16="http://schemas.microsoft.com/office/drawing/2014/main" id="{41287420-7832-ABEA-9D1A-FB08EFD1E247}"/>
              </a:ext>
            </a:extLst>
          </p:cNvPr>
          <p:cNvSpPr txBox="1"/>
          <p:nvPr/>
        </p:nvSpPr>
        <p:spPr>
          <a:xfrm>
            <a:off x="6654802" y="2905709"/>
            <a:ext cx="570089" cy="230832"/>
          </a:xfrm>
          <a:prstGeom prst="rect">
            <a:avLst/>
          </a:prstGeom>
          <a:noFill/>
        </p:spPr>
        <p:txBody>
          <a:bodyPr wrap="square" rtlCol="0">
            <a:spAutoFit/>
          </a:bodyPr>
          <a:lstStyle/>
          <a:p>
            <a:pPr algn="ctr"/>
            <a:r>
              <a:rPr lang="en-US" sz="900" dirty="0"/>
              <a:t>61</a:t>
            </a:r>
          </a:p>
        </p:txBody>
      </p:sp>
      <p:sp>
        <p:nvSpPr>
          <p:cNvPr id="31" name="TextBox 30">
            <a:extLst>
              <a:ext uri="{FF2B5EF4-FFF2-40B4-BE49-F238E27FC236}">
                <a16:creationId xmlns:a16="http://schemas.microsoft.com/office/drawing/2014/main" id="{39CBC92C-F388-1C24-7D19-E252E5B04020}"/>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07279C57-7010-BD71-F0E0-B56942AC2512}"/>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7B8CB531-33C9-C2D2-7D7D-994BBC68E91C}"/>
              </a:ext>
            </a:extLst>
          </p:cNvPr>
          <p:cNvSpPr txBox="1"/>
          <p:nvPr/>
        </p:nvSpPr>
        <p:spPr>
          <a:xfrm>
            <a:off x="6214537"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BFC59E74-4803-15FC-F299-C5777F4B3030}"/>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A4907A33-8D81-DB5E-2F4E-B4FD0D1454BD}"/>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27C062FD-7210-0EE5-5EE3-BBA4EB7DC214}"/>
              </a:ext>
            </a:extLst>
          </p:cNvPr>
          <p:cNvSpPr txBox="1"/>
          <p:nvPr/>
        </p:nvSpPr>
        <p:spPr>
          <a:xfrm>
            <a:off x="6714071" y="72121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6C0B1CD4-10C5-9FCA-0F4B-25C7F2EBDF53}"/>
              </a:ext>
            </a:extLst>
          </p:cNvPr>
          <p:cNvSpPr txBox="1"/>
          <p:nvPr/>
        </p:nvSpPr>
        <p:spPr>
          <a:xfrm>
            <a:off x="7213604" y="72121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C00BC3F5-4A15-A564-0378-839EAC47C992}"/>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5C453A9F-48EA-9F07-2DEC-18585B104CEF}"/>
              </a:ext>
            </a:extLst>
          </p:cNvPr>
          <p:cNvSpPr txBox="1"/>
          <p:nvPr/>
        </p:nvSpPr>
        <p:spPr>
          <a:xfrm>
            <a:off x="6214537" y="3237891"/>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E297D865-BFAA-77C8-3B7E-7E365C417288}"/>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2DD4C253-8B0A-321A-3231-6E374E9F65AA}"/>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5" name="TextBox 34">
            <a:extLst>
              <a:ext uri="{FF2B5EF4-FFF2-40B4-BE49-F238E27FC236}">
                <a16:creationId xmlns:a16="http://schemas.microsoft.com/office/drawing/2014/main" id="{BB4769C4-BA9B-A64C-4FE2-B3F25636D42E}"/>
              </a:ext>
            </a:extLst>
          </p:cNvPr>
          <p:cNvSpPr txBox="1"/>
          <p:nvPr/>
        </p:nvSpPr>
        <p:spPr>
          <a:xfrm>
            <a:off x="7213604" y="3237891"/>
            <a:ext cx="462845" cy="584775"/>
          </a:xfrm>
          <a:prstGeom prst="rect">
            <a:avLst/>
          </a:prstGeom>
          <a:noFill/>
        </p:spPr>
        <p:txBody>
          <a:bodyPr wrap="square" rtlCol="0">
            <a:spAutoFit/>
          </a:bodyPr>
          <a:lstStyle/>
          <a:p>
            <a:pPr algn="ctr"/>
            <a:r>
              <a:rPr lang="en-US" sz="3200" dirty="0"/>
              <a:t>5</a:t>
            </a:r>
          </a:p>
        </p:txBody>
      </p:sp>
      <p:sp>
        <p:nvSpPr>
          <p:cNvPr id="22" name="TextBox 21">
            <a:extLst>
              <a:ext uri="{FF2B5EF4-FFF2-40B4-BE49-F238E27FC236}">
                <a16:creationId xmlns:a16="http://schemas.microsoft.com/office/drawing/2014/main" id="{969CD66B-37B9-2616-E870-DEB602AEA514}"/>
              </a:ext>
            </a:extLst>
          </p:cNvPr>
          <p:cNvSpPr txBox="1"/>
          <p:nvPr/>
        </p:nvSpPr>
        <p:spPr>
          <a:xfrm>
            <a:off x="5147734" y="1402877"/>
            <a:ext cx="570089" cy="230832"/>
          </a:xfrm>
          <a:prstGeom prst="rect">
            <a:avLst/>
          </a:prstGeom>
          <a:noFill/>
        </p:spPr>
        <p:txBody>
          <a:bodyPr wrap="square" rtlCol="0">
            <a:spAutoFit/>
          </a:bodyPr>
          <a:lstStyle/>
          <a:p>
            <a:pPr algn="ctr"/>
            <a:r>
              <a:rPr lang="en-US" sz="900" dirty="0"/>
              <a:t>46789</a:t>
            </a:r>
          </a:p>
        </p:txBody>
      </p:sp>
      <p:sp>
        <p:nvSpPr>
          <p:cNvPr id="23" name="TextBox 22">
            <a:extLst>
              <a:ext uri="{FF2B5EF4-FFF2-40B4-BE49-F238E27FC236}">
                <a16:creationId xmlns:a16="http://schemas.microsoft.com/office/drawing/2014/main" id="{91956434-1CFB-B983-19CB-6312CA394DA5}"/>
              </a:ext>
            </a:extLst>
          </p:cNvPr>
          <p:cNvSpPr txBox="1"/>
          <p:nvPr/>
        </p:nvSpPr>
        <p:spPr>
          <a:xfrm>
            <a:off x="5650090" y="1402877"/>
            <a:ext cx="570089" cy="230832"/>
          </a:xfrm>
          <a:prstGeom prst="rect">
            <a:avLst/>
          </a:prstGeom>
          <a:noFill/>
        </p:spPr>
        <p:txBody>
          <a:bodyPr wrap="square" rtlCol="0">
            <a:spAutoFit/>
          </a:bodyPr>
          <a:lstStyle/>
          <a:p>
            <a:pPr algn="ctr"/>
            <a:r>
              <a:rPr lang="en-US" sz="900" dirty="0"/>
              <a:t>789</a:t>
            </a:r>
          </a:p>
        </p:txBody>
      </p:sp>
      <p:sp>
        <p:nvSpPr>
          <p:cNvPr id="36" name="TextBox 35">
            <a:extLst>
              <a:ext uri="{FF2B5EF4-FFF2-40B4-BE49-F238E27FC236}">
                <a16:creationId xmlns:a16="http://schemas.microsoft.com/office/drawing/2014/main" id="{3155C542-551D-EE5C-932F-D42782214296}"/>
              </a:ext>
            </a:extLst>
          </p:cNvPr>
          <p:cNvSpPr txBox="1"/>
          <p:nvPr/>
        </p:nvSpPr>
        <p:spPr>
          <a:xfrm>
            <a:off x="5147734" y="1903821"/>
            <a:ext cx="570089" cy="230832"/>
          </a:xfrm>
          <a:prstGeom prst="rect">
            <a:avLst/>
          </a:prstGeom>
          <a:noFill/>
        </p:spPr>
        <p:txBody>
          <a:bodyPr wrap="square" rtlCol="0">
            <a:spAutoFit/>
          </a:bodyPr>
          <a:lstStyle/>
          <a:p>
            <a:pPr algn="ctr"/>
            <a:r>
              <a:rPr lang="en-US" sz="900" dirty="0"/>
              <a:t>468</a:t>
            </a:r>
          </a:p>
        </p:txBody>
      </p:sp>
      <p:sp>
        <p:nvSpPr>
          <p:cNvPr id="37" name="TextBox 36">
            <a:extLst>
              <a:ext uri="{FF2B5EF4-FFF2-40B4-BE49-F238E27FC236}">
                <a16:creationId xmlns:a16="http://schemas.microsoft.com/office/drawing/2014/main" id="{73FB7353-E8C3-7B04-A1B1-1118D6054793}"/>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83746627-EF62-16A5-6DE6-12FB6D8FA79D}"/>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9" name="TextBox 38">
            <a:extLst>
              <a:ext uri="{FF2B5EF4-FFF2-40B4-BE49-F238E27FC236}">
                <a16:creationId xmlns:a16="http://schemas.microsoft.com/office/drawing/2014/main" id="{DF6A217F-F8AD-A998-2A09-8A2FA6C903E4}"/>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D013523F-EF9D-11E0-B64B-8F544894CDDA}"/>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9" name="TextBox 18">
            <a:extLst>
              <a:ext uri="{FF2B5EF4-FFF2-40B4-BE49-F238E27FC236}">
                <a16:creationId xmlns:a16="http://schemas.microsoft.com/office/drawing/2014/main" id="{51A265EE-D0B2-2367-6CAD-ADBF226A233D}"/>
              </a:ext>
            </a:extLst>
          </p:cNvPr>
          <p:cNvSpPr txBox="1"/>
          <p:nvPr/>
        </p:nvSpPr>
        <p:spPr>
          <a:xfrm>
            <a:off x="4645378" y="1903821"/>
            <a:ext cx="570089" cy="230832"/>
          </a:xfrm>
          <a:prstGeom prst="rect">
            <a:avLst/>
          </a:prstGeom>
          <a:noFill/>
        </p:spPr>
        <p:txBody>
          <a:bodyPr wrap="square" rtlCol="0">
            <a:spAutoFit/>
          </a:bodyPr>
          <a:lstStyle/>
          <a:p>
            <a:pPr algn="ctr"/>
            <a:r>
              <a:rPr lang="en-US" sz="900" dirty="0"/>
              <a:t>64</a:t>
            </a:r>
          </a:p>
        </p:txBody>
      </p:sp>
      <p:sp>
        <p:nvSpPr>
          <p:cNvPr id="40" name="TextBox 39">
            <a:extLst>
              <a:ext uri="{FF2B5EF4-FFF2-40B4-BE49-F238E27FC236}">
                <a16:creationId xmlns:a16="http://schemas.microsoft.com/office/drawing/2014/main" id="{F4CC81D9-EE5B-B25C-5FEC-B62FCCDA8622}"/>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41" name="TextBox 40">
            <a:extLst>
              <a:ext uri="{FF2B5EF4-FFF2-40B4-BE49-F238E27FC236}">
                <a16:creationId xmlns:a16="http://schemas.microsoft.com/office/drawing/2014/main" id="{B0DAE82A-E817-C4E9-DCAF-6946C6388EAD}"/>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D3C61103-4545-674A-A394-A18843143389}"/>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43" name="TextBox 42">
            <a:extLst>
              <a:ext uri="{FF2B5EF4-FFF2-40B4-BE49-F238E27FC236}">
                <a16:creationId xmlns:a16="http://schemas.microsoft.com/office/drawing/2014/main" id="{63CEDF48-7145-7602-86DF-39CB0999AA4C}"/>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44" name="TextBox 43">
            <a:extLst>
              <a:ext uri="{FF2B5EF4-FFF2-40B4-BE49-F238E27FC236}">
                <a16:creationId xmlns:a16="http://schemas.microsoft.com/office/drawing/2014/main" id="{80B454BA-50AB-14CC-DE9B-87942A76151E}"/>
              </a:ext>
            </a:extLst>
          </p:cNvPr>
          <p:cNvSpPr txBox="1"/>
          <p:nvPr/>
        </p:nvSpPr>
        <p:spPr>
          <a:xfrm>
            <a:off x="4143022" y="1402877"/>
            <a:ext cx="570089" cy="230832"/>
          </a:xfrm>
          <a:prstGeom prst="rect">
            <a:avLst/>
          </a:prstGeom>
          <a:noFill/>
        </p:spPr>
        <p:txBody>
          <a:bodyPr wrap="square" rtlCol="0">
            <a:spAutoFit/>
          </a:bodyPr>
          <a:lstStyle/>
          <a:p>
            <a:pPr algn="ctr"/>
            <a:r>
              <a:rPr lang="en-US" sz="900" dirty="0"/>
              <a:t>589</a:t>
            </a:r>
          </a:p>
        </p:txBody>
      </p:sp>
      <p:sp>
        <p:nvSpPr>
          <p:cNvPr id="45" name="TextBox 44">
            <a:extLst>
              <a:ext uri="{FF2B5EF4-FFF2-40B4-BE49-F238E27FC236}">
                <a16:creationId xmlns:a16="http://schemas.microsoft.com/office/drawing/2014/main" id="{97C367B7-828A-0889-B7CB-C4A552C680A5}"/>
              </a:ext>
            </a:extLst>
          </p:cNvPr>
          <p:cNvSpPr txBox="1"/>
          <p:nvPr/>
        </p:nvSpPr>
        <p:spPr>
          <a:xfrm>
            <a:off x="4143022" y="1903821"/>
            <a:ext cx="570089" cy="230832"/>
          </a:xfrm>
          <a:prstGeom prst="rect">
            <a:avLst/>
          </a:prstGeom>
          <a:noFill/>
        </p:spPr>
        <p:txBody>
          <a:bodyPr wrap="square" rtlCol="0">
            <a:spAutoFit/>
          </a:bodyPr>
          <a:lstStyle/>
          <a:p>
            <a:pPr algn="ctr"/>
            <a:r>
              <a:rPr lang="en-US" sz="900" dirty="0"/>
              <a:t>58</a:t>
            </a:r>
          </a:p>
        </p:txBody>
      </p:sp>
      <p:sp>
        <p:nvSpPr>
          <p:cNvPr id="48" name="TextBox 47">
            <a:extLst>
              <a:ext uri="{FF2B5EF4-FFF2-40B4-BE49-F238E27FC236}">
                <a16:creationId xmlns:a16="http://schemas.microsoft.com/office/drawing/2014/main" id="{CD7D4430-8747-85E1-DB10-B4015D913E79}"/>
              </a:ext>
            </a:extLst>
          </p:cNvPr>
          <p:cNvSpPr txBox="1"/>
          <p:nvPr/>
        </p:nvSpPr>
        <p:spPr>
          <a:xfrm>
            <a:off x="4143022" y="3406653"/>
            <a:ext cx="570089" cy="230832"/>
          </a:xfrm>
          <a:prstGeom prst="rect">
            <a:avLst/>
          </a:prstGeom>
          <a:noFill/>
        </p:spPr>
        <p:txBody>
          <a:bodyPr wrap="square" rtlCol="0">
            <a:spAutoFit/>
          </a:bodyPr>
          <a:lstStyle/>
          <a:p>
            <a:pPr algn="ctr"/>
            <a:r>
              <a:rPr lang="en-US" sz="900" dirty="0"/>
              <a:t>146</a:t>
            </a:r>
          </a:p>
        </p:txBody>
      </p:sp>
      <p:sp>
        <p:nvSpPr>
          <p:cNvPr id="49" name="TextBox 48">
            <a:extLst>
              <a:ext uri="{FF2B5EF4-FFF2-40B4-BE49-F238E27FC236}">
                <a16:creationId xmlns:a16="http://schemas.microsoft.com/office/drawing/2014/main" id="{0ADE5D27-D8F1-8920-2BCF-02BB5934ECA7}"/>
              </a:ext>
            </a:extLst>
          </p:cNvPr>
          <p:cNvSpPr txBox="1"/>
          <p:nvPr/>
        </p:nvSpPr>
        <p:spPr>
          <a:xfrm>
            <a:off x="4143022" y="3907597"/>
            <a:ext cx="570089" cy="230832"/>
          </a:xfrm>
          <a:prstGeom prst="rect">
            <a:avLst/>
          </a:prstGeom>
          <a:noFill/>
        </p:spPr>
        <p:txBody>
          <a:bodyPr wrap="square" rtlCol="0">
            <a:spAutoFit/>
          </a:bodyPr>
          <a:lstStyle/>
          <a:p>
            <a:pPr algn="ctr"/>
            <a:r>
              <a:rPr lang="en-US" sz="900" dirty="0"/>
              <a:t>1346</a:t>
            </a:r>
          </a:p>
        </p:txBody>
      </p:sp>
      <p:sp>
        <p:nvSpPr>
          <p:cNvPr id="50" name="TextBox 49">
            <a:extLst>
              <a:ext uri="{FF2B5EF4-FFF2-40B4-BE49-F238E27FC236}">
                <a16:creationId xmlns:a16="http://schemas.microsoft.com/office/drawing/2014/main" id="{C955D13C-C60C-FBEF-FFB9-F89BF578A86D}"/>
              </a:ext>
            </a:extLst>
          </p:cNvPr>
          <p:cNvSpPr txBox="1"/>
          <p:nvPr/>
        </p:nvSpPr>
        <p:spPr>
          <a:xfrm>
            <a:off x="4143022" y="4408541"/>
            <a:ext cx="570089" cy="230832"/>
          </a:xfrm>
          <a:prstGeom prst="rect">
            <a:avLst/>
          </a:prstGeom>
          <a:noFill/>
        </p:spPr>
        <p:txBody>
          <a:bodyPr wrap="square" rtlCol="0">
            <a:spAutoFit/>
          </a:bodyPr>
          <a:lstStyle/>
          <a:p>
            <a:pPr algn="ctr"/>
            <a:r>
              <a:rPr lang="en-US" sz="900" dirty="0"/>
              <a:t>1346</a:t>
            </a:r>
          </a:p>
        </p:txBody>
      </p:sp>
      <p:sp>
        <p:nvSpPr>
          <p:cNvPr id="51" name="TextBox 50">
            <a:extLst>
              <a:ext uri="{FF2B5EF4-FFF2-40B4-BE49-F238E27FC236}">
                <a16:creationId xmlns:a16="http://schemas.microsoft.com/office/drawing/2014/main" id="{20D0074F-531B-C0D7-B593-637A74FDB6DD}"/>
              </a:ext>
            </a:extLst>
          </p:cNvPr>
          <p:cNvSpPr txBox="1"/>
          <p:nvPr/>
        </p:nvSpPr>
        <p:spPr>
          <a:xfrm>
            <a:off x="4143022" y="4909484"/>
            <a:ext cx="570089" cy="230832"/>
          </a:xfrm>
          <a:prstGeom prst="rect">
            <a:avLst/>
          </a:prstGeom>
          <a:noFill/>
        </p:spPr>
        <p:txBody>
          <a:bodyPr wrap="square" rtlCol="0">
            <a:spAutoFit/>
          </a:bodyPr>
          <a:lstStyle/>
          <a:p>
            <a:pPr algn="ctr"/>
            <a:r>
              <a:rPr lang="en-US" sz="900" dirty="0"/>
              <a:t>1346</a:t>
            </a:r>
          </a:p>
        </p:txBody>
      </p:sp>
      <p:sp>
        <p:nvSpPr>
          <p:cNvPr id="52" name="TextBox 51">
            <a:extLst>
              <a:ext uri="{FF2B5EF4-FFF2-40B4-BE49-F238E27FC236}">
                <a16:creationId xmlns:a16="http://schemas.microsoft.com/office/drawing/2014/main" id="{B1AEDBAA-4F66-21D0-E2D9-645861F87FBD}"/>
              </a:ext>
            </a:extLst>
          </p:cNvPr>
          <p:cNvSpPr txBox="1"/>
          <p:nvPr/>
        </p:nvSpPr>
        <p:spPr>
          <a:xfrm>
            <a:off x="4216401" y="2231221"/>
            <a:ext cx="462845" cy="584775"/>
          </a:xfrm>
          <a:prstGeom prst="rect">
            <a:avLst/>
          </a:prstGeom>
          <a:noFill/>
        </p:spPr>
        <p:txBody>
          <a:bodyPr wrap="square" rtlCol="0">
            <a:spAutoFit/>
          </a:bodyPr>
          <a:lstStyle/>
          <a:p>
            <a:pPr algn="ctr"/>
            <a:r>
              <a:rPr lang="en-US" sz="3200" dirty="0"/>
              <a:t>7</a:t>
            </a:r>
          </a:p>
        </p:txBody>
      </p:sp>
      <p:sp>
        <p:nvSpPr>
          <p:cNvPr id="46" name="TextBox 45">
            <a:extLst>
              <a:ext uri="{FF2B5EF4-FFF2-40B4-BE49-F238E27FC236}">
                <a16:creationId xmlns:a16="http://schemas.microsoft.com/office/drawing/2014/main" id="{54FF8E8D-B115-0078-B180-6BE13C6494B0}"/>
              </a:ext>
            </a:extLst>
          </p:cNvPr>
          <p:cNvSpPr txBox="1"/>
          <p:nvPr/>
        </p:nvSpPr>
        <p:spPr>
          <a:xfrm>
            <a:off x="3640666" y="901933"/>
            <a:ext cx="570089" cy="230832"/>
          </a:xfrm>
          <a:prstGeom prst="rect">
            <a:avLst/>
          </a:prstGeom>
          <a:noFill/>
        </p:spPr>
        <p:txBody>
          <a:bodyPr wrap="square" rtlCol="0">
            <a:spAutoFit/>
          </a:bodyPr>
          <a:lstStyle/>
          <a:p>
            <a:pPr algn="ctr"/>
            <a:r>
              <a:rPr lang="en-US" sz="900" dirty="0"/>
              <a:t>64</a:t>
            </a:r>
          </a:p>
        </p:txBody>
      </p:sp>
      <p:sp>
        <p:nvSpPr>
          <p:cNvPr id="53" name="TextBox 52">
            <a:extLst>
              <a:ext uri="{FF2B5EF4-FFF2-40B4-BE49-F238E27FC236}">
                <a16:creationId xmlns:a16="http://schemas.microsoft.com/office/drawing/2014/main" id="{4CB59E24-F94C-7398-D9DE-703959F0F4C9}"/>
              </a:ext>
            </a:extLst>
          </p:cNvPr>
          <p:cNvSpPr txBox="1"/>
          <p:nvPr/>
        </p:nvSpPr>
        <p:spPr>
          <a:xfrm>
            <a:off x="3138310" y="901933"/>
            <a:ext cx="570089" cy="230832"/>
          </a:xfrm>
          <a:prstGeom prst="rect">
            <a:avLst/>
          </a:prstGeom>
          <a:noFill/>
        </p:spPr>
        <p:txBody>
          <a:bodyPr wrap="square" rtlCol="0">
            <a:spAutoFit/>
          </a:bodyPr>
          <a:lstStyle/>
          <a:p>
            <a:pPr algn="ctr"/>
            <a:r>
              <a:rPr lang="en-US" sz="900" dirty="0"/>
              <a:t>46</a:t>
            </a:r>
          </a:p>
        </p:txBody>
      </p:sp>
      <p:sp>
        <p:nvSpPr>
          <p:cNvPr id="54" name="TextBox 53">
            <a:extLst>
              <a:ext uri="{FF2B5EF4-FFF2-40B4-BE49-F238E27FC236}">
                <a16:creationId xmlns:a16="http://schemas.microsoft.com/office/drawing/2014/main" id="{27E7E592-A6D4-2346-D1CA-42FD17862EB3}"/>
              </a:ext>
            </a:extLst>
          </p:cNvPr>
          <p:cNvSpPr txBox="1"/>
          <p:nvPr/>
        </p:nvSpPr>
        <p:spPr>
          <a:xfrm>
            <a:off x="3640666" y="1402877"/>
            <a:ext cx="570089" cy="230832"/>
          </a:xfrm>
          <a:prstGeom prst="rect">
            <a:avLst/>
          </a:prstGeom>
          <a:noFill/>
        </p:spPr>
        <p:txBody>
          <a:bodyPr wrap="square" rtlCol="0">
            <a:spAutoFit/>
          </a:bodyPr>
          <a:lstStyle/>
          <a:p>
            <a:pPr algn="ctr"/>
            <a:r>
              <a:rPr lang="en-US" sz="900" dirty="0"/>
              <a:t>32</a:t>
            </a:r>
          </a:p>
        </p:txBody>
      </p:sp>
      <p:sp>
        <p:nvSpPr>
          <p:cNvPr id="55" name="TextBox 54">
            <a:extLst>
              <a:ext uri="{FF2B5EF4-FFF2-40B4-BE49-F238E27FC236}">
                <a16:creationId xmlns:a16="http://schemas.microsoft.com/office/drawing/2014/main" id="{D4ECD258-FE71-F904-A87C-122081313F59}"/>
              </a:ext>
            </a:extLst>
          </p:cNvPr>
          <p:cNvSpPr txBox="1"/>
          <p:nvPr/>
        </p:nvSpPr>
        <p:spPr>
          <a:xfrm>
            <a:off x="3138310" y="1402877"/>
            <a:ext cx="570089" cy="230832"/>
          </a:xfrm>
          <a:prstGeom prst="rect">
            <a:avLst/>
          </a:prstGeom>
          <a:noFill/>
        </p:spPr>
        <p:txBody>
          <a:bodyPr wrap="square" rtlCol="0">
            <a:spAutoFit/>
          </a:bodyPr>
          <a:lstStyle/>
          <a:p>
            <a:pPr algn="ctr"/>
            <a:r>
              <a:rPr lang="en-US" sz="900" dirty="0"/>
              <a:t>23</a:t>
            </a:r>
          </a:p>
        </p:txBody>
      </p:sp>
      <p:sp>
        <p:nvSpPr>
          <p:cNvPr id="56" name="TextBox 55">
            <a:extLst>
              <a:ext uri="{FF2B5EF4-FFF2-40B4-BE49-F238E27FC236}">
                <a16:creationId xmlns:a16="http://schemas.microsoft.com/office/drawing/2014/main" id="{EE619308-488E-35AB-7286-85C691B3F054}"/>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F00D108A-C632-887B-7C7D-4FA41407D51C}"/>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FAFDF084-5302-71CE-E5A9-C5A4DB615127}"/>
              </a:ext>
            </a:extLst>
          </p:cNvPr>
          <p:cNvSpPr txBox="1"/>
          <p:nvPr/>
        </p:nvSpPr>
        <p:spPr>
          <a:xfrm>
            <a:off x="4645378" y="2905709"/>
            <a:ext cx="570089" cy="230832"/>
          </a:xfrm>
          <a:prstGeom prst="rect">
            <a:avLst/>
          </a:prstGeom>
          <a:noFill/>
        </p:spPr>
        <p:txBody>
          <a:bodyPr wrap="square" rtlCol="0">
            <a:spAutoFit/>
          </a:bodyPr>
          <a:lstStyle/>
          <a:p>
            <a:pPr algn="ctr"/>
            <a:r>
              <a:rPr lang="en-US" sz="900" dirty="0"/>
              <a:t>97</a:t>
            </a:r>
          </a:p>
        </p:txBody>
      </p:sp>
      <p:sp>
        <p:nvSpPr>
          <p:cNvPr id="58" name="TextBox 57">
            <a:extLst>
              <a:ext uri="{FF2B5EF4-FFF2-40B4-BE49-F238E27FC236}">
                <a16:creationId xmlns:a16="http://schemas.microsoft.com/office/drawing/2014/main" id="{C8845B7D-638C-DB3F-C485-8777B366B537}"/>
              </a:ext>
            </a:extLst>
          </p:cNvPr>
          <p:cNvSpPr txBox="1"/>
          <p:nvPr/>
        </p:nvSpPr>
        <p:spPr>
          <a:xfrm>
            <a:off x="5147734" y="2905709"/>
            <a:ext cx="570089" cy="230832"/>
          </a:xfrm>
          <a:prstGeom prst="rect">
            <a:avLst/>
          </a:prstGeom>
          <a:noFill/>
        </p:spPr>
        <p:txBody>
          <a:bodyPr wrap="square" rtlCol="0">
            <a:spAutoFit/>
          </a:bodyPr>
          <a:lstStyle/>
          <a:p>
            <a:pPr algn="ctr"/>
            <a:r>
              <a:rPr lang="en-US" sz="900" dirty="0"/>
              <a:t>79</a:t>
            </a:r>
          </a:p>
        </p:txBody>
      </p:sp>
      <p:sp>
        <p:nvSpPr>
          <p:cNvPr id="59" name="TextBox 58">
            <a:extLst>
              <a:ext uri="{FF2B5EF4-FFF2-40B4-BE49-F238E27FC236}">
                <a16:creationId xmlns:a16="http://schemas.microsoft.com/office/drawing/2014/main" id="{C48DD952-CC39-C5A3-E067-72183DA34D20}"/>
              </a:ext>
            </a:extLst>
          </p:cNvPr>
          <p:cNvSpPr txBox="1"/>
          <p:nvPr/>
        </p:nvSpPr>
        <p:spPr>
          <a:xfrm>
            <a:off x="4645378" y="3406653"/>
            <a:ext cx="570089" cy="230832"/>
          </a:xfrm>
          <a:prstGeom prst="rect">
            <a:avLst/>
          </a:prstGeom>
          <a:noFill/>
        </p:spPr>
        <p:txBody>
          <a:bodyPr wrap="square" rtlCol="0">
            <a:spAutoFit/>
          </a:bodyPr>
          <a:lstStyle/>
          <a:p>
            <a:pPr algn="ctr"/>
            <a:r>
              <a:rPr lang="en-US" sz="900" dirty="0"/>
              <a:t>28</a:t>
            </a:r>
          </a:p>
        </p:txBody>
      </p:sp>
      <p:sp>
        <p:nvSpPr>
          <p:cNvPr id="60" name="TextBox 59">
            <a:extLst>
              <a:ext uri="{FF2B5EF4-FFF2-40B4-BE49-F238E27FC236}">
                <a16:creationId xmlns:a16="http://schemas.microsoft.com/office/drawing/2014/main" id="{E7610D2C-3571-1D63-49B1-0304BA2E8959}"/>
              </a:ext>
            </a:extLst>
          </p:cNvPr>
          <p:cNvSpPr txBox="1"/>
          <p:nvPr/>
        </p:nvSpPr>
        <p:spPr>
          <a:xfrm>
            <a:off x="5147734" y="3406653"/>
            <a:ext cx="570089" cy="230832"/>
          </a:xfrm>
          <a:prstGeom prst="rect">
            <a:avLst/>
          </a:prstGeom>
          <a:noFill/>
        </p:spPr>
        <p:txBody>
          <a:bodyPr wrap="square" rtlCol="0">
            <a:spAutoFit/>
          </a:bodyPr>
          <a:lstStyle/>
          <a:p>
            <a:pPr algn="ctr"/>
            <a:r>
              <a:rPr lang="en-US" sz="900" dirty="0"/>
              <a:t>82</a:t>
            </a:r>
          </a:p>
        </p:txBody>
      </p:sp>
      <p:sp>
        <p:nvSpPr>
          <p:cNvPr id="61" name="TextBox 60">
            <a:extLst>
              <a:ext uri="{FF2B5EF4-FFF2-40B4-BE49-F238E27FC236}">
                <a16:creationId xmlns:a16="http://schemas.microsoft.com/office/drawing/2014/main" id="{FD794C59-AA8C-E8D4-2F59-AC5401E39598}"/>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42880604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CBED1-A774-0B3D-630F-2E94224CFBC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97857C7-6142-8D6C-865D-2C4460C91F1C}"/>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8A6A778B-CEEC-6594-64DC-91DC054231F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50A14D7-CD67-BAD0-87BB-9F881408BF6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67649C1-3282-CD77-C70D-0FC4AFD2031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AF856CF-CA04-D1AD-E09E-804E40C6772A}"/>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FDB52DF3-B621-45E8-384A-963C77940BD3}"/>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3EB9D9AC-4461-CF09-00A5-B12B34463616}"/>
              </a:ext>
            </a:extLst>
          </p:cNvPr>
          <p:cNvSpPr txBox="1"/>
          <p:nvPr/>
        </p:nvSpPr>
        <p:spPr>
          <a:xfrm>
            <a:off x="6152446" y="1402877"/>
            <a:ext cx="570089" cy="230832"/>
          </a:xfrm>
          <a:prstGeom prst="rect">
            <a:avLst/>
          </a:prstGeom>
          <a:noFill/>
        </p:spPr>
        <p:txBody>
          <a:bodyPr wrap="square" rtlCol="0">
            <a:spAutoFit/>
          </a:bodyPr>
          <a:lstStyle/>
          <a:p>
            <a:pPr algn="ctr"/>
            <a:r>
              <a:rPr lang="en-US" sz="900" dirty="0"/>
              <a:t>56</a:t>
            </a:r>
          </a:p>
        </p:txBody>
      </p:sp>
      <p:sp>
        <p:nvSpPr>
          <p:cNvPr id="13" name="TextBox 12">
            <a:extLst>
              <a:ext uri="{FF2B5EF4-FFF2-40B4-BE49-F238E27FC236}">
                <a16:creationId xmlns:a16="http://schemas.microsoft.com/office/drawing/2014/main" id="{78967877-66D8-E54F-E135-C49A1FB948B4}"/>
              </a:ext>
            </a:extLst>
          </p:cNvPr>
          <p:cNvSpPr txBox="1"/>
          <p:nvPr/>
        </p:nvSpPr>
        <p:spPr>
          <a:xfrm>
            <a:off x="6654802" y="1402877"/>
            <a:ext cx="570089" cy="230832"/>
          </a:xfrm>
          <a:prstGeom prst="rect">
            <a:avLst/>
          </a:prstGeom>
          <a:noFill/>
        </p:spPr>
        <p:txBody>
          <a:bodyPr wrap="square" rtlCol="0">
            <a:spAutoFit/>
          </a:bodyPr>
          <a:lstStyle/>
          <a:p>
            <a:pPr algn="ctr"/>
            <a:r>
              <a:rPr lang="en-US" sz="900" dirty="0"/>
              <a:t>456</a:t>
            </a:r>
          </a:p>
        </p:txBody>
      </p:sp>
      <p:sp>
        <p:nvSpPr>
          <p:cNvPr id="15" name="TextBox 14">
            <a:extLst>
              <a:ext uri="{FF2B5EF4-FFF2-40B4-BE49-F238E27FC236}">
                <a16:creationId xmlns:a16="http://schemas.microsoft.com/office/drawing/2014/main" id="{E7059632-7227-4CEB-9D8F-64D7A3600A17}"/>
              </a:ext>
            </a:extLst>
          </p:cNvPr>
          <p:cNvSpPr txBox="1"/>
          <p:nvPr/>
        </p:nvSpPr>
        <p:spPr>
          <a:xfrm>
            <a:off x="7157158" y="1903821"/>
            <a:ext cx="570089" cy="230832"/>
          </a:xfrm>
          <a:prstGeom prst="rect">
            <a:avLst/>
          </a:prstGeom>
          <a:noFill/>
        </p:spPr>
        <p:txBody>
          <a:bodyPr wrap="square" rtlCol="0">
            <a:spAutoFit/>
          </a:bodyPr>
          <a:lstStyle/>
          <a:p>
            <a:pPr algn="ctr"/>
            <a:r>
              <a:rPr lang="en-US" sz="900" dirty="0"/>
              <a:t>46</a:t>
            </a:r>
          </a:p>
        </p:txBody>
      </p:sp>
      <p:sp>
        <p:nvSpPr>
          <p:cNvPr id="20" name="TextBox 19">
            <a:extLst>
              <a:ext uri="{FF2B5EF4-FFF2-40B4-BE49-F238E27FC236}">
                <a16:creationId xmlns:a16="http://schemas.microsoft.com/office/drawing/2014/main" id="{DFC1E255-59E7-F0C4-FC3D-40B4A66BBB6A}"/>
              </a:ext>
            </a:extLst>
          </p:cNvPr>
          <p:cNvSpPr txBox="1"/>
          <p:nvPr/>
        </p:nvSpPr>
        <p:spPr>
          <a:xfrm>
            <a:off x="3640666" y="1903821"/>
            <a:ext cx="570089" cy="230832"/>
          </a:xfrm>
          <a:prstGeom prst="rect">
            <a:avLst/>
          </a:prstGeom>
          <a:noFill/>
        </p:spPr>
        <p:txBody>
          <a:bodyPr wrap="square" rtlCol="0">
            <a:spAutoFit/>
          </a:bodyPr>
          <a:lstStyle/>
          <a:p>
            <a:pPr algn="ctr"/>
            <a:r>
              <a:rPr lang="en-US" sz="900" dirty="0"/>
              <a:t>71</a:t>
            </a:r>
          </a:p>
        </p:txBody>
      </p:sp>
      <p:sp>
        <p:nvSpPr>
          <p:cNvPr id="21" name="TextBox 20">
            <a:extLst>
              <a:ext uri="{FF2B5EF4-FFF2-40B4-BE49-F238E27FC236}">
                <a16:creationId xmlns:a16="http://schemas.microsoft.com/office/drawing/2014/main" id="{446DB6C4-09A2-F92B-A254-A7B33E912656}"/>
              </a:ext>
            </a:extLst>
          </p:cNvPr>
          <p:cNvSpPr txBox="1"/>
          <p:nvPr/>
        </p:nvSpPr>
        <p:spPr>
          <a:xfrm>
            <a:off x="3138310" y="1903821"/>
            <a:ext cx="570089" cy="230832"/>
          </a:xfrm>
          <a:prstGeom prst="rect">
            <a:avLst/>
          </a:prstGeom>
          <a:noFill/>
        </p:spPr>
        <p:txBody>
          <a:bodyPr wrap="square" rtlCol="0">
            <a:spAutoFit/>
          </a:bodyPr>
          <a:lstStyle/>
          <a:p>
            <a:pPr algn="ctr"/>
            <a:r>
              <a:rPr lang="en-US" sz="900" dirty="0"/>
              <a:t>17</a:t>
            </a:r>
          </a:p>
        </p:txBody>
      </p:sp>
      <p:sp>
        <p:nvSpPr>
          <p:cNvPr id="24" name="TextBox 23">
            <a:extLst>
              <a:ext uri="{FF2B5EF4-FFF2-40B4-BE49-F238E27FC236}">
                <a16:creationId xmlns:a16="http://schemas.microsoft.com/office/drawing/2014/main" id="{4C177F82-7061-0B1F-1835-797EF6EF1078}"/>
              </a:ext>
            </a:extLst>
          </p:cNvPr>
          <p:cNvSpPr txBox="1"/>
          <p:nvPr/>
        </p:nvSpPr>
        <p:spPr>
          <a:xfrm>
            <a:off x="6152446" y="4408541"/>
            <a:ext cx="570089" cy="230832"/>
          </a:xfrm>
          <a:prstGeom prst="rect">
            <a:avLst/>
          </a:prstGeom>
          <a:noFill/>
        </p:spPr>
        <p:txBody>
          <a:bodyPr wrap="square" rtlCol="0">
            <a:spAutoFit/>
          </a:bodyPr>
          <a:lstStyle/>
          <a:p>
            <a:pPr algn="ctr"/>
            <a:r>
              <a:rPr lang="en-US" sz="900" dirty="0"/>
              <a:t>2356</a:t>
            </a:r>
          </a:p>
        </p:txBody>
      </p:sp>
      <p:sp>
        <p:nvSpPr>
          <p:cNvPr id="25" name="TextBox 24">
            <a:extLst>
              <a:ext uri="{FF2B5EF4-FFF2-40B4-BE49-F238E27FC236}">
                <a16:creationId xmlns:a16="http://schemas.microsoft.com/office/drawing/2014/main" id="{F803D42A-FEA4-4F82-5E8F-C5BB68579DAA}"/>
              </a:ext>
            </a:extLst>
          </p:cNvPr>
          <p:cNvSpPr txBox="1"/>
          <p:nvPr/>
        </p:nvSpPr>
        <p:spPr>
          <a:xfrm>
            <a:off x="6152446" y="4909484"/>
            <a:ext cx="570089" cy="230832"/>
          </a:xfrm>
          <a:prstGeom prst="rect">
            <a:avLst/>
          </a:prstGeom>
          <a:noFill/>
        </p:spPr>
        <p:txBody>
          <a:bodyPr wrap="square" rtlCol="0">
            <a:spAutoFit/>
          </a:bodyPr>
          <a:lstStyle/>
          <a:p>
            <a:pPr algn="ctr"/>
            <a:r>
              <a:rPr lang="en-US" sz="900" dirty="0"/>
              <a:t>6532</a:t>
            </a:r>
          </a:p>
        </p:txBody>
      </p:sp>
      <p:sp>
        <p:nvSpPr>
          <p:cNvPr id="29" name="TextBox 28">
            <a:extLst>
              <a:ext uri="{FF2B5EF4-FFF2-40B4-BE49-F238E27FC236}">
                <a16:creationId xmlns:a16="http://schemas.microsoft.com/office/drawing/2014/main" id="{D3D4AF03-AE72-6019-5F47-883407C62D80}"/>
              </a:ext>
            </a:extLst>
          </p:cNvPr>
          <p:cNvSpPr txBox="1"/>
          <p:nvPr/>
        </p:nvSpPr>
        <p:spPr>
          <a:xfrm>
            <a:off x="6152446" y="2905709"/>
            <a:ext cx="570089" cy="230832"/>
          </a:xfrm>
          <a:prstGeom prst="rect">
            <a:avLst/>
          </a:prstGeom>
          <a:noFill/>
        </p:spPr>
        <p:txBody>
          <a:bodyPr wrap="square" rtlCol="0">
            <a:spAutoFit/>
          </a:bodyPr>
          <a:lstStyle/>
          <a:p>
            <a:pPr algn="ctr"/>
            <a:r>
              <a:rPr lang="en-US" sz="900" dirty="0"/>
              <a:t>16</a:t>
            </a:r>
          </a:p>
        </p:txBody>
      </p:sp>
      <p:sp>
        <p:nvSpPr>
          <p:cNvPr id="30" name="TextBox 29">
            <a:extLst>
              <a:ext uri="{FF2B5EF4-FFF2-40B4-BE49-F238E27FC236}">
                <a16:creationId xmlns:a16="http://schemas.microsoft.com/office/drawing/2014/main" id="{47FE7203-CE55-6D27-E0C5-6D0E27E5A914}"/>
              </a:ext>
            </a:extLst>
          </p:cNvPr>
          <p:cNvSpPr txBox="1"/>
          <p:nvPr/>
        </p:nvSpPr>
        <p:spPr>
          <a:xfrm>
            <a:off x="6654802" y="2905709"/>
            <a:ext cx="570089" cy="230832"/>
          </a:xfrm>
          <a:prstGeom prst="rect">
            <a:avLst/>
          </a:prstGeom>
          <a:noFill/>
        </p:spPr>
        <p:txBody>
          <a:bodyPr wrap="square" rtlCol="0">
            <a:spAutoFit/>
          </a:bodyPr>
          <a:lstStyle/>
          <a:p>
            <a:pPr algn="ctr"/>
            <a:r>
              <a:rPr lang="en-US" sz="900" dirty="0"/>
              <a:t>61</a:t>
            </a:r>
          </a:p>
        </p:txBody>
      </p:sp>
      <p:sp>
        <p:nvSpPr>
          <p:cNvPr id="31" name="TextBox 30">
            <a:extLst>
              <a:ext uri="{FF2B5EF4-FFF2-40B4-BE49-F238E27FC236}">
                <a16:creationId xmlns:a16="http://schemas.microsoft.com/office/drawing/2014/main" id="{502BDE32-3F7C-255A-CBE7-37A6B16C437A}"/>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090BC577-C877-D552-5082-2D7CCAA522D2}"/>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84C14DA0-BADB-9458-6385-F25554AEFE97}"/>
              </a:ext>
            </a:extLst>
          </p:cNvPr>
          <p:cNvSpPr txBox="1"/>
          <p:nvPr/>
        </p:nvSpPr>
        <p:spPr>
          <a:xfrm>
            <a:off x="6214537"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E83FF424-BF67-8705-DA94-D8590A99416D}"/>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CB39D9B1-03F7-2CA9-C0FB-9493BA2087AF}"/>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F8E24430-B6E0-1285-3645-030000BB9C6E}"/>
              </a:ext>
            </a:extLst>
          </p:cNvPr>
          <p:cNvSpPr txBox="1"/>
          <p:nvPr/>
        </p:nvSpPr>
        <p:spPr>
          <a:xfrm>
            <a:off x="6714071" y="72121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E3BD4C77-D363-7FEA-5302-17FE472F7521}"/>
              </a:ext>
            </a:extLst>
          </p:cNvPr>
          <p:cNvSpPr txBox="1"/>
          <p:nvPr/>
        </p:nvSpPr>
        <p:spPr>
          <a:xfrm>
            <a:off x="7213604" y="72121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DD725270-C992-4841-43AC-824020AEAAD2}"/>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8543736F-2038-6A35-1F03-366C87838D10}"/>
              </a:ext>
            </a:extLst>
          </p:cNvPr>
          <p:cNvSpPr txBox="1"/>
          <p:nvPr/>
        </p:nvSpPr>
        <p:spPr>
          <a:xfrm>
            <a:off x="6214537" y="3237891"/>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36160F4F-490F-314D-4A4F-272BDAED65C3}"/>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AF5F05CE-A4F7-7A19-0827-89E6724E6779}"/>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5" name="TextBox 34">
            <a:extLst>
              <a:ext uri="{FF2B5EF4-FFF2-40B4-BE49-F238E27FC236}">
                <a16:creationId xmlns:a16="http://schemas.microsoft.com/office/drawing/2014/main" id="{C9AD80BC-CCB4-D671-EEDB-52CDE1F37722}"/>
              </a:ext>
            </a:extLst>
          </p:cNvPr>
          <p:cNvSpPr txBox="1"/>
          <p:nvPr/>
        </p:nvSpPr>
        <p:spPr>
          <a:xfrm>
            <a:off x="7213604" y="3237891"/>
            <a:ext cx="462845" cy="584775"/>
          </a:xfrm>
          <a:prstGeom prst="rect">
            <a:avLst/>
          </a:prstGeom>
          <a:noFill/>
        </p:spPr>
        <p:txBody>
          <a:bodyPr wrap="square" rtlCol="0">
            <a:spAutoFit/>
          </a:bodyPr>
          <a:lstStyle/>
          <a:p>
            <a:pPr algn="ctr"/>
            <a:r>
              <a:rPr lang="en-US" sz="3200" dirty="0"/>
              <a:t>5</a:t>
            </a:r>
          </a:p>
        </p:txBody>
      </p:sp>
      <p:sp>
        <p:nvSpPr>
          <p:cNvPr id="22" name="TextBox 21">
            <a:extLst>
              <a:ext uri="{FF2B5EF4-FFF2-40B4-BE49-F238E27FC236}">
                <a16:creationId xmlns:a16="http://schemas.microsoft.com/office/drawing/2014/main" id="{6070AB76-4957-7147-8868-AE23C906FA4A}"/>
              </a:ext>
            </a:extLst>
          </p:cNvPr>
          <p:cNvSpPr txBox="1"/>
          <p:nvPr/>
        </p:nvSpPr>
        <p:spPr>
          <a:xfrm>
            <a:off x="5147734" y="1402877"/>
            <a:ext cx="570089" cy="230832"/>
          </a:xfrm>
          <a:prstGeom prst="rect">
            <a:avLst/>
          </a:prstGeom>
          <a:noFill/>
        </p:spPr>
        <p:txBody>
          <a:bodyPr wrap="square" rtlCol="0">
            <a:spAutoFit/>
          </a:bodyPr>
          <a:lstStyle/>
          <a:p>
            <a:pPr algn="ctr"/>
            <a:r>
              <a:rPr lang="en-US" sz="900" dirty="0"/>
              <a:t>46789</a:t>
            </a:r>
          </a:p>
        </p:txBody>
      </p:sp>
      <p:sp>
        <p:nvSpPr>
          <p:cNvPr id="23" name="TextBox 22">
            <a:extLst>
              <a:ext uri="{FF2B5EF4-FFF2-40B4-BE49-F238E27FC236}">
                <a16:creationId xmlns:a16="http://schemas.microsoft.com/office/drawing/2014/main" id="{EC567E0A-5565-BBB1-62B2-32566ED283B8}"/>
              </a:ext>
            </a:extLst>
          </p:cNvPr>
          <p:cNvSpPr txBox="1"/>
          <p:nvPr/>
        </p:nvSpPr>
        <p:spPr>
          <a:xfrm>
            <a:off x="5650090" y="1402877"/>
            <a:ext cx="570089" cy="230832"/>
          </a:xfrm>
          <a:prstGeom prst="rect">
            <a:avLst/>
          </a:prstGeom>
          <a:noFill/>
        </p:spPr>
        <p:txBody>
          <a:bodyPr wrap="square" rtlCol="0">
            <a:spAutoFit/>
          </a:bodyPr>
          <a:lstStyle/>
          <a:p>
            <a:pPr algn="ctr"/>
            <a:r>
              <a:rPr lang="en-US" sz="900" dirty="0"/>
              <a:t>789</a:t>
            </a:r>
          </a:p>
        </p:txBody>
      </p:sp>
      <p:sp>
        <p:nvSpPr>
          <p:cNvPr id="37" name="TextBox 36">
            <a:extLst>
              <a:ext uri="{FF2B5EF4-FFF2-40B4-BE49-F238E27FC236}">
                <a16:creationId xmlns:a16="http://schemas.microsoft.com/office/drawing/2014/main" id="{3B2B753E-0453-7645-D446-07F1F0E16730}"/>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540DF263-C141-CC47-1E09-1156F0E1FBC9}"/>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9" name="TextBox 38">
            <a:extLst>
              <a:ext uri="{FF2B5EF4-FFF2-40B4-BE49-F238E27FC236}">
                <a16:creationId xmlns:a16="http://schemas.microsoft.com/office/drawing/2014/main" id="{52FFFBDD-8409-D22F-950A-C2B7D60E930D}"/>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5809A1F9-D95D-3A9B-E9BA-FF155E0A6BA2}"/>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9" name="TextBox 18">
            <a:extLst>
              <a:ext uri="{FF2B5EF4-FFF2-40B4-BE49-F238E27FC236}">
                <a16:creationId xmlns:a16="http://schemas.microsoft.com/office/drawing/2014/main" id="{422CCC98-60C1-D906-5BD9-93CBBF7C319E}"/>
              </a:ext>
            </a:extLst>
          </p:cNvPr>
          <p:cNvSpPr txBox="1"/>
          <p:nvPr/>
        </p:nvSpPr>
        <p:spPr>
          <a:xfrm>
            <a:off x="4645378" y="1903821"/>
            <a:ext cx="570089" cy="230832"/>
          </a:xfrm>
          <a:prstGeom prst="rect">
            <a:avLst/>
          </a:prstGeom>
          <a:noFill/>
        </p:spPr>
        <p:txBody>
          <a:bodyPr wrap="square" rtlCol="0">
            <a:spAutoFit/>
          </a:bodyPr>
          <a:lstStyle/>
          <a:p>
            <a:pPr algn="ctr"/>
            <a:r>
              <a:rPr lang="en-US" sz="900" dirty="0"/>
              <a:t>64</a:t>
            </a:r>
          </a:p>
        </p:txBody>
      </p:sp>
      <p:sp>
        <p:nvSpPr>
          <p:cNvPr id="40" name="TextBox 39">
            <a:extLst>
              <a:ext uri="{FF2B5EF4-FFF2-40B4-BE49-F238E27FC236}">
                <a16:creationId xmlns:a16="http://schemas.microsoft.com/office/drawing/2014/main" id="{4FAA7335-0455-EA19-8987-38DCE8FE8752}"/>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41" name="TextBox 40">
            <a:extLst>
              <a:ext uri="{FF2B5EF4-FFF2-40B4-BE49-F238E27FC236}">
                <a16:creationId xmlns:a16="http://schemas.microsoft.com/office/drawing/2014/main" id="{D9478924-25AA-29BF-44E3-2EAA202A3485}"/>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35B74F3C-EE14-EB33-6F3D-32FE350153B0}"/>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43" name="TextBox 42">
            <a:extLst>
              <a:ext uri="{FF2B5EF4-FFF2-40B4-BE49-F238E27FC236}">
                <a16:creationId xmlns:a16="http://schemas.microsoft.com/office/drawing/2014/main" id="{D659BE60-2495-EAB2-6688-ACB476D15A9A}"/>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44" name="TextBox 43">
            <a:extLst>
              <a:ext uri="{FF2B5EF4-FFF2-40B4-BE49-F238E27FC236}">
                <a16:creationId xmlns:a16="http://schemas.microsoft.com/office/drawing/2014/main" id="{90FE8443-35F4-CD2F-4522-A5FCFE8AA1E5}"/>
              </a:ext>
            </a:extLst>
          </p:cNvPr>
          <p:cNvSpPr txBox="1"/>
          <p:nvPr/>
        </p:nvSpPr>
        <p:spPr>
          <a:xfrm>
            <a:off x="4143022" y="1402877"/>
            <a:ext cx="570089" cy="230832"/>
          </a:xfrm>
          <a:prstGeom prst="rect">
            <a:avLst/>
          </a:prstGeom>
          <a:noFill/>
        </p:spPr>
        <p:txBody>
          <a:bodyPr wrap="square" rtlCol="0">
            <a:spAutoFit/>
          </a:bodyPr>
          <a:lstStyle/>
          <a:p>
            <a:pPr algn="ctr"/>
            <a:r>
              <a:rPr lang="en-US" sz="900" dirty="0"/>
              <a:t>85</a:t>
            </a:r>
          </a:p>
        </p:txBody>
      </p:sp>
      <p:sp>
        <p:nvSpPr>
          <p:cNvPr id="45" name="TextBox 44">
            <a:extLst>
              <a:ext uri="{FF2B5EF4-FFF2-40B4-BE49-F238E27FC236}">
                <a16:creationId xmlns:a16="http://schemas.microsoft.com/office/drawing/2014/main" id="{5A84C1EC-55D0-D9DD-806B-DCB98F0AECB4}"/>
              </a:ext>
            </a:extLst>
          </p:cNvPr>
          <p:cNvSpPr txBox="1"/>
          <p:nvPr/>
        </p:nvSpPr>
        <p:spPr>
          <a:xfrm>
            <a:off x="4143022" y="1903821"/>
            <a:ext cx="570089" cy="230832"/>
          </a:xfrm>
          <a:prstGeom prst="rect">
            <a:avLst/>
          </a:prstGeom>
          <a:noFill/>
        </p:spPr>
        <p:txBody>
          <a:bodyPr wrap="square" rtlCol="0">
            <a:spAutoFit/>
          </a:bodyPr>
          <a:lstStyle/>
          <a:p>
            <a:pPr algn="ctr"/>
            <a:r>
              <a:rPr lang="en-US" sz="900" dirty="0"/>
              <a:t>58</a:t>
            </a:r>
          </a:p>
        </p:txBody>
      </p:sp>
      <p:sp>
        <p:nvSpPr>
          <p:cNvPr id="48" name="TextBox 47">
            <a:extLst>
              <a:ext uri="{FF2B5EF4-FFF2-40B4-BE49-F238E27FC236}">
                <a16:creationId xmlns:a16="http://schemas.microsoft.com/office/drawing/2014/main" id="{8A3BF025-16E1-F9B8-2278-E2A799EA2BFA}"/>
              </a:ext>
            </a:extLst>
          </p:cNvPr>
          <p:cNvSpPr txBox="1"/>
          <p:nvPr/>
        </p:nvSpPr>
        <p:spPr>
          <a:xfrm>
            <a:off x="4143022" y="3406653"/>
            <a:ext cx="570089" cy="230832"/>
          </a:xfrm>
          <a:prstGeom prst="rect">
            <a:avLst/>
          </a:prstGeom>
          <a:noFill/>
        </p:spPr>
        <p:txBody>
          <a:bodyPr wrap="square" rtlCol="0">
            <a:spAutoFit/>
          </a:bodyPr>
          <a:lstStyle/>
          <a:p>
            <a:pPr algn="ctr"/>
            <a:r>
              <a:rPr lang="en-US" sz="900" dirty="0"/>
              <a:t>146</a:t>
            </a:r>
          </a:p>
        </p:txBody>
      </p:sp>
      <p:sp>
        <p:nvSpPr>
          <p:cNvPr id="49" name="TextBox 48">
            <a:extLst>
              <a:ext uri="{FF2B5EF4-FFF2-40B4-BE49-F238E27FC236}">
                <a16:creationId xmlns:a16="http://schemas.microsoft.com/office/drawing/2014/main" id="{3C70D9D7-45AA-CE81-882A-4BAE96C59413}"/>
              </a:ext>
            </a:extLst>
          </p:cNvPr>
          <p:cNvSpPr txBox="1"/>
          <p:nvPr/>
        </p:nvSpPr>
        <p:spPr>
          <a:xfrm>
            <a:off x="4143022" y="3907597"/>
            <a:ext cx="570089" cy="230832"/>
          </a:xfrm>
          <a:prstGeom prst="rect">
            <a:avLst/>
          </a:prstGeom>
          <a:noFill/>
        </p:spPr>
        <p:txBody>
          <a:bodyPr wrap="square" rtlCol="0">
            <a:spAutoFit/>
          </a:bodyPr>
          <a:lstStyle/>
          <a:p>
            <a:pPr algn="ctr"/>
            <a:r>
              <a:rPr lang="en-US" sz="900" dirty="0"/>
              <a:t>1346</a:t>
            </a:r>
          </a:p>
        </p:txBody>
      </p:sp>
      <p:sp>
        <p:nvSpPr>
          <p:cNvPr id="50" name="TextBox 49">
            <a:extLst>
              <a:ext uri="{FF2B5EF4-FFF2-40B4-BE49-F238E27FC236}">
                <a16:creationId xmlns:a16="http://schemas.microsoft.com/office/drawing/2014/main" id="{586E697C-549D-6839-500C-3895898529A2}"/>
              </a:ext>
            </a:extLst>
          </p:cNvPr>
          <p:cNvSpPr txBox="1"/>
          <p:nvPr/>
        </p:nvSpPr>
        <p:spPr>
          <a:xfrm>
            <a:off x="4143022" y="4408541"/>
            <a:ext cx="570089" cy="230832"/>
          </a:xfrm>
          <a:prstGeom prst="rect">
            <a:avLst/>
          </a:prstGeom>
          <a:noFill/>
        </p:spPr>
        <p:txBody>
          <a:bodyPr wrap="square" rtlCol="0">
            <a:spAutoFit/>
          </a:bodyPr>
          <a:lstStyle/>
          <a:p>
            <a:pPr algn="ctr"/>
            <a:r>
              <a:rPr lang="en-US" sz="900" dirty="0"/>
              <a:t>1346</a:t>
            </a:r>
          </a:p>
        </p:txBody>
      </p:sp>
      <p:sp>
        <p:nvSpPr>
          <p:cNvPr id="51" name="TextBox 50">
            <a:extLst>
              <a:ext uri="{FF2B5EF4-FFF2-40B4-BE49-F238E27FC236}">
                <a16:creationId xmlns:a16="http://schemas.microsoft.com/office/drawing/2014/main" id="{BDFF8B90-1D5C-255A-291A-899246A05E3E}"/>
              </a:ext>
            </a:extLst>
          </p:cNvPr>
          <p:cNvSpPr txBox="1"/>
          <p:nvPr/>
        </p:nvSpPr>
        <p:spPr>
          <a:xfrm>
            <a:off x="4143022" y="4909484"/>
            <a:ext cx="570089" cy="230832"/>
          </a:xfrm>
          <a:prstGeom prst="rect">
            <a:avLst/>
          </a:prstGeom>
          <a:noFill/>
        </p:spPr>
        <p:txBody>
          <a:bodyPr wrap="square" rtlCol="0">
            <a:spAutoFit/>
          </a:bodyPr>
          <a:lstStyle/>
          <a:p>
            <a:pPr algn="ctr"/>
            <a:r>
              <a:rPr lang="en-US" sz="900" dirty="0"/>
              <a:t>1346</a:t>
            </a:r>
          </a:p>
        </p:txBody>
      </p:sp>
      <p:sp>
        <p:nvSpPr>
          <p:cNvPr id="52" name="TextBox 51">
            <a:extLst>
              <a:ext uri="{FF2B5EF4-FFF2-40B4-BE49-F238E27FC236}">
                <a16:creationId xmlns:a16="http://schemas.microsoft.com/office/drawing/2014/main" id="{9F7B784B-22C4-3523-C082-5D8C097FD02F}"/>
              </a:ext>
            </a:extLst>
          </p:cNvPr>
          <p:cNvSpPr txBox="1"/>
          <p:nvPr/>
        </p:nvSpPr>
        <p:spPr>
          <a:xfrm>
            <a:off x="4216401" y="2231221"/>
            <a:ext cx="462845" cy="584775"/>
          </a:xfrm>
          <a:prstGeom prst="rect">
            <a:avLst/>
          </a:prstGeom>
          <a:noFill/>
        </p:spPr>
        <p:txBody>
          <a:bodyPr wrap="square" rtlCol="0">
            <a:spAutoFit/>
          </a:bodyPr>
          <a:lstStyle/>
          <a:p>
            <a:pPr algn="ctr"/>
            <a:r>
              <a:rPr lang="en-US" sz="3200" dirty="0"/>
              <a:t>7</a:t>
            </a:r>
          </a:p>
        </p:txBody>
      </p:sp>
      <p:sp>
        <p:nvSpPr>
          <p:cNvPr id="46" name="TextBox 45">
            <a:extLst>
              <a:ext uri="{FF2B5EF4-FFF2-40B4-BE49-F238E27FC236}">
                <a16:creationId xmlns:a16="http://schemas.microsoft.com/office/drawing/2014/main" id="{9C02C175-6235-57F0-85C1-11AFE1699008}"/>
              </a:ext>
            </a:extLst>
          </p:cNvPr>
          <p:cNvSpPr txBox="1"/>
          <p:nvPr/>
        </p:nvSpPr>
        <p:spPr>
          <a:xfrm>
            <a:off x="3640666" y="901933"/>
            <a:ext cx="570089" cy="230832"/>
          </a:xfrm>
          <a:prstGeom prst="rect">
            <a:avLst/>
          </a:prstGeom>
          <a:noFill/>
        </p:spPr>
        <p:txBody>
          <a:bodyPr wrap="square" rtlCol="0">
            <a:spAutoFit/>
          </a:bodyPr>
          <a:lstStyle/>
          <a:p>
            <a:pPr algn="ctr"/>
            <a:r>
              <a:rPr lang="en-US" sz="900" dirty="0"/>
              <a:t>64</a:t>
            </a:r>
          </a:p>
        </p:txBody>
      </p:sp>
      <p:sp>
        <p:nvSpPr>
          <p:cNvPr id="53" name="TextBox 52">
            <a:extLst>
              <a:ext uri="{FF2B5EF4-FFF2-40B4-BE49-F238E27FC236}">
                <a16:creationId xmlns:a16="http://schemas.microsoft.com/office/drawing/2014/main" id="{6C072A84-37CD-D353-870A-5249BCBD1DF8}"/>
              </a:ext>
            </a:extLst>
          </p:cNvPr>
          <p:cNvSpPr txBox="1"/>
          <p:nvPr/>
        </p:nvSpPr>
        <p:spPr>
          <a:xfrm>
            <a:off x="3138310" y="901933"/>
            <a:ext cx="570089" cy="230832"/>
          </a:xfrm>
          <a:prstGeom prst="rect">
            <a:avLst/>
          </a:prstGeom>
          <a:noFill/>
        </p:spPr>
        <p:txBody>
          <a:bodyPr wrap="square" rtlCol="0">
            <a:spAutoFit/>
          </a:bodyPr>
          <a:lstStyle/>
          <a:p>
            <a:pPr algn="ctr"/>
            <a:r>
              <a:rPr lang="en-US" sz="900" dirty="0"/>
              <a:t>46</a:t>
            </a:r>
          </a:p>
        </p:txBody>
      </p:sp>
      <p:sp>
        <p:nvSpPr>
          <p:cNvPr id="54" name="TextBox 53">
            <a:extLst>
              <a:ext uri="{FF2B5EF4-FFF2-40B4-BE49-F238E27FC236}">
                <a16:creationId xmlns:a16="http://schemas.microsoft.com/office/drawing/2014/main" id="{AAF0C813-2AC5-1013-2B35-3002FE2DB65A}"/>
              </a:ext>
            </a:extLst>
          </p:cNvPr>
          <p:cNvSpPr txBox="1"/>
          <p:nvPr/>
        </p:nvSpPr>
        <p:spPr>
          <a:xfrm>
            <a:off x="3640666" y="1402877"/>
            <a:ext cx="570089" cy="230832"/>
          </a:xfrm>
          <a:prstGeom prst="rect">
            <a:avLst/>
          </a:prstGeom>
          <a:noFill/>
        </p:spPr>
        <p:txBody>
          <a:bodyPr wrap="square" rtlCol="0">
            <a:spAutoFit/>
          </a:bodyPr>
          <a:lstStyle/>
          <a:p>
            <a:pPr algn="ctr"/>
            <a:r>
              <a:rPr lang="en-US" sz="900" dirty="0"/>
              <a:t>32</a:t>
            </a:r>
          </a:p>
        </p:txBody>
      </p:sp>
      <p:sp>
        <p:nvSpPr>
          <p:cNvPr id="55" name="TextBox 54">
            <a:extLst>
              <a:ext uri="{FF2B5EF4-FFF2-40B4-BE49-F238E27FC236}">
                <a16:creationId xmlns:a16="http://schemas.microsoft.com/office/drawing/2014/main" id="{6B235531-E4F2-C6EB-00E4-910B6C28CA9F}"/>
              </a:ext>
            </a:extLst>
          </p:cNvPr>
          <p:cNvSpPr txBox="1"/>
          <p:nvPr/>
        </p:nvSpPr>
        <p:spPr>
          <a:xfrm>
            <a:off x="3138310" y="1402877"/>
            <a:ext cx="570089" cy="230832"/>
          </a:xfrm>
          <a:prstGeom prst="rect">
            <a:avLst/>
          </a:prstGeom>
          <a:noFill/>
        </p:spPr>
        <p:txBody>
          <a:bodyPr wrap="square" rtlCol="0">
            <a:spAutoFit/>
          </a:bodyPr>
          <a:lstStyle/>
          <a:p>
            <a:pPr algn="ctr"/>
            <a:r>
              <a:rPr lang="en-US" sz="900" dirty="0"/>
              <a:t>23</a:t>
            </a:r>
          </a:p>
        </p:txBody>
      </p:sp>
      <p:sp>
        <p:nvSpPr>
          <p:cNvPr id="56" name="TextBox 55">
            <a:extLst>
              <a:ext uri="{FF2B5EF4-FFF2-40B4-BE49-F238E27FC236}">
                <a16:creationId xmlns:a16="http://schemas.microsoft.com/office/drawing/2014/main" id="{CD8CD974-CFA5-A465-46AE-116539D525A6}"/>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8B6E908E-F976-D930-7B1B-82ADB92613F0}"/>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57" name="TextBox 56">
            <a:extLst>
              <a:ext uri="{FF2B5EF4-FFF2-40B4-BE49-F238E27FC236}">
                <a16:creationId xmlns:a16="http://schemas.microsoft.com/office/drawing/2014/main" id="{111D8417-0F7E-A8E1-BB0F-90C6BC14A360}"/>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58" name="TextBox 57">
            <a:extLst>
              <a:ext uri="{FF2B5EF4-FFF2-40B4-BE49-F238E27FC236}">
                <a16:creationId xmlns:a16="http://schemas.microsoft.com/office/drawing/2014/main" id="{70E6919E-1346-71DA-6C68-60AAB86ADBB3}"/>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C7AEAAE4-36B2-57A5-D916-060DB647C0D3}"/>
              </a:ext>
            </a:extLst>
          </p:cNvPr>
          <p:cNvSpPr txBox="1"/>
          <p:nvPr/>
        </p:nvSpPr>
        <p:spPr>
          <a:xfrm>
            <a:off x="4645378" y="2905709"/>
            <a:ext cx="570089" cy="230832"/>
          </a:xfrm>
          <a:prstGeom prst="rect">
            <a:avLst/>
          </a:prstGeom>
          <a:noFill/>
        </p:spPr>
        <p:txBody>
          <a:bodyPr wrap="square" rtlCol="0">
            <a:spAutoFit/>
          </a:bodyPr>
          <a:lstStyle/>
          <a:p>
            <a:pPr algn="ctr"/>
            <a:r>
              <a:rPr lang="en-US" sz="900" dirty="0"/>
              <a:t>97</a:t>
            </a:r>
          </a:p>
        </p:txBody>
      </p:sp>
      <p:sp>
        <p:nvSpPr>
          <p:cNvPr id="60" name="TextBox 59">
            <a:extLst>
              <a:ext uri="{FF2B5EF4-FFF2-40B4-BE49-F238E27FC236}">
                <a16:creationId xmlns:a16="http://schemas.microsoft.com/office/drawing/2014/main" id="{2D2B911E-D09E-19D7-3D75-1600D5E4CBFE}"/>
              </a:ext>
            </a:extLst>
          </p:cNvPr>
          <p:cNvSpPr txBox="1"/>
          <p:nvPr/>
        </p:nvSpPr>
        <p:spPr>
          <a:xfrm>
            <a:off x="5147734" y="2905709"/>
            <a:ext cx="570089" cy="230832"/>
          </a:xfrm>
          <a:prstGeom prst="rect">
            <a:avLst/>
          </a:prstGeom>
          <a:noFill/>
        </p:spPr>
        <p:txBody>
          <a:bodyPr wrap="square" rtlCol="0">
            <a:spAutoFit/>
          </a:bodyPr>
          <a:lstStyle/>
          <a:p>
            <a:pPr algn="ctr"/>
            <a:r>
              <a:rPr lang="en-US" sz="900" dirty="0"/>
              <a:t>79</a:t>
            </a:r>
          </a:p>
        </p:txBody>
      </p:sp>
      <p:sp>
        <p:nvSpPr>
          <p:cNvPr id="61" name="TextBox 60">
            <a:extLst>
              <a:ext uri="{FF2B5EF4-FFF2-40B4-BE49-F238E27FC236}">
                <a16:creationId xmlns:a16="http://schemas.microsoft.com/office/drawing/2014/main" id="{E4919230-1ADE-FB90-A383-27991B7E36EC}"/>
              </a:ext>
            </a:extLst>
          </p:cNvPr>
          <p:cNvSpPr txBox="1"/>
          <p:nvPr/>
        </p:nvSpPr>
        <p:spPr>
          <a:xfrm>
            <a:off x="4645378" y="3406653"/>
            <a:ext cx="570089" cy="230832"/>
          </a:xfrm>
          <a:prstGeom prst="rect">
            <a:avLst/>
          </a:prstGeom>
          <a:noFill/>
        </p:spPr>
        <p:txBody>
          <a:bodyPr wrap="square" rtlCol="0">
            <a:spAutoFit/>
          </a:bodyPr>
          <a:lstStyle/>
          <a:p>
            <a:pPr algn="ctr"/>
            <a:r>
              <a:rPr lang="en-US" sz="900" dirty="0"/>
              <a:t>28</a:t>
            </a:r>
          </a:p>
        </p:txBody>
      </p:sp>
      <p:sp>
        <p:nvSpPr>
          <p:cNvPr id="62" name="TextBox 61">
            <a:extLst>
              <a:ext uri="{FF2B5EF4-FFF2-40B4-BE49-F238E27FC236}">
                <a16:creationId xmlns:a16="http://schemas.microsoft.com/office/drawing/2014/main" id="{64B90890-67B0-9B49-0235-1E4AE70D572F}"/>
              </a:ext>
            </a:extLst>
          </p:cNvPr>
          <p:cNvSpPr txBox="1"/>
          <p:nvPr/>
        </p:nvSpPr>
        <p:spPr>
          <a:xfrm>
            <a:off x="5147734" y="3406653"/>
            <a:ext cx="570089" cy="230832"/>
          </a:xfrm>
          <a:prstGeom prst="rect">
            <a:avLst/>
          </a:prstGeom>
          <a:noFill/>
        </p:spPr>
        <p:txBody>
          <a:bodyPr wrap="square" rtlCol="0">
            <a:spAutoFit/>
          </a:bodyPr>
          <a:lstStyle/>
          <a:p>
            <a:pPr algn="ctr"/>
            <a:r>
              <a:rPr lang="en-US" sz="900" dirty="0"/>
              <a:t>82</a:t>
            </a:r>
          </a:p>
        </p:txBody>
      </p:sp>
      <p:sp>
        <p:nvSpPr>
          <p:cNvPr id="63" name="TextBox 62">
            <a:extLst>
              <a:ext uri="{FF2B5EF4-FFF2-40B4-BE49-F238E27FC236}">
                <a16:creationId xmlns:a16="http://schemas.microsoft.com/office/drawing/2014/main" id="{D6F0352D-CA86-1443-5B8B-E04A36784F48}"/>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29344784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C7965-EA9E-2D3C-C757-09D2CF09100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31E9347-8B8F-3323-5E1C-FD4DE8F73CF9}"/>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347D9F13-A805-010C-5A6B-B34DC8942B4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22B952E-E0FC-6F84-2E1F-8A9539FD08D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8771E19-8D15-B492-3D58-BC8E09414CF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F889380-1CA8-E275-F177-9062859273B9}"/>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B11330C5-77C6-E507-7158-27351BD9E391}"/>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777F74AD-3188-7317-8F4F-076ED36D6D5E}"/>
              </a:ext>
            </a:extLst>
          </p:cNvPr>
          <p:cNvSpPr txBox="1"/>
          <p:nvPr/>
        </p:nvSpPr>
        <p:spPr>
          <a:xfrm>
            <a:off x="6152446" y="1402877"/>
            <a:ext cx="570089" cy="230832"/>
          </a:xfrm>
          <a:prstGeom prst="rect">
            <a:avLst/>
          </a:prstGeom>
          <a:noFill/>
        </p:spPr>
        <p:txBody>
          <a:bodyPr wrap="square" rtlCol="0">
            <a:spAutoFit/>
          </a:bodyPr>
          <a:lstStyle/>
          <a:p>
            <a:pPr algn="ctr"/>
            <a:r>
              <a:rPr lang="en-US" sz="900" dirty="0"/>
              <a:t>56</a:t>
            </a:r>
          </a:p>
        </p:txBody>
      </p:sp>
      <p:sp>
        <p:nvSpPr>
          <p:cNvPr id="13" name="TextBox 12">
            <a:extLst>
              <a:ext uri="{FF2B5EF4-FFF2-40B4-BE49-F238E27FC236}">
                <a16:creationId xmlns:a16="http://schemas.microsoft.com/office/drawing/2014/main" id="{B951F26C-B979-78B3-AA9B-A45A4C38DAE4}"/>
              </a:ext>
            </a:extLst>
          </p:cNvPr>
          <p:cNvSpPr txBox="1"/>
          <p:nvPr/>
        </p:nvSpPr>
        <p:spPr>
          <a:xfrm>
            <a:off x="6654802" y="1402877"/>
            <a:ext cx="570089" cy="230832"/>
          </a:xfrm>
          <a:prstGeom prst="rect">
            <a:avLst/>
          </a:prstGeom>
          <a:noFill/>
        </p:spPr>
        <p:txBody>
          <a:bodyPr wrap="square" rtlCol="0">
            <a:spAutoFit/>
          </a:bodyPr>
          <a:lstStyle/>
          <a:p>
            <a:pPr algn="ctr"/>
            <a:r>
              <a:rPr lang="en-US" sz="900" dirty="0"/>
              <a:t>456</a:t>
            </a:r>
          </a:p>
        </p:txBody>
      </p:sp>
      <p:sp>
        <p:nvSpPr>
          <p:cNvPr id="15" name="TextBox 14">
            <a:extLst>
              <a:ext uri="{FF2B5EF4-FFF2-40B4-BE49-F238E27FC236}">
                <a16:creationId xmlns:a16="http://schemas.microsoft.com/office/drawing/2014/main" id="{AB18CDDB-5817-4425-ACA2-E3DAE82A330D}"/>
              </a:ext>
            </a:extLst>
          </p:cNvPr>
          <p:cNvSpPr txBox="1"/>
          <p:nvPr/>
        </p:nvSpPr>
        <p:spPr>
          <a:xfrm>
            <a:off x="7157158" y="1903821"/>
            <a:ext cx="570089" cy="230832"/>
          </a:xfrm>
          <a:prstGeom prst="rect">
            <a:avLst/>
          </a:prstGeom>
          <a:noFill/>
        </p:spPr>
        <p:txBody>
          <a:bodyPr wrap="square" rtlCol="0">
            <a:spAutoFit/>
          </a:bodyPr>
          <a:lstStyle/>
          <a:p>
            <a:pPr algn="ctr"/>
            <a:r>
              <a:rPr lang="en-US" sz="900" dirty="0"/>
              <a:t>46</a:t>
            </a:r>
          </a:p>
        </p:txBody>
      </p:sp>
      <p:sp>
        <p:nvSpPr>
          <p:cNvPr id="20" name="TextBox 19">
            <a:extLst>
              <a:ext uri="{FF2B5EF4-FFF2-40B4-BE49-F238E27FC236}">
                <a16:creationId xmlns:a16="http://schemas.microsoft.com/office/drawing/2014/main" id="{D6FBE41C-3619-6492-5211-1B17AFAC9271}"/>
              </a:ext>
            </a:extLst>
          </p:cNvPr>
          <p:cNvSpPr txBox="1"/>
          <p:nvPr/>
        </p:nvSpPr>
        <p:spPr>
          <a:xfrm>
            <a:off x="3640666" y="1903821"/>
            <a:ext cx="570089" cy="230832"/>
          </a:xfrm>
          <a:prstGeom prst="rect">
            <a:avLst/>
          </a:prstGeom>
          <a:noFill/>
        </p:spPr>
        <p:txBody>
          <a:bodyPr wrap="square" rtlCol="0">
            <a:spAutoFit/>
          </a:bodyPr>
          <a:lstStyle/>
          <a:p>
            <a:pPr algn="ctr"/>
            <a:r>
              <a:rPr lang="en-US" sz="900" dirty="0"/>
              <a:t>71</a:t>
            </a:r>
          </a:p>
        </p:txBody>
      </p:sp>
      <p:sp>
        <p:nvSpPr>
          <p:cNvPr id="21" name="TextBox 20">
            <a:extLst>
              <a:ext uri="{FF2B5EF4-FFF2-40B4-BE49-F238E27FC236}">
                <a16:creationId xmlns:a16="http://schemas.microsoft.com/office/drawing/2014/main" id="{63F084BB-60D8-A8F4-25D0-E7D8DBC06109}"/>
              </a:ext>
            </a:extLst>
          </p:cNvPr>
          <p:cNvSpPr txBox="1"/>
          <p:nvPr/>
        </p:nvSpPr>
        <p:spPr>
          <a:xfrm>
            <a:off x="3138310" y="1903821"/>
            <a:ext cx="570089" cy="230832"/>
          </a:xfrm>
          <a:prstGeom prst="rect">
            <a:avLst/>
          </a:prstGeom>
          <a:noFill/>
        </p:spPr>
        <p:txBody>
          <a:bodyPr wrap="square" rtlCol="0">
            <a:spAutoFit/>
          </a:bodyPr>
          <a:lstStyle/>
          <a:p>
            <a:pPr algn="ctr"/>
            <a:r>
              <a:rPr lang="en-US" sz="900" dirty="0"/>
              <a:t>17</a:t>
            </a:r>
          </a:p>
        </p:txBody>
      </p:sp>
      <p:sp>
        <p:nvSpPr>
          <p:cNvPr id="24" name="TextBox 23">
            <a:extLst>
              <a:ext uri="{FF2B5EF4-FFF2-40B4-BE49-F238E27FC236}">
                <a16:creationId xmlns:a16="http://schemas.microsoft.com/office/drawing/2014/main" id="{F418BE18-4EDD-9DCC-25C5-392FB18BED2C}"/>
              </a:ext>
            </a:extLst>
          </p:cNvPr>
          <p:cNvSpPr txBox="1"/>
          <p:nvPr/>
        </p:nvSpPr>
        <p:spPr>
          <a:xfrm>
            <a:off x="6152446" y="4408541"/>
            <a:ext cx="570089" cy="230832"/>
          </a:xfrm>
          <a:prstGeom prst="rect">
            <a:avLst/>
          </a:prstGeom>
          <a:noFill/>
        </p:spPr>
        <p:txBody>
          <a:bodyPr wrap="square" rtlCol="0">
            <a:spAutoFit/>
          </a:bodyPr>
          <a:lstStyle/>
          <a:p>
            <a:pPr algn="ctr"/>
            <a:r>
              <a:rPr lang="en-US" sz="900" dirty="0"/>
              <a:t>2356</a:t>
            </a:r>
          </a:p>
        </p:txBody>
      </p:sp>
      <p:sp>
        <p:nvSpPr>
          <p:cNvPr id="25" name="TextBox 24">
            <a:extLst>
              <a:ext uri="{FF2B5EF4-FFF2-40B4-BE49-F238E27FC236}">
                <a16:creationId xmlns:a16="http://schemas.microsoft.com/office/drawing/2014/main" id="{14E1AECC-42E3-72E0-8914-4F8C4723D4D4}"/>
              </a:ext>
            </a:extLst>
          </p:cNvPr>
          <p:cNvSpPr txBox="1"/>
          <p:nvPr/>
        </p:nvSpPr>
        <p:spPr>
          <a:xfrm>
            <a:off x="6152446" y="4909484"/>
            <a:ext cx="570089" cy="230832"/>
          </a:xfrm>
          <a:prstGeom prst="rect">
            <a:avLst/>
          </a:prstGeom>
          <a:noFill/>
        </p:spPr>
        <p:txBody>
          <a:bodyPr wrap="square" rtlCol="0">
            <a:spAutoFit/>
          </a:bodyPr>
          <a:lstStyle/>
          <a:p>
            <a:pPr algn="ctr"/>
            <a:r>
              <a:rPr lang="en-US" sz="900" dirty="0"/>
              <a:t>6532</a:t>
            </a:r>
          </a:p>
        </p:txBody>
      </p:sp>
      <p:sp>
        <p:nvSpPr>
          <p:cNvPr id="29" name="TextBox 28">
            <a:extLst>
              <a:ext uri="{FF2B5EF4-FFF2-40B4-BE49-F238E27FC236}">
                <a16:creationId xmlns:a16="http://schemas.microsoft.com/office/drawing/2014/main" id="{EC6E1756-32A4-0B52-2175-321D357E2580}"/>
              </a:ext>
            </a:extLst>
          </p:cNvPr>
          <p:cNvSpPr txBox="1"/>
          <p:nvPr/>
        </p:nvSpPr>
        <p:spPr>
          <a:xfrm>
            <a:off x="6152446" y="2905709"/>
            <a:ext cx="570089" cy="230832"/>
          </a:xfrm>
          <a:prstGeom prst="rect">
            <a:avLst/>
          </a:prstGeom>
          <a:noFill/>
        </p:spPr>
        <p:txBody>
          <a:bodyPr wrap="square" rtlCol="0">
            <a:spAutoFit/>
          </a:bodyPr>
          <a:lstStyle/>
          <a:p>
            <a:pPr algn="ctr"/>
            <a:r>
              <a:rPr lang="en-US" sz="900" dirty="0"/>
              <a:t>16</a:t>
            </a:r>
          </a:p>
        </p:txBody>
      </p:sp>
      <p:sp>
        <p:nvSpPr>
          <p:cNvPr id="30" name="TextBox 29">
            <a:extLst>
              <a:ext uri="{FF2B5EF4-FFF2-40B4-BE49-F238E27FC236}">
                <a16:creationId xmlns:a16="http://schemas.microsoft.com/office/drawing/2014/main" id="{E1F6BF69-6E36-9E20-6E39-C16C9C7FD532}"/>
              </a:ext>
            </a:extLst>
          </p:cNvPr>
          <p:cNvSpPr txBox="1"/>
          <p:nvPr/>
        </p:nvSpPr>
        <p:spPr>
          <a:xfrm>
            <a:off x="6654802" y="2905709"/>
            <a:ext cx="570089" cy="230832"/>
          </a:xfrm>
          <a:prstGeom prst="rect">
            <a:avLst/>
          </a:prstGeom>
          <a:noFill/>
        </p:spPr>
        <p:txBody>
          <a:bodyPr wrap="square" rtlCol="0">
            <a:spAutoFit/>
          </a:bodyPr>
          <a:lstStyle/>
          <a:p>
            <a:pPr algn="ctr"/>
            <a:r>
              <a:rPr lang="en-US" sz="900" dirty="0"/>
              <a:t>61</a:t>
            </a:r>
          </a:p>
        </p:txBody>
      </p:sp>
      <p:sp>
        <p:nvSpPr>
          <p:cNvPr id="31" name="TextBox 30">
            <a:extLst>
              <a:ext uri="{FF2B5EF4-FFF2-40B4-BE49-F238E27FC236}">
                <a16:creationId xmlns:a16="http://schemas.microsoft.com/office/drawing/2014/main" id="{B7DCD2AB-C000-C808-EABF-CD9834449087}"/>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0A9F7C55-5E89-3CA4-37DC-C3F086DFDEAF}"/>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433FD918-EDC2-C925-1630-5CB994CBFA9D}"/>
              </a:ext>
            </a:extLst>
          </p:cNvPr>
          <p:cNvSpPr txBox="1"/>
          <p:nvPr/>
        </p:nvSpPr>
        <p:spPr>
          <a:xfrm>
            <a:off x="6214537"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E1C58D9A-CEA5-FF9D-CA30-8C6B2B49F7D8}"/>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07F08D82-C440-CCC2-C139-84DB94F2521C}"/>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35D186E5-0F34-0906-51CC-FD22FFD790D5}"/>
              </a:ext>
            </a:extLst>
          </p:cNvPr>
          <p:cNvSpPr txBox="1"/>
          <p:nvPr/>
        </p:nvSpPr>
        <p:spPr>
          <a:xfrm>
            <a:off x="6714071" y="72121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A37AB07C-57E9-AB78-BBD0-134CE7A4632C}"/>
              </a:ext>
            </a:extLst>
          </p:cNvPr>
          <p:cNvSpPr txBox="1"/>
          <p:nvPr/>
        </p:nvSpPr>
        <p:spPr>
          <a:xfrm>
            <a:off x="7213604" y="72121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9CB0D77F-2D46-C789-01D5-2226121D0608}"/>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0399846E-E22F-5644-471A-ED1DEA4F4478}"/>
              </a:ext>
            </a:extLst>
          </p:cNvPr>
          <p:cNvSpPr txBox="1"/>
          <p:nvPr/>
        </p:nvSpPr>
        <p:spPr>
          <a:xfrm>
            <a:off x="6214537" y="3237891"/>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241F38A1-6D09-2AD0-0587-789404022A1D}"/>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8B98BA50-98E5-2A57-1030-7164FC62A1A9}"/>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5" name="TextBox 34">
            <a:extLst>
              <a:ext uri="{FF2B5EF4-FFF2-40B4-BE49-F238E27FC236}">
                <a16:creationId xmlns:a16="http://schemas.microsoft.com/office/drawing/2014/main" id="{C230BFFC-51F7-263D-A22C-418E0FBE2B84}"/>
              </a:ext>
            </a:extLst>
          </p:cNvPr>
          <p:cNvSpPr txBox="1"/>
          <p:nvPr/>
        </p:nvSpPr>
        <p:spPr>
          <a:xfrm>
            <a:off x="7213604" y="3237891"/>
            <a:ext cx="462845" cy="584775"/>
          </a:xfrm>
          <a:prstGeom prst="rect">
            <a:avLst/>
          </a:prstGeom>
          <a:noFill/>
        </p:spPr>
        <p:txBody>
          <a:bodyPr wrap="square" rtlCol="0">
            <a:spAutoFit/>
          </a:bodyPr>
          <a:lstStyle/>
          <a:p>
            <a:pPr algn="ctr"/>
            <a:r>
              <a:rPr lang="en-US" sz="3200" dirty="0"/>
              <a:t>5</a:t>
            </a:r>
          </a:p>
        </p:txBody>
      </p:sp>
      <p:sp>
        <p:nvSpPr>
          <p:cNvPr id="22" name="TextBox 21">
            <a:extLst>
              <a:ext uri="{FF2B5EF4-FFF2-40B4-BE49-F238E27FC236}">
                <a16:creationId xmlns:a16="http://schemas.microsoft.com/office/drawing/2014/main" id="{D25E8C29-A943-89C0-DD49-2DEA036FE7FA}"/>
              </a:ext>
            </a:extLst>
          </p:cNvPr>
          <p:cNvSpPr txBox="1"/>
          <p:nvPr/>
        </p:nvSpPr>
        <p:spPr>
          <a:xfrm>
            <a:off x="5147734" y="1402877"/>
            <a:ext cx="570089" cy="230832"/>
          </a:xfrm>
          <a:prstGeom prst="rect">
            <a:avLst/>
          </a:prstGeom>
          <a:noFill/>
        </p:spPr>
        <p:txBody>
          <a:bodyPr wrap="square" rtlCol="0">
            <a:spAutoFit/>
          </a:bodyPr>
          <a:lstStyle/>
          <a:p>
            <a:pPr algn="ctr"/>
            <a:r>
              <a:rPr lang="en-US" sz="900" dirty="0"/>
              <a:t>4679</a:t>
            </a:r>
          </a:p>
        </p:txBody>
      </p:sp>
      <p:sp>
        <p:nvSpPr>
          <p:cNvPr id="23" name="TextBox 22">
            <a:extLst>
              <a:ext uri="{FF2B5EF4-FFF2-40B4-BE49-F238E27FC236}">
                <a16:creationId xmlns:a16="http://schemas.microsoft.com/office/drawing/2014/main" id="{3904DDB4-FCC9-2B24-4517-F8F8EE1DAC47}"/>
              </a:ext>
            </a:extLst>
          </p:cNvPr>
          <p:cNvSpPr txBox="1"/>
          <p:nvPr/>
        </p:nvSpPr>
        <p:spPr>
          <a:xfrm>
            <a:off x="5650090" y="1402877"/>
            <a:ext cx="570089" cy="230832"/>
          </a:xfrm>
          <a:prstGeom prst="rect">
            <a:avLst/>
          </a:prstGeom>
          <a:noFill/>
        </p:spPr>
        <p:txBody>
          <a:bodyPr wrap="square" rtlCol="0">
            <a:spAutoFit/>
          </a:bodyPr>
          <a:lstStyle/>
          <a:p>
            <a:pPr algn="ctr"/>
            <a:r>
              <a:rPr lang="en-US" sz="900" dirty="0"/>
              <a:t>97</a:t>
            </a:r>
          </a:p>
        </p:txBody>
      </p:sp>
      <p:sp>
        <p:nvSpPr>
          <p:cNvPr id="37" name="TextBox 36">
            <a:extLst>
              <a:ext uri="{FF2B5EF4-FFF2-40B4-BE49-F238E27FC236}">
                <a16:creationId xmlns:a16="http://schemas.microsoft.com/office/drawing/2014/main" id="{FCDBE977-44D2-41E4-6DCD-17DC3FF58A37}"/>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2E337F87-FCE5-2DDD-AE7C-B39EFB43BF89}"/>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9" name="TextBox 38">
            <a:extLst>
              <a:ext uri="{FF2B5EF4-FFF2-40B4-BE49-F238E27FC236}">
                <a16:creationId xmlns:a16="http://schemas.microsoft.com/office/drawing/2014/main" id="{97E40BE8-A6F6-481D-4637-E9EE7ECFCFA6}"/>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7179D40F-8C47-F9A6-2C2D-D6B2BED73520}"/>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9" name="TextBox 18">
            <a:extLst>
              <a:ext uri="{FF2B5EF4-FFF2-40B4-BE49-F238E27FC236}">
                <a16:creationId xmlns:a16="http://schemas.microsoft.com/office/drawing/2014/main" id="{B5B6DF98-6AD0-C371-FFEE-11E691595086}"/>
              </a:ext>
            </a:extLst>
          </p:cNvPr>
          <p:cNvSpPr txBox="1"/>
          <p:nvPr/>
        </p:nvSpPr>
        <p:spPr>
          <a:xfrm>
            <a:off x="4645378" y="1903821"/>
            <a:ext cx="570089" cy="230832"/>
          </a:xfrm>
          <a:prstGeom prst="rect">
            <a:avLst/>
          </a:prstGeom>
          <a:noFill/>
        </p:spPr>
        <p:txBody>
          <a:bodyPr wrap="square" rtlCol="0">
            <a:spAutoFit/>
          </a:bodyPr>
          <a:lstStyle/>
          <a:p>
            <a:pPr algn="ctr"/>
            <a:r>
              <a:rPr lang="en-US" sz="900" dirty="0"/>
              <a:t>64</a:t>
            </a:r>
          </a:p>
        </p:txBody>
      </p:sp>
      <p:sp>
        <p:nvSpPr>
          <p:cNvPr id="40" name="TextBox 39">
            <a:extLst>
              <a:ext uri="{FF2B5EF4-FFF2-40B4-BE49-F238E27FC236}">
                <a16:creationId xmlns:a16="http://schemas.microsoft.com/office/drawing/2014/main" id="{4D72B936-504E-5F5D-FCDF-1E0F35A0CDA8}"/>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41" name="TextBox 40">
            <a:extLst>
              <a:ext uri="{FF2B5EF4-FFF2-40B4-BE49-F238E27FC236}">
                <a16:creationId xmlns:a16="http://schemas.microsoft.com/office/drawing/2014/main" id="{7582C16B-82D6-6AB6-4084-2DB7A3372A63}"/>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EBB0D80E-6318-20C9-87DB-73380DAA0240}"/>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43" name="TextBox 42">
            <a:extLst>
              <a:ext uri="{FF2B5EF4-FFF2-40B4-BE49-F238E27FC236}">
                <a16:creationId xmlns:a16="http://schemas.microsoft.com/office/drawing/2014/main" id="{32B27906-C6B8-0207-3131-65F6A2C82F14}"/>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D88EC688-CFB0-9ACA-7E5F-0E238EF0FD73}"/>
              </a:ext>
            </a:extLst>
          </p:cNvPr>
          <p:cNvSpPr txBox="1"/>
          <p:nvPr/>
        </p:nvSpPr>
        <p:spPr>
          <a:xfrm>
            <a:off x="4143022" y="3406653"/>
            <a:ext cx="570089" cy="230832"/>
          </a:xfrm>
          <a:prstGeom prst="rect">
            <a:avLst/>
          </a:prstGeom>
          <a:noFill/>
        </p:spPr>
        <p:txBody>
          <a:bodyPr wrap="square" rtlCol="0">
            <a:spAutoFit/>
          </a:bodyPr>
          <a:lstStyle/>
          <a:p>
            <a:pPr algn="ctr"/>
            <a:r>
              <a:rPr lang="en-US" sz="900" dirty="0"/>
              <a:t>146</a:t>
            </a:r>
          </a:p>
        </p:txBody>
      </p:sp>
      <p:sp>
        <p:nvSpPr>
          <p:cNvPr id="49" name="TextBox 48">
            <a:extLst>
              <a:ext uri="{FF2B5EF4-FFF2-40B4-BE49-F238E27FC236}">
                <a16:creationId xmlns:a16="http://schemas.microsoft.com/office/drawing/2014/main" id="{5B9BDDDD-A43D-72A3-0405-4213ED88E3CD}"/>
              </a:ext>
            </a:extLst>
          </p:cNvPr>
          <p:cNvSpPr txBox="1"/>
          <p:nvPr/>
        </p:nvSpPr>
        <p:spPr>
          <a:xfrm>
            <a:off x="4143022" y="3907597"/>
            <a:ext cx="570089" cy="230832"/>
          </a:xfrm>
          <a:prstGeom prst="rect">
            <a:avLst/>
          </a:prstGeom>
          <a:noFill/>
        </p:spPr>
        <p:txBody>
          <a:bodyPr wrap="square" rtlCol="0">
            <a:spAutoFit/>
          </a:bodyPr>
          <a:lstStyle/>
          <a:p>
            <a:pPr algn="ctr"/>
            <a:r>
              <a:rPr lang="en-US" sz="900" dirty="0"/>
              <a:t>1346</a:t>
            </a:r>
          </a:p>
        </p:txBody>
      </p:sp>
      <p:sp>
        <p:nvSpPr>
          <p:cNvPr id="50" name="TextBox 49">
            <a:extLst>
              <a:ext uri="{FF2B5EF4-FFF2-40B4-BE49-F238E27FC236}">
                <a16:creationId xmlns:a16="http://schemas.microsoft.com/office/drawing/2014/main" id="{D973BED0-7516-34E7-4993-5629B0D83DC8}"/>
              </a:ext>
            </a:extLst>
          </p:cNvPr>
          <p:cNvSpPr txBox="1"/>
          <p:nvPr/>
        </p:nvSpPr>
        <p:spPr>
          <a:xfrm>
            <a:off x="4143022" y="4408541"/>
            <a:ext cx="570089" cy="230832"/>
          </a:xfrm>
          <a:prstGeom prst="rect">
            <a:avLst/>
          </a:prstGeom>
          <a:noFill/>
        </p:spPr>
        <p:txBody>
          <a:bodyPr wrap="square" rtlCol="0">
            <a:spAutoFit/>
          </a:bodyPr>
          <a:lstStyle/>
          <a:p>
            <a:pPr algn="ctr"/>
            <a:r>
              <a:rPr lang="en-US" sz="900" dirty="0"/>
              <a:t>1346</a:t>
            </a:r>
          </a:p>
        </p:txBody>
      </p:sp>
      <p:sp>
        <p:nvSpPr>
          <p:cNvPr id="51" name="TextBox 50">
            <a:extLst>
              <a:ext uri="{FF2B5EF4-FFF2-40B4-BE49-F238E27FC236}">
                <a16:creationId xmlns:a16="http://schemas.microsoft.com/office/drawing/2014/main" id="{4AE2CE33-B2FB-81AF-F41E-D8A8CDF17BE4}"/>
              </a:ext>
            </a:extLst>
          </p:cNvPr>
          <p:cNvSpPr txBox="1"/>
          <p:nvPr/>
        </p:nvSpPr>
        <p:spPr>
          <a:xfrm>
            <a:off x="4143022" y="4909484"/>
            <a:ext cx="570089" cy="230832"/>
          </a:xfrm>
          <a:prstGeom prst="rect">
            <a:avLst/>
          </a:prstGeom>
          <a:noFill/>
        </p:spPr>
        <p:txBody>
          <a:bodyPr wrap="square" rtlCol="0">
            <a:spAutoFit/>
          </a:bodyPr>
          <a:lstStyle/>
          <a:p>
            <a:pPr algn="ctr"/>
            <a:r>
              <a:rPr lang="en-US" sz="900" dirty="0"/>
              <a:t>1346</a:t>
            </a:r>
          </a:p>
        </p:txBody>
      </p:sp>
      <p:sp>
        <p:nvSpPr>
          <p:cNvPr id="52" name="TextBox 51">
            <a:extLst>
              <a:ext uri="{FF2B5EF4-FFF2-40B4-BE49-F238E27FC236}">
                <a16:creationId xmlns:a16="http://schemas.microsoft.com/office/drawing/2014/main" id="{FF66E4AA-0193-606A-37E0-9410FB83D228}"/>
              </a:ext>
            </a:extLst>
          </p:cNvPr>
          <p:cNvSpPr txBox="1"/>
          <p:nvPr/>
        </p:nvSpPr>
        <p:spPr>
          <a:xfrm>
            <a:off x="4216401" y="2231221"/>
            <a:ext cx="462845" cy="584775"/>
          </a:xfrm>
          <a:prstGeom prst="rect">
            <a:avLst/>
          </a:prstGeom>
          <a:noFill/>
        </p:spPr>
        <p:txBody>
          <a:bodyPr wrap="square" rtlCol="0">
            <a:spAutoFit/>
          </a:bodyPr>
          <a:lstStyle/>
          <a:p>
            <a:pPr algn="ctr"/>
            <a:r>
              <a:rPr lang="en-US" sz="3200" dirty="0"/>
              <a:t>7</a:t>
            </a:r>
          </a:p>
        </p:txBody>
      </p:sp>
      <p:sp>
        <p:nvSpPr>
          <p:cNvPr id="46" name="TextBox 45">
            <a:extLst>
              <a:ext uri="{FF2B5EF4-FFF2-40B4-BE49-F238E27FC236}">
                <a16:creationId xmlns:a16="http://schemas.microsoft.com/office/drawing/2014/main" id="{2E356397-E988-AA90-32FD-AB1C503B51B5}"/>
              </a:ext>
            </a:extLst>
          </p:cNvPr>
          <p:cNvSpPr txBox="1"/>
          <p:nvPr/>
        </p:nvSpPr>
        <p:spPr>
          <a:xfrm>
            <a:off x="3640666" y="901933"/>
            <a:ext cx="570089" cy="230832"/>
          </a:xfrm>
          <a:prstGeom prst="rect">
            <a:avLst/>
          </a:prstGeom>
          <a:noFill/>
        </p:spPr>
        <p:txBody>
          <a:bodyPr wrap="square" rtlCol="0">
            <a:spAutoFit/>
          </a:bodyPr>
          <a:lstStyle/>
          <a:p>
            <a:pPr algn="ctr"/>
            <a:r>
              <a:rPr lang="en-US" sz="900" dirty="0"/>
              <a:t>64</a:t>
            </a:r>
          </a:p>
        </p:txBody>
      </p:sp>
      <p:sp>
        <p:nvSpPr>
          <p:cNvPr id="53" name="TextBox 52">
            <a:extLst>
              <a:ext uri="{FF2B5EF4-FFF2-40B4-BE49-F238E27FC236}">
                <a16:creationId xmlns:a16="http://schemas.microsoft.com/office/drawing/2014/main" id="{299A16E9-5CD6-257A-A46A-7874943FA415}"/>
              </a:ext>
            </a:extLst>
          </p:cNvPr>
          <p:cNvSpPr txBox="1"/>
          <p:nvPr/>
        </p:nvSpPr>
        <p:spPr>
          <a:xfrm>
            <a:off x="3138310" y="901933"/>
            <a:ext cx="570089" cy="230832"/>
          </a:xfrm>
          <a:prstGeom prst="rect">
            <a:avLst/>
          </a:prstGeom>
          <a:noFill/>
        </p:spPr>
        <p:txBody>
          <a:bodyPr wrap="square" rtlCol="0">
            <a:spAutoFit/>
          </a:bodyPr>
          <a:lstStyle/>
          <a:p>
            <a:pPr algn="ctr"/>
            <a:r>
              <a:rPr lang="en-US" sz="900" dirty="0"/>
              <a:t>46</a:t>
            </a:r>
          </a:p>
        </p:txBody>
      </p:sp>
      <p:sp>
        <p:nvSpPr>
          <p:cNvPr id="54" name="TextBox 53">
            <a:extLst>
              <a:ext uri="{FF2B5EF4-FFF2-40B4-BE49-F238E27FC236}">
                <a16:creationId xmlns:a16="http://schemas.microsoft.com/office/drawing/2014/main" id="{C0616AC7-FB3D-91AD-B5FE-00091AFC1376}"/>
              </a:ext>
            </a:extLst>
          </p:cNvPr>
          <p:cNvSpPr txBox="1"/>
          <p:nvPr/>
        </p:nvSpPr>
        <p:spPr>
          <a:xfrm>
            <a:off x="3640666" y="1402877"/>
            <a:ext cx="570089" cy="230832"/>
          </a:xfrm>
          <a:prstGeom prst="rect">
            <a:avLst/>
          </a:prstGeom>
          <a:noFill/>
        </p:spPr>
        <p:txBody>
          <a:bodyPr wrap="square" rtlCol="0">
            <a:spAutoFit/>
          </a:bodyPr>
          <a:lstStyle/>
          <a:p>
            <a:pPr algn="ctr"/>
            <a:r>
              <a:rPr lang="en-US" sz="900" dirty="0"/>
              <a:t>32</a:t>
            </a:r>
          </a:p>
        </p:txBody>
      </p:sp>
      <p:sp>
        <p:nvSpPr>
          <p:cNvPr id="55" name="TextBox 54">
            <a:extLst>
              <a:ext uri="{FF2B5EF4-FFF2-40B4-BE49-F238E27FC236}">
                <a16:creationId xmlns:a16="http://schemas.microsoft.com/office/drawing/2014/main" id="{DB7BE2B7-B2B4-34F7-6606-D07CA4DF111B}"/>
              </a:ext>
            </a:extLst>
          </p:cNvPr>
          <p:cNvSpPr txBox="1"/>
          <p:nvPr/>
        </p:nvSpPr>
        <p:spPr>
          <a:xfrm>
            <a:off x="3138310" y="1402877"/>
            <a:ext cx="570089" cy="230832"/>
          </a:xfrm>
          <a:prstGeom prst="rect">
            <a:avLst/>
          </a:prstGeom>
          <a:noFill/>
        </p:spPr>
        <p:txBody>
          <a:bodyPr wrap="square" rtlCol="0">
            <a:spAutoFit/>
          </a:bodyPr>
          <a:lstStyle/>
          <a:p>
            <a:pPr algn="ctr"/>
            <a:r>
              <a:rPr lang="en-US" sz="900" dirty="0"/>
              <a:t>23</a:t>
            </a:r>
          </a:p>
        </p:txBody>
      </p:sp>
      <p:sp>
        <p:nvSpPr>
          <p:cNvPr id="56" name="TextBox 55">
            <a:extLst>
              <a:ext uri="{FF2B5EF4-FFF2-40B4-BE49-F238E27FC236}">
                <a16:creationId xmlns:a16="http://schemas.microsoft.com/office/drawing/2014/main" id="{ADD53AC0-8A45-587A-830B-98C4E43920EE}"/>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8FF0144C-A688-9896-8AD6-0B11818713BF}"/>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57" name="TextBox 56">
            <a:extLst>
              <a:ext uri="{FF2B5EF4-FFF2-40B4-BE49-F238E27FC236}">
                <a16:creationId xmlns:a16="http://schemas.microsoft.com/office/drawing/2014/main" id="{F7EAB0F5-B636-54F3-F26A-A8A288F58958}"/>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14" name="TextBox 13">
            <a:extLst>
              <a:ext uri="{FF2B5EF4-FFF2-40B4-BE49-F238E27FC236}">
                <a16:creationId xmlns:a16="http://schemas.microsoft.com/office/drawing/2014/main" id="{20CC9819-B8CA-C6E0-633F-2B9715526A4B}"/>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28" name="TextBox 27">
            <a:extLst>
              <a:ext uri="{FF2B5EF4-FFF2-40B4-BE49-F238E27FC236}">
                <a16:creationId xmlns:a16="http://schemas.microsoft.com/office/drawing/2014/main" id="{8DCE060E-46BF-481B-C6E7-010C93C451E4}"/>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6A031BD1-D1CB-0A9F-F56D-EB40B4DD15EF}"/>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561B2F5F-C7AA-DE81-9C59-348385A50848}"/>
              </a:ext>
            </a:extLst>
          </p:cNvPr>
          <p:cNvSpPr txBox="1"/>
          <p:nvPr/>
        </p:nvSpPr>
        <p:spPr>
          <a:xfrm>
            <a:off x="4645378" y="2905709"/>
            <a:ext cx="570089" cy="230832"/>
          </a:xfrm>
          <a:prstGeom prst="rect">
            <a:avLst/>
          </a:prstGeom>
          <a:noFill/>
        </p:spPr>
        <p:txBody>
          <a:bodyPr wrap="square" rtlCol="0">
            <a:spAutoFit/>
          </a:bodyPr>
          <a:lstStyle/>
          <a:p>
            <a:pPr algn="ctr"/>
            <a:r>
              <a:rPr lang="en-US" sz="900" dirty="0"/>
              <a:t>97</a:t>
            </a:r>
          </a:p>
        </p:txBody>
      </p:sp>
      <p:sp>
        <p:nvSpPr>
          <p:cNvPr id="60" name="TextBox 59">
            <a:extLst>
              <a:ext uri="{FF2B5EF4-FFF2-40B4-BE49-F238E27FC236}">
                <a16:creationId xmlns:a16="http://schemas.microsoft.com/office/drawing/2014/main" id="{C6522801-F170-F8BE-B254-9BD71F3148E2}"/>
              </a:ext>
            </a:extLst>
          </p:cNvPr>
          <p:cNvSpPr txBox="1"/>
          <p:nvPr/>
        </p:nvSpPr>
        <p:spPr>
          <a:xfrm>
            <a:off x="5147734" y="2905709"/>
            <a:ext cx="570089" cy="230832"/>
          </a:xfrm>
          <a:prstGeom prst="rect">
            <a:avLst/>
          </a:prstGeom>
          <a:noFill/>
        </p:spPr>
        <p:txBody>
          <a:bodyPr wrap="square" rtlCol="0">
            <a:spAutoFit/>
          </a:bodyPr>
          <a:lstStyle/>
          <a:p>
            <a:pPr algn="ctr"/>
            <a:r>
              <a:rPr lang="en-US" sz="900" dirty="0"/>
              <a:t>79</a:t>
            </a:r>
          </a:p>
        </p:txBody>
      </p:sp>
      <p:sp>
        <p:nvSpPr>
          <p:cNvPr id="63" name="TextBox 62">
            <a:extLst>
              <a:ext uri="{FF2B5EF4-FFF2-40B4-BE49-F238E27FC236}">
                <a16:creationId xmlns:a16="http://schemas.microsoft.com/office/drawing/2014/main" id="{76E6C634-1A37-FE92-2008-9F40FE649F83}"/>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64" name="TextBox 63">
            <a:extLst>
              <a:ext uri="{FF2B5EF4-FFF2-40B4-BE49-F238E27FC236}">
                <a16:creationId xmlns:a16="http://schemas.microsoft.com/office/drawing/2014/main" id="{5B9893B9-34BB-EF41-C38F-F7C8080580D4}"/>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9812771C-2D30-F2A1-0568-D613DD6241EA}"/>
              </a:ext>
            </a:extLst>
          </p:cNvPr>
          <p:cNvSpPr txBox="1"/>
          <p:nvPr/>
        </p:nvSpPr>
        <p:spPr>
          <a:xfrm>
            <a:off x="5215469" y="3237891"/>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2529109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E3A70-BD4D-BB2F-ACB2-5F7F5668857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9881D1-FB16-CFB4-B6E3-8AD6EDCCF190}"/>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139CAABE-BA81-BD7F-406B-EA368960C04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66032AC-9207-06EE-81EE-04457BC2B47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F5F6B7F-556B-196C-D79D-F00F589EE46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21BC58C-5467-6EB7-44BB-2C4871DEDF8B}"/>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1540B880-E6C0-787E-F756-A6DA2A4008BC}"/>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156C9A5E-13CD-A694-A917-96EF030FACCD}"/>
              </a:ext>
            </a:extLst>
          </p:cNvPr>
          <p:cNvSpPr txBox="1"/>
          <p:nvPr/>
        </p:nvSpPr>
        <p:spPr>
          <a:xfrm>
            <a:off x="6152446" y="1402877"/>
            <a:ext cx="570089" cy="230832"/>
          </a:xfrm>
          <a:prstGeom prst="rect">
            <a:avLst/>
          </a:prstGeom>
          <a:noFill/>
        </p:spPr>
        <p:txBody>
          <a:bodyPr wrap="square" rtlCol="0">
            <a:spAutoFit/>
          </a:bodyPr>
          <a:lstStyle/>
          <a:p>
            <a:pPr algn="ctr"/>
            <a:r>
              <a:rPr lang="en-US" sz="900" dirty="0"/>
              <a:t>56</a:t>
            </a:r>
          </a:p>
        </p:txBody>
      </p:sp>
      <p:sp>
        <p:nvSpPr>
          <p:cNvPr id="13" name="TextBox 12">
            <a:extLst>
              <a:ext uri="{FF2B5EF4-FFF2-40B4-BE49-F238E27FC236}">
                <a16:creationId xmlns:a16="http://schemas.microsoft.com/office/drawing/2014/main" id="{D3F32309-C3E6-3A75-CAF6-4F8385C62712}"/>
              </a:ext>
            </a:extLst>
          </p:cNvPr>
          <p:cNvSpPr txBox="1"/>
          <p:nvPr/>
        </p:nvSpPr>
        <p:spPr>
          <a:xfrm>
            <a:off x="6654802" y="1402877"/>
            <a:ext cx="570089" cy="230832"/>
          </a:xfrm>
          <a:prstGeom prst="rect">
            <a:avLst/>
          </a:prstGeom>
          <a:noFill/>
        </p:spPr>
        <p:txBody>
          <a:bodyPr wrap="square" rtlCol="0">
            <a:spAutoFit/>
          </a:bodyPr>
          <a:lstStyle/>
          <a:p>
            <a:pPr algn="ctr"/>
            <a:r>
              <a:rPr lang="en-US" sz="900" dirty="0"/>
              <a:t>456</a:t>
            </a:r>
          </a:p>
        </p:txBody>
      </p:sp>
      <p:sp>
        <p:nvSpPr>
          <p:cNvPr id="15" name="TextBox 14">
            <a:extLst>
              <a:ext uri="{FF2B5EF4-FFF2-40B4-BE49-F238E27FC236}">
                <a16:creationId xmlns:a16="http://schemas.microsoft.com/office/drawing/2014/main" id="{84508438-AEAD-EB35-DF2F-AFCFEDC0704D}"/>
              </a:ext>
            </a:extLst>
          </p:cNvPr>
          <p:cNvSpPr txBox="1"/>
          <p:nvPr/>
        </p:nvSpPr>
        <p:spPr>
          <a:xfrm>
            <a:off x="7157158"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46</a:t>
            </a:r>
          </a:p>
        </p:txBody>
      </p:sp>
      <p:sp>
        <p:nvSpPr>
          <p:cNvPr id="20" name="TextBox 19">
            <a:extLst>
              <a:ext uri="{FF2B5EF4-FFF2-40B4-BE49-F238E27FC236}">
                <a16:creationId xmlns:a16="http://schemas.microsoft.com/office/drawing/2014/main" id="{63C38DFE-954C-4B1F-6D5C-9256F511AA96}"/>
              </a:ext>
            </a:extLst>
          </p:cNvPr>
          <p:cNvSpPr txBox="1"/>
          <p:nvPr/>
        </p:nvSpPr>
        <p:spPr>
          <a:xfrm>
            <a:off x="3640666" y="1903821"/>
            <a:ext cx="570089" cy="230832"/>
          </a:xfrm>
          <a:prstGeom prst="rect">
            <a:avLst/>
          </a:prstGeom>
          <a:noFill/>
        </p:spPr>
        <p:txBody>
          <a:bodyPr wrap="square" rtlCol="0">
            <a:spAutoFit/>
          </a:bodyPr>
          <a:lstStyle/>
          <a:p>
            <a:pPr algn="ctr"/>
            <a:r>
              <a:rPr lang="en-US" sz="900" dirty="0"/>
              <a:t>71</a:t>
            </a:r>
          </a:p>
        </p:txBody>
      </p:sp>
      <p:sp>
        <p:nvSpPr>
          <p:cNvPr id="21" name="TextBox 20">
            <a:extLst>
              <a:ext uri="{FF2B5EF4-FFF2-40B4-BE49-F238E27FC236}">
                <a16:creationId xmlns:a16="http://schemas.microsoft.com/office/drawing/2014/main" id="{32EF500C-0339-4818-9D62-7F0F7C2D2A8E}"/>
              </a:ext>
            </a:extLst>
          </p:cNvPr>
          <p:cNvSpPr txBox="1"/>
          <p:nvPr/>
        </p:nvSpPr>
        <p:spPr>
          <a:xfrm>
            <a:off x="3138310" y="1903821"/>
            <a:ext cx="570089" cy="230832"/>
          </a:xfrm>
          <a:prstGeom prst="rect">
            <a:avLst/>
          </a:prstGeom>
          <a:noFill/>
        </p:spPr>
        <p:txBody>
          <a:bodyPr wrap="square" rtlCol="0">
            <a:spAutoFit/>
          </a:bodyPr>
          <a:lstStyle/>
          <a:p>
            <a:pPr algn="ctr"/>
            <a:r>
              <a:rPr lang="en-US" sz="900" dirty="0"/>
              <a:t>17</a:t>
            </a:r>
          </a:p>
        </p:txBody>
      </p:sp>
      <p:sp>
        <p:nvSpPr>
          <p:cNvPr id="24" name="TextBox 23">
            <a:extLst>
              <a:ext uri="{FF2B5EF4-FFF2-40B4-BE49-F238E27FC236}">
                <a16:creationId xmlns:a16="http://schemas.microsoft.com/office/drawing/2014/main" id="{AFC7490D-016F-E2E3-6A3B-4FF5FAA79F7B}"/>
              </a:ext>
            </a:extLst>
          </p:cNvPr>
          <p:cNvSpPr txBox="1"/>
          <p:nvPr/>
        </p:nvSpPr>
        <p:spPr>
          <a:xfrm>
            <a:off x="6152446" y="4408541"/>
            <a:ext cx="570089" cy="230832"/>
          </a:xfrm>
          <a:prstGeom prst="rect">
            <a:avLst/>
          </a:prstGeom>
          <a:noFill/>
        </p:spPr>
        <p:txBody>
          <a:bodyPr wrap="square" rtlCol="0">
            <a:spAutoFit/>
          </a:bodyPr>
          <a:lstStyle/>
          <a:p>
            <a:pPr algn="ctr"/>
            <a:r>
              <a:rPr lang="en-US" sz="900" dirty="0"/>
              <a:t>2356</a:t>
            </a:r>
          </a:p>
        </p:txBody>
      </p:sp>
      <p:sp>
        <p:nvSpPr>
          <p:cNvPr id="25" name="TextBox 24">
            <a:extLst>
              <a:ext uri="{FF2B5EF4-FFF2-40B4-BE49-F238E27FC236}">
                <a16:creationId xmlns:a16="http://schemas.microsoft.com/office/drawing/2014/main" id="{F1FE1FBE-6E1C-46FF-71F1-8E3E99FC736F}"/>
              </a:ext>
            </a:extLst>
          </p:cNvPr>
          <p:cNvSpPr txBox="1"/>
          <p:nvPr/>
        </p:nvSpPr>
        <p:spPr>
          <a:xfrm>
            <a:off x="6152446" y="4909484"/>
            <a:ext cx="570089" cy="230832"/>
          </a:xfrm>
          <a:prstGeom prst="rect">
            <a:avLst/>
          </a:prstGeom>
          <a:noFill/>
        </p:spPr>
        <p:txBody>
          <a:bodyPr wrap="square" rtlCol="0">
            <a:spAutoFit/>
          </a:bodyPr>
          <a:lstStyle/>
          <a:p>
            <a:pPr algn="ctr"/>
            <a:r>
              <a:rPr lang="en-US" sz="900" dirty="0"/>
              <a:t>6532</a:t>
            </a:r>
          </a:p>
        </p:txBody>
      </p:sp>
      <p:sp>
        <p:nvSpPr>
          <p:cNvPr id="29" name="TextBox 28">
            <a:extLst>
              <a:ext uri="{FF2B5EF4-FFF2-40B4-BE49-F238E27FC236}">
                <a16:creationId xmlns:a16="http://schemas.microsoft.com/office/drawing/2014/main" id="{CD36BBE3-2D6B-ED08-581F-EE0D8E7204CF}"/>
              </a:ext>
            </a:extLst>
          </p:cNvPr>
          <p:cNvSpPr txBox="1"/>
          <p:nvPr/>
        </p:nvSpPr>
        <p:spPr>
          <a:xfrm>
            <a:off x="6152446" y="2905709"/>
            <a:ext cx="570089" cy="230832"/>
          </a:xfrm>
          <a:prstGeom prst="rect">
            <a:avLst/>
          </a:prstGeom>
          <a:noFill/>
        </p:spPr>
        <p:txBody>
          <a:bodyPr wrap="square" rtlCol="0">
            <a:spAutoFit/>
          </a:bodyPr>
          <a:lstStyle/>
          <a:p>
            <a:pPr algn="ctr"/>
            <a:r>
              <a:rPr lang="en-US" sz="900" dirty="0"/>
              <a:t>16</a:t>
            </a:r>
          </a:p>
        </p:txBody>
      </p:sp>
      <p:sp>
        <p:nvSpPr>
          <p:cNvPr id="30" name="TextBox 29">
            <a:extLst>
              <a:ext uri="{FF2B5EF4-FFF2-40B4-BE49-F238E27FC236}">
                <a16:creationId xmlns:a16="http://schemas.microsoft.com/office/drawing/2014/main" id="{50B165D5-BF20-9E38-F3DF-778EFECBA8BA}"/>
              </a:ext>
            </a:extLst>
          </p:cNvPr>
          <p:cNvSpPr txBox="1"/>
          <p:nvPr/>
        </p:nvSpPr>
        <p:spPr>
          <a:xfrm>
            <a:off x="6654802" y="2905709"/>
            <a:ext cx="570089" cy="230832"/>
          </a:xfrm>
          <a:prstGeom prst="rect">
            <a:avLst/>
          </a:prstGeom>
          <a:noFill/>
        </p:spPr>
        <p:txBody>
          <a:bodyPr wrap="square" rtlCol="0">
            <a:spAutoFit/>
          </a:bodyPr>
          <a:lstStyle/>
          <a:p>
            <a:pPr algn="ctr"/>
            <a:r>
              <a:rPr lang="en-US" sz="900" dirty="0"/>
              <a:t>61</a:t>
            </a:r>
          </a:p>
        </p:txBody>
      </p:sp>
      <p:sp>
        <p:nvSpPr>
          <p:cNvPr id="31" name="TextBox 30">
            <a:extLst>
              <a:ext uri="{FF2B5EF4-FFF2-40B4-BE49-F238E27FC236}">
                <a16:creationId xmlns:a16="http://schemas.microsoft.com/office/drawing/2014/main" id="{5D410F22-0981-FF02-46DA-C2DC3E1EE2E3}"/>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05D70A50-2C80-47AD-F791-0F240BA71C98}"/>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C59D7E6E-E6C4-BDAF-3153-A4A46FB7AEC4}"/>
              </a:ext>
            </a:extLst>
          </p:cNvPr>
          <p:cNvSpPr txBox="1"/>
          <p:nvPr/>
        </p:nvSpPr>
        <p:spPr>
          <a:xfrm>
            <a:off x="6214537"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06B2EA78-67EB-8339-ED62-036265309332}"/>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2D68A0F4-FA08-9828-1B6A-F3C1A94A5F4D}"/>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CA748326-4349-7409-FB35-A6A76B2E402C}"/>
              </a:ext>
            </a:extLst>
          </p:cNvPr>
          <p:cNvSpPr txBox="1"/>
          <p:nvPr/>
        </p:nvSpPr>
        <p:spPr>
          <a:xfrm>
            <a:off x="6714071" y="72121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D7DCAD07-3CDB-8CD0-4A81-376744D4150E}"/>
              </a:ext>
            </a:extLst>
          </p:cNvPr>
          <p:cNvSpPr txBox="1"/>
          <p:nvPr/>
        </p:nvSpPr>
        <p:spPr>
          <a:xfrm>
            <a:off x="7213604" y="72121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4D69F3A4-0617-C3EA-2439-653115E4AE9D}"/>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F79125C9-A36D-92A4-E66E-FDC1E5F78151}"/>
              </a:ext>
            </a:extLst>
          </p:cNvPr>
          <p:cNvSpPr txBox="1"/>
          <p:nvPr/>
        </p:nvSpPr>
        <p:spPr>
          <a:xfrm>
            <a:off x="6214537" y="3237891"/>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EDDAC37C-FD25-DFD8-4238-E6C7008C5138}"/>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F06077C2-3E22-E8D6-F7B3-ED28BAA5D6C0}"/>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5" name="TextBox 34">
            <a:extLst>
              <a:ext uri="{FF2B5EF4-FFF2-40B4-BE49-F238E27FC236}">
                <a16:creationId xmlns:a16="http://schemas.microsoft.com/office/drawing/2014/main" id="{4673D502-F2FB-97B0-53E6-075BE544F8FF}"/>
              </a:ext>
            </a:extLst>
          </p:cNvPr>
          <p:cNvSpPr txBox="1"/>
          <p:nvPr/>
        </p:nvSpPr>
        <p:spPr>
          <a:xfrm>
            <a:off x="7213604" y="3237891"/>
            <a:ext cx="462845" cy="584775"/>
          </a:xfrm>
          <a:prstGeom prst="rect">
            <a:avLst/>
          </a:prstGeom>
          <a:noFill/>
        </p:spPr>
        <p:txBody>
          <a:bodyPr wrap="square" rtlCol="0">
            <a:spAutoFit/>
          </a:bodyPr>
          <a:lstStyle/>
          <a:p>
            <a:pPr algn="ctr"/>
            <a:r>
              <a:rPr lang="en-US" sz="3200" dirty="0"/>
              <a:t>5</a:t>
            </a:r>
          </a:p>
        </p:txBody>
      </p:sp>
      <p:sp>
        <p:nvSpPr>
          <p:cNvPr id="22" name="TextBox 21">
            <a:extLst>
              <a:ext uri="{FF2B5EF4-FFF2-40B4-BE49-F238E27FC236}">
                <a16:creationId xmlns:a16="http://schemas.microsoft.com/office/drawing/2014/main" id="{8CCD36AB-0D34-EBED-A857-06294C35C1F9}"/>
              </a:ext>
            </a:extLst>
          </p:cNvPr>
          <p:cNvSpPr txBox="1"/>
          <p:nvPr/>
        </p:nvSpPr>
        <p:spPr>
          <a:xfrm>
            <a:off x="5147734"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46</a:t>
            </a:r>
          </a:p>
        </p:txBody>
      </p:sp>
      <p:sp>
        <p:nvSpPr>
          <p:cNvPr id="23" name="TextBox 22">
            <a:extLst>
              <a:ext uri="{FF2B5EF4-FFF2-40B4-BE49-F238E27FC236}">
                <a16:creationId xmlns:a16="http://schemas.microsoft.com/office/drawing/2014/main" id="{11273260-2486-DF63-0086-97E94C6D018D}"/>
              </a:ext>
            </a:extLst>
          </p:cNvPr>
          <p:cNvSpPr txBox="1"/>
          <p:nvPr/>
        </p:nvSpPr>
        <p:spPr>
          <a:xfrm>
            <a:off x="5650090"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97</a:t>
            </a:r>
          </a:p>
        </p:txBody>
      </p:sp>
      <p:sp>
        <p:nvSpPr>
          <p:cNvPr id="37" name="TextBox 36">
            <a:extLst>
              <a:ext uri="{FF2B5EF4-FFF2-40B4-BE49-F238E27FC236}">
                <a16:creationId xmlns:a16="http://schemas.microsoft.com/office/drawing/2014/main" id="{511F394B-9A9C-A283-75C7-EF15372447DA}"/>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732CFCD2-DEF6-1AF4-CDC8-9FB78F3D6E90}"/>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9" name="TextBox 38">
            <a:extLst>
              <a:ext uri="{FF2B5EF4-FFF2-40B4-BE49-F238E27FC236}">
                <a16:creationId xmlns:a16="http://schemas.microsoft.com/office/drawing/2014/main" id="{2CA29BF2-60CF-47C6-7F89-D8082E2211F6}"/>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57726B19-E092-8D7C-8535-BCFB8E47AE6C}"/>
              </a:ext>
            </a:extLst>
          </p:cNvPr>
          <p:cNvSpPr txBox="1"/>
          <p:nvPr/>
        </p:nvSpPr>
        <p:spPr>
          <a:xfrm>
            <a:off x="4645378"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79</a:t>
            </a:r>
          </a:p>
        </p:txBody>
      </p:sp>
      <p:sp>
        <p:nvSpPr>
          <p:cNvPr id="19" name="TextBox 18">
            <a:extLst>
              <a:ext uri="{FF2B5EF4-FFF2-40B4-BE49-F238E27FC236}">
                <a16:creationId xmlns:a16="http://schemas.microsoft.com/office/drawing/2014/main" id="{6FC3FB7B-F81B-24E5-0790-948A5E77502E}"/>
              </a:ext>
            </a:extLst>
          </p:cNvPr>
          <p:cNvSpPr txBox="1"/>
          <p:nvPr/>
        </p:nvSpPr>
        <p:spPr>
          <a:xfrm>
            <a:off x="4645378"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64</a:t>
            </a:r>
          </a:p>
        </p:txBody>
      </p:sp>
      <p:sp>
        <p:nvSpPr>
          <p:cNvPr id="40" name="TextBox 39">
            <a:extLst>
              <a:ext uri="{FF2B5EF4-FFF2-40B4-BE49-F238E27FC236}">
                <a16:creationId xmlns:a16="http://schemas.microsoft.com/office/drawing/2014/main" id="{12F573D3-5E74-88B6-653E-9D065EA73EF2}"/>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41" name="TextBox 40">
            <a:extLst>
              <a:ext uri="{FF2B5EF4-FFF2-40B4-BE49-F238E27FC236}">
                <a16:creationId xmlns:a16="http://schemas.microsoft.com/office/drawing/2014/main" id="{F9DB42F7-2469-2416-61BF-741B5E432754}"/>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54347852-2290-7027-29E5-FF532ED354FF}"/>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43" name="TextBox 42">
            <a:extLst>
              <a:ext uri="{FF2B5EF4-FFF2-40B4-BE49-F238E27FC236}">
                <a16:creationId xmlns:a16="http://schemas.microsoft.com/office/drawing/2014/main" id="{90E2EF38-A694-7219-FC2E-539D24014454}"/>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7D83BD99-99CA-8E78-D539-A8EE9C9908A4}"/>
              </a:ext>
            </a:extLst>
          </p:cNvPr>
          <p:cNvSpPr txBox="1"/>
          <p:nvPr/>
        </p:nvSpPr>
        <p:spPr>
          <a:xfrm>
            <a:off x="4143022" y="3406653"/>
            <a:ext cx="570089" cy="230832"/>
          </a:xfrm>
          <a:prstGeom prst="rect">
            <a:avLst/>
          </a:prstGeom>
          <a:noFill/>
        </p:spPr>
        <p:txBody>
          <a:bodyPr wrap="square" rtlCol="0">
            <a:spAutoFit/>
          </a:bodyPr>
          <a:lstStyle/>
          <a:p>
            <a:pPr algn="ctr"/>
            <a:r>
              <a:rPr lang="en-US" sz="900" dirty="0"/>
              <a:t>146</a:t>
            </a:r>
          </a:p>
        </p:txBody>
      </p:sp>
      <p:sp>
        <p:nvSpPr>
          <p:cNvPr id="49" name="TextBox 48">
            <a:extLst>
              <a:ext uri="{FF2B5EF4-FFF2-40B4-BE49-F238E27FC236}">
                <a16:creationId xmlns:a16="http://schemas.microsoft.com/office/drawing/2014/main" id="{6ACA68BD-C2B0-38C8-2A20-B20497C06CC0}"/>
              </a:ext>
            </a:extLst>
          </p:cNvPr>
          <p:cNvSpPr txBox="1"/>
          <p:nvPr/>
        </p:nvSpPr>
        <p:spPr>
          <a:xfrm>
            <a:off x="4143022" y="3907597"/>
            <a:ext cx="570089" cy="230832"/>
          </a:xfrm>
          <a:prstGeom prst="rect">
            <a:avLst/>
          </a:prstGeom>
          <a:noFill/>
        </p:spPr>
        <p:txBody>
          <a:bodyPr wrap="square" rtlCol="0">
            <a:spAutoFit/>
          </a:bodyPr>
          <a:lstStyle/>
          <a:p>
            <a:pPr algn="ctr"/>
            <a:r>
              <a:rPr lang="en-US" sz="900" dirty="0"/>
              <a:t>1346</a:t>
            </a:r>
          </a:p>
        </p:txBody>
      </p:sp>
      <p:sp>
        <p:nvSpPr>
          <p:cNvPr id="50" name="TextBox 49">
            <a:extLst>
              <a:ext uri="{FF2B5EF4-FFF2-40B4-BE49-F238E27FC236}">
                <a16:creationId xmlns:a16="http://schemas.microsoft.com/office/drawing/2014/main" id="{685C3BE7-84EF-222B-AB31-7704AF406695}"/>
              </a:ext>
            </a:extLst>
          </p:cNvPr>
          <p:cNvSpPr txBox="1"/>
          <p:nvPr/>
        </p:nvSpPr>
        <p:spPr>
          <a:xfrm>
            <a:off x="4143022" y="4408541"/>
            <a:ext cx="570089" cy="230832"/>
          </a:xfrm>
          <a:prstGeom prst="rect">
            <a:avLst/>
          </a:prstGeom>
          <a:noFill/>
        </p:spPr>
        <p:txBody>
          <a:bodyPr wrap="square" rtlCol="0">
            <a:spAutoFit/>
          </a:bodyPr>
          <a:lstStyle/>
          <a:p>
            <a:pPr algn="ctr"/>
            <a:r>
              <a:rPr lang="en-US" sz="900" dirty="0"/>
              <a:t>1346</a:t>
            </a:r>
          </a:p>
        </p:txBody>
      </p:sp>
      <p:sp>
        <p:nvSpPr>
          <p:cNvPr id="51" name="TextBox 50">
            <a:extLst>
              <a:ext uri="{FF2B5EF4-FFF2-40B4-BE49-F238E27FC236}">
                <a16:creationId xmlns:a16="http://schemas.microsoft.com/office/drawing/2014/main" id="{8AC7914D-F331-DD17-25C4-B573231560BA}"/>
              </a:ext>
            </a:extLst>
          </p:cNvPr>
          <p:cNvSpPr txBox="1"/>
          <p:nvPr/>
        </p:nvSpPr>
        <p:spPr>
          <a:xfrm>
            <a:off x="4143022" y="4909484"/>
            <a:ext cx="570089" cy="230832"/>
          </a:xfrm>
          <a:prstGeom prst="rect">
            <a:avLst/>
          </a:prstGeom>
          <a:noFill/>
        </p:spPr>
        <p:txBody>
          <a:bodyPr wrap="square" rtlCol="0">
            <a:spAutoFit/>
          </a:bodyPr>
          <a:lstStyle/>
          <a:p>
            <a:pPr algn="ctr"/>
            <a:r>
              <a:rPr lang="en-US" sz="900" dirty="0"/>
              <a:t>1346</a:t>
            </a:r>
          </a:p>
        </p:txBody>
      </p:sp>
      <p:sp>
        <p:nvSpPr>
          <p:cNvPr id="52" name="TextBox 51">
            <a:extLst>
              <a:ext uri="{FF2B5EF4-FFF2-40B4-BE49-F238E27FC236}">
                <a16:creationId xmlns:a16="http://schemas.microsoft.com/office/drawing/2014/main" id="{72CFFE80-0A34-9EFA-0911-050E8A1EE1C0}"/>
              </a:ext>
            </a:extLst>
          </p:cNvPr>
          <p:cNvSpPr txBox="1"/>
          <p:nvPr/>
        </p:nvSpPr>
        <p:spPr>
          <a:xfrm>
            <a:off x="4216401" y="2231221"/>
            <a:ext cx="462845" cy="584775"/>
          </a:xfrm>
          <a:prstGeom prst="rect">
            <a:avLst/>
          </a:prstGeom>
          <a:noFill/>
        </p:spPr>
        <p:txBody>
          <a:bodyPr wrap="square" rtlCol="0">
            <a:spAutoFit/>
          </a:bodyPr>
          <a:lstStyle/>
          <a:p>
            <a:pPr algn="ctr"/>
            <a:r>
              <a:rPr lang="en-US" sz="3200" dirty="0"/>
              <a:t>7</a:t>
            </a:r>
          </a:p>
        </p:txBody>
      </p:sp>
      <p:sp>
        <p:nvSpPr>
          <p:cNvPr id="46" name="TextBox 45">
            <a:extLst>
              <a:ext uri="{FF2B5EF4-FFF2-40B4-BE49-F238E27FC236}">
                <a16:creationId xmlns:a16="http://schemas.microsoft.com/office/drawing/2014/main" id="{5DAB1C01-06A5-C6FB-C81E-004B3FAD5C4C}"/>
              </a:ext>
            </a:extLst>
          </p:cNvPr>
          <p:cNvSpPr txBox="1"/>
          <p:nvPr/>
        </p:nvSpPr>
        <p:spPr>
          <a:xfrm>
            <a:off x="3640666" y="901933"/>
            <a:ext cx="570089" cy="230832"/>
          </a:xfrm>
          <a:prstGeom prst="rect">
            <a:avLst/>
          </a:prstGeom>
          <a:noFill/>
        </p:spPr>
        <p:txBody>
          <a:bodyPr wrap="square" rtlCol="0">
            <a:spAutoFit/>
          </a:bodyPr>
          <a:lstStyle/>
          <a:p>
            <a:pPr algn="ctr"/>
            <a:r>
              <a:rPr lang="en-US" sz="900" dirty="0"/>
              <a:t>64</a:t>
            </a:r>
          </a:p>
        </p:txBody>
      </p:sp>
      <p:sp>
        <p:nvSpPr>
          <p:cNvPr id="53" name="TextBox 52">
            <a:extLst>
              <a:ext uri="{FF2B5EF4-FFF2-40B4-BE49-F238E27FC236}">
                <a16:creationId xmlns:a16="http://schemas.microsoft.com/office/drawing/2014/main" id="{33E4EA89-58A6-97D9-EE8F-9B346B2FCEC9}"/>
              </a:ext>
            </a:extLst>
          </p:cNvPr>
          <p:cNvSpPr txBox="1"/>
          <p:nvPr/>
        </p:nvSpPr>
        <p:spPr>
          <a:xfrm>
            <a:off x="3138310" y="901933"/>
            <a:ext cx="570089" cy="230832"/>
          </a:xfrm>
          <a:prstGeom prst="rect">
            <a:avLst/>
          </a:prstGeom>
          <a:noFill/>
        </p:spPr>
        <p:txBody>
          <a:bodyPr wrap="square" rtlCol="0">
            <a:spAutoFit/>
          </a:bodyPr>
          <a:lstStyle/>
          <a:p>
            <a:pPr algn="ctr"/>
            <a:r>
              <a:rPr lang="en-US" sz="900" dirty="0"/>
              <a:t>46</a:t>
            </a:r>
          </a:p>
        </p:txBody>
      </p:sp>
      <p:sp>
        <p:nvSpPr>
          <p:cNvPr id="54" name="TextBox 53">
            <a:extLst>
              <a:ext uri="{FF2B5EF4-FFF2-40B4-BE49-F238E27FC236}">
                <a16:creationId xmlns:a16="http://schemas.microsoft.com/office/drawing/2014/main" id="{64BC0F0A-408C-2CEE-980B-BCB456BD416D}"/>
              </a:ext>
            </a:extLst>
          </p:cNvPr>
          <p:cNvSpPr txBox="1"/>
          <p:nvPr/>
        </p:nvSpPr>
        <p:spPr>
          <a:xfrm>
            <a:off x="3640666" y="1402877"/>
            <a:ext cx="570089" cy="230832"/>
          </a:xfrm>
          <a:prstGeom prst="rect">
            <a:avLst/>
          </a:prstGeom>
          <a:noFill/>
        </p:spPr>
        <p:txBody>
          <a:bodyPr wrap="square" rtlCol="0">
            <a:spAutoFit/>
          </a:bodyPr>
          <a:lstStyle/>
          <a:p>
            <a:pPr algn="ctr"/>
            <a:r>
              <a:rPr lang="en-US" sz="900" dirty="0"/>
              <a:t>32</a:t>
            </a:r>
          </a:p>
        </p:txBody>
      </p:sp>
      <p:sp>
        <p:nvSpPr>
          <p:cNvPr id="55" name="TextBox 54">
            <a:extLst>
              <a:ext uri="{FF2B5EF4-FFF2-40B4-BE49-F238E27FC236}">
                <a16:creationId xmlns:a16="http://schemas.microsoft.com/office/drawing/2014/main" id="{CD6A426A-360A-4177-D5B0-64E2ECE0FDE4}"/>
              </a:ext>
            </a:extLst>
          </p:cNvPr>
          <p:cNvSpPr txBox="1"/>
          <p:nvPr/>
        </p:nvSpPr>
        <p:spPr>
          <a:xfrm>
            <a:off x="3138310" y="1402877"/>
            <a:ext cx="570089" cy="230832"/>
          </a:xfrm>
          <a:prstGeom prst="rect">
            <a:avLst/>
          </a:prstGeom>
          <a:noFill/>
        </p:spPr>
        <p:txBody>
          <a:bodyPr wrap="square" rtlCol="0">
            <a:spAutoFit/>
          </a:bodyPr>
          <a:lstStyle/>
          <a:p>
            <a:pPr algn="ctr"/>
            <a:r>
              <a:rPr lang="en-US" sz="900" dirty="0"/>
              <a:t>23</a:t>
            </a:r>
          </a:p>
        </p:txBody>
      </p:sp>
      <p:sp>
        <p:nvSpPr>
          <p:cNvPr id="56" name="TextBox 55">
            <a:extLst>
              <a:ext uri="{FF2B5EF4-FFF2-40B4-BE49-F238E27FC236}">
                <a16:creationId xmlns:a16="http://schemas.microsoft.com/office/drawing/2014/main" id="{7CD50027-3C9F-F528-DB8E-89985FB6B3CE}"/>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493CEF4A-D1CB-2996-2ED3-E9459620CC30}"/>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57" name="TextBox 56">
            <a:extLst>
              <a:ext uri="{FF2B5EF4-FFF2-40B4-BE49-F238E27FC236}">
                <a16:creationId xmlns:a16="http://schemas.microsoft.com/office/drawing/2014/main" id="{35D4E42B-9106-177A-057E-37ADDB840E85}"/>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14" name="TextBox 13">
            <a:extLst>
              <a:ext uri="{FF2B5EF4-FFF2-40B4-BE49-F238E27FC236}">
                <a16:creationId xmlns:a16="http://schemas.microsoft.com/office/drawing/2014/main" id="{D470A3DB-305B-F97B-E3C8-3E5C9CF4B0A2}"/>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28" name="TextBox 27">
            <a:extLst>
              <a:ext uri="{FF2B5EF4-FFF2-40B4-BE49-F238E27FC236}">
                <a16:creationId xmlns:a16="http://schemas.microsoft.com/office/drawing/2014/main" id="{DBF3B336-272F-0952-7CC4-134B51CDDA02}"/>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2B22BD9C-F1EA-6D74-F9F4-594D6AD9CE9B}"/>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36" name="TextBox 35">
            <a:extLst>
              <a:ext uri="{FF2B5EF4-FFF2-40B4-BE49-F238E27FC236}">
                <a16:creationId xmlns:a16="http://schemas.microsoft.com/office/drawing/2014/main" id="{30D3920D-920B-F289-E630-FFE5562AA473}"/>
              </a:ext>
            </a:extLst>
          </p:cNvPr>
          <p:cNvSpPr txBox="1"/>
          <p:nvPr/>
        </p:nvSpPr>
        <p:spPr>
          <a:xfrm>
            <a:off x="4645378" y="2905709"/>
            <a:ext cx="570089" cy="230832"/>
          </a:xfrm>
          <a:prstGeom prst="rect">
            <a:avLst/>
          </a:prstGeom>
          <a:solidFill>
            <a:schemeClr val="accent5">
              <a:lumMod val="20000"/>
              <a:lumOff val="80000"/>
            </a:schemeClr>
          </a:solidFill>
        </p:spPr>
        <p:txBody>
          <a:bodyPr wrap="square" rtlCol="0">
            <a:spAutoFit/>
          </a:bodyPr>
          <a:lstStyle/>
          <a:p>
            <a:pPr algn="ctr"/>
            <a:r>
              <a:rPr lang="en-US" sz="900" dirty="0"/>
              <a:t>97</a:t>
            </a:r>
          </a:p>
        </p:txBody>
      </p:sp>
      <p:sp>
        <p:nvSpPr>
          <p:cNvPr id="44" name="TextBox 43">
            <a:extLst>
              <a:ext uri="{FF2B5EF4-FFF2-40B4-BE49-F238E27FC236}">
                <a16:creationId xmlns:a16="http://schemas.microsoft.com/office/drawing/2014/main" id="{FC99ABB5-C45C-98BE-802B-559E30ADAA98}"/>
              </a:ext>
            </a:extLst>
          </p:cNvPr>
          <p:cNvSpPr txBox="1"/>
          <p:nvPr/>
        </p:nvSpPr>
        <p:spPr>
          <a:xfrm>
            <a:off x="5147734" y="2905709"/>
            <a:ext cx="570089" cy="230832"/>
          </a:xfrm>
          <a:prstGeom prst="rect">
            <a:avLst/>
          </a:prstGeom>
          <a:solidFill>
            <a:schemeClr val="accent5">
              <a:lumMod val="20000"/>
              <a:lumOff val="80000"/>
            </a:schemeClr>
          </a:solidFill>
        </p:spPr>
        <p:txBody>
          <a:bodyPr wrap="square" rtlCol="0">
            <a:spAutoFit/>
          </a:bodyPr>
          <a:lstStyle/>
          <a:p>
            <a:pPr algn="ctr"/>
            <a:r>
              <a:rPr lang="en-US" sz="900" dirty="0"/>
              <a:t>79</a:t>
            </a:r>
          </a:p>
        </p:txBody>
      </p:sp>
      <p:sp>
        <p:nvSpPr>
          <p:cNvPr id="60" name="TextBox 59">
            <a:extLst>
              <a:ext uri="{FF2B5EF4-FFF2-40B4-BE49-F238E27FC236}">
                <a16:creationId xmlns:a16="http://schemas.microsoft.com/office/drawing/2014/main" id="{940A9644-5F65-2528-BAA6-B66B43319C68}"/>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61" name="TextBox 60">
            <a:extLst>
              <a:ext uri="{FF2B5EF4-FFF2-40B4-BE49-F238E27FC236}">
                <a16:creationId xmlns:a16="http://schemas.microsoft.com/office/drawing/2014/main" id="{66A989D3-935F-36A7-212A-52BA916EA053}"/>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62" name="TextBox 61">
            <a:extLst>
              <a:ext uri="{FF2B5EF4-FFF2-40B4-BE49-F238E27FC236}">
                <a16:creationId xmlns:a16="http://schemas.microsoft.com/office/drawing/2014/main" id="{68F29028-E242-02EE-525F-F78F2613AC33}"/>
              </a:ext>
            </a:extLst>
          </p:cNvPr>
          <p:cNvSpPr txBox="1"/>
          <p:nvPr/>
        </p:nvSpPr>
        <p:spPr>
          <a:xfrm>
            <a:off x="5215469" y="3237891"/>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2789501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F2FA5-82F2-62FC-E536-A7E49D90167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6A55768-BF08-B9C2-2EE6-8CE9A2A32A27}"/>
              </a:ext>
            </a:extLst>
          </p:cNvPr>
          <p:cNvSpPr>
            <a:spLocks noGrp="1"/>
          </p:cNvSpPr>
          <p:nvPr>
            <p:ph sz="half" idx="1"/>
          </p:nvPr>
        </p:nvSpPr>
        <p:spPr/>
        <p:txBody>
          <a:bodyPr/>
          <a:lstStyle/>
          <a:p>
            <a:r>
              <a:rPr lang="en-US" dirty="0"/>
              <a:t>Complete Rows 4–6.</a:t>
            </a:r>
          </a:p>
        </p:txBody>
      </p:sp>
      <p:pic>
        <p:nvPicPr>
          <p:cNvPr id="4" name="Picture 3" descr="A grid of sudoku puzzle&#10;&#10;Description automatically generated">
            <a:extLst>
              <a:ext uri="{FF2B5EF4-FFF2-40B4-BE49-F238E27FC236}">
                <a16:creationId xmlns:a16="http://schemas.microsoft.com/office/drawing/2014/main" id="{4FB56B14-956F-2DE1-4835-5ED5BF44449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0562498-D8C4-56B7-457F-10F5117AC46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908B4F8-D3F8-EE07-EBEB-9ADC5C85CC0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16E5487-90B0-CCB4-5D6C-DD6FB058E69C}"/>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82E263D1-5F78-A248-CEB8-65B50CA31DFD}"/>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F37953F3-7CB0-499E-9B5C-F46370557027}"/>
              </a:ext>
            </a:extLst>
          </p:cNvPr>
          <p:cNvSpPr txBox="1"/>
          <p:nvPr/>
        </p:nvSpPr>
        <p:spPr>
          <a:xfrm>
            <a:off x="6152446" y="1402877"/>
            <a:ext cx="570089" cy="230832"/>
          </a:xfrm>
          <a:prstGeom prst="rect">
            <a:avLst/>
          </a:prstGeom>
          <a:noFill/>
        </p:spPr>
        <p:txBody>
          <a:bodyPr wrap="square" rtlCol="0">
            <a:spAutoFit/>
          </a:bodyPr>
          <a:lstStyle/>
          <a:p>
            <a:pPr algn="ctr"/>
            <a:r>
              <a:rPr lang="en-US" sz="900" dirty="0"/>
              <a:t>56</a:t>
            </a:r>
          </a:p>
        </p:txBody>
      </p:sp>
      <p:sp>
        <p:nvSpPr>
          <p:cNvPr id="13" name="TextBox 12">
            <a:extLst>
              <a:ext uri="{FF2B5EF4-FFF2-40B4-BE49-F238E27FC236}">
                <a16:creationId xmlns:a16="http://schemas.microsoft.com/office/drawing/2014/main" id="{C650E905-ADAD-99A2-17F2-2C54A49343AD}"/>
              </a:ext>
            </a:extLst>
          </p:cNvPr>
          <p:cNvSpPr txBox="1"/>
          <p:nvPr/>
        </p:nvSpPr>
        <p:spPr>
          <a:xfrm>
            <a:off x="6654802" y="1402877"/>
            <a:ext cx="570089" cy="230832"/>
          </a:xfrm>
          <a:prstGeom prst="rect">
            <a:avLst/>
          </a:prstGeom>
          <a:noFill/>
        </p:spPr>
        <p:txBody>
          <a:bodyPr wrap="square" rtlCol="0">
            <a:spAutoFit/>
          </a:bodyPr>
          <a:lstStyle/>
          <a:p>
            <a:pPr algn="ctr"/>
            <a:r>
              <a:rPr lang="en-US" sz="900" dirty="0"/>
              <a:t>456</a:t>
            </a:r>
          </a:p>
        </p:txBody>
      </p:sp>
      <p:sp>
        <p:nvSpPr>
          <p:cNvPr id="15" name="TextBox 14">
            <a:extLst>
              <a:ext uri="{FF2B5EF4-FFF2-40B4-BE49-F238E27FC236}">
                <a16:creationId xmlns:a16="http://schemas.microsoft.com/office/drawing/2014/main" id="{AF0AD6CF-4DEC-F848-CA06-F62959F4D2C7}"/>
              </a:ext>
            </a:extLst>
          </p:cNvPr>
          <p:cNvSpPr txBox="1"/>
          <p:nvPr/>
        </p:nvSpPr>
        <p:spPr>
          <a:xfrm>
            <a:off x="7157158"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46</a:t>
            </a:r>
          </a:p>
        </p:txBody>
      </p:sp>
      <p:sp>
        <p:nvSpPr>
          <p:cNvPr id="20" name="TextBox 19">
            <a:extLst>
              <a:ext uri="{FF2B5EF4-FFF2-40B4-BE49-F238E27FC236}">
                <a16:creationId xmlns:a16="http://schemas.microsoft.com/office/drawing/2014/main" id="{291B7F5A-C83D-6FB4-D4A8-5C346BCD0FB7}"/>
              </a:ext>
            </a:extLst>
          </p:cNvPr>
          <p:cNvSpPr txBox="1"/>
          <p:nvPr/>
        </p:nvSpPr>
        <p:spPr>
          <a:xfrm>
            <a:off x="3640666" y="1903821"/>
            <a:ext cx="570089" cy="230832"/>
          </a:xfrm>
          <a:prstGeom prst="rect">
            <a:avLst/>
          </a:prstGeom>
          <a:noFill/>
        </p:spPr>
        <p:txBody>
          <a:bodyPr wrap="square" rtlCol="0">
            <a:spAutoFit/>
          </a:bodyPr>
          <a:lstStyle/>
          <a:p>
            <a:pPr algn="ctr"/>
            <a:r>
              <a:rPr lang="en-US" sz="900" dirty="0"/>
              <a:t>71</a:t>
            </a:r>
          </a:p>
        </p:txBody>
      </p:sp>
      <p:sp>
        <p:nvSpPr>
          <p:cNvPr id="21" name="TextBox 20">
            <a:extLst>
              <a:ext uri="{FF2B5EF4-FFF2-40B4-BE49-F238E27FC236}">
                <a16:creationId xmlns:a16="http://schemas.microsoft.com/office/drawing/2014/main" id="{777A97F3-AA34-A4B8-56BF-F47A3AE9B2F0}"/>
              </a:ext>
            </a:extLst>
          </p:cNvPr>
          <p:cNvSpPr txBox="1"/>
          <p:nvPr/>
        </p:nvSpPr>
        <p:spPr>
          <a:xfrm>
            <a:off x="3138310" y="1903821"/>
            <a:ext cx="570089" cy="230832"/>
          </a:xfrm>
          <a:prstGeom prst="rect">
            <a:avLst/>
          </a:prstGeom>
          <a:noFill/>
        </p:spPr>
        <p:txBody>
          <a:bodyPr wrap="square" rtlCol="0">
            <a:spAutoFit/>
          </a:bodyPr>
          <a:lstStyle/>
          <a:p>
            <a:pPr algn="ctr"/>
            <a:r>
              <a:rPr lang="en-US" sz="900" dirty="0"/>
              <a:t>17</a:t>
            </a:r>
          </a:p>
        </p:txBody>
      </p:sp>
      <p:sp>
        <p:nvSpPr>
          <p:cNvPr id="24" name="TextBox 23">
            <a:extLst>
              <a:ext uri="{FF2B5EF4-FFF2-40B4-BE49-F238E27FC236}">
                <a16:creationId xmlns:a16="http://schemas.microsoft.com/office/drawing/2014/main" id="{9EA04B69-10EC-374A-05C1-BBE77C6780E4}"/>
              </a:ext>
            </a:extLst>
          </p:cNvPr>
          <p:cNvSpPr txBox="1"/>
          <p:nvPr/>
        </p:nvSpPr>
        <p:spPr>
          <a:xfrm>
            <a:off x="6152446" y="4408541"/>
            <a:ext cx="570089" cy="230832"/>
          </a:xfrm>
          <a:prstGeom prst="rect">
            <a:avLst/>
          </a:prstGeom>
          <a:noFill/>
        </p:spPr>
        <p:txBody>
          <a:bodyPr wrap="square" rtlCol="0">
            <a:spAutoFit/>
          </a:bodyPr>
          <a:lstStyle/>
          <a:p>
            <a:pPr algn="ctr"/>
            <a:r>
              <a:rPr lang="en-US" sz="900" dirty="0"/>
              <a:t>2356</a:t>
            </a:r>
          </a:p>
        </p:txBody>
      </p:sp>
      <p:sp>
        <p:nvSpPr>
          <p:cNvPr id="25" name="TextBox 24">
            <a:extLst>
              <a:ext uri="{FF2B5EF4-FFF2-40B4-BE49-F238E27FC236}">
                <a16:creationId xmlns:a16="http://schemas.microsoft.com/office/drawing/2014/main" id="{FF05F0E9-8BB0-8E36-BC96-A60EFA60E85D}"/>
              </a:ext>
            </a:extLst>
          </p:cNvPr>
          <p:cNvSpPr txBox="1"/>
          <p:nvPr/>
        </p:nvSpPr>
        <p:spPr>
          <a:xfrm>
            <a:off x="6152446" y="4909484"/>
            <a:ext cx="570089" cy="230832"/>
          </a:xfrm>
          <a:prstGeom prst="rect">
            <a:avLst/>
          </a:prstGeom>
          <a:noFill/>
        </p:spPr>
        <p:txBody>
          <a:bodyPr wrap="square" rtlCol="0">
            <a:spAutoFit/>
          </a:bodyPr>
          <a:lstStyle/>
          <a:p>
            <a:pPr algn="ctr"/>
            <a:r>
              <a:rPr lang="en-US" sz="900" dirty="0"/>
              <a:t>6532</a:t>
            </a:r>
          </a:p>
        </p:txBody>
      </p:sp>
      <p:sp>
        <p:nvSpPr>
          <p:cNvPr id="29" name="TextBox 28">
            <a:extLst>
              <a:ext uri="{FF2B5EF4-FFF2-40B4-BE49-F238E27FC236}">
                <a16:creationId xmlns:a16="http://schemas.microsoft.com/office/drawing/2014/main" id="{50C2DF89-F20F-0CA4-3407-448F52F62BEB}"/>
              </a:ext>
            </a:extLst>
          </p:cNvPr>
          <p:cNvSpPr txBox="1"/>
          <p:nvPr/>
        </p:nvSpPr>
        <p:spPr>
          <a:xfrm>
            <a:off x="6152446" y="2905709"/>
            <a:ext cx="570089" cy="230832"/>
          </a:xfrm>
          <a:prstGeom prst="rect">
            <a:avLst/>
          </a:prstGeom>
          <a:noFill/>
        </p:spPr>
        <p:txBody>
          <a:bodyPr wrap="square" rtlCol="0">
            <a:spAutoFit/>
          </a:bodyPr>
          <a:lstStyle/>
          <a:p>
            <a:pPr algn="ctr"/>
            <a:r>
              <a:rPr lang="en-US" sz="900" dirty="0"/>
              <a:t>16</a:t>
            </a:r>
          </a:p>
        </p:txBody>
      </p:sp>
      <p:sp>
        <p:nvSpPr>
          <p:cNvPr id="30" name="TextBox 29">
            <a:extLst>
              <a:ext uri="{FF2B5EF4-FFF2-40B4-BE49-F238E27FC236}">
                <a16:creationId xmlns:a16="http://schemas.microsoft.com/office/drawing/2014/main" id="{1105E1ED-1F01-218A-F9C8-14FA08FE6BAE}"/>
              </a:ext>
            </a:extLst>
          </p:cNvPr>
          <p:cNvSpPr txBox="1"/>
          <p:nvPr/>
        </p:nvSpPr>
        <p:spPr>
          <a:xfrm>
            <a:off x="6654802" y="2905709"/>
            <a:ext cx="570089" cy="230832"/>
          </a:xfrm>
          <a:prstGeom prst="rect">
            <a:avLst/>
          </a:prstGeom>
          <a:noFill/>
        </p:spPr>
        <p:txBody>
          <a:bodyPr wrap="square" rtlCol="0">
            <a:spAutoFit/>
          </a:bodyPr>
          <a:lstStyle/>
          <a:p>
            <a:pPr algn="ctr"/>
            <a:r>
              <a:rPr lang="en-US" sz="900" dirty="0"/>
              <a:t>61</a:t>
            </a:r>
          </a:p>
        </p:txBody>
      </p:sp>
      <p:sp>
        <p:nvSpPr>
          <p:cNvPr id="31" name="TextBox 30">
            <a:extLst>
              <a:ext uri="{FF2B5EF4-FFF2-40B4-BE49-F238E27FC236}">
                <a16:creationId xmlns:a16="http://schemas.microsoft.com/office/drawing/2014/main" id="{BDD755B2-19E4-4972-0E1D-82D49F461FCC}"/>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C4E5AD4A-340A-8A49-A175-9FFDC8C5FC0A}"/>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C954895A-1C2B-B587-99E6-DD1685D4B98C}"/>
              </a:ext>
            </a:extLst>
          </p:cNvPr>
          <p:cNvSpPr txBox="1"/>
          <p:nvPr/>
        </p:nvSpPr>
        <p:spPr>
          <a:xfrm>
            <a:off x="6214537"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206CD442-9198-FE2B-E011-9EA7CDC81E47}"/>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3BCCBCF0-5B97-F273-ADDB-A80E7C934A65}"/>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772FB9AB-D0B9-76ED-748E-229096466382}"/>
              </a:ext>
            </a:extLst>
          </p:cNvPr>
          <p:cNvSpPr txBox="1"/>
          <p:nvPr/>
        </p:nvSpPr>
        <p:spPr>
          <a:xfrm>
            <a:off x="6714071" y="72121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D3579E89-FD59-596E-8F8C-FDA96637D7C7}"/>
              </a:ext>
            </a:extLst>
          </p:cNvPr>
          <p:cNvSpPr txBox="1"/>
          <p:nvPr/>
        </p:nvSpPr>
        <p:spPr>
          <a:xfrm>
            <a:off x="7213604" y="72121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FD7BB18C-BC74-DB57-7F55-3A40A0A0F13D}"/>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7EBA0B60-3795-EBD8-7300-7FDB3F66DAFF}"/>
              </a:ext>
            </a:extLst>
          </p:cNvPr>
          <p:cNvSpPr txBox="1"/>
          <p:nvPr/>
        </p:nvSpPr>
        <p:spPr>
          <a:xfrm>
            <a:off x="6214537" y="3237891"/>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3847026E-4516-BAB8-B4FE-4FBE287E6282}"/>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7AADC536-0C62-FE71-3A57-91CE182CEDD2}"/>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5" name="TextBox 34">
            <a:extLst>
              <a:ext uri="{FF2B5EF4-FFF2-40B4-BE49-F238E27FC236}">
                <a16:creationId xmlns:a16="http://schemas.microsoft.com/office/drawing/2014/main" id="{1770EBBB-3CCE-7831-A36C-D6EB88572E45}"/>
              </a:ext>
            </a:extLst>
          </p:cNvPr>
          <p:cNvSpPr txBox="1"/>
          <p:nvPr/>
        </p:nvSpPr>
        <p:spPr>
          <a:xfrm>
            <a:off x="7213604" y="3237891"/>
            <a:ext cx="462845" cy="584775"/>
          </a:xfrm>
          <a:prstGeom prst="rect">
            <a:avLst/>
          </a:prstGeom>
          <a:noFill/>
        </p:spPr>
        <p:txBody>
          <a:bodyPr wrap="square" rtlCol="0">
            <a:spAutoFit/>
          </a:bodyPr>
          <a:lstStyle/>
          <a:p>
            <a:pPr algn="ctr"/>
            <a:r>
              <a:rPr lang="en-US" sz="3200" dirty="0"/>
              <a:t>5</a:t>
            </a:r>
          </a:p>
        </p:txBody>
      </p:sp>
      <p:sp>
        <p:nvSpPr>
          <p:cNvPr id="22" name="TextBox 21">
            <a:extLst>
              <a:ext uri="{FF2B5EF4-FFF2-40B4-BE49-F238E27FC236}">
                <a16:creationId xmlns:a16="http://schemas.microsoft.com/office/drawing/2014/main" id="{624E93A1-100D-6B6D-BBD8-743F743657CA}"/>
              </a:ext>
            </a:extLst>
          </p:cNvPr>
          <p:cNvSpPr txBox="1"/>
          <p:nvPr/>
        </p:nvSpPr>
        <p:spPr>
          <a:xfrm>
            <a:off x="5147734"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46</a:t>
            </a:r>
          </a:p>
        </p:txBody>
      </p:sp>
      <p:sp>
        <p:nvSpPr>
          <p:cNvPr id="23" name="TextBox 22">
            <a:extLst>
              <a:ext uri="{FF2B5EF4-FFF2-40B4-BE49-F238E27FC236}">
                <a16:creationId xmlns:a16="http://schemas.microsoft.com/office/drawing/2014/main" id="{9EF61E15-230B-D309-5B97-F74D3E538E76}"/>
              </a:ext>
            </a:extLst>
          </p:cNvPr>
          <p:cNvSpPr txBox="1"/>
          <p:nvPr/>
        </p:nvSpPr>
        <p:spPr>
          <a:xfrm>
            <a:off x="5650090"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97</a:t>
            </a:r>
          </a:p>
        </p:txBody>
      </p:sp>
      <p:sp>
        <p:nvSpPr>
          <p:cNvPr id="37" name="TextBox 36">
            <a:extLst>
              <a:ext uri="{FF2B5EF4-FFF2-40B4-BE49-F238E27FC236}">
                <a16:creationId xmlns:a16="http://schemas.microsoft.com/office/drawing/2014/main" id="{6D584CAD-FEDE-E21D-42E1-3EB768FE4E63}"/>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383427CB-AF37-2997-A5FB-0492DECC4AEC}"/>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9" name="TextBox 38">
            <a:extLst>
              <a:ext uri="{FF2B5EF4-FFF2-40B4-BE49-F238E27FC236}">
                <a16:creationId xmlns:a16="http://schemas.microsoft.com/office/drawing/2014/main" id="{591A2F22-C427-8018-04C5-8ED12913079C}"/>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5A424B99-AC53-EC9C-60AA-517E1C7AA70D}"/>
              </a:ext>
            </a:extLst>
          </p:cNvPr>
          <p:cNvSpPr txBox="1"/>
          <p:nvPr/>
        </p:nvSpPr>
        <p:spPr>
          <a:xfrm>
            <a:off x="4645378"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79</a:t>
            </a:r>
          </a:p>
        </p:txBody>
      </p:sp>
      <p:sp>
        <p:nvSpPr>
          <p:cNvPr id="19" name="TextBox 18">
            <a:extLst>
              <a:ext uri="{FF2B5EF4-FFF2-40B4-BE49-F238E27FC236}">
                <a16:creationId xmlns:a16="http://schemas.microsoft.com/office/drawing/2014/main" id="{E135CD2D-F1FF-F97F-42DD-731019B75493}"/>
              </a:ext>
            </a:extLst>
          </p:cNvPr>
          <p:cNvSpPr txBox="1"/>
          <p:nvPr/>
        </p:nvSpPr>
        <p:spPr>
          <a:xfrm>
            <a:off x="4645378"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64</a:t>
            </a:r>
          </a:p>
        </p:txBody>
      </p:sp>
      <p:sp>
        <p:nvSpPr>
          <p:cNvPr id="40" name="TextBox 39">
            <a:extLst>
              <a:ext uri="{FF2B5EF4-FFF2-40B4-BE49-F238E27FC236}">
                <a16:creationId xmlns:a16="http://schemas.microsoft.com/office/drawing/2014/main" id="{D10E77B0-788D-3D85-C200-DA783F14BAB9}"/>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41" name="TextBox 40">
            <a:extLst>
              <a:ext uri="{FF2B5EF4-FFF2-40B4-BE49-F238E27FC236}">
                <a16:creationId xmlns:a16="http://schemas.microsoft.com/office/drawing/2014/main" id="{83CBCEB4-3594-EA74-0F2B-4147823397B3}"/>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FADA8322-FDD0-83F7-17AD-BF4EA7306F7E}"/>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43" name="TextBox 42">
            <a:extLst>
              <a:ext uri="{FF2B5EF4-FFF2-40B4-BE49-F238E27FC236}">
                <a16:creationId xmlns:a16="http://schemas.microsoft.com/office/drawing/2014/main" id="{AC7E59C1-8B49-9515-876A-B80048A315A9}"/>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3ECFB6AD-F684-17F2-A0C4-F7E7E5352BB8}"/>
              </a:ext>
            </a:extLst>
          </p:cNvPr>
          <p:cNvSpPr txBox="1"/>
          <p:nvPr/>
        </p:nvSpPr>
        <p:spPr>
          <a:xfrm>
            <a:off x="4143022" y="3406653"/>
            <a:ext cx="570089" cy="230832"/>
          </a:xfrm>
          <a:prstGeom prst="rect">
            <a:avLst/>
          </a:prstGeom>
          <a:noFill/>
        </p:spPr>
        <p:txBody>
          <a:bodyPr wrap="square" rtlCol="0">
            <a:spAutoFit/>
          </a:bodyPr>
          <a:lstStyle/>
          <a:p>
            <a:pPr algn="ctr"/>
            <a:r>
              <a:rPr lang="en-US" sz="900" dirty="0"/>
              <a:t>146</a:t>
            </a:r>
          </a:p>
        </p:txBody>
      </p:sp>
      <p:sp>
        <p:nvSpPr>
          <p:cNvPr id="49" name="TextBox 48">
            <a:extLst>
              <a:ext uri="{FF2B5EF4-FFF2-40B4-BE49-F238E27FC236}">
                <a16:creationId xmlns:a16="http://schemas.microsoft.com/office/drawing/2014/main" id="{B415F48D-8BA7-8359-0D19-F9414A2276D3}"/>
              </a:ext>
            </a:extLst>
          </p:cNvPr>
          <p:cNvSpPr txBox="1"/>
          <p:nvPr/>
        </p:nvSpPr>
        <p:spPr>
          <a:xfrm>
            <a:off x="4143022" y="3907597"/>
            <a:ext cx="570089" cy="230832"/>
          </a:xfrm>
          <a:prstGeom prst="rect">
            <a:avLst/>
          </a:prstGeom>
          <a:noFill/>
        </p:spPr>
        <p:txBody>
          <a:bodyPr wrap="square" rtlCol="0">
            <a:spAutoFit/>
          </a:bodyPr>
          <a:lstStyle/>
          <a:p>
            <a:pPr algn="ctr"/>
            <a:r>
              <a:rPr lang="en-US" sz="900" dirty="0"/>
              <a:t>1346</a:t>
            </a:r>
          </a:p>
        </p:txBody>
      </p:sp>
      <p:sp>
        <p:nvSpPr>
          <p:cNvPr id="50" name="TextBox 49">
            <a:extLst>
              <a:ext uri="{FF2B5EF4-FFF2-40B4-BE49-F238E27FC236}">
                <a16:creationId xmlns:a16="http://schemas.microsoft.com/office/drawing/2014/main" id="{13AB0D8E-B3B9-DBB4-6BFE-61548CCE8410}"/>
              </a:ext>
            </a:extLst>
          </p:cNvPr>
          <p:cNvSpPr txBox="1"/>
          <p:nvPr/>
        </p:nvSpPr>
        <p:spPr>
          <a:xfrm>
            <a:off x="4143022" y="4408541"/>
            <a:ext cx="570089" cy="230832"/>
          </a:xfrm>
          <a:prstGeom prst="rect">
            <a:avLst/>
          </a:prstGeom>
          <a:noFill/>
        </p:spPr>
        <p:txBody>
          <a:bodyPr wrap="square" rtlCol="0">
            <a:spAutoFit/>
          </a:bodyPr>
          <a:lstStyle/>
          <a:p>
            <a:pPr algn="ctr"/>
            <a:r>
              <a:rPr lang="en-US" sz="900" dirty="0"/>
              <a:t>1346</a:t>
            </a:r>
          </a:p>
        </p:txBody>
      </p:sp>
      <p:sp>
        <p:nvSpPr>
          <p:cNvPr id="51" name="TextBox 50">
            <a:extLst>
              <a:ext uri="{FF2B5EF4-FFF2-40B4-BE49-F238E27FC236}">
                <a16:creationId xmlns:a16="http://schemas.microsoft.com/office/drawing/2014/main" id="{35E8714F-E19E-B5ED-7377-A6D04012751A}"/>
              </a:ext>
            </a:extLst>
          </p:cNvPr>
          <p:cNvSpPr txBox="1"/>
          <p:nvPr/>
        </p:nvSpPr>
        <p:spPr>
          <a:xfrm>
            <a:off x="4143022" y="4909484"/>
            <a:ext cx="570089" cy="230832"/>
          </a:xfrm>
          <a:prstGeom prst="rect">
            <a:avLst/>
          </a:prstGeom>
          <a:noFill/>
        </p:spPr>
        <p:txBody>
          <a:bodyPr wrap="square" rtlCol="0">
            <a:spAutoFit/>
          </a:bodyPr>
          <a:lstStyle/>
          <a:p>
            <a:pPr algn="ctr"/>
            <a:r>
              <a:rPr lang="en-US" sz="900" dirty="0"/>
              <a:t>1346</a:t>
            </a:r>
          </a:p>
        </p:txBody>
      </p:sp>
      <p:sp>
        <p:nvSpPr>
          <p:cNvPr id="52" name="TextBox 51">
            <a:extLst>
              <a:ext uri="{FF2B5EF4-FFF2-40B4-BE49-F238E27FC236}">
                <a16:creationId xmlns:a16="http://schemas.microsoft.com/office/drawing/2014/main" id="{F9BFEDB4-C112-7E3B-A8EC-FD85CA98FEBF}"/>
              </a:ext>
            </a:extLst>
          </p:cNvPr>
          <p:cNvSpPr txBox="1"/>
          <p:nvPr/>
        </p:nvSpPr>
        <p:spPr>
          <a:xfrm>
            <a:off x="4216401" y="2231221"/>
            <a:ext cx="462845" cy="584775"/>
          </a:xfrm>
          <a:prstGeom prst="rect">
            <a:avLst/>
          </a:prstGeom>
          <a:noFill/>
        </p:spPr>
        <p:txBody>
          <a:bodyPr wrap="square" rtlCol="0">
            <a:spAutoFit/>
          </a:bodyPr>
          <a:lstStyle/>
          <a:p>
            <a:pPr algn="ctr"/>
            <a:r>
              <a:rPr lang="en-US" sz="3200" dirty="0"/>
              <a:t>7</a:t>
            </a:r>
          </a:p>
        </p:txBody>
      </p:sp>
      <p:sp>
        <p:nvSpPr>
          <p:cNvPr id="46" name="TextBox 45">
            <a:extLst>
              <a:ext uri="{FF2B5EF4-FFF2-40B4-BE49-F238E27FC236}">
                <a16:creationId xmlns:a16="http://schemas.microsoft.com/office/drawing/2014/main" id="{5A1206B6-0F7D-4AFF-A991-1BC860A14C4C}"/>
              </a:ext>
            </a:extLst>
          </p:cNvPr>
          <p:cNvSpPr txBox="1"/>
          <p:nvPr/>
        </p:nvSpPr>
        <p:spPr>
          <a:xfrm>
            <a:off x="3640666" y="901933"/>
            <a:ext cx="570089" cy="230832"/>
          </a:xfrm>
          <a:prstGeom prst="rect">
            <a:avLst/>
          </a:prstGeom>
          <a:noFill/>
        </p:spPr>
        <p:txBody>
          <a:bodyPr wrap="square" rtlCol="0">
            <a:spAutoFit/>
          </a:bodyPr>
          <a:lstStyle/>
          <a:p>
            <a:pPr algn="ctr"/>
            <a:r>
              <a:rPr lang="en-US" sz="900" dirty="0"/>
              <a:t>64</a:t>
            </a:r>
          </a:p>
        </p:txBody>
      </p:sp>
      <p:sp>
        <p:nvSpPr>
          <p:cNvPr id="53" name="TextBox 52">
            <a:extLst>
              <a:ext uri="{FF2B5EF4-FFF2-40B4-BE49-F238E27FC236}">
                <a16:creationId xmlns:a16="http://schemas.microsoft.com/office/drawing/2014/main" id="{D2ABB56D-4AA4-5FBB-F086-402983C4CC0E}"/>
              </a:ext>
            </a:extLst>
          </p:cNvPr>
          <p:cNvSpPr txBox="1"/>
          <p:nvPr/>
        </p:nvSpPr>
        <p:spPr>
          <a:xfrm>
            <a:off x="3138310" y="901933"/>
            <a:ext cx="570089" cy="230832"/>
          </a:xfrm>
          <a:prstGeom prst="rect">
            <a:avLst/>
          </a:prstGeom>
          <a:noFill/>
        </p:spPr>
        <p:txBody>
          <a:bodyPr wrap="square" rtlCol="0">
            <a:spAutoFit/>
          </a:bodyPr>
          <a:lstStyle/>
          <a:p>
            <a:pPr algn="ctr"/>
            <a:r>
              <a:rPr lang="en-US" sz="900" dirty="0"/>
              <a:t>46</a:t>
            </a:r>
          </a:p>
        </p:txBody>
      </p:sp>
      <p:sp>
        <p:nvSpPr>
          <p:cNvPr id="54" name="TextBox 53">
            <a:extLst>
              <a:ext uri="{FF2B5EF4-FFF2-40B4-BE49-F238E27FC236}">
                <a16:creationId xmlns:a16="http://schemas.microsoft.com/office/drawing/2014/main" id="{51205F18-30E3-086F-84C4-AFD14672FB10}"/>
              </a:ext>
            </a:extLst>
          </p:cNvPr>
          <p:cNvSpPr txBox="1"/>
          <p:nvPr/>
        </p:nvSpPr>
        <p:spPr>
          <a:xfrm>
            <a:off x="3640666" y="1402877"/>
            <a:ext cx="570089" cy="230832"/>
          </a:xfrm>
          <a:prstGeom prst="rect">
            <a:avLst/>
          </a:prstGeom>
          <a:noFill/>
        </p:spPr>
        <p:txBody>
          <a:bodyPr wrap="square" rtlCol="0">
            <a:spAutoFit/>
          </a:bodyPr>
          <a:lstStyle/>
          <a:p>
            <a:pPr algn="ctr"/>
            <a:r>
              <a:rPr lang="en-US" sz="900" dirty="0"/>
              <a:t>32</a:t>
            </a:r>
          </a:p>
        </p:txBody>
      </p:sp>
      <p:sp>
        <p:nvSpPr>
          <p:cNvPr id="55" name="TextBox 54">
            <a:extLst>
              <a:ext uri="{FF2B5EF4-FFF2-40B4-BE49-F238E27FC236}">
                <a16:creationId xmlns:a16="http://schemas.microsoft.com/office/drawing/2014/main" id="{DB83CB37-DFDD-61CB-BB56-06E5EE4CB1ED}"/>
              </a:ext>
            </a:extLst>
          </p:cNvPr>
          <p:cNvSpPr txBox="1"/>
          <p:nvPr/>
        </p:nvSpPr>
        <p:spPr>
          <a:xfrm>
            <a:off x="3138310" y="1402877"/>
            <a:ext cx="570089" cy="230832"/>
          </a:xfrm>
          <a:prstGeom prst="rect">
            <a:avLst/>
          </a:prstGeom>
          <a:noFill/>
        </p:spPr>
        <p:txBody>
          <a:bodyPr wrap="square" rtlCol="0">
            <a:spAutoFit/>
          </a:bodyPr>
          <a:lstStyle/>
          <a:p>
            <a:pPr algn="ctr"/>
            <a:r>
              <a:rPr lang="en-US" sz="900" dirty="0"/>
              <a:t>23</a:t>
            </a:r>
          </a:p>
        </p:txBody>
      </p:sp>
      <p:sp>
        <p:nvSpPr>
          <p:cNvPr id="56" name="TextBox 55">
            <a:extLst>
              <a:ext uri="{FF2B5EF4-FFF2-40B4-BE49-F238E27FC236}">
                <a16:creationId xmlns:a16="http://schemas.microsoft.com/office/drawing/2014/main" id="{6AF754FC-2817-5088-6E0A-29A2ECF69EAA}"/>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FAC2BBAE-365D-9699-C635-8630D7E438D6}"/>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57" name="TextBox 56">
            <a:extLst>
              <a:ext uri="{FF2B5EF4-FFF2-40B4-BE49-F238E27FC236}">
                <a16:creationId xmlns:a16="http://schemas.microsoft.com/office/drawing/2014/main" id="{29AAE419-2672-11C4-F157-7806D88F87A9}"/>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14" name="TextBox 13">
            <a:extLst>
              <a:ext uri="{FF2B5EF4-FFF2-40B4-BE49-F238E27FC236}">
                <a16:creationId xmlns:a16="http://schemas.microsoft.com/office/drawing/2014/main" id="{FED3AB1A-AC11-081E-A55E-14A1DDCBCDCE}"/>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28" name="TextBox 27">
            <a:extLst>
              <a:ext uri="{FF2B5EF4-FFF2-40B4-BE49-F238E27FC236}">
                <a16:creationId xmlns:a16="http://schemas.microsoft.com/office/drawing/2014/main" id="{E0694F46-7134-F313-99B6-D91C6693B41A}"/>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7E18E312-AC67-31EA-D7EC-05D1D451B73B}"/>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36" name="TextBox 35">
            <a:extLst>
              <a:ext uri="{FF2B5EF4-FFF2-40B4-BE49-F238E27FC236}">
                <a16:creationId xmlns:a16="http://schemas.microsoft.com/office/drawing/2014/main" id="{A6F12D5B-CF39-0872-B810-F15CD99E23C7}"/>
              </a:ext>
            </a:extLst>
          </p:cNvPr>
          <p:cNvSpPr txBox="1"/>
          <p:nvPr/>
        </p:nvSpPr>
        <p:spPr>
          <a:xfrm>
            <a:off x="4645378" y="2905709"/>
            <a:ext cx="570089" cy="230832"/>
          </a:xfrm>
          <a:prstGeom prst="rect">
            <a:avLst/>
          </a:prstGeom>
          <a:solidFill>
            <a:schemeClr val="accent5">
              <a:lumMod val="20000"/>
              <a:lumOff val="80000"/>
            </a:schemeClr>
          </a:solidFill>
        </p:spPr>
        <p:txBody>
          <a:bodyPr wrap="square" rtlCol="0">
            <a:spAutoFit/>
          </a:bodyPr>
          <a:lstStyle/>
          <a:p>
            <a:pPr algn="ctr"/>
            <a:r>
              <a:rPr lang="en-US" sz="900" dirty="0"/>
              <a:t>97</a:t>
            </a:r>
          </a:p>
        </p:txBody>
      </p:sp>
      <p:sp>
        <p:nvSpPr>
          <p:cNvPr id="44" name="TextBox 43">
            <a:extLst>
              <a:ext uri="{FF2B5EF4-FFF2-40B4-BE49-F238E27FC236}">
                <a16:creationId xmlns:a16="http://schemas.microsoft.com/office/drawing/2014/main" id="{C8017F97-F1B2-8A78-67E5-B2D977139C11}"/>
              </a:ext>
            </a:extLst>
          </p:cNvPr>
          <p:cNvSpPr txBox="1"/>
          <p:nvPr/>
        </p:nvSpPr>
        <p:spPr>
          <a:xfrm>
            <a:off x="5147734" y="2905709"/>
            <a:ext cx="570089" cy="230832"/>
          </a:xfrm>
          <a:prstGeom prst="rect">
            <a:avLst/>
          </a:prstGeom>
          <a:solidFill>
            <a:schemeClr val="accent5">
              <a:lumMod val="20000"/>
              <a:lumOff val="80000"/>
            </a:schemeClr>
          </a:solidFill>
        </p:spPr>
        <p:txBody>
          <a:bodyPr wrap="square" rtlCol="0">
            <a:spAutoFit/>
          </a:bodyPr>
          <a:lstStyle/>
          <a:p>
            <a:pPr algn="ctr"/>
            <a:r>
              <a:rPr lang="en-US" sz="900" dirty="0"/>
              <a:t>79</a:t>
            </a:r>
          </a:p>
        </p:txBody>
      </p:sp>
      <p:sp>
        <p:nvSpPr>
          <p:cNvPr id="60" name="TextBox 59">
            <a:extLst>
              <a:ext uri="{FF2B5EF4-FFF2-40B4-BE49-F238E27FC236}">
                <a16:creationId xmlns:a16="http://schemas.microsoft.com/office/drawing/2014/main" id="{6112049E-BBDB-BE49-800D-721380DC0136}"/>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61" name="TextBox 60">
            <a:extLst>
              <a:ext uri="{FF2B5EF4-FFF2-40B4-BE49-F238E27FC236}">
                <a16:creationId xmlns:a16="http://schemas.microsoft.com/office/drawing/2014/main" id="{B809199A-DB2C-6FE5-0E3A-5A1C90E212F0}"/>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62" name="TextBox 61">
            <a:extLst>
              <a:ext uri="{FF2B5EF4-FFF2-40B4-BE49-F238E27FC236}">
                <a16:creationId xmlns:a16="http://schemas.microsoft.com/office/drawing/2014/main" id="{FA0A14C7-66B3-8DF1-64A6-1E878461F914}"/>
              </a:ext>
            </a:extLst>
          </p:cNvPr>
          <p:cNvSpPr txBox="1"/>
          <p:nvPr/>
        </p:nvSpPr>
        <p:spPr>
          <a:xfrm>
            <a:off x="5215469" y="3237891"/>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2BBF7BF6-831A-7084-F777-0D5B0138A691}"/>
              </a:ext>
            </a:extLst>
          </p:cNvPr>
          <p:cNvSpPr txBox="1"/>
          <p:nvPr/>
        </p:nvSpPr>
        <p:spPr>
          <a:xfrm>
            <a:off x="3640666" y="2404765"/>
            <a:ext cx="570089" cy="230832"/>
          </a:xfrm>
          <a:prstGeom prst="rect">
            <a:avLst/>
          </a:prstGeom>
          <a:noFill/>
        </p:spPr>
        <p:txBody>
          <a:bodyPr wrap="square" rtlCol="0">
            <a:spAutoFit/>
          </a:bodyPr>
          <a:lstStyle/>
          <a:p>
            <a:pPr algn="ctr"/>
            <a:r>
              <a:rPr lang="en-US" sz="900" dirty="0"/>
              <a:t>93</a:t>
            </a:r>
          </a:p>
        </p:txBody>
      </p:sp>
      <p:sp>
        <p:nvSpPr>
          <p:cNvPr id="47" name="TextBox 46">
            <a:extLst>
              <a:ext uri="{FF2B5EF4-FFF2-40B4-BE49-F238E27FC236}">
                <a16:creationId xmlns:a16="http://schemas.microsoft.com/office/drawing/2014/main" id="{2D987EF7-708B-89EE-D4CD-5A2C5E4166A6}"/>
              </a:ext>
            </a:extLst>
          </p:cNvPr>
          <p:cNvSpPr txBox="1"/>
          <p:nvPr/>
        </p:nvSpPr>
        <p:spPr>
          <a:xfrm>
            <a:off x="3138310" y="2404765"/>
            <a:ext cx="570089" cy="230832"/>
          </a:xfrm>
          <a:prstGeom prst="rect">
            <a:avLst/>
          </a:prstGeom>
          <a:noFill/>
        </p:spPr>
        <p:txBody>
          <a:bodyPr wrap="square" rtlCol="0">
            <a:spAutoFit/>
          </a:bodyPr>
          <a:lstStyle/>
          <a:p>
            <a:pPr algn="ctr"/>
            <a:r>
              <a:rPr lang="en-US" sz="900" dirty="0"/>
              <a:t>39</a:t>
            </a:r>
          </a:p>
        </p:txBody>
      </p:sp>
      <p:sp>
        <p:nvSpPr>
          <p:cNvPr id="59" name="TextBox 58">
            <a:extLst>
              <a:ext uri="{FF2B5EF4-FFF2-40B4-BE49-F238E27FC236}">
                <a16:creationId xmlns:a16="http://schemas.microsoft.com/office/drawing/2014/main" id="{26CFA669-A7FC-F5FE-40F4-8FA655AF9113}"/>
              </a:ext>
            </a:extLst>
          </p:cNvPr>
          <p:cNvSpPr txBox="1"/>
          <p:nvPr/>
        </p:nvSpPr>
        <p:spPr>
          <a:xfrm>
            <a:off x="3640666" y="2905709"/>
            <a:ext cx="570089" cy="230832"/>
          </a:xfrm>
          <a:prstGeom prst="rect">
            <a:avLst/>
          </a:prstGeom>
          <a:noFill/>
        </p:spPr>
        <p:txBody>
          <a:bodyPr wrap="square" rtlCol="0">
            <a:spAutoFit/>
          </a:bodyPr>
          <a:lstStyle/>
          <a:p>
            <a:pPr algn="ctr"/>
            <a:r>
              <a:rPr lang="en-US" sz="900" dirty="0"/>
              <a:t>58</a:t>
            </a:r>
          </a:p>
        </p:txBody>
      </p:sp>
      <p:sp>
        <p:nvSpPr>
          <p:cNvPr id="63" name="TextBox 62">
            <a:extLst>
              <a:ext uri="{FF2B5EF4-FFF2-40B4-BE49-F238E27FC236}">
                <a16:creationId xmlns:a16="http://schemas.microsoft.com/office/drawing/2014/main" id="{C8F6F7B0-9284-0484-F883-8C2D425E9A41}"/>
              </a:ext>
            </a:extLst>
          </p:cNvPr>
          <p:cNvSpPr txBox="1"/>
          <p:nvPr/>
        </p:nvSpPr>
        <p:spPr>
          <a:xfrm>
            <a:off x="3138310" y="2905709"/>
            <a:ext cx="570089" cy="230832"/>
          </a:xfrm>
          <a:prstGeom prst="rect">
            <a:avLst/>
          </a:prstGeom>
          <a:noFill/>
        </p:spPr>
        <p:txBody>
          <a:bodyPr wrap="square" rtlCol="0">
            <a:spAutoFit/>
          </a:bodyPr>
          <a:lstStyle/>
          <a:p>
            <a:pPr algn="ctr"/>
            <a:r>
              <a:rPr lang="en-US" sz="900" dirty="0"/>
              <a:t>85</a:t>
            </a:r>
          </a:p>
        </p:txBody>
      </p:sp>
      <p:sp>
        <p:nvSpPr>
          <p:cNvPr id="64" name="TextBox 63">
            <a:extLst>
              <a:ext uri="{FF2B5EF4-FFF2-40B4-BE49-F238E27FC236}">
                <a16:creationId xmlns:a16="http://schemas.microsoft.com/office/drawing/2014/main" id="{1EFD0498-4381-F97E-6A21-9B49AF3867D1}"/>
              </a:ext>
            </a:extLst>
          </p:cNvPr>
          <p:cNvSpPr txBox="1"/>
          <p:nvPr/>
        </p:nvSpPr>
        <p:spPr>
          <a:xfrm>
            <a:off x="3640666" y="3406653"/>
            <a:ext cx="570089" cy="230832"/>
          </a:xfrm>
          <a:prstGeom prst="rect">
            <a:avLst/>
          </a:prstGeom>
          <a:noFill/>
        </p:spPr>
        <p:txBody>
          <a:bodyPr wrap="square" rtlCol="0">
            <a:spAutoFit/>
          </a:bodyPr>
          <a:lstStyle/>
          <a:p>
            <a:pPr algn="ctr"/>
            <a:r>
              <a:rPr lang="en-US" sz="900" dirty="0"/>
              <a:t>146</a:t>
            </a:r>
          </a:p>
        </p:txBody>
      </p:sp>
      <p:sp>
        <p:nvSpPr>
          <p:cNvPr id="65" name="TextBox 64">
            <a:extLst>
              <a:ext uri="{FF2B5EF4-FFF2-40B4-BE49-F238E27FC236}">
                <a16:creationId xmlns:a16="http://schemas.microsoft.com/office/drawing/2014/main" id="{287EF6E6-8D56-569D-6A44-9AD5EE54435F}"/>
              </a:ext>
            </a:extLst>
          </p:cNvPr>
          <p:cNvSpPr txBox="1"/>
          <p:nvPr/>
        </p:nvSpPr>
        <p:spPr>
          <a:xfrm>
            <a:off x="3138310" y="3406653"/>
            <a:ext cx="570089" cy="230832"/>
          </a:xfrm>
          <a:prstGeom prst="rect">
            <a:avLst/>
          </a:prstGeom>
          <a:noFill/>
        </p:spPr>
        <p:txBody>
          <a:bodyPr wrap="square" rtlCol="0">
            <a:spAutoFit/>
          </a:bodyPr>
          <a:lstStyle/>
          <a:p>
            <a:pPr algn="ctr"/>
            <a:r>
              <a:rPr lang="en-US" sz="900" dirty="0"/>
              <a:t>146</a:t>
            </a:r>
          </a:p>
        </p:txBody>
      </p:sp>
    </p:spTree>
    <p:extLst>
      <p:ext uri="{BB962C8B-B14F-4D97-AF65-F5344CB8AC3E}">
        <p14:creationId xmlns:p14="http://schemas.microsoft.com/office/powerpoint/2010/main" val="3425487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BCCD7-D592-4010-405F-D3D3D75EF8E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E7BB865-80F6-36C8-7BFD-82F89235CB30}"/>
              </a:ext>
            </a:extLst>
          </p:cNvPr>
          <p:cNvSpPr>
            <a:spLocks noGrp="1"/>
          </p:cNvSpPr>
          <p:nvPr>
            <p:ph sz="half" idx="1"/>
          </p:nvPr>
        </p:nvSpPr>
        <p:spPr/>
        <p:txBody>
          <a:bodyPr/>
          <a:lstStyle/>
          <a:p>
            <a:r>
              <a:rPr lang="en-US" dirty="0"/>
              <a:t>Complete Columns 4–9.</a:t>
            </a:r>
          </a:p>
        </p:txBody>
      </p:sp>
      <p:pic>
        <p:nvPicPr>
          <p:cNvPr id="4" name="Picture 3" descr="A grid of sudoku puzzle&#10;&#10;Description automatically generated">
            <a:extLst>
              <a:ext uri="{FF2B5EF4-FFF2-40B4-BE49-F238E27FC236}">
                <a16:creationId xmlns:a16="http://schemas.microsoft.com/office/drawing/2014/main" id="{0DC8B9C7-B7FF-4F23-7A6C-8E2B9862743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7C62E94-BDF1-8984-7233-6C6B9584405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C2BFC58-0709-35D4-94A4-4BD488CAFFF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C8DE5F4-DB7D-CCE7-1957-EE5AF1DF1DB3}"/>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5824FFD0-2FFC-948A-FF67-5D31348408DE}"/>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BB844F43-B715-40A1-73B9-BEFCC00678EB}"/>
              </a:ext>
            </a:extLst>
          </p:cNvPr>
          <p:cNvSpPr txBox="1"/>
          <p:nvPr/>
        </p:nvSpPr>
        <p:spPr>
          <a:xfrm>
            <a:off x="6152446" y="1402877"/>
            <a:ext cx="570089" cy="230832"/>
          </a:xfrm>
          <a:prstGeom prst="rect">
            <a:avLst/>
          </a:prstGeom>
          <a:noFill/>
        </p:spPr>
        <p:txBody>
          <a:bodyPr wrap="square" rtlCol="0">
            <a:spAutoFit/>
          </a:bodyPr>
          <a:lstStyle/>
          <a:p>
            <a:pPr algn="ctr"/>
            <a:r>
              <a:rPr lang="en-US" sz="900" dirty="0"/>
              <a:t>56</a:t>
            </a:r>
          </a:p>
        </p:txBody>
      </p:sp>
      <p:sp>
        <p:nvSpPr>
          <p:cNvPr id="13" name="TextBox 12">
            <a:extLst>
              <a:ext uri="{FF2B5EF4-FFF2-40B4-BE49-F238E27FC236}">
                <a16:creationId xmlns:a16="http://schemas.microsoft.com/office/drawing/2014/main" id="{2E9D3D43-AF86-5413-A4F7-BB0B6BC43306}"/>
              </a:ext>
            </a:extLst>
          </p:cNvPr>
          <p:cNvSpPr txBox="1"/>
          <p:nvPr/>
        </p:nvSpPr>
        <p:spPr>
          <a:xfrm>
            <a:off x="6654802" y="1402877"/>
            <a:ext cx="570089" cy="230832"/>
          </a:xfrm>
          <a:prstGeom prst="rect">
            <a:avLst/>
          </a:prstGeom>
          <a:noFill/>
        </p:spPr>
        <p:txBody>
          <a:bodyPr wrap="square" rtlCol="0">
            <a:spAutoFit/>
          </a:bodyPr>
          <a:lstStyle/>
          <a:p>
            <a:pPr algn="ctr"/>
            <a:r>
              <a:rPr lang="en-US" sz="900" dirty="0"/>
              <a:t>456</a:t>
            </a:r>
          </a:p>
        </p:txBody>
      </p:sp>
      <p:sp>
        <p:nvSpPr>
          <p:cNvPr id="15" name="TextBox 14">
            <a:extLst>
              <a:ext uri="{FF2B5EF4-FFF2-40B4-BE49-F238E27FC236}">
                <a16:creationId xmlns:a16="http://schemas.microsoft.com/office/drawing/2014/main" id="{659A52E6-3FE2-6C57-A65E-08D8AE25E71A}"/>
              </a:ext>
            </a:extLst>
          </p:cNvPr>
          <p:cNvSpPr txBox="1"/>
          <p:nvPr/>
        </p:nvSpPr>
        <p:spPr>
          <a:xfrm>
            <a:off x="7157158"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46</a:t>
            </a:r>
          </a:p>
        </p:txBody>
      </p:sp>
      <p:sp>
        <p:nvSpPr>
          <p:cNvPr id="20" name="TextBox 19">
            <a:extLst>
              <a:ext uri="{FF2B5EF4-FFF2-40B4-BE49-F238E27FC236}">
                <a16:creationId xmlns:a16="http://schemas.microsoft.com/office/drawing/2014/main" id="{ED63BC97-BB32-6EBD-FACB-848D94E9F99A}"/>
              </a:ext>
            </a:extLst>
          </p:cNvPr>
          <p:cNvSpPr txBox="1"/>
          <p:nvPr/>
        </p:nvSpPr>
        <p:spPr>
          <a:xfrm>
            <a:off x="3640666" y="1903821"/>
            <a:ext cx="570089" cy="230832"/>
          </a:xfrm>
          <a:prstGeom prst="rect">
            <a:avLst/>
          </a:prstGeom>
          <a:noFill/>
        </p:spPr>
        <p:txBody>
          <a:bodyPr wrap="square" rtlCol="0">
            <a:spAutoFit/>
          </a:bodyPr>
          <a:lstStyle/>
          <a:p>
            <a:pPr algn="ctr"/>
            <a:r>
              <a:rPr lang="en-US" sz="900" dirty="0"/>
              <a:t>71</a:t>
            </a:r>
          </a:p>
        </p:txBody>
      </p:sp>
      <p:sp>
        <p:nvSpPr>
          <p:cNvPr id="21" name="TextBox 20">
            <a:extLst>
              <a:ext uri="{FF2B5EF4-FFF2-40B4-BE49-F238E27FC236}">
                <a16:creationId xmlns:a16="http://schemas.microsoft.com/office/drawing/2014/main" id="{F9E845E2-FACC-A86A-89B6-C9CBA8AB10B3}"/>
              </a:ext>
            </a:extLst>
          </p:cNvPr>
          <p:cNvSpPr txBox="1"/>
          <p:nvPr/>
        </p:nvSpPr>
        <p:spPr>
          <a:xfrm>
            <a:off x="3138310" y="1903821"/>
            <a:ext cx="570089" cy="230832"/>
          </a:xfrm>
          <a:prstGeom prst="rect">
            <a:avLst/>
          </a:prstGeom>
          <a:noFill/>
        </p:spPr>
        <p:txBody>
          <a:bodyPr wrap="square" rtlCol="0">
            <a:spAutoFit/>
          </a:bodyPr>
          <a:lstStyle/>
          <a:p>
            <a:pPr algn="ctr"/>
            <a:r>
              <a:rPr lang="en-US" sz="900" dirty="0"/>
              <a:t>17</a:t>
            </a:r>
          </a:p>
        </p:txBody>
      </p:sp>
      <p:sp>
        <p:nvSpPr>
          <p:cNvPr id="24" name="TextBox 23">
            <a:extLst>
              <a:ext uri="{FF2B5EF4-FFF2-40B4-BE49-F238E27FC236}">
                <a16:creationId xmlns:a16="http://schemas.microsoft.com/office/drawing/2014/main" id="{81927E3F-2EE1-34B3-78F4-FAD591ED5C34}"/>
              </a:ext>
            </a:extLst>
          </p:cNvPr>
          <p:cNvSpPr txBox="1"/>
          <p:nvPr/>
        </p:nvSpPr>
        <p:spPr>
          <a:xfrm>
            <a:off x="6152446" y="4408541"/>
            <a:ext cx="570089" cy="230832"/>
          </a:xfrm>
          <a:prstGeom prst="rect">
            <a:avLst/>
          </a:prstGeom>
          <a:noFill/>
        </p:spPr>
        <p:txBody>
          <a:bodyPr wrap="square" rtlCol="0">
            <a:spAutoFit/>
          </a:bodyPr>
          <a:lstStyle/>
          <a:p>
            <a:pPr algn="ctr"/>
            <a:r>
              <a:rPr lang="en-US" sz="900" dirty="0"/>
              <a:t>2356</a:t>
            </a:r>
          </a:p>
        </p:txBody>
      </p:sp>
      <p:sp>
        <p:nvSpPr>
          <p:cNvPr id="25" name="TextBox 24">
            <a:extLst>
              <a:ext uri="{FF2B5EF4-FFF2-40B4-BE49-F238E27FC236}">
                <a16:creationId xmlns:a16="http://schemas.microsoft.com/office/drawing/2014/main" id="{1E0026BE-54F6-3324-294D-9DFBBDCEEA44}"/>
              </a:ext>
            </a:extLst>
          </p:cNvPr>
          <p:cNvSpPr txBox="1"/>
          <p:nvPr/>
        </p:nvSpPr>
        <p:spPr>
          <a:xfrm>
            <a:off x="6152446" y="4909484"/>
            <a:ext cx="570089" cy="230832"/>
          </a:xfrm>
          <a:prstGeom prst="rect">
            <a:avLst/>
          </a:prstGeom>
          <a:noFill/>
        </p:spPr>
        <p:txBody>
          <a:bodyPr wrap="square" rtlCol="0">
            <a:spAutoFit/>
          </a:bodyPr>
          <a:lstStyle/>
          <a:p>
            <a:pPr algn="ctr"/>
            <a:r>
              <a:rPr lang="en-US" sz="900" dirty="0"/>
              <a:t>6532</a:t>
            </a:r>
          </a:p>
        </p:txBody>
      </p:sp>
      <p:sp>
        <p:nvSpPr>
          <p:cNvPr id="29" name="TextBox 28">
            <a:extLst>
              <a:ext uri="{FF2B5EF4-FFF2-40B4-BE49-F238E27FC236}">
                <a16:creationId xmlns:a16="http://schemas.microsoft.com/office/drawing/2014/main" id="{482D0DD1-1402-D221-9AE7-7D061139F967}"/>
              </a:ext>
            </a:extLst>
          </p:cNvPr>
          <p:cNvSpPr txBox="1"/>
          <p:nvPr/>
        </p:nvSpPr>
        <p:spPr>
          <a:xfrm>
            <a:off x="6152446" y="2905709"/>
            <a:ext cx="570089" cy="230832"/>
          </a:xfrm>
          <a:prstGeom prst="rect">
            <a:avLst/>
          </a:prstGeom>
          <a:noFill/>
        </p:spPr>
        <p:txBody>
          <a:bodyPr wrap="square" rtlCol="0">
            <a:spAutoFit/>
          </a:bodyPr>
          <a:lstStyle/>
          <a:p>
            <a:pPr algn="ctr"/>
            <a:r>
              <a:rPr lang="en-US" sz="900" dirty="0"/>
              <a:t>16</a:t>
            </a:r>
          </a:p>
        </p:txBody>
      </p:sp>
      <p:sp>
        <p:nvSpPr>
          <p:cNvPr id="30" name="TextBox 29">
            <a:extLst>
              <a:ext uri="{FF2B5EF4-FFF2-40B4-BE49-F238E27FC236}">
                <a16:creationId xmlns:a16="http://schemas.microsoft.com/office/drawing/2014/main" id="{A01BB566-2FA9-FA07-636D-727226DB5676}"/>
              </a:ext>
            </a:extLst>
          </p:cNvPr>
          <p:cNvSpPr txBox="1"/>
          <p:nvPr/>
        </p:nvSpPr>
        <p:spPr>
          <a:xfrm>
            <a:off x="6654802" y="2905709"/>
            <a:ext cx="570089" cy="230832"/>
          </a:xfrm>
          <a:prstGeom prst="rect">
            <a:avLst/>
          </a:prstGeom>
          <a:noFill/>
        </p:spPr>
        <p:txBody>
          <a:bodyPr wrap="square" rtlCol="0">
            <a:spAutoFit/>
          </a:bodyPr>
          <a:lstStyle/>
          <a:p>
            <a:pPr algn="ctr"/>
            <a:r>
              <a:rPr lang="en-US" sz="900" dirty="0"/>
              <a:t>61</a:t>
            </a:r>
          </a:p>
        </p:txBody>
      </p:sp>
      <p:sp>
        <p:nvSpPr>
          <p:cNvPr id="31" name="TextBox 30">
            <a:extLst>
              <a:ext uri="{FF2B5EF4-FFF2-40B4-BE49-F238E27FC236}">
                <a16:creationId xmlns:a16="http://schemas.microsoft.com/office/drawing/2014/main" id="{E6A983AC-568A-B1EE-1349-44580F2F5A1E}"/>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C6BE9D1B-1357-EAC4-FC3C-8888A9DBDAE6}"/>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5F34902F-0A45-3E82-8B49-C9DCD0C99101}"/>
              </a:ext>
            </a:extLst>
          </p:cNvPr>
          <p:cNvSpPr txBox="1"/>
          <p:nvPr/>
        </p:nvSpPr>
        <p:spPr>
          <a:xfrm>
            <a:off x="6214537"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C016681D-F9C7-D478-671A-0A4404154AF4}"/>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A907BDFE-9FE4-EFB7-EDC0-D63E10DD26B3}"/>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5D00071B-AB72-D7B2-F4C1-517A2A739A04}"/>
              </a:ext>
            </a:extLst>
          </p:cNvPr>
          <p:cNvSpPr txBox="1"/>
          <p:nvPr/>
        </p:nvSpPr>
        <p:spPr>
          <a:xfrm>
            <a:off x="6714071" y="72121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16FA2ACF-0C43-0631-6409-BCA304313962}"/>
              </a:ext>
            </a:extLst>
          </p:cNvPr>
          <p:cNvSpPr txBox="1"/>
          <p:nvPr/>
        </p:nvSpPr>
        <p:spPr>
          <a:xfrm>
            <a:off x="7213604" y="72121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486276ED-C311-34A2-B85D-12800670CDB1}"/>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D0F45880-D8AE-411D-14D4-3DA9612810E7}"/>
              </a:ext>
            </a:extLst>
          </p:cNvPr>
          <p:cNvSpPr txBox="1"/>
          <p:nvPr/>
        </p:nvSpPr>
        <p:spPr>
          <a:xfrm>
            <a:off x="6214537" y="3237891"/>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3764966D-70EE-0184-D6D0-D2F1146966FC}"/>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B02C9FB1-78F7-D4F7-D23D-0CBE562204D9}"/>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5" name="TextBox 34">
            <a:extLst>
              <a:ext uri="{FF2B5EF4-FFF2-40B4-BE49-F238E27FC236}">
                <a16:creationId xmlns:a16="http://schemas.microsoft.com/office/drawing/2014/main" id="{47720460-78EA-AE30-4997-9D35019DEB3D}"/>
              </a:ext>
            </a:extLst>
          </p:cNvPr>
          <p:cNvSpPr txBox="1"/>
          <p:nvPr/>
        </p:nvSpPr>
        <p:spPr>
          <a:xfrm>
            <a:off x="7213604" y="3237891"/>
            <a:ext cx="462845" cy="584775"/>
          </a:xfrm>
          <a:prstGeom prst="rect">
            <a:avLst/>
          </a:prstGeom>
          <a:noFill/>
        </p:spPr>
        <p:txBody>
          <a:bodyPr wrap="square" rtlCol="0">
            <a:spAutoFit/>
          </a:bodyPr>
          <a:lstStyle/>
          <a:p>
            <a:pPr algn="ctr"/>
            <a:r>
              <a:rPr lang="en-US" sz="3200" dirty="0"/>
              <a:t>5</a:t>
            </a:r>
          </a:p>
        </p:txBody>
      </p:sp>
      <p:sp>
        <p:nvSpPr>
          <p:cNvPr id="22" name="TextBox 21">
            <a:extLst>
              <a:ext uri="{FF2B5EF4-FFF2-40B4-BE49-F238E27FC236}">
                <a16:creationId xmlns:a16="http://schemas.microsoft.com/office/drawing/2014/main" id="{34857382-1EC6-A7F5-469B-668F04C86DC6}"/>
              </a:ext>
            </a:extLst>
          </p:cNvPr>
          <p:cNvSpPr txBox="1"/>
          <p:nvPr/>
        </p:nvSpPr>
        <p:spPr>
          <a:xfrm>
            <a:off x="5147734"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46</a:t>
            </a:r>
          </a:p>
        </p:txBody>
      </p:sp>
      <p:sp>
        <p:nvSpPr>
          <p:cNvPr id="23" name="TextBox 22">
            <a:extLst>
              <a:ext uri="{FF2B5EF4-FFF2-40B4-BE49-F238E27FC236}">
                <a16:creationId xmlns:a16="http://schemas.microsoft.com/office/drawing/2014/main" id="{6A75801C-6D38-D0C3-D648-7000D1787142}"/>
              </a:ext>
            </a:extLst>
          </p:cNvPr>
          <p:cNvSpPr txBox="1"/>
          <p:nvPr/>
        </p:nvSpPr>
        <p:spPr>
          <a:xfrm>
            <a:off x="5650090"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97</a:t>
            </a:r>
          </a:p>
        </p:txBody>
      </p:sp>
      <p:sp>
        <p:nvSpPr>
          <p:cNvPr id="37" name="TextBox 36">
            <a:extLst>
              <a:ext uri="{FF2B5EF4-FFF2-40B4-BE49-F238E27FC236}">
                <a16:creationId xmlns:a16="http://schemas.microsoft.com/office/drawing/2014/main" id="{5E2DE6DB-38C2-3F0A-CEA7-285BD91C362A}"/>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B6D44A6C-415B-17A9-C5C8-EBA5E92793B9}"/>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9" name="TextBox 38">
            <a:extLst>
              <a:ext uri="{FF2B5EF4-FFF2-40B4-BE49-F238E27FC236}">
                <a16:creationId xmlns:a16="http://schemas.microsoft.com/office/drawing/2014/main" id="{53DE660A-4511-B68E-ED38-C7ACDAAA9973}"/>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707897EA-2C1B-C3A0-0CFB-33D8077F108F}"/>
              </a:ext>
            </a:extLst>
          </p:cNvPr>
          <p:cNvSpPr txBox="1"/>
          <p:nvPr/>
        </p:nvSpPr>
        <p:spPr>
          <a:xfrm>
            <a:off x="4645378"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79</a:t>
            </a:r>
          </a:p>
        </p:txBody>
      </p:sp>
      <p:sp>
        <p:nvSpPr>
          <p:cNvPr id="19" name="TextBox 18">
            <a:extLst>
              <a:ext uri="{FF2B5EF4-FFF2-40B4-BE49-F238E27FC236}">
                <a16:creationId xmlns:a16="http://schemas.microsoft.com/office/drawing/2014/main" id="{F3B93017-33C5-49AD-3539-8D1E0EDC8DF3}"/>
              </a:ext>
            </a:extLst>
          </p:cNvPr>
          <p:cNvSpPr txBox="1"/>
          <p:nvPr/>
        </p:nvSpPr>
        <p:spPr>
          <a:xfrm>
            <a:off x="4645378"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64</a:t>
            </a:r>
          </a:p>
        </p:txBody>
      </p:sp>
      <p:sp>
        <p:nvSpPr>
          <p:cNvPr id="40" name="TextBox 39">
            <a:extLst>
              <a:ext uri="{FF2B5EF4-FFF2-40B4-BE49-F238E27FC236}">
                <a16:creationId xmlns:a16="http://schemas.microsoft.com/office/drawing/2014/main" id="{6C4C73AD-B9F1-1C58-6A3D-8002E8ABCBE4}"/>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41" name="TextBox 40">
            <a:extLst>
              <a:ext uri="{FF2B5EF4-FFF2-40B4-BE49-F238E27FC236}">
                <a16:creationId xmlns:a16="http://schemas.microsoft.com/office/drawing/2014/main" id="{AB77BA02-4844-69C3-3C35-7824AC94DE33}"/>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8909733A-B2ED-1847-92E7-B86DA3C886EE}"/>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43" name="TextBox 42">
            <a:extLst>
              <a:ext uri="{FF2B5EF4-FFF2-40B4-BE49-F238E27FC236}">
                <a16:creationId xmlns:a16="http://schemas.microsoft.com/office/drawing/2014/main" id="{159383EC-313D-7BA8-E45B-987A20389A8B}"/>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C7AAD082-2B2F-A538-84D3-CEF697371B37}"/>
              </a:ext>
            </a:extLst>
          </p:cNvPr>
          <p:cNvSpPr txBox="1"/>
          <p:nvPr/>
        </p:nvSpPr>
        <p:spPr>
          <a:xfrm>
            <a:off x="4143022" y="3406653"/>
            <a:ext cx="570089" cy="230832"/>
          </a:xfrm>
          <a:prstGeom prst="rect">
            <a:avLst/>
          </a:prstGeom>
          <a:noFill/>
        </p:spPr>
        <p:txBody>
          <a:bodyPr wrap="square" rtlCol="0">
            <a:spAutoFit/>
          </a:bodyPr>
          <a:lstStyle/>
          <a:p>
            <a:pPr algn="ctr"/>
            <a:r>
              <a:rPr lang="en-US" sz="900" dirty="0"/>
              <a:t>146</a:t>
            </a:r>
          </a:p>
        </p:txBody>
      </p:sp>
      <p:sp>
        <p:nvSpPr>
          <p:cNvPr id="49" name="TextBox 48">
            <a:extLst>
              <a:ext uri="{FF2B5EF4-FFF2-40B4-BE49-F238E27FC236}">
                <a16:creationId xmlns:a16="http://schemas.microsoft.com/office/drawing/2014/main" id="{4485ACBD-3D91-05B7-668F-602908A0D929}"/>
              </a:ext>
            </a:extLst>
          </p:cNvPr>
          <p:cNvSpPr txBox="1"/>
          <p:nvPr/>
        </p:nvSpPr>
        <p:spPr>
          <a:xfrm>
            <a:off x="4143022" y="3907597"/>
            <a:ext cx="570089" cy="230832"/>
          </a:xfrm>
          <a:prstGeom prst="rect">
            <a:avLst/>
          </a:prstGeom>
          <a:noFill/>
        </p:spPr>
        <p:txBody>
          <a:bodyPr wrap="square" rtlCol="0">
            <a:spAutoFit/>
          </a:bodyPr>
          <a:lstStyle/>
          <a:p>
            <a:pPr algn="ctr"/>
            <a:r>
              <a:rPr lang="en-US" sz="900" dirty="0"/>
              <a:t>1346</a:t>
            </a:r>
          </a:p>
        </p:txBody>
      </p:sp>
      <p:sp>
        <p:nvSpPr>
          <p:cNvPr id="50" name="TextBox 49">
            <a:extLst>
              <a:ext uri="{FF2B5EF4-FFF2-40B4-BE49-F238E27FC236}">
                <a16:creationId xmlns:a16="http://schemas.microsoft.com/office/drawing/2014/main" id="{D00D3FD0-4B50-04AC-1886-F9927565C4AA}"/>
              </a:ext>
            </a:extLst>
          </p:cNvPr>
          <p:cNvSpPr txBox="1"/>
          <p:nvPr/>
        </p:nvSpPr>
        <p:spPr>
          <a:xfrm>
            <a:off x="4143022" y="4408541"/>
            <a:ext cx="570089" cy="230832"/>
          </a:xfrm>
          <a:prstGeom prst="rect">
            <a:avLst/>
          </a:prstGeom>
          <a:noFill/>
        </p:spPr>
        <p:txBody>
          <a:bodyPr wrap="square" rtlCol="0">
            <a:spAutoFit/>
          </a:bodyPr>
          <a:lstStyle/>
          <a:p>
            <a:pPr algn="ctr"/>
            <a:r>
              <a:rPr lang="en-US" sz="900" dirty="0"/>
              <a:t>1346</a:t>
            </a:r>
          </a:p>
        </p:txBody>
      </p:sp>
      <p:sp>
        <p:nvSpPr>
          <p:cNvPr id="51" name="TextBox 50">
            <a:extLst>
              <a:ext uri="{FF2B5EF4-FFF2-40B4-BE49-F238E27FC236}">
                <a16:creationId xmlns:a16="http://schemas.microsoft.com/office/drawing/2014/main" id="{DF825A8E-7A0D-13FA-57B9-CC01576B5B8C}"/>
              </a:ext>
            </a:extLst>
          </p:cNvPr>
          <p:cNvSpPr txBox="1"/>
          <p:nvPr/>
        </p:nvSpPr>
        <p:spPr>
          <a:xfrm>
            <a:off x="4143022" y="4909484"/>
            <a:ext cx="570089" cy="230832"/>
          </a:xfrm>
          <a:prstGeom prst="rect">
            <a:avLst/>
          </a:prstGeom>
          <a:noFill/>
        </p:spPr>
        <p:txBody>
          <a:bodyPr wrap="square" rtlCol="0">
            <a:spAutoFit/>
          </a:bodyPr>
          <a:lstStyle/>
          <a:p>
            <a:pPr algn="ctr"/>
            <a:r>
              <a:rPr lang="en-US" sz="900" dirty="0"/>
              <a:t>1346</a:t>
            </a:r>
          </a:p>
        </p:txBody>
      </p:sp>
      <p:sp>
        <p:nvSpPr>
          <p:cNvPr id="52" name="TextBox 51">
            <a:extLst>
              <a:ext uri="{FF2B5EF4-FFF2-40B4-BE49-F238E27FC236}">
                <a16:creationId xmlns:a16="http://schemas.microsoft.com/office/drawing/2014/main" id="{A917D9B2-626C-3CCE-CBDB-51EC81828AD5}"/>
              </a:ext>
            </a:extLst>
          </p:cNvPr>
          <p:cNvSpPr txBox="1"/>
          <p:nvPr/>
        </p:nvSpPr>
        <p:spPr>
          <a:xfrm>
            <a:off x="4216401" y="2231221"/>
            <a:ext cx="462845" cy="584775"/>
          </a:xfrm>
          <a:prstGeom prst="rect">
            <a:avLst/>
          </a:prstGeom>
          <a:noFill/>
        </p:spPr>
        <p:txBody>
          <a:bodyPr wrap="square" rtlCol="0">
            <a:spAutoFit/>
          </a:bodyPr>
          <a:lstStyle/>
          <a:p>
            <a:pPr algn="ctr"/>
            <a:r>
              <a:rPr lang="en-US" sz="3200" dirty="0"/>
              <a:t>7</a:t>
            </a:r>
          </a:p>
        </p:txBody>
      </p:sp>
      <p:sp>
        <p:nvSpPr>
          <p:cNvPr id="46" name="TextBox 45">
            <a:extLst>
              <a:ext uri="{FF2B5EF4-FFF2-40B4-BE49-F238E27FC236}">
                <a16:creationId xmlns:a16="http://schemas.microsoft.com/office/drawing/2014/main" id="{F38C6994-6006-55F1-9221-90AEDEBC4710}"/>
              </a:ext>
            </a:extLst>
          </p:cNvPr>
          <p:cNvSpPr txBox="1"/>
          <p:nvPr/>
        </p:nvSpPr>
        <p:spPr>
          <a:xfrm>
            <a:off x="3640666" y="901933"/>
            <a:ext cx="570089" cy="230832"/>
          </a:xfrm>
          <a:prstGeom prst="rect">
            <a:avLst/>
          </a:prstGeom>
          <a:noFill/>
        </p:spPr>
        <p:txBody>
          <a:bodyPr wrap="square" rtlCol="0">
            <a:spAutoFit/>
          </a:bodyPr>
          <a:lstStyle/>
          <a:p>
            <a:pPr algn="ctr"/>
            <a:r>
              <a:rPr lang="en-US" sz="900" dirty="0"/>
              <a:t>64</a:t>
            </a:r>
          </a:p>
        </p:txBody>
      </p:sp>
      <p:sp>
        <p:nvSpPr>
          <p:cNvPr id="53" name="TextBox 52">
            <a:extLst>
              <a:ext uri="{FF2B5EF4-FFF2-40B4-BE49-F238E27FC236}">
                <a16:creationId xmlns:a16="http://schemas.microsoft.com/office/drawing/2014/main" id="{94858BE1-17EA-A917-923A-8CDEC9F41C0B}"/>
              </a:ext>
            </a:extLst>
          </p:cNvPr>
          <p:cNvSpPr txBox="1"/>
          <p:nvPr/>
        </p:nvSpPr>
        <p:spPr>
          <a:xfrm>
            <a:off x="3138310" y="901933"/>
            <a:ext cx="570089" cy="230832"/>
          </a:xfrm>
          <a:prstGeom prst="rect">
            <a:avLst/>
          </a:prstGeom>
          <a:noFill/>
        </p:spPr>
        <p:txBody>
          <a:bodyPr wrap="square" rtlCol="0">
            <a:spAutoFit/>
          </a:bodyPr>
          <a:lstStyle/>
          <a:p>
            <a:pPr algn="ctr"/>
            <a:r>
              <a:rPr lang="en-US" sz="900" dirty="0"/>
              <a:t>46</a:t>
            </a:r>
          </a:p>
        </p:txBody>
      </p:sp>
      <p:sp>
        <p:nvSpPr>
          <p:cNvPr id="54" name="TextBox 53">
            <a:extLst>
              <a:ext uri="{FF2B5EF4-FFF2-40B4-BE49-F238E27FC236}">
                <a16:creationId xmlns:a16="http://schemas.microsoft.com/office/drawing/2014/main" id="{E2DB2BA1-0B36-1FB1-282E-1EF9B82642D2}"/>
              </a:ext>
            </a:extLst>
          </p:cNvPr>
          <p:cNvSpPr txBox="1"/>
          <p:nvPr/>
        </p:nvSpPr>
        <p:spPr>
          <a:xfrm>
            <a:off x="3640666" y="1402877"/>
            <a:ext cx="570089" cy="230832"/>
          </a:xfrm>
          <a:prstGeom prst="rect">
            <a:avLst/>
          </a:prstGeom>
          <a:noFill/>
        </p:spPr>
        <p:txBody>
          <a:bodyPr wrap="square" rtlCol="0">
            <a:spAutoFit/>
          </a:bodyPr>
          <a:lstStyle/>
          <a:p>
            <a:pPr algn="ctr"/>
            <a:r>
              <a:rPr lang="en-US" sz="900" dirty="0"/>
              <a:t>32</a:t>
            </a:r>
          </a:p>
        </p:txBody>
      </p:sp>
      <p:sp>
        <p:nvSpPr>
          <p:cNvPr id="55" name="TextBox 54">
            <a:extLst>
              <a:ext uri="{FF2B5EF4-FFF2-40B4-BE49-F238E27FC236}">
                <a16:creationId xmlns:a16="http://schemas.microsoft.com/office/drawing/2014/main" id="{47FCAD80-5431-4674-6E09-53849E1384DF}"/>
              </a:ext>
            </a:extLst>
          </p:cNvPr>
          <p:cNvSpPr txBox="1"/>
          <p:nvPr/>
        </p:nvSpPr>
        <p:spPr>
          <a:xfrm>
            <a:off x="3138310" y="1402877"/>
            <a:ext cx="570089" cy="230832"/>
          </a:xfrm>
          <a:prstGeom prst="rect">
            <a:avLst/>
          </a:prstGeom>
          <a:noFill/>
        </p:spPr>
        <p:txBody>
          <a:bodyPr wrap="square" rtlCol="0">
            <a:spAutoFit/>
          </a:bodyPr>
          <a:lstStyle/>
          <a:p>
            <a:pPr algn="ctr"/>
            <a:r>
              <a:rPr lang="en-US" sz="900" dirty="0"/>
              <a:t>23</a:t>
            </a:r>
          </a:p>
        </p:txBody>
      </p:sp>
      <p:sp>
        <p:nvSpPr>
          <p:cNvPr id="56" name="TextBox 55">
            <a:extLst>
              <a:ext uri="{FF2B5EF4-FFF2-40B4-BE49-F238E27FC236}">
                <a16:creationId xmlns:a16="http://schemas.microsoft.com/office/drawing/2014/main" id="{97F8E42A-5ADA-7B09-1865-B15DF89128B9}"/>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0CBFAEF4-941A-5273-976D-557AABC5F5CB}"/>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57" name="TextBox 56">
            <a:extLst>
              <a:ext uri="{FF2B5EF4-FFF2-40B4-BE49-F238E27FC236}">
                <a16:creationId xmlns:a16="http://schemas.microsoft.com/office/drawing/2014/main" id="{4F2DA265-B3BE-81C5-D629-8076EC5E53B5}"/>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14" name="TextBox 13">
            <a:extLst>
              <a:ext uri="{FF2B5EF4-FFF2-40B4-BE49-F238E27FC236}">
                <a16:creationId xmlns:a16="http://schemas.microsoft.com/office/drawing/2014/main" id="{C5D695F1-75A2-D0B2-42EA-BC1B0E92BC49}"/>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28" name="TextBox 27">
            <a:extLst>
              <a:ext uri="{FF2B5EF4-FFF2-40B4-BE49-F238E27FC236}">
                <a16:creationId xmlns:a16="http://schemas.microsoft.com/office/drawing/2014/main" id="{0CB318AC-EBCE-DA0F-942D-8FB0CBACC372}"/>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C84AB5E6-C384-4A18-B187-BD4EDB6ED28C}"/>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36" name="TextBox 35">
            <a:extLst>
              <a:ext uri="{FF2B5EF4-FFF2-40B4-BE49-F238E27FC236}">
                <a16:creationId xmlns:a16="http://schemas.microsoft.com/office/drawing/2014/main" id="{B08B6F37-E580-99F8-1A25-7771974D8D63}"/>
              </a:ext>
            </a:extLst>
          </p:cNvPr>
          <p:cNvSpPr txBox="1"/>
          <p:nvPr/>
        </p:nvSpPr>
        <p:spPr>
          <a:xfrm>
            <a:off x="4645378" y="2905709"/>
            <a:ext cx="570089" cy="230832"/>
          </a:xfrm>
          <a:prstGeom prst="rect">
            <a:avLst/>
          </a:prstGeom>
          <a:solidFill>
            <a:schemeClr val="accent5">
              <a:lumMod val="20000"/>
              <a:lumOff val="80000"/>
            </a:schemeClr>
          </a:solidFill>
        </p:spPr>
        <p:txBody>
          <a:bodyPr wrap="square" rtlCol="0">
            <a:spAutoFit/>
          </a:bodyPr>
          <a:lstStyle/>
          <a:p>
            <a:pPr algn="ctr"/>
            <a:r>
              <a:rPr lang="en-US" sz="900" dirty="0"/>
              <a:t>97</a:t>
            </a:r>
          </a:p>
        </p:txBody>
      </p:sp>
      <p:sp>
        <p:nvSpPr>
          <p:cNvPr id="44" name="TextBox 43">
            <a:extLst>
              <a:ext uri="{FF2B5EF4-FFF2-40B4-BE49-F238E27FC236}">
                <a16:creationId xmlns:a16="http://schemas.microsoft.com/office/drawing/2014/main" id="{94441B5B-8A80-4BA0-67AC-8FB020EA308E}"/>
              </a:ext>
            </a:extLst>
          </p:cNvPr>
          <p:cNvSpPr txBox="1"/>
          <p:nvPr/>
        </p:nvSpPr>
        <p:spPr>
          <a:xfrm>
            <a:off x="5147734" y="2905709"/>
            <a:ext cx="570089" cy="230832"/>
          </a:xfrm>
          <a:prstGeom prst="rect">
            <a:avLst/>
          </a:prstGeom>
          <a:solidFill>
            <a:schemeClr val="accent5">
              <a:lumMod val="20000"/>
              <a:lumOff val="80000"/>
            </a:schemeClr>
          </a:solidFill>
        </p:spPr>
        <p:txBody>
          <a:bodyPr wrap="square" rtlCol="0">
            <a:spAutoFit/>
          </a:bodyPr>
          <a:lstStyle/>
          <a:p>
            <a:pPr algn="ctr"/>
            <a:r>
              <a:rPr lang="en-US" sz="900" dirty="0"/>
              <a:t>79</a:t>
            </a:r>
          </a:p>
        </p:txBody>
      </p:sp>
      <p:sp>
        <p:nvSpPr>
          <p:cNvPr id="60" name="TextBox 59">
            <a:extLst>
              <a:ext uri="{FF2B5EF4-FFF2-40B4-BE49-F238E27FC236}">
                <a16:creationId xmlns:a16="http://schemas.microsoft.com/office/drawing/2014/main" id="{FF3258ED-79BC-71ED-FE3C-81AD8A62E6D7}"/>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61" name="TextBox 60">
            <a:extLst>
              <a:ext uri="{FF2B5EF4-FFF2-40B4-BE49-F238E27FC236}">
                <a16:creationId xmlns:a16="http://schemas.microsoft.com/office/drawing/2014/main" id="{54BFC7A6-E68D-F6CA-EB65-91D2EEBC29C8}"/>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62" name="TextBox 61">
            <a:extLst>
              <a:ext uri="{FF2B5EF4-FFF2-40B4-BE49-F238E27FC236}">
                <a16:creationId xmlns:a16="http://schemas.microsoft.com/office/drawing/2014/main" id="{4A44692C-36FE-89C5-312F-A7055ADBB23C}"/>
              </a:ext>
            </a:extLst>
          </p:cNvPr>
          <p:cNvSpPr txBox="1"/>
          <p:nvPr/>
        </p:nvSpPr>
        <p:spPr>
          <a:xfrm>
            <a:off x="5215469" y="3237891"/>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DEAF21DB-0521-D948-8A9A-431C2AD00CB9}"/>
              </a:ext>
            </a:extLst>
          </p:cNvPr>
          <p:cNvSpPr txBox="1"/>
          <p:nvPr/>
        </p:nvSpPr>
        <p:spPr>
          <a:xfrm>
            <a:off x="3640666" y="2404765"/>
            <a:ext cx="570089" cy="230832"/>
          </a:xfrm>
          <a:prstGeom prst="rect">
            <a:avLst/>
          </a:prstGeom>
          <a:noFill/>
        </p:spPr>
        <p:txBody>
          <a:bodyPr wrap="square" rtlCol="0">
            <a:spAutoFit/>
          </a:bodyPr>
          <a:lstStyle/>
          <a:p>
            <a:pPr algn="ctr"/>
            <a:r>
              <a:rPr lang="en-US" sz="900" dirty="0"/>
              <a:t>93</a:t>
            </a:r>
          </a:p>
        </p:txBody>
      </p:sp>
      <p:sp>
        <p:nvSpPr>
          <p:cNvPr id="47" name="TextBox 46">
            <a:extLst>
              <a:ext uri="{FF2B5EF4-FFF2-40B4-BE49-F238E27FC236}">
                <a16:creationId xmlns:a16="http://schemas.microsoft.com/office/drawing/2014/main" id="{52666BE8-7C2F-940B-9364-591E73166555}"/>
              </a:ext>
            </a:extLst>
          </p:cNvPr>
          <p:cNvSpPr txBox="1"/>
          <p:nvPr/>
        </p:nvSpPr>
        <p:spPr>
          <a:xfrm>
            <a:off x="3138310" y="2404765"/>
            <a:ext cx="570089" cy="230832"/>
          </a:xfrm>
          <a:prstGeom prst="rect">
            <a:avLst/>
          </a:prstGeom>
          <a:noFill/>
        </p:spPr>
        <p:txBody>
          <a:bodyPr wrap="square" rtlCol="0">
            <a:spAutoFit/>
          </a:bodyPr>
          <a:lstStyle/>
          <a:p>
            <a:pPr algn="ctr"/>
            <a:r>
              <a:rPr lang="en-US" sz="900" dirty="0"/>
              <a:t>39</a:t>
            </a:r>
          </a:p>
        </p:txBody>
      </p:sp>
      <p:sp>
        <p:nvSpPr>
          <p:cNvPr id="59" name="TextBox 58">
            <a:extLst>
              <a:ext uri="{FF2B5EF4-FFF2-40B4-BE49-F238E27FC236}">
                <a16:creationId xmlns:a16="http://schemas.microsoft.com/office/drawing/2014/main" id="{04A4F63E-4A4C-D5A8-12CB-1C55C153762D}"/>
              </a:ext>
            </a:extLst>
          </p:cNvPr>
          <p:cNvSpPr txBox="1"/>
          <p:nvPr/>
        </p:nvSpPr>
        <p:spPr>
          <a:xfrm>
            <a:off x="3640666" y="2905709"/>
            <a:ext cx="570089" cy="230832"/>
          </a:xfrm>
          <a:prstGeom prst="rect">
            <a:avLst/>
          </a:prstGeom>
          <a:noFill/>
        </p:spPr>
        <p:txBody>
          <a:bodyPr wrap="square" rtlCol="0">
            <a:spAutoFit/>
          </a:bodyPr>
          <a:lstStyle/>
          <a:p>
            <a:pPr algn="ctr"/>
            <a:r>
              <a:rPr lang="en-US" sz="900" dirty="0"/>
              <a:t>58</a:t>
            </a:r>
          </a:p>
        </p:txBody>
      </p:sp>
      <p:sp>
        <p:nvSpPr>
          <p:cNvPr id="63" name="TextBox 62">
            <a:extLst>
              <a:ext uri="{FF2B5EF4-FFF2-40B4-BE49-F238E27FC236}">
                <a16:creationId xmlns:a16="http://schemas.microsoft.com/office/drawing/2014/main" id="{C9628C48-C047-B6A1-B923-E884D887E2E0}"/>
              </a:ext>
            </a:extLst>
          </p:cNvPr>
          <p:cNvSpPr txBox="1"/>
          <p:nvPr/>
        </p:nvSpPr>
        <p:spPr>
          <a:xfrm>
            <a:off x="3138310" y="2905709"/>
            <a:ext cx="570089" cy="230832"/>
          </a:xfrm>
          <a:prstGeom prst="rect">
            <a:avLst/>
          </a:prstGeom>
          <a:noFill/>
        </p:spPr>
        <p:txBody>
          <a:bodyPr wrap="square" rtlCol="0">
            <a:spAutoFit/>
          </a:bodyPr>
          <a:lstStyle/>
          <a:p>
            <a:pPr algn="ctr"/>
            <a:r>
              <a:rPr lang="en-US" sz="900" dirty="0"/>
              <a:t>85</a:t>
            </a:r>
          </a:p>
        </p:txBody>
      </p:sp>
      <p:sp>
        <p:nvSpPr>
          <p:cNvPr id="64" name="TextBox 63">
            <a:extLst>
              <a:ext uri="{FF2B5EF4-FFF2-40B4-BE49-F238E27FC236}">
                <a16:creationId xmlns:a16="http://schemas.microsoft.com/office/drawing/2014/main" id="{BE407EE4-CB5E-BC35-50B8-0E7B41FA3A3F}"/>
              </a:ext>
            </a:extLst>
          </p:cNvPr>
          <p:cNvSpPr txBox="1"/>
          <p:nvPr/>
        </p:nvSpPr>
        <p:spPr>
          <a:xfrm>
            <a:off x="3640666" y="3406653"/>
            <a:ext cx="570089" cy="230832"/>
          </a:xfrm>
          <a:prstGeom prst="rect">
            <a:avLst/>
          </a:prstGeom>
          <a:noFill/>
        </p:spPr>
        <p:txBody>
          <a:bodyPr wrap="square" rtlCol="0">
            <a:spAutoFit/>
          </a:bodyPr>
          <a:lstStyle/>
          <a:p>
            <a:pPr algn="ctr"/>
            <a:r>
              <a:rPr lang="en-US" sz="900" dirty="0"/>
              <a:t>146</a:t>
            </a:r>
          </a:p>
        </p:txBody>
      </p:sp>
      <p:sp>
        <p:nvSpPr>
          <p:cNvPr id="65" name="TextBox 64">
            <a:extLst>
              <a:ext uri="{FF2B5EF4-FFF2-40B4-BE49-F238E27FC236}">
                <a16:creationId xmlns:a16="http://schemas.microsoft.com/office/drawing/2014/main" id="{8C331BE0-C6DF-8B70-B466-5A0A3AEC7732}"/>
              </a:ext>
            </a:extLst>
          </p:cNvPr>
          <p:cNvSpPr txBox="1"/>
          <p:nvPr/>
        </p:nvSpPr>
        <p:spPr>
          <a:xfrm>
            <a:off x="3138310" y="3406653"/>
            <a:ext cx="570089" cy="230832"/>
          </a:xfrm>
          <a:prstGeom prst="rect">
            <a:avLst/>
          </a:prstGeom>
          <a:noFill/>
        </p:spPr>
        <p:txBody>
          <a:bodyPr wrap="square" rtlCol="0">
            <a:spAutoFit/>
          </a:bodyPr>
          <a:lstStyle/>
          <a:p>
            <a:pPr algn="ctr"/>
            <a:r>
              <a:rPr lang="en-US" sz="900" dirty="0"/>
              <a:t>146</a:t>
            </a:r>
          </a:p>
        </p:txBody>
      </p:sp>
      <p:sp>
        <p:nvSpPr>
          <p:cNvPr id="66" name="TextBox 65">
            <a:extLst>
              <a:ext uri="{FF2B5EF4-FFF2-40B4-BE49-F238E27FC236}">
                <a16:creationId xmlns:a16="http://schemas.microsoft.com/office/drawing/2014/main" id="{57D72DC2-DD33-DE50-7E5A-2AEBC20BE9FC}"/>
              </a:ext>
            </a:extLst>
          </p:cNvPr>
          <p:cNvSpPr txBox="1"/>
          <p:nvPr/>
        </p:nvSpPr>
        <p:spPr>
          <a:xfrm>
            <a:off x="4645378" y="3907597"/>
            <a:ext cx="570089" cy="230832"/>
          </a:xfrm>
          <a:prstGeom prst="rect">
            <a:avLst/>
          </a:prstGeom>
          <a:noFill/>
        </p:spPr>
        <p:txBody>
          <a:bodyPr wrap="square" rtlCol="0">
            <a:spAutoFit/>
          </a:bodyPr>
          <a:lstStyle/>
          <a:p>
            <a:pPr algn="ctr"/>
            <a:r>
              <a:rPr lang="en-US" sz="900" dirty="0"/>
              <a:t>1246</a:t>
            </a:r>
          </a:p>
        </p:txBody>
      </p:sp>
      <p:sp>
        <p:nvSpPr>
          <p:cNvPr id="67" name="TextBox 66">
            <a:extLst>
              <a:ext uri="{FF2B5EF4-FFF2-40B4-BE49-F238E27FC236}">
                <a16:creationId xmlns:a16="http://schemas.microsoft.com/office/drawing/2014/main" id="{E87C11E2-E636-2803-4D28-059CAA2A86B2}"/>
              </a:ext>
            </a:extLst>
          </p:cNvPr>
          <p:cNvSpPr txBox="1"/>
          <p:nvPr/>
        </p:nvSpPr>
        <p:spPr>
          <a:xfrm>
            <a:off x="5147734" y="3907597"/>
            <a:ext cx="570089" cy="230832"/>
          </a:xfrm>
          <a:prstGeom prst="rect">
            <a:avLst/>
          </a:prstGeom>
          <a:noFill/>
        </p:spPr>
        <p:txBody>
          <a:bodyPr wrap="square" rtlCol="0">
            <a:spAutoFit/>
          </a:bodyPr>
          <a:lstStyle/>
          <a:p>
            <a:pPr algn="ctr"/>
            <a:r>
              <a:rPr lang="en-US" sz="900" dirty="0"/>
              <a:t>34679</a:t>
            </a:r>
          </a:p>
        </p:txBody>
      </p:sp>
      <p:sp>
        <p:nvSpPr>
          <p:cNvPr id="68" name="TextBox 67">
            <a:extLst>
              <a:ext uri="{FF2B5EF4-FFF2-40B4-BE49-F238E27FC236}">
                <a16:creationId xmlns:a16="http://schemas.microsoft.com/office/drawing/2014/main" id="{5D5CEEBE-94D0-D563-6683-DD866CBFE4E3}"/>
              </a:ext>
            </a:extLst>
          </p:cNvPr>
          <p:cNvSpPr txBox="1"/>
          <p:nvPr/>
        </p:nvSpPr>
        <p:spPr>
          <a:xfrm>
            <a:off x="5650090" y="3907597"/>
            <a:ext cx="570089" cy="230832"/>
          </a:xfrm>
          <a:prstGeom prst="rect">
            <a:avLst/>
          </a:prstGeom>
          <a:noFill/>
        </p:spPr>
        <p:txBody>
          <a:bodyPr wrap="square" rtlCol="0">
            <a:spAutoFit/>
          </a:bodyPr>
          <a:lstStyle/>
          <a:p>
            <a:pPr algn="ctr"/>
            <a:r>
              <a:rPr lang="en-US" sz="900" dirty="0"/>
              <a:t>5789</a:t>
            </a:r>
          </a:p>
        </p:txBody>
      </p:sp>
      <p:sp>
        <p:nvSpPr>
          <p:cNvPr id="69" name="TextBox 68">
            <a:extLst>
              <a:ext uri="{FF2B5EF4-FFF2-40B4-BE49-F238E27FC236}">
                <a16:creationId xmlns:a16="http://schemas.microsoft.com/office/drawing/2014/main" id="{1006E54B-304B-2E02-8300-02046AE58E1A}"/>
              </a:ext>
            </a:extLst>
          </p:cNvPr>
          <p:cNvSpPr txBox="1"/>
          <p:nvPr/>
        </p:nvSpPr>
        <p:spPr>
          <a:xfrm>
            <a:off x="6152446" y="3907597"/>
            <a:ext cx="570089" cy="230832"/>
          </a:xfrm>
          <a:prstGeom prst="rect">
            <a:avLst/>
          </a:prstGeom>
          <a:noFill/>
        </p:spPr>
        <p:txBody>
          <a:bodyPr wrap="square" rtlCol="0">
            <a:spAutoFit/>
          </a:bodyPr>
          <a:lstStyle/>
          <a:p>
            <a:pPr algn="ctr"/>
            <a:r>
              <a:rPr lang="en-US" sz="900" dirty="0"/>
              <a:t>12356</a:t>
            </a:r>
          </a:p>
        </p:txBody>
      </p:sp>
      <p:sp>
        <p:nvSpPr>
          <p:cNvPr id="70" name="TextBox 69">
            <a:extLst>
              <a:ext uri="{FF2B5EF4-FFF2-40B4-BE49-F238E27FC236}">
                <a16:creationId xmlns:a16="http://schemas.microsoft.com/office/drawing/2014/main" id="{ACB7B656-19E4-535B-88C5-071F8D30D90B}"/>
              </a:ext>
            </a:extLst>
          </p:cNvPr>
          <p:cNvSpPr txBox="1"/>
          <p:nvPr/>
        </p:nvSpPr>
        <p:spPr>
          <a:xfrm>
            <a:off x="6654802" y="3907597"/>
            <a:ext cx="570089" cy="230832"/>
          </a:xfrm>
          <a:prstGeom prst="rect">
            <a:avLst/>
          </a:prstGeom>
          <a:noFill/>
        </p:spPr>
        <p:txBody>
          <a:bodyPr wrap="square" rtlCol="0">
            <a:spAutoFit/>
          </a:bodyPr>
          <a:lstStyle/>
          <a:p>
            <a:pPr algn="ctr"/>
            <a:r>
              <a:rPr lang="en-US" sz="900" dirty="0"/>
              <a:t>14567</a:t>
            </a:r>
          </a:p>
        </p:txBody>
      </p:sp>
      <p:sp>
        <p:nvSpPr>
          <p:cNvPr id="71" name="TextBox 70">
            <a:extLst>
              <a:ext uri="{FF2B5EF4-FFF2-40B4-BE49-F238E27FC236}">
                <a16:creationId xmlns:a16="http://schemas.microsoft.com/office/drawing/2014/main" id="{19EEDF43-7145-8A28-6B01-92C5ACE2202A}"/>
              </a:ext>
            </a:extLst>
          </p:cNvPr>
          <p:cNvSpPr txBox="1"/>
          <p:nvPr/>
        </p:nvSpPr>
        <p:spPr>
          <a:xfrm>
            <a:off x="7157158" y="3907597"/>
            <a:ext cx="570089" cy="230832"/>
          </a:xfrm>
          <a:prstGeom prst="rect">
            <a:avLst/>
          </a:prstGeom>
          <a:noFill/>
        </p:spPr>
        <p:txBody>
          <a:bodyPr wrap="square" rtlCol="0">
            <a:spAutoFit/>
          </a:bodyPr>
          <a:lstStyle/>
          <a:p>
            <a:pPr algn="ctr"/>
            <a:r>
              <a:rPr lang="en-US" sz="900" dirty="0"/>
              <a:t>4689</a:t>
            </a:r>
          </a:p>
        </p:txBody>
      </p:sp>
      <p:sp>
        <p:nvSpPr>
          <p:cNvPr id="72" name="TextBox 71">
            <a:extLst>
              <a:ext uri="{FF2B5EF4-FFF2-40B4-BE49-F238E27FC236}">
                <a16:creationId xmlns:a16="http://schemas.microsoft.com/office/drawing/2014/main" id="{EBA870A0-6CFE-9B99-5439-200B343D3068}"/>
              </a:ext>
            </a:extLst>
          </p:cNvPr>
          <p:cNvSpPr txBox="1"/>
          <p:nvPr/>
        </p:nvSpPr>
        <p:spPr>
          <a:xfrm>
            <a:off x="4645378" y="4408541"/>
            <a:ext cx="570089" cy="230832"/>
          </a:xfrm>
          <a:prstGeom prst="rect">
            <a:avLst/>
          </a:prstGeom>
          <a:noFill/>
        </p:spPr>
        <p:txBody>
          <a:bodyPr wrap="square" rtlCol="0">
            <a:spAutoFit/>
          </a:bodyPr>
          <a:lstStyle/>
          <a:p>
            <a:pPr algn="ctr"/>
            <a:r>
              <a:rPr lang="en-US" sz="900" dirty="0"/>
              <a:t>1246</a:t>
            </a:r>
          </a:p>
        </p:txBody>
      </p:sp>
      <p:sp>
        <p:nvSpPr>
          <p:cNvPr id="73" name="TextBox 72">
            <a:extLst>
              <a:ext uri="{FF2B5EF4-FFF2-40B4-BE49-F238E27FC236}">
                <a16:creationId xmlns:a16="http://schemas.microsoft.com/office/drawing/2014/main" id="{6E15BC8E-64F0-C035-BF0D-64CDFA49CB54}"/>
              </a:ext>
            </a:extLst>
          </p:cNvPr>
          <p:cNvSpPr txBox="1"/>
          <p:nvPr/>
        </p:nvSpPr>
        <p:spPr>
          <a:xfrm>
            <a:off x="5147734" y="4408541"/>
            <a:ext cx="570089" cy="230832"/>
          </a:xfrm>
          <a:prstGeom prst="rect">
            <a:avLst/>
          </a:prstGeom>
          <a:noFill/>
        </p:spPr>
        <p:txBody>
          <a:bodyPr wrap="square" rtlCol="0">
            <a:spAutoFit/>
          </a:bodyPr>
          <a:lstStyle/>
          <a:p>
            <a:pPr algn="ctr"/>
            <a:r>
              <a:rPr lang="en-US" sz="900" dirty="0"/>
              <a:t>34679</a:t>
            </a:r>
          </a:p>
        </p:txBody>
      </p:sp>
      <p:sp>
        <p:nvSpPr>
          <p:cNvPr id="74" name="TextBox 73">
            <a:extLst>
              <a:ext uri="{FF2B5EF4-FFF2-40B4-BE49-F238E27FC236}">
                <a16:creationId xmlns:a16="http://schemas.microsoft.com/office/drawing/2014/main" id="{016FCB22-AB16-42B5-B2C7-C53D397BBC42}"/>
              </a:ext>
            </a:extLst>
          </p:cNvPr>
          <p:cNvSpPr txBox="1"/>
          <p:nvPr/>
        </p:nvSpPr>
        <p:spPr>
          <a:xfrm>
            <a:off x="5650090" y="4408541"/>
            <a:ext cx="570089" cy="230832"/>
          </a:xfrm>
          <a:prstGeom prst="rect">
            <a:avLst/>
          </a:prstGeom>
          <a:noFill/>
        </p:spPr>
        <p:txBody>
          <a:bodyPr wrap="square" rtlCol="0">
            <a:spAutoFit/>
          </a:bodyPr>
          <a:lstStyle/>
          <a:p>
            <a:pPr algn="ctr"/>
            <a:r>
              <a:rPr lang="en-US" sz="900" dirty="0"/>
              <a:t>5789</a:t>
            </a:r>
          </a:p>
        </p:txBody>
      </p:sp>
      <p:sp>
        <p:nvSpPr>
          <p:cNvPr id="75" name="TextBox 74">
            <a:extLst>
              <a:ext uri="{FF2B5EF4-FFF2-40B4-BE49-F238E27FC236}">
                <a16:creationId xmlns:a16="http://schemas.microsoft.com/office/drawing/2014/main" id="{EDC9912D-F9D3-13A4-128D-61859B703510}"/>
              </a:ext>
            </a:extLst>
          </p:cNvPr>
          <p:cNvSpPr txBox="1"/>
          <p:nvPr/>
        </p:nvSpPr>
        <p:spPr>
          <a:xfrm>
            <a:off x="6654802" y="4408541"/>
            <a:ext cx="570089" cy="230832"/>
          </a:xfrm>
          <a:prstGeom prst="rect">
            <a:avLst/>
          </a:prstGeom>
          <a:noFill/>
        </p:spPr>
        <p:txBody>
          <a:bodyPr wrap="square" rtlCol="0">
            <a:spAutoFit/>
          </a:bodyPr>
          <a:lstStyle/>
          <a:p>
            <a:pPr algn="ctr"/>
            <a:r>
              <a:rPr lang="en-US" sz="900" dirty="0"/>
              <a:t>14567</a:t>
            </a:r>
          </a:p>
        </p:txBody>
      </p:sp>
      <p:sp>
        <p:nvSpPr>
          <p:cNvPr id="76" name="TextBox 75">
            <a:extLst>
              <a:ext uri="{FF2B5EF4-FFF2-40B4-BE49-F238E27FC236}">
                <a16:creationId xmlns:a16="http://schemas.microsoft.com/office/drawing/2014/main" id="{34B01610-DCFD-BB25-25C9-22F01C1F3B11}"/>
              </a:ext>
            </a:extLst>
          </p:cNvPr>
          <p:cNvSpPr txBox="1"/>
          <p:nvPr/>
        </p:nvSpPr>
        <p:spPr>
          <a:xfrm>
            <a:off x="7157158" y="4408541"/>
            <a:ext cx="570089" cy="230832"/>
          </a:xfrm>
          <a:prstGeom prst="rect">
            <a:avLst/>
          </a:prstGeom>
          <a:noFill/>
        </p:spPr>
        <p:txBody>
          <a:bodyPr wrap="square" rtlCol="0">
            <a:spAutoFit/>
          </a:bodyPr>
          <a:lstStyle/>
          <a:p>
            <a:pPr algn="ctr"/>
            <a:r>
              <a:rPr lang="en-US" sz="900" dirty="0"/>
              <a:t>4689</a:t>
            </a:r>
          </a:p>
        </p:txBody>
      </p:sp>
      <p:sp>
        <p:nvSpPr>
          <p:cNvPr id="77" name="TextBox 76">
            <a:extLst>
              <a:ext uri="{FF2B5EF4-FFF2-40B4-BE49-F238E27FC236}">
                <a16:creationId xmlns:a16="http://schemas.microsoft.com/office/drawing/2014/main" id="{2CFB3A38-9370-6228-C4B9-4EC69781BCE5}"/>
              </a:ext>
            </a:extLst>
          </p:cNvPr>
          <p:cNvSpPr txBox="1"/>
          <p:nvPr/>
        </p:nvSpPr>
        <p:spPr>
          <a:xfrm>
            <a:off x="4645378" y="4909484"/>
            <a:ext cx="570089" cy="230832"/>
          </a:xfrm>
          <a:prstGeom prst="rect">
            <a:avLst/>
          </a:prstGeom>
          <a:noFill/>
        </p:spPr>
        <p:txBody>
          <a:bodyPr wrap="square" rtlCol="0">
            <a:spAutoFit/>
          </a:bodyPr>
          <a:lstStyle/>
          <a:p>
            <a:pPr algn="ctr"/>
            <a:r>
              <a:rPr lang="en-US" sz="900" dirty="0"/>
              <a:t>1246</a:t>
            </a:r>
          </a:p>
        </p:txBody>
      </p:sp>
      <p:sp>
        <p:nvSpPr>
          <p:cNvPr id="78" name="TextBox 77">
            <a:extLst>
              <a:ext uri="{FF2B5EF4-FFF2-40B4-BE49-F238E27FC236}">
                <a16:creationId xmlns:a16="http://schemas.microsoft.com/office/drawing/2014/main" id="{7972240B-B823-6C9E-579E-633EB60A9CF1}"/>
              </a:ext>
            </a:extLst>
          </p:cNvPr>
          <p:cNvSpPr txBox="1"/>
          <p:nvPr/>
        </p:nvSpPr>
        <p:spPr>
          <a:xfrm>
            <a:off x="5147734" y="4909484"/>
            <a:ext cx="570089" cy="230832"/>
          </a:xfrm>
          <a:prstGeom prst="rect">
            <a:avLst/>
          </a:prstGeom>
          <a:noFill/>
        </p:spPr>
        <p:txBody>
          <a:bodyPr wrap="square" rtlCol="0">
            <a:spAutoFit/>
          </a:bodyPr>
          <a:lstStyle/>
          <a:p>
            <a:pPr algn="ctr"/>
            <a:r>
              <a:rPr lang="en-US" sz="900" dirty="0"/>
              <a:t>34679</a:t>
            </a:r>
          </a:p>
        </p:txBody>
      </p:sp>
      <p:sp>
        <p:nvSpPr>
          <p:cNvPr id="79" name="TextBox 78">
            <a:extLst>
              <a:ext uri="{FF2B5EF4-FFF2-40B4-BE49-F238E27FC236}">
                <a16:creationId xmlns:a16="http://schemas.microsoft.com/office/drawing/2014/main" id="{64E5D0B6-9045-E93A-2D85-67EE0399B24F}"/>
              </a:ext>
            </a:extLst>
          </p:cNvPr>
          <p:cNvSpPr txBox="1"/>
          <p:nvPr/>
        </p:nvSpPr>
        <p:spPr>
          <a:xfrm>
            <a:off x="5650090" y="4909484"/>
            <a:ext cx="570089" cy="230832"/>
          </a:xfrm>
          <a:prstGeom prst="rect">
            <a:avLst/>
          </a:prstGeom>
          <a:noFill/>
        </p:spPr>
        <p:txBody>
          <a:bodyPr wrap="square" rtlCol="0">
            <a:spAutoFit/>
          </a:bodyPr>
          <a:lstStyle/>
          <a:p>
            <a:pPr algn="ctr"/>
            <a:r>
              <a:rPr lang="en-US" sz="900" dirty="0"/>
              <a:t>5789</a:t>
            </a:r>
          </a:p>
        </p:txBody>
      </p:sp>
      <p:sp>
        <p:nvSpPr>
          <p:cNvPr id="80" name="TextBox 79">
            <a:extLst>
              <a:ext uri="{FF2B5EF4-FFF2-40B4-BE49-F238E27FC236}">
                <a16:creationId xmlns:a16="http://schemas.microsoft.com/office/drawing/2014/main" id="{8CA04FD3-CF4C-2B18-EF1B-14ABB71DAB84}"/>
              </a:ext>
            </a:extLst>
          </p:cNvPr>
          <p:cNvSpPr txBox="1"/>
          <p:nvPr/>
        </p:nvSpPr>
        <p:spPr>
          <a:xfrm>
            <a:off x="6654802" y="4909484"/>
            <a:ext cx="570089" cy="230832"/>
          </a:xfrm>
          <a:prstGeom prst="rect">
            <a:avLst/>
          </a:prstGeom>
          <a:noFill/>
        </p:spPr>
        <p:txBody>
          <a:bodyPr wrap="square" rtlCol="0">
            <a:spAutoFit/>
          </a:bodyPr>
          <a:lstStyle/>
          <a:p>
            <a:pPr algn="ctr"/>
            <a:r>
              <a:rPr lang="en-US" sz="900" dirty="0"/>
              <a:t>14567</a:t>
            </a:r>
          </a:p>
        </p:txBody>
      </p:sp>
      <p:sp>
        <p:nvSpPr>
          <p:cNvPr id="81" name="TextBox 80">
            <a:extLst>
              <a:ext uri="{FF2B5EF4-FFF2-40B4-BE49-F238E27FC236}">
                <a16:creationId xmlns:a16="http://schemas.microsoft.com/office/drawing/2014/main" id="{595BA78A-7A69-AC82-9F56-8E7EE2803A13}"/>
              </a:ext>
            </a:extLst>
          </p:cNvPr>
          <p:cNvSpPr txBox="1"/>
          <p:nvPr/>
        </p:nvSpPr>
        <p:spPr>
          <a:xfrm>
            <a:off x="7157158" y="4909484"/>
            <a:ext cx="570089" cy="230832"/>
          </a:xfrm>
          <a:prstGeom prst="rect">
            <a:avLst/>
          </a:prstGeom>
          <a:noFill/>
        </p:spPr>
        <p:txBody>
          <a:bodyPr wrap="square" rtlCol="0">
            <a:spAutoFit/>
          </a:bodyPr>
          <a:lstStyle/>
          <a:p>
            <a:pPr algn="ctr"/>
            <a:r>
              <a:rPr lang="en-US" sz="900" dirty="0"/>
              <a:t>46879</a:t>
            </a:r>
          </a:p>
        </p:txBody>
      </p:sp>
    </p:spTree>
    <p:extLst>
      <p:ext uri="{BB962C8B-B14F-4D97-AF65-F5344CB8AC3E}">
        <p14:creationId xmlns:p14="http://schemas.microsoft.com/office/powerpoint/2010/main" val="16766273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2C59E-4B80-8A80-ED3E-3D79F1E082F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A48AEB4-DD4A-26CF-3A2C-6B20EC1E6C04}"/>
              </a:ext>
            </a:extLst>
          </p:cNvPr>
          <p:cNvSpPr>
            <a:spLocks noGrp="1"/>
          </p:cNvSpPr>
          <p:nvPr>
            <p:ph sz="half" idx="1"/>
          </p:nvPr>
        </p:nvSpPr>
        <p:spPr/>
        <p:txBody>
          <a:bodyPr/>
          <a:lstStyle/>
          <a:p>
            <a:r>
              <a:rPr lang="en-US" dirty="0"/>
              <a:t>[14 in 4] cannot contain a 9.</a:t>
            </a:r>
          </a:p>
        </p:txBody>
      </p:sp>
      <p:pic>
        <p:nvPicPr>
          <p:cNvPr id="4" name="Picture 3" descr="A grid of sudoku puzzle&#10;&#10;Description automatically generated">
            <a:extLst>
              <a:ext uri="{FF2B5EF4-FFF2-40B4-BE49-F238E27FC236}">
                <a16:creationId xmlns:a16="http://schemas.microsoft.com/office/drawing/2014/main" id="{9C6C62E9-4E2E-4C5B-45A9-97B72D163D9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537D237-0C86-050A-3A05-48A750C481C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55C1B3A-C39D-C1C1-D614-FB3896B5025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B92D483-D255-84AA-70C3-38DF78DFB13A}"/>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A84F7452-6569-F91F-85FC-0F65EC129990}"/>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90645EF0-AC76-7796-DFD1-ECF9A7512812}"/>
              </a:ext>
            </a:extLst>
          </p:cNvPr>
          <p:cNvSpPr txBox="1"/>
          <p:nvPr/>
        </p:nvSpPr>
        <p:spPr>
          <a:xfrm>
            <a:off x="6152446" y="1402877"/>
            <a:ext cx="570089" cy="230832"/>
          </a:xfrm>
          <a:prstGeom prst="rect">
            <a:avLst/>
          </a:prstGeom>
          <a:noFill/>
        </p:spPr>
        <p:txBody>
          <a:bodyPr wrap="square" rtlCol="0">
            <a:spAutoFit/>
          </a:bodyPr>
          <a:lstStyle/>
          <a:p>
            <a:pPr algn="ctr"/>
            <a:r>
              <a:rPr lang="en-US" sz="900" dirty="0"/>
              <a:t>56</a:t>
            </a:r>
          </a:p>
        </p:txBody>
      </p:sp>
      <p:sp>
        <p:nvSpPr>
          <p:cNvPr id="13" name="TextBox 12">
            <a:extLst>
              <a:ext uri="{FF2B5EF4-FFF2-40B4-BE49-F238E27FC236}">
                <a16:creationId xmlns:a16="http://schemas.microsoft.com/office/drawing/2014/main" id="{C0416D62-2BEE-CDED-BAC2-5CEA1CF1CF24}"/>
              </a:ext>
            </a:extLst>
          </p:cNvPr>
          <p:cNvSpPr txBox="1"/>
          <p:nvPr/>
        </p:nvSpPr>
        <p:spPr>
          <a:xfrm>
            <a:off x="6654802" y="1402877"/>
            <a:ext cx="570089" cy="230832"/>
          </a:xfrm>
          <a:prstGeom prst="rect">
            <a:avLst/>
          </a:prstGeom>
          <a:noFill/>
        </p:spPr>
        <p:txBody>
          <a:bodyPr wrap="square" rtlCol="0">
            <a:spAutoFit/>
          </a:bodyPr>
          <a:lstStyle/>
          <a:p>
            <a:pPr algn="ctr"/>
            <a:r>
              <a:rPr lang="en-US" sz="900" dirty="0"/>
              <a:t>456</a:t>
            </a:r>
          </a:p>
        </p:txBody>
      </p:sp>
      <p:sp>
        <p:nvSpPr>
          <p:cNvPr id="15" name="TextBox 14">
            <a:extLst>
              <a:ext uri="{FF2B5EF4-FFF2-40B4-BE49-F238E27FC236}">
                <a16:creationId xmlns:a16="http://schemas.microsoft.com/office/drawing/2014/main" id="{5F378049-D222-435E-2DBE-475D67ACBACA}"/>
              </a:ext>
            </a:extLst>
          </p:cNvPr>
          <p:cNvSpPr txBox="1"/>
          <p:nvPr/>
        </p:nvSpPr>
        <p:spPr>
          <a:xfrm>
            <a:off x="7157158"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46</a:t>
            </a:r>
          </a:p>
        </p:txBody>
      </p:sp>
      <p:sp>
        <p:nvSpPr>
          <p:cNvPr id="20" name="TextBox 19">
            <a:extLst>
              <a:ext uri="{FF2B5EF4-FFF2-40B4-BE49-F238E27FC236}">
                <a16:creationId xmlns:a16="http://schemas.microsoft.com/office/drawing/2014/main" id="{271EBE9E-8305-6496-1C0A-E6AE3BE1A741}"/>
              </a:ext>
            </a:extLst>
          </p:cNvPr>
          <p:cNvSpPr txBox="1"/>
          <p:nvPr/>
        </p:nvSpPr>
        <p:spPr>
          <a:xfrm>
            <a:off x="3640666" y="1903821"/>
            <a:ext cx="570089" cy="230832"/>
          </a:xfrm>
          <a:prstGeom prst="rect">
            <a:avLst/>
          </a:prstGeom>
          <a:noFill/>
        </p:spPr>
        <p:txBody>
          <a:bodyPr wrap="square" rtlCol="0">
            <a:spAutoFit/>
          </a:bodyPr>
          <a:lstStyle/>
          <a:p>
            <a:pPr algn="ctr"/>
            <a:r>
              <a:rPr lang="en-US" sz="900" dirty="0"/>
              <a:t>71</a:t>
            </a:r>
          </a:p>
        </p:txBody>
      </p:sp>
      <p:sp>
        <p:nvSpPr>
          <p:cNvPr id="21" name="TextBox 20">
            <a:extLst>
              <a:ext uri="{FF2B5EF4-FFF2-40B4-BE49-F238E27FC236}">
                <a16:creationId xmlns:a16="http://schemas.microsoft.com/office/drawing/2014/main" id="{5F2CF401-DD9E-6403-29AF-627DB6973D9A}"/>
              </a:ext>
            </a:extLst>
          </p:cNvPr>
          <p:cNvSpPr txBox="1"/>
          <p:nvPr/>
        </p:nvSpPr>
        <p:spPr>
          <a:xfrm>
            <a:off x="3138310" y="1903821"/>
            <a:ext cx="570089" cy="230832"/>
          </a:xfrm>
          <a:prstGeom prst="rect">
            <a:avLst/>
          </a:prstGeom>
          <a:noFill/>
        </p:spPr>
        <p:txBody>
          <a:bodyPr wrap="square" rtlCol="0">
            <a:spAutoFit/>
          </a:bodyPr>
          <a:lstStyle/>
          <a:p>
            <a:pPr algn="ctr"/>
            <a:r>
              <a:rPr lang="en-US" sz="900" dirty="0"/>
              <a:t>17</a:t>
            </a:r>
          </a:p>
        </p:txBody>
      </p:sp>
      <p:sp>
        <p:nvSpPr>
          <p:cNvPr id="24" name="TextBox 23">
            <a:extLst>
              <a:ext uri="{FF2B5EF4-FFF2-40B4-BE49-F238E27FC236}">
                <a16:creationId xmlns:a16="http://schemas.microsoft.com/office/drawing/2014/main" id="{125A9627-2CE8-9408-4894-95B8D80BD2CA}"/>
              </a:ext>
            </a:extLst>
          </p:cNvPr>
          <p:cNvSpPr txBox="1"/>
          <p:nvPr/>
        </p:nvSpPr>
        <p:spPr>
          <a:xfrm>
            <a:off x="6152446" y="4408541"/>
            <a:ext cx="570089" cy="230832"/>
          </a:xfrm>
          <a:prstGeom prst="rect">
            <a:avLst/>
          </a:prstGeom>
          <a:noFill/>
        </p:spPr>
        <p:txBody>
          <a:bodyPr wrap="square" rtlCol="0">
            <a:spAutoFit/>
          </a:bodyPr>
          <a:lstStyle/>
          <a:p>
            <a:pPr algn="ctr"/>
            <a:r>
              <a:rPr lang="en-US" sz="900" dirty="0"/>
              <a:t>2356</a:t>
            </a:r>
          </a:p>
        </p:txBody>
      </p:sp>
      <p:sp>
        <p:nvSpPr>
          <p:cNvPr id="25" name="TextBox 24">
            <a:extLst>
              <a:ext uri="{FF2B5EF4-FFF2-40B4-BE49-F238E27FC236}">
                <a16:creationId xmlns:a16="http://schemas.microsoft.com/office/drawing/2014/main" id="{B315A327-1B6A-8864-F291-7869726CA27C}"/>
              </a:ext>
            </a:extLst>
          </p:cNvPr>
          <p:cNvSpPr txBox="1"/>
          <p:nvPr/>
        </p:nvSpPr>
        <p:spPr>
          <a:xfrm>
            <a:off x="6152446" y="4909484"/>
            <a:ext cx="570089" cy="230832"/>
          </a:xfrm>
          <a:prstGeom prst="rect">
            <a:avLst/>
          </a:prstGeom>
          <a:noFill/>
        </p:spPr>
        <p:txBody>
          <a:bodyPr wrap="square" rtlCol="0">
            <a:spAutoFit/>
          </a:bodyPr>
          <a:lstStyle/>
          <a:p>
            <a:pPr algn="ctr"/>
            <a:r>
              <a:rPr lang="en-US" sz="900" dirty="0"/>
              <a:t>6532</a:t>
            </a:r>
          </a:p>
        </p:txBody>
      </p:sp>
      <p:sp>
        <p:nvSpPr>
          <p:cNvPr id="29" name="TextBox 28">
            <a:extLst>
              <a:ext uri="{FF2B5EF4-FFF2-40B4-BE49-F238E27FC236}">
                <a16:creationId xmlns:a16="http://schemas.microsoft.com/office/drawing/2014/main" id="{81CFE6DD-34E6-2DEE-3041-E1A604EA1FCC}"/>
              </a:ext>
            </a:extLst>
          </p:cNvPr>
          <p:cNvSpPr txBox="1"/>
          <p:nvPr/>
        </p:nvSpPr>
        <p:spPr>
          <a:xfrm>
            <a:off x="6152446" y="2905709"/>
            <a:ext cx="570089" cy="230832"/>
          </a:xfrm>
          <a:prstGeom prst="rect">
            <a:avLst/>
          </a:prstGeom>
          <a:noFill/>
        </p:spPr>
        <p:txBody>
          <a:bodyPr wrap="square" rtlCol="0">
            <a:spAutoFit/>
          </a:bodyPr>
          <a:lstStyle/>
          <a:p>
            <a:pPr algn="ctr"/>
            <a:r>
              <a:rPr lang="en-US" sz="900" dirty="0"/>
              <a:t>16</a:t>
            </a:r>
          </a:p>
        </p:txBody>
      </p:sp>
      <p:sp>
        <p:nvSpPr>
          <p:cNvPr id="30" name="TextBox 29">
            <a:extLst>
              <a:ext uri="{FF2B5EF4-FFF2-40B4-BE49-F238E27FC236}">
                <a16:creationId xmlns:a16="http://schemas.microsoft.com/office/drawing/2014/main" id="{EF18EC28-0152-BCF9-70EC-AEB06BF86A8A}"/>
              </a:ext>
            </a:extLst>
          </p:cNvPr>
          <p:cNvSpPr txBox="1"/>
          <p:nvPr/>
        </p:nvSpPr>
        <p:spPr>
          <a:xfrm>
            <a:off x="6654802" y="2905709"/>
            <a:ext cx="570089" cy="230832"/>
          </a:xfrm>
          <a:prstGeom prst="rect">
            <a:avLst/>
          </a:prstGeom>
          <a:noFill/>
        </p:spPr>
        <p:txBody>
          <a:bodyPr wrap="square" rtlCol="0">
            <a:spAutoFit/>
          </a:bodyPr>
          <a:lstStyle/>
          <a:p>
            <a:pPr algn="ctr"/>
            <a:r>
              <a:rPr lang="en-US" sz="900" dirty="0"/>
              <a:t>61</a:t>
            </a:r>
          </a:p>
        </p:txBody>
      </p:sp>
      <p:sp>
        <p:nvSpPr>
          <p:cNvPr id="31" name="TextBox 30">
            <a:extLst>
              <a:ext uri="{FF2B5EF4-FFF2-40B4-BE49-F238E27FC236}">
                <a16:creationId xmlns:a16="http://schemas.microsoft.com/office/drawing/2014/main" id="{0D9CF809-64F6-CDDC-EBA3-5951433B3B53}"/>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73579D9C-4018-FC0A-6A90-3EACFBF3415A}"/>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A5791FC7-9A87-97FC-5EC7-F013C3B013E8}"/>
              </a:ext>
            </a:extLst>
          </p:cNvPr>
          <p:cNvSpPr txBox="1"/>
          <p:nvPr/>
        </p:nvSpPr>
        <p:spPr>
          <a:xfrm>
            <a:off x="6214537"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E9BBBE48-54E9-DD53-7613-27FCA29D7D1D}"/>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8FF6C230-ED49-6232-D89A-DA6C0190F72B}"/>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90A45AED-F73B-F4C9-CD40-375FD16CE2DC}"/>
              </a:ext>
            </a:extLst>
          </p:cNvPr>
          <p:cNvSpPr txBox="1"/>
          <p:nvPr/>
        </p:nvSpPr>
        <p:spPr>
          <a:xfrm>
            <a:off x="6714071" y="72121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A5CB6969-87FD-7429-DDCB-59BA253ED2CF}"/>
              </a:ext>
            </a:extLst>
          </p:cNvPr>
          <p:cNvSpPr txBox="1"/>
          <p:nvPr/>
        </p:nvSpPr>
        <p:spPr>
          <a:xfrm>
            <a:off x="7213604" y="72121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ADC07B12-7F46-296C-BAA5-0566EF1A1B1E}"/>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DA0C4A25-B3C5-D05F-4DBE-9A905C067446}"/>
              </a:ext>
            </a:extLst>
          </p:cNvPr>
          <p:cNvSpPr txBox="1"/>
          <p:nvPr/>
        </p:nvSpPr>
        <p:spPr>
          <a:xfrm>
            <a:off x="6214537" y="3237891"/>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D0C1F564-1F3A-1757-78BE-8CED71C1064C}"/>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AF290E77-526C-118D-117B-63A6CADC505F}"/>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5" name="TextBox 34">
            <a:extLst>
              <a:ext uri="{FF2B5EF4-FFF2-40B4-BE49-F238E27FC236}">
                <a16:creationId xmlns:a16="http://schemas.microsoft.com/office/drawing/2014/main" id="{39BE5F46-9C65-B80F-3D61-0F9473B5494C}"/>
              </a:ext>
            </a:extLst>
          </p:cNvPr>
          <p:cNvSpPr txBox="1"/>
          <p:nvPr/>
        </p:nvSpPr>
        <p:spPr>
          <a:xfrm>
            <a:off x="7213604" y="3237891"/>
            <a:ext cx="462845" cy="584775"/>
          </a:xfrm>
          <a:prstGeom prst="rect">
            <a:avLst/>
          </a:prstGeom>
          <a:noFill/>
        </p:spPr>
        <p:txBody>
          <a:bodyPr wrap="square" rtlCol="0">
            <a:spAutoFit/>
          </a:bodyPr>
          <a:lstStyle/>
          <a:p>
            <a:pPr algn="ctr"/>
            <a:r>
              <a:rPr lang="en-US" sz="3200" dirty="0"/>
              <a:t>5</a:t>
            </a:r>
          </a:p>
        </p:txBody>
      </p:sp>
      <p:sp>
        <p:nvSpPr>
          <p:cNvPr id="22" name="TextBox 21">
            <a:extLst>
              <a:ext uri="{FF2B5EF4-FFF2-40B4-BE49-F238E27FC236}">
                <a16:creationId xmlns:a16="http://schemas.microsoft.com/office/drawing/2014/main" id="{DBE4A9E9-DA85-7E24-D6C4-D72EF5499B39}"/>
              </a:ext>
            </a:extLst>
          </p:cNvPr>
          <p:cNvSpPr txBox="1"/>
          <p:nvPr/>
        </p:nvSpPr>
        <p:spPr>
          <a:xfrm>
            <a:off x="5147734"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46</a:t>
            </a:r>
          </a:p>
        </p:txBody>
      </p:sp>
      <p:sp>
        <p:nvSpPr>
          <p:cNvPr id="23" name="TextBox 22">
            <a:extLst>
              <a:ext uri="{FF2B5EF4-FFF2-40B4-BE49-F238E27FC236}">
                <a16:creationId xmlns:a16="http://schemas.microsoft.com/office/drawing/2014/main" id="{1D0AED23-2554-E535-7B4D-046B6A64AC70}"/>
              </a:ext>
            </a:extLst>
          </p:cNvPr>
          <p:cNvSpPr txBox="1"/>
          <p:nvPr/>
        </p:nvSpPr>
        <p:spPr>
          <a:xfrm>
            <a:off x="5650090"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97</a:t>
            </a:r>
          </a:p>
        </p:txBody>
      </p:sp>
      <p:sp>
        <p:nvSpPr>
          <p:cNvPr id="37" name="TextBox 36">
            <a:extLst>
              <a:ext uri="{FF2B5EF4-FFF2-40B4-BE49-F238E27FC236}">
                <a16:creationId xmlns:a16="http://schemas.microsoft.com/office/drawing/2014/main" id="{415AC9E4-7237-5B88-C0B9-BB590A2CCEC4}"/>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9B67CF0D-019A-7E6A-2ABA-43BC4FF2B2B3}"/>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9" name="TextBox 38">
            <a:extLst>
              <a:ext uri="{FF2B5EF4-FFF2-40B4-BE49-F238E27FC236}">
                <a16:creationId xmlns:a16="http://schemas.microsoft.com/office/drawing/2014/main" id="{B133EED1-C62C-90D7-F8F5-7E9BB7828D1D}"/>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BE2134EC-782B-DDF6-6839-5E940BDB93D1}"/>
              </a:ext>
            </a:extLst>
          </p:cNvPr>
          <p:cNvSpPr txBox="1"/>
          <p:nvPr/>
        </p:nvSpPr>
        <p:spPr>
          <a:xfrm>
            <a:off x="4645378"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79</a:t>
            </a:r>
          </a:p>
        </p:txBody>
      </p:sp>
      <p:sp>
        <p:nvSpPr>
          <p:cNvPr id="19" name="TextBox 18">
            <a:extLst>
              <a:ext uri="{FF2B5EF4-FFF2-40B4-BE49-F238E27FC236}">
                <a16:creationId xmlns:a16="http://schemas.microsoft.com/office/drawing/2014/main" id="{4FF4F78B-C050-9992-FA8D-E6CAE850E552}"/>
              </a:ext>
            </a:extLst>
          </p:cNvPr>
          <p:cNvSpPr txBox="1"/>
          <p:nvPr/>
        </p:nvSpPr>
        <p:spPr>
          <a:xfrm>
            <a:off x="4645378"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64</a:t>
            </a:r>
          </a:p>
        </p:txBody>
      </p:sp>
      <p:sp>
        <p:nvSpPr>
          <p:cNvPr id="40" name="TextBox 39">
            <a:extLst>
              <a:ext uri="{FF2B5EF4-FFF2-40B4-BE49-F238E27FC236}">
                <a16:creationId xmlns:a16="http://schemas.microsoft.com/office/drawing/2014/main" id="{E4230C40-8409-2507-3656-711874AD653B}"/>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41" name="TextBox 40">
            <a:extLst>
              <a:ext uri="{FF2B5EF4-FFF2-40B4-BE49-F238E27FC236}">
                <a16:creationId xmlns:a16="http://schemas.microsoft.com/office/drawing/2014/main" id="{9D29F36D-DD57-3C39-536E-7C748DA0E218}"/>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5D84821B-A081-62D2-1183-70F96C72F7BA}"/>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43" name="TextBox 42">
            <a:extLst>
              <a:ext uri="{FF2B5EF4-FFF2-40B4-BE49-F238E27FC236}">
                <a16:creationId xmlns:a16="http://schemas.microsoft.com/office/drawing/2014/main" id="{ED8A15EB-48A9-3088-5176-AF41F118E548}"/>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96F3F69F-79DF-2A40-C2EF-A731588F4268}"/>
              </a:ext>
            </a:extLst>
          </p:cNvPr>
          <p:cNvSpPr txBox="1"/>
          <p:nvPr/>
        </p:nvSpPr>
        <p:spPr>
          <a:xfrm>
            <a:off x="4143022" y="3406653"/>
            <a:ext cx="570089" cy="230832"/>
          </a:xfrm>
          <a:prstGeom prst="rect">
            <a:avLst/>
          </a:prstGeom>
          <a:noFill/>
        </p:spPr>
        <p:txBody>
          <a:bodyPr wrap="square" rtlCol="0">
            <a:spAutoFit/>
          </a:bodyPr>
          <a:lstStyle/>
          <a:p>
            <a:pPr algn="ctr"/>
            <a:r>
              <a:rPr lang="en-US" sz="900" dirty="0"/>
              <a:t>146</a:t>
            </a:r>
          </a:p>
        </p:txBody>
      </p:sp>
      <p:sp>
        <p:nvSpPr>
          <p:cNvPr id="49" name="TextBox 48">
            <a:extLst>
              <a:ext uri="{FF2B5EF4-FFF2-40B4-BE49-F238E27FC236}">
                <a16:creationId xmlns:a16="http://schemas.microsoft.com/office/drawing/2014/main" id="{E6A541FF-CB1E-F31F-8F47-E51DAC7BD2FD}"/>
              </a:ext>
            </a:extLst>
          </p:cNvPr>
          <p:cNvSpPr txBox="1"/>
          <p:nvPr/>
        </p:nvSpPr>
        <p:spPr>
          <a:xfrm>
            <a:off x="4143022" y="3907597"/>
            <a:ext cx="570089" cy="230832"/>
          </a:xfrm>
          <a:prstGeom prst="rect">
            <a:avLst/>
          </a:prstGeom>
          <a:noFill/>
        </p:spPr>
        <p:txBody>
          <a:bodyPr wrap="square" rtlCol="0">
            <a:spAutoFit/>
          </a:bodyPr>
          <a:lstStyle/>
          <a:p>
            <a:pPr algn="ctr"/>
            <a:r>
              <a:rPr lang="en-US" sz="900" dirty="0"/>
              <a:t>1346</a:t>
            </a:r>
          </a:p>
        </p:txBody>
      </p:sp>
      <p:sp>
        <p:nvSpPr>
          <p:cNvPr id="50" name="TextBox 49">
            <a:extLst>
              <a:ext uri="{FF2B5EF4-FFF2-40B4-BE49-F238E27FC236}">
                <a16:creationId xmlns:a16="http://schemas.microsoft.com/office/drawing/2014/main" id="{5338A3B3-5BAD-B3C4-20B5-9D3674449280}"/>
              </a:ext>
            </a:extLst>
          </p:cNvPr>
          <p:cNvSpPr txBox="1"/>
          <p:nvPr/>
        </p:nvSpPr>
        <p:spPr>
          <a:xfrm>
            <a:off x="4143022" y="4408541"/>
            <a:ext cx="570089" cy="230832"/>
          </a:xfrm>
          <a:prstGeom prst="rect">
            <a:avLst/>
          </a:prstGeom>
          <a:noFill/>
        </p:spPr>
        <p:txBody>
          <a:bodyPr wrap="square" rtlCol="0">
            <a:spAutoFit/>
          </a:bodyPr>
          <a:lstStyle/>
          <a:p>
            <a:pPr algn="ctr"/>
            <a:r>
              <a:rPr lang="en-US" sz="900" dirty="0"/>
              <a:t>1346</a:t>
            </a:r>
          </a:p>
        </p:txBody>
      </p:sp>
      <p:sp>
        <p:nvSpPr>
          <p:cNvPr id="51" name="TextBox 50">
            <a:extLst>
              <a:ext uri="{FF2B5EF4-FFF2-40B4-BE49-F238E27FC236}">
                <a16:creationId xmlns:a16="http://schemas.microsoft.com/office/drawing/2014/main" id="{E7B13593-64F7-74E5-0075-9CC2728E8FB6}"/>
              </a:ext>
            </a:extLst>
          </p:cNvPr>
          <p:cNvSpPr txBox="1"/>
          <p:nvPr/>
        </p:nvSpPr>
        <p:spPr>
          <a:xfrm>
            <a:off x="4143022" y="4909484"/>
            <a:ext cx="570089" cy="230832"/>
          </a:xfrm>
          <a:prstGeom prst="rect">
            <a:avLst/>
          </a:prstGeom>
          <a:noFill/>
        </p:spPr>
        <p:txBody>
          <a:bodyPr wrap="square" rtlCol="0">
            <a:spAutoFit/>
          </a:bodyPr>
          <a:lstStyle/>
          <a:p>
            <a:pPr algn="ctr"/>
            <a:r>
              <a:rPr lang="en-US" sz="900" dirty="0"/>
              <a:t>1346</a:t>
            </a:r>
          </a:p>
        </p:txBody>
      </p:sp>
      <p:sp>
        <p:nvSpPr>
          <p:cNvPr id="52" name="TextBox 51">
            <a:extLst>
              <a:ext uri="{FF2B5EF4-FFF2-40B4-BE49-F238E27FC236}">
                <a16:creationId xmlns:a16="http://schemas.microsoft.com/office/drawing/2014/main" id="{44FD6A7E-C40F-E476-DDEC-1F44B872C8A9}"/>
              </a:ext>
            </a:extLst>
          </p:cNvPr>
          <p:cNvSpPr txBox="1"/>
          <p:nvPr/>
        </p:nvSpPr>
        <p:spPr>
          <a:xfrm>
            <a:off x="4216401" y="2231221"/>
            <a:ext cx="462845" cy="584775"/>
          </a:xfrm>
          <a:prstGeom prst="rect">
            <a:avLst/>
          </a:prstGeom>
          <a:noFill/>
        </p:spPr>
        <p:txBody>
          <a:bodyPr wrap="square" rtlCol="0">
            <a:spAutoFit/>
          </a:bodyPr>
          <a:lstStyle/>
          <a:p>
            <a:pPr algn="ctr"/>
            <a:r>
              <a:rPr lang="en-US" sz="3200" dirty="0"/>
              <a:t>7</a:t>
            </a:r>
          </a:p>
        </p:txBody>
      </p:sp>
      <p:sp>
        <p:nvSpPr>
          <p:cNvPr id="46" name="TextBox 45">
            <a:extLst>
              <a:ext uri="{FF2B5EF4-FFF2-40B4-BE49-F238E27FC236}">
                <a16:creationId xmlns:a16="http://schemas.microsoft.com/office/drawing/2014/main" id="{8D961B91-9115-2B6A-D4ED-140BE4471333}"/>
              </a:ext>
            </a:extLst>
          </p:cNvPr>
          <p:cNvSpPr txBox="1"/>
          <p:nvPr/>
        </p:nvSpPr>
        <p:spPr>
          <a:xfrm>
            <a:off x="3640666" y="901933"/>
            <a:ext cx="570089" cy="230832"/>
          </a:xfrm>
          <a:prstGeom prst="rect">
            <a:avLst/>
          </a:prstGeom>
          <a:noFill/>
        </p:spPr>
        <p:txBody>
          <a:bodyPr wrap="square" rtlCol="0">
            <a:spAutoFit/>
          </a:bodyPr>
          <a:lstStyle/>
          <a:p>
            <a:pPr algn="ctr"/>
            <a:r>
              <a:rPr lang="en-US" sz="900" dirty="0"/>
              <a:t>64</a:t>
            </a:r>
          </a:p>
        </p:txBody>
      </p:sp>
      <p:sp>
        <p:nvSpPr>
          <p:cNvPr id="53" name="TextBox 52">
            <a:extLst>
              <a:ext uri="{FF2B5EF4-FFF2-40B4-BE49-F238E27FC236}">
                <a16:creationId xmlns:a16="http://schemas.microsoft.com/office/drawing/2014/main" id="{CFCA762D-DFB2-A6B4-1D16-47DB483F450A}"/>
              </a:ext>
            </a:extLst>
          </p:cNvPr>
          <p:cNvSpPr txBox="1"/>
          <p:nvPr/>
        </p:nvSpPr>
        <p:spPr>
          <a:xfrm>
            <a:off x="3138310" y="901933"/>
            <a:ext cx="570089" cy="230832"/>
          </a:xfrm>
          <a:prstGeom prst="rect">
            <a:avLst/>
          </a:prstGeom>
          <a:noFill/>
        </p:spPr>
        <p:txBody>
          <a:bodyPr wrap="square" rtlCol="0">
            <a:spAutoFit/>
          </a:bodyPr>
          <a:lstStyle/>
          <a:p>
            <a:pPr algn="ctr"/>
            <a:r>
              <a:rPr lang="en-US" sz="900" dirty="0"/>
              <a:t>46</a:t>
            </a:r>
          </a:p>
        </p:txBody>
      </p:sp>
      <p:sp>
        <p:nvSpPr>
          <p:cNvPr id="54" name="TextBox 53">
            <a:extLst>
              <a:ext uri="{FF2B5EF4-FFF2-40B4-BE49-F238E27FC236}">
                <a16:creationId xmlns:a16="http://schemas.microsoft.com/office/drawing/2014/main" id="{03BB2568-14F7-73AC-F136-FBEA90486E8F}"/>
              </a:ext>
            </a:extLst>
          </p:cNvPr>
          <p:cNvSpPr txBox="1"/>
          <p:nvPr/>
        </p:nvSpPr>
        <p:spPr>
          <a:xfrm>
            <a:off x="3640666" y="1402877"/>
            <a:ext cx="570089" cy="230832"/>
          </a:xfrm>
          <a:prstGeom prst="rect">
            <a:avLst/>
          </a:prstGeom>
          <a:noFill/>
        </p:spPr>
        <p:txBody>
          <a:bodyPr wrap="square" rtlCol="0">
            <a:spAutoFit/>
          </a:bodyPr>
          <a:lstStyle/>
          <a:p>
            <a:pPr algn="ctr"/>
            <a:r>
              <a:rPr lang="en-US" sz="900" dirty="0"/>
              <a:t>32</a:t>
            </a:r>
          </a:p>
        </p:txBody>
      </p:sp>
      <p:sp>
        <p:nvSpPr>
          <p:cNvPr id="55" name="TextBox 54">
            <a:extLst>
              <a:ext uri="{FF2B5EF4-FFF2-40B4-BE49-F238E27FC236}">
                <a16:creationId xmlns:a16="http://schemas.microsoft.com/office/drawing/2014/main" id="{EA1CFFA1-E798-D9F1-96C5-1529A82BBFD9}"/>
              </a:ext>
            </a:extLst>
          </p:cNvPr>
          <p:cNvSpPr txBox="1"/>
          <p:nvPr/>
        </p:nvSpPr>
        <p:spPr>
          <a:xfrm>
            <a:off x="3138310" y="1402877"/>
            <a:ext cx="570089" cy="230832"/>
          </a:xfrm>
          <a:prstGeom prst="rect">
            <a:avLst/>
          </a:prstGeom>
          <a:noFill/>
        </p:spPr>
        <p:txBody>
          <a:bodyPr wrap="square" rtlCol="0">
            <a:spAutoFit/>
          </a:bodyPr>
          <a:lstStyle/>
          <a:p>
            <a:pPr algn="ctr"/>
            <a:r>
              <a:rPr lang="en-US" sz="900" dirty="0"/>
              <a:t>23</a:t>
            </a:r>
          </a:p>
        </p:txBody>
      </p:sp>
      <p:sp>
        <p:nvSpPr>
          <p:cNvPr id="56" name="TextBox 55">
            <a:extLst>
              <a:ext uri="{FF2B5EF4-FFF2-40B4-BE49-F238E27FC236}">
                <a16:creationId xmlns:a16="http://schemas.microsoft.com/office/drawing/2014/main" id="{6109B7D7-BEEA-87EB-3361-442881547D54}"/>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72101A8B-0825-0FB7-F66D-0299A7064E7E}"/>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57" name="TextBox 56">
            <a:extLst>
              <a:ext uri="{FF2B5EF4-FFF2-40B4-BE49-F238E27FC236}">
                <a16:creationId xmlns:a16="http://schemas.microsoft.com/office/drawing/2014/main" id="{7A1162DE-572A-EE77-E720-961D05E8EDBF}"/>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14" name="TextBox 13">
            <a:extLst>
              <a:ext uri="{FF2B5EF4-FFF2-40B4-BE49-F238E27FC236}">
                <a16:creationId xmlns:a16="http://schemas.microsoft.com/office/drawing/2014/main" id="{D1DEA2BC-5BE5-5D57-B2BA-1F3C49BF4614}"/>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28" name="TextBox 27">
            <a:extLst>
              <a:ext uri="{FF2B5EF4-FFF2-40B4-BE49-F238E27FC236}">
                <a16:creationId xmlns:a16="http://schemas.microsoft.com/office/drawing/2014/main" id="{1178E682-0AD1-BA73-71FA-5A0368F3A8C1}"/>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AF4BB920-78D4-B870-3F07-E4B8DFAEB7EA}"/>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36" name="TextBox 35">
            <a:extLst>
              <a:ext uri="{FF2B5EF4-FFF2-40B4-BE49-F238E27FC236}">
                <a16:creationId xmlns:a16="http://schemas.microsoft.com/office/drawing/2014/main" id="{E3E00973-43E6-EA07-C4F6-619760C5CEC0}"/>
              </a:ext>
            </a:extLst>
          </p:cNvPr>
          <p:cNvSpPr txBox="1"/>
          <p:nvPr/>
        </p:nvSpPr>
        <p:spPr>
          <a:xfrm>
            <a:off x="4645378" y="2905709"/>
            <a:ext cx="570089" cy="230832"/>
          </a:xfrm>
          <a:prstGeom prst="rect">
            <a:avLst/>
          </a:prstGeom>
          <a:solidFill>
            <a:schemeClr val="accent5">
              <a:lumMod val="20000"/>
              <a:lumOff val="80000"/>
            </a:schemeClr>
          </a:solidFill>
        </p:spPr>
        <p:txBody>
          <a:bodyPr wrap="square" rtlCol="0">
            <a:spAutoFit/>
          </a:bodyPr>
          <a:lstStyle/>
          <a:p>
            <a:pPr algn="ctr"/>
            <a:r>
              <a:rPr lang="en-US" sz="900" dirty="0"/>
              <a:t>97</a:t>
            </a:r>
          </a:p>
        </p:txBody>
      </p:sp>
      <p:sp>
        <p:nvSpPr>
          <p:cNvPr id="44" name="TextBox 43">
            <a:extLst>
              <a:ext uri="{FF2B5EF4-FFF2-40B4-BE49-F238E27FC236}">
                <a16:creationId xmlns:a16="http://schemas.microsoft.com/office/drawing/2014/main" id="{1B59E602-866D-C3F0-3F91-D0E066A295BF}"/>
              </a:ext>
            </a:extLst>
          </p:cNvPr>
          <p:cNvSpPr txBox="1"/>
          <p:nvPr/>
        </p:nvSpPr>
        <p:spPr>
          <a:xfrm>
            <a:off x="5147734" y="2905709"/>
            <a:ext cx="570089" cy="230832"/>
          </a:xfrm>
          <a:prstGeom prst="rect">
            <a:avLst/>
          </a:prstGeom>
          <a:solidFill>
            <a:schemeClr val="accent5">
              <a:lumMod val="20000"/>
              <a:lumOff val="80000"/>
            </a:schemeClr>
          </a:solidFill>
        </p:spPr>
        <p:txBody>
          <a:bodyPr wrap="square" rtlCol="0">
            <a:spAutoFit/>
          </a:bodyPr>
          <a:lstStyle/>
          <a:p>
            <a:pPr algn="ctr"/>
            <a:r>
              <a:rPr lang="en-US" sz="900" dirty="0"/>
              <a:t>79</a:t>
            </a:r>
          </a:p>
        </p:txBody>
      </p:sp>
      <p:sp>
        <p:nvSpPr>
          <p:cNvPr id="60" name="TextBox 59">
            <a:extLst>
              <a:ext uri="{FF2B5EF4-FFF2-40B4-BE49-F238E27FC236}">
                <a16:creationId xmlns:a16="http://schemas.microsoft.com/office/drawing/2014/main" id="{4D037F49-62B5-A358-9C22-FC2CAE766353}"/>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61" name="TextBox 60">
            <a:extLst>
              <a:ext uri="{FF2B5EF4-FFF2-40B4-BE49-F238E27FC236}">
                <a16:creationId xmlns:a16="http://schemas.microsoft.com/office/drawing/2014/main" id="{C9A019D2-B4D2-F514-8897-ED4E4D8BD16D}"/>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62" name="TextBox 61">
            <a:extLst>
              <a:ext uri="{FF2B5EF4-FFF2-40B4-BE49-F238E27FC236}">
                <a16:creationId xmlns:a16="http://schemas.microsoft.com/office/drawing/2014/main" id="{C77D255A-CDC9-7EC7-21F4-C7E26079337A}"/>
              </a:ext>
            </a:extLst>
          </p:cNvPr>
          <p:cNvSpPr txBox="1"/>
          <p:nvPr/>
        </p:nvSpPr>
        <p:spPr>
          <a:xfrm>
            <a:off x="5215469" y="3237891"/>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2BCE0EE3-73E0-D0A3-05A4-DB847DC021E0}"/>
              </a:ext>
            </a:extLst>
          </p:cNvPr>
          <p:cNvSpPr txBox="1"/>
          <p:nvPr/>
        </p:nvSpPr>
        <p:spPr>
          <a:xfrm>
            <a:off x="3640666" y="2404765"/>
            <a:ext cx="570089" cy="230832"/>
          </a:xfrm>
          <a:prstGeom prst="rect">
            <a:avLst/>
          </a:prstGeom>
          <a:noFill/>
        </p:spPr>
        <p:txBody>
          <a:bodyPr wrap="square" rtlCol="0">
            <a:spAutoFit/>
          </a:bodyPr>
          <a:lstStyle/>
          <a:p>
            <a:pPr algn="ctr"/>
            <a:r>
              <a:rPr lang="en-US" sz="900" dirty="0"/>
              <a:t>93</a:t>
            </a:r>
          </a:p>
        </p:txBody>
      </p:sp>
      <p:sp>
        <p:nvSpPr>
          <p:cNvPr id="47" name="TextBox 46">
            <a:extLst>
              <a:ext uri="{FF2B5EF4-FFF2-40B4-BE49-F238E27FC236}">
                <a16:creationId xmlns:a16="http://schemas.microsoft.com/office/drawing/2014/main" id="{5AAFBAF0-4F71-F0DA-C060-E1FCBEBBB2F1}"/>
              </a:ext>
            </a:extLst>
          </p:cNvPr>
          <p:cNvSpPr txBox="1"/>
          <p:nvPr/>
        </p:nvSpPr>
        <p:spPr>
          <a:xfrm>
            <a:off x="3138310" y="2404765"/>
            <a:ext cx="570089" cy="230832"/>
          </a:xfrm>
          <a:prstGeom prst="rect">
            <a:avLst/>
          </a:prstGeom>
          <a:noFill/>
        </p:spPr>
        <p:txBody>
          <a:bodyPr wrap="square" rtlCol="0">
            <a:spAutoFit/>
          </a:bodyPr>
          <a:lstStyle/>
          <a:p>
            <a:pPr algn="ctr"/>
            <a:r>
              <a:rPr lang="en-US" sz="900" dirty="0"/>
              <a:t>39</a:t>
            </a:r>
          </a:p>
        </p:txBody>
      </p:sp>
      <p:sp>
        <p:nvSpPr>
          <p:cNvPr id="59" name="TextBox 58">
            <a:extLst>
              <a:ext uri="{FF2B5EF4-FFF2-40B4-BE49-F238E27FC236}">
                <a16:creationId xmlns:a16="http://schemas.microsoft.com/office/drawing/2014/main" id="{6FBF7CD2-65AA-993F-46BB-E154C6267E20}"/>
              </a:ext>
            </a:extLst>
          </p:cNvPr>
          <p:cNvSpPr txBox="1"/>
          <p:nvPr/>
        </p:nvSpPr>
        <p:spPr>
          <a:xfrm>
            <a:off x="3640666" y="2905709"/>
            <a:ext cx="570089" cy="230832"/>
          </a:xfrm>
          <a:prstGeom prst="rect">
            <a:avLst/>
          </a:prstGeom>
          <a:noFill/>
        </p:spPr>
        <p:txBody>
          <a:bodyPr wrap="square" rtlCol="0">
            <a:spAutoFit/>
          </a:bodyPr>
          <a:lstStyle/>
          <a:p>
            <a:pPr algn="ctr"/>
            <a:r>
              <a:rPr lang="en-US" sz="900" dirty="0"/>
              <a:t>58</a:t>
            </a:r>
          </a:p>
        </p:txBody>
      </p:sp>
      <p:sp>
        <p:nvSpPr>
          <p:cNvPr id="63" name="TextBox 62">
            <a:extLst>
              <a:ext uri="{FF2B5EF4-FFF2-40B4-BE49-F238E27FC236}">
                <a16:creationId xmlns:a16="http://schemas.microsoft.com/office/drawing/2014/main" id="{D57DBAD1-3168-0CE2-4379-BFC43A6A77DF}"/>
              </a:ext>
            </a:extLst>
          </p:cNvPr>
          <p:cNvSpPr txBox="1"/>
          <p:nvPr/>
        </p:nvSpPr>
        <p:spPr>
          <a:xfrm>
            <a:off x="3138310" y="2905709"/>
            <a:ext cx="570089" cy="230832"/>
          </a:xfrm>
          <a:prstGeom prst="rect">
            <a:avLst/>
          </a:prstGeom>
          <a:noFill/>
        </p:spPr>
        <p:txBody>
          <a:bodyPr wrap="square" rtlCol="0">
            <a:spAutoFit/>
          </a:bodyPr>
          <a:lstStyle/>
          <a:p>
            <a:pPr algn="ctr"/>
            <a:r>
              <a:rPr lang="en-US" sz="900" dirty="0"/>
              <a:t>85</a:t>
            </a:r>
          </a:p>
        </p:txBody>
      </p:sp>
      <p:sp>
        <p:nvSpPr>
          <p:cNvPr id="64" name="TextBox 63">
            <a:extLst>
              <a:ext uri="{FF2B5EF4-FFF2-40B4-BE49-F238E27FC236}">
                <a16:creationId xmlns:a16="http://schemas.microsoft.com/office/drawing/2014/main" id="{2820394B-4424-FE30-22DE-BDDA62B4AE41}"/>
              </a:ext>
            </a:extLst>
          </p:cNvPr>
          <p:cNvSpPr txBox="1"/>
          <p:nvPr/>
        </p:nvSpPr>
        <p:spPr>
          <a:xfrm>
            <a:off x="3640666" y="3406653"/>
            <a:ext cx="570089" cy="230832"/>
          </a:xfrm>
          <a:prstGeom prst="rect">
            <a:avLst/>
          </a:prstGeom>
          <a:noFill/>
        </p:spPr>
        <p:txBody>
          <a:bodyPr wrap="square" rtlCol="0">
            <a:spAutoFit/>
          </a:bodyPr>
          <a:lstStyle/>
          <a:p>
            <a:pPr algn="ctr"/>
            <a:r>
              <a:rPr lang="en-US" sz="900" dirty="0"/>
              <a:t>146</a:t>
            </a:r>
          </a:p>
        </p:txBody>
      </p:sp>
      <p:sp>
        <p:nvSpPr>
          <p:cNvPr id="65" name="TextBox 64">
            <a:extLst>
              <a:ext uri="{FF2B5EF4-FFF2-40B4-BE49-F238E27FC236}">
                <a16:creationId xmlns:a16="http://schemas.microsoft.com/office/drawing/2014/main" id="{80A14936-4BD7-6DF6-46D1-79DF3AB45F76}"/>
              </a:ext>
            </a:extLst>
          </p:cNvPr>
          <p:cNvSpPr txBox="1"/>
          <p:nvPr/>
        </p:nvSpPr>
        <p:spPr>
          <a:xfrm>
            <a:off x="3138310" y="3406653"/>
            <a:ext cx="570089" cy="230832"/>
          </a:xfrm>
          <a:prstGeom prst="rect">
            <a:avLst/>
          </a:prstGeom>
          <a:noFill/>
        </p:spPr>
        <p:txBody>
          <a:bodyPr wrap="square" rtlCol="0">
            <a:spAutoFit/>
          </a:bodyPr>
          <a:lstStyle/>
          <a:p>
            <a:pPr algn="ctr"/>
            <a:r>
              <a:rPr lang="en-US" sz="900" dirty="0"/>
              <a:t>146</a:t>
            </a:r>
          </a:p>
        </p:txBody>
      </p:sp>
      <p:sp>
        <p:nvSpPr>
          <p:cNvPr id="66" name="TextBox 65">
            <a:extLst>
              <a:ext uri="{FF2B5EF4-FFF2-40B4-BE49-F238E27FC236}">
                <a16:creationId xmlns:a16="http://schemas.microsoft.com/office/drawing/2014/main" id="{C3A10AFB-51EF-2247-6898-2618E25F2213}"/>
              </a:ext>
            </a:extLst>
          </p:cNvPr>
          <p:cNvSpPr txBox="1"/>
          <p:nvPr/>
        </p:nvSpPr>
        <p:spPr>
          <a:xfrm>
            <a:off x="4645378" y="3907597"/>
            <a:ext cx="570089" cy="230832"/>
          </a:xfrm>
          <a:prstGeom prst="rect">
            <a:avLst/>
          </a:prstGeom>
          <a:noFill/>
        </p:spPr>
        <p:txBody>
          <a:bodyPr wrap="square" rtlCol="0">
            <a:spAutoFit/>
          </a:bodyPr>
          <a:lstStyle/>
          <a:p>
            <a:pPr algn="ctr"/>
            <a:r>
              <a:rPr lang="en-US" sz="900" dirty="0"/>
              <a:t>1246</a:t>
            </a:r>
          </a:p>
        </p:txBody>
      </p:sp>
      <p:sp>
        <p:nvSpPr>
          <p:cNvPr id="67" name="TextBox 66">
            <a:extLst>
              <a:ext uri="{FF2B5EF4-FFF2-40B4-BE49-F238E27FC236}">
                <a16:creationId xmlns:a16="http://schemas.microsoft.com/office/drawing/2014/main" id="{09A3AFB5-6CFC-FFB6-942A-722FE55F8B6C}"/>
              </a:ext>
            </a:extLst>
          </p:cNvPr>
          <p:cNvSpPr txBox="1"/>
          <p:nvPr/>
        </p:nvSpPr>
        <p:spPr>
          <a:xfrm>
            <a:off x="5147734" y="3907597"/>
            <a:ext cx="570089" cy="230832"/>
          </a:xfrm>
          <a:prstGeom prst="rect">
            <a:avLst/>
          </a:prstGeom>
          <a:noFill/>
        </p:spPr>
        <p:txBody>
          <a:bodyPr wrap="square" rtlCol="0">
            <a:spAutoFit/>
          </a:bodyPr>
          <a:lstStyle/>
          <a:p>
            <a:pPr algn="ctr"/>
            <a:r>
              <a:rPr lang="en-US" sz="900" dirty="0"/>
              <a:t>34679</a:t>
            </a:r>
          </a:p>
        </p:txBody>
      </p:sp>
      <p:sp>
        <p:nvSpPr>
          <p:cNvPr id="68" name="TextBox 67">
            <a:extLst>
              <a:ext uri="{FF2B5EF4-FFF2-40B4-BE49-F238E27FC236}">
                <a16:creationId xmlns:a16="http://schemas.microsoft.com/office/drawing/2014/main" id="{B90C1FC2-111B-E868-8F0F-87B07284277D}"/>
              </a:ext>
            </a:extLst>
          </p:cNvPr>
          <p:cNvSpPr txBox="1"/>
          <p:nvPr/>
        </p:nvSpPr>
        <p:spPr>
          <a:xfrm>
            <a:off x="5650090" y="3907597"/>
            <a:ext cx="570089" cy="230832"/>
          </a:xfrm>
          <a:prstGeom prst="rect">
            <a:avLst/>
          </a:prstGeom>
          <a:noFill/>
        </p:spPr>
        <p:txBody>
          <a:bodyPr wrap="square" rtlCol="0">
            <a:spAutoFit/>
          </a:bodyPr>
          <a:lstStyle/>
          <a:p>
            <a:pPr algn="ctr"/>
            <a:r>
              <a:rPr lang="en-US" sz="900" dirty="0"/>
              <a:t>578</a:t>
            </a:r>
          </a:p>
        </p:txBody>
      </p:sp>
      <p:sp>
        <p:nvSpPr>
          <p:cNvPr id="69" name="TextBox 68">
            <a:extLst>
              <a:ext uri="{FF2B5EF4-FFF2-40B4-BE49-F238E27FC236}">
                <a16:creationId xmlns:a16="http://schemas.microsoft.com/office/drawing/2014/main" id="{4BE61041-ABCB-363F-5568-E850676F1F92}"/>
              </a:ext>
            </a:extLst>
          </p:cNvPr>
          <p:cNvSpPr txBox="1"/>
          <p:nvPr/>
        </p:nvSpPr>
        <p:spPr>
          <a:xfrm>
            <a:off x="6152446" y="3907597"/>
            <a:ext cx="570089" cy="230832"/>
          </a:xfrm>
          <a:prstGeom prst="rect">
            <a:avLst/>
          </a:prstGeom>
          <a:noFill/>
        </p:spPr>
        <p:txBody>
          <a:bodyPr wrap="square" rtlCol="0">
            <a:spAutoFit/>
          </a:bodyPr>
          <a:lstStyle/>
          <a:p>
            <a:pPr algn="ctr"/>
            <a:r>
              <a:rPr lang="en-US" sz="900" dirty="0"/>
              <a:t>12356</a:t>
            </a:r>
          </a:p>
        </p:txBody>
      </p:sp>
      <p:sp>
        <p:nvSpPr>
          <p:cNvPr id="70" name="TextBox 69">
            <a:extLst>
              <a:ext uri="{FF2B5EF4-FFF2-40B4-BE49-F238E27FC236}">
                <a16:creationId xmlns:a16="http://schemas.microsoft.com/office/drawing/2014/main" id="{BE2E14FC-759F-277A-739C-DFEF09E6C682}"/>
              </a:ext>
            </a:extLst>
          </p:cNvPr>
          <p:cNvSpPr txBox="1"/>
          <p:nvPr/>
        </p:nvSpPr>
        <p:spPr>
          <a:xfrm>
            <a:off x="6654802" y="3907597"/>
            <a:ext cx="570089" cy="230832"/>
          </a:xfrm>
          <a:prstGeom prst="rect">
            <a:avLst/>
          </a:prstGeom>
          <a:noFill/>
        </p:spPr>
        <p:txBody>
          <a:bodyPr wrap="square" rtlCol="0">
            <a:spAutoFit/>
          </a:bodyPr>
          <a:lstStyle/>
          <a:p>
            <a:pPr algn="ctr"/>
            <a:r>
              <a:rPr lang="en-US" sz="900" dirty="0"/>
              <a:t>14567</a:t>
            </a:r>
          </a:p>
        </p:txBody>
      </p:sp>
      <p:sp>
        <p:nvSpPr>
          <p:cNvPr id="71" name="TextBox 70">
            <a:extLst>
              <a:ext uri="{FF2B5EF4-FFF2-40B4-BE49-F238E27FC236}">
                <a16:creationId xmlns:a16="http://schemas.microsoft.com/office/drawing/2014/main" id="{9EF855DC-3B0F-A869-923C-7540CE0660FE}"/>
              </a:ext>
            </a:extLst>
          </p:cNvPr>
          <p:cNvSpPr txBox="1"/>
          <p:nvPr/>
        </p:nvSpPr>
        <p:spPr>
          <a:xfrm>
            <a:off x="7157158" y="3907597"/>
            <a:ext cx="570089" cy="230832"/>
          </a:xfrm>
          <a:prstGeom prst="rect">
            <a:avLst/>
          </a:prstGeom>
          <a:noFill/>
        </p:spPr>
        <p:txBody>
          <a:bodyPr wrap="square" rtlCol="0">
            <a:spAutoFit/>
          </a:bodyPr>
          <a:lstStyle/>
          <a:p>
            <a:pPr algn="ctr"/>
            <a:r>
              <a:rPr lang="en-US" sz="900" dirty="0"/>
              <a:t>468</a:t>
            </a:r>
          </a:p>
        </p:txBody>
      </p:sp>
      <p:sp>
        <p:nvSpPr>
          <p:cNvPr id="72" name="TextBox 71">
            <a:extLst>
              <a:ext uri="{FF2B5EF4-FFF2-40B4-BE49-F238E27FC236}">
                <a16:creationId xmlns:a16="http://schemas.microsoft.com/office/drawing/2014/main" id="{9C509706-E665-38EC-B668-1E44765E013E}"/>
              </a:ext>
            </a:extLst>
          </p:cNvPr>
          <p:cNvSpPr txBox="1"/>
          <p:nvPr/>
        </p:nvSpPr>
        <p:spPr>
          <a:xfrm>
            <a:off x="4645378" y="4408541"/>
            <a:ext cx="570089" cy="230832"/>
          </a:xfrm>
          <a:prstGeom prst="rect">
            <a:avLst/>
          </a:prstGeom>
          <a:noFill/>
        </p:spPr>
        <p:txBody>
          <a:bodyPr wrap="square" rtlCol="0">
            <a:spAutoFit/>
          </a:bodyPr>
          <a:lstStyle/>
          <a:p>
            <a:pPr algn="ctr"/>
            <a:r>
              <a:rPr lang="en-US" sz="900" dirty="0"/>
              <a:t>1246</a:t>
            </a:r>
          </a:p>
        </p:txBody>
      </p:sp>
      <p:sp>
        <p:nvSpPr>
          <p:cNvPr id="73" name="TextBox 72">
            <a:extLst>
              <a:ext uri="{FF2B5EF4-FFF2-40B4-BE49-F238E27FC236}">
                <a16:creationId xmlns:a16="http://schemas.microsoft.com/office/drawing/2014/main" id="{099D4DF9-19E7-3FE8-3727-213AAF7DC3B2}"/>
              </a:ext>
            </a:extLst>
          </p:cNvPr>
          <p:cNvSpPr txBox="1"/>
          <p:nvPr/>
        </p:nvSpPr>
        <p:spPr>
          <a:xfrm>
            <a:off x="5147734" y="4408541"/>
            <a:ext cx="570089" cy="230832"/>
          </a:xfrm>
          <a:prstGeom prst="rect">
            <a:avLst/>
          </a:prstGeom>
          <a:noFill/>
        </p:spPr>
        <p:txBody>
          <a:bodyPr wrap="square" rtlCol="0">
            <a:spAutoFit/>
          </a:bodyPr>
          <a:lstStyle/>
          <a:p>
            <a:pPr algn="ctr"/>
            <a:r>
              <a:rPr lang="en-US" sz="900" dirty="0"/>
              <a:t>34679</a:t>
            </a:r>
          </a:p>
        </p:txBody>
      </p:sp>
      <p:sp>
        <p:nvSpPr>
          <p:cNvPr id="74" name="TextBox 73">
            <a:extLst>
              <a:ext uri="{FF2B5EF4-FFF2-40B4-BE49-F238E27FC236}">
                <a16:creationId xmlns:a16="http://schemas.microsoft.com/office/drawing/2014/main" id="{2D2F7445-B7A4-808A-1677-EB05F8825532}"/>
              </a:ext>
            </a:extLst>
          </p:cNvPr>
          <p:cNvSpPr txBox="1"/>
          <p:nvPr/>
        </p:nvSpPr>
        <p:spPr>
          <a:xfrm>
            <a:off x="5650090" y="4408541"/>
            <a:ext cx="570089" cy="230832"/>
          </a:xfrm>
          <a:prstGeom prst="rect">
            <a:avLst/>
          </a:prstGeom>
          <a:noFill/>
        </p:spPr>
        <p:txBody>
          <a:bodyPr wrap="square" rtlCol="0">
            <a:spAutoFit/>
          </a:bodyPr>
          <a:lstStyle/>
          <a:p>
            <a:pPr algn="ctr"/>
            <a:r>
              <a:rPr lang="en-US" sz="900" dirty="0"/>
              <a:t>5789</a:t>
            </a:r>
          </a:p>
        </p:txBody>
      </p:sp>
      <p:sp>
        <p:nvSpPr>
          <p:cNvPr id="75" name="TextBox 74">
            <a:extLst>
              <a:ext uri="{FF2B5EF4-FFF2-40B4-BE49-F238E27FC236}">
                <a16:creationId xmlns:a16="http://schemas.microsoft.com/office/drawing/2014/main" id="{4CB64703-AAA0-F9D1-71EE-CBBF42AF45CB}"/>
              </a:ext>
            </a:extLst>
          </p:cNvPr>
          <p:cNvSpPr txBox="1"/>
          <p:nvPr/>
        </p:nvSpPr>
        <p:spPr>
          <a:xfrm>
            <a:off x="6654802" y="4408541"/>
            <a:ext cx="570089" cy="230832"/>
          </a:xfrm>
          <a:prstGeom prst="rect">
            <a:avLst/>
          </a:prstGeom>
          <a:noFill/>
        </p:spPr>
        <p:txBody>
          <a:bodyPr wrap="square" rtlCol="0">
            <a:spAutoFit/>
          </a:bodyPr>
          <a:lstStyle/>
          <a:p>
            <a:pPr algn="ctr"/>
            <a:r>
              <a:rPr lang="en-US" sz="900" dirty="0"/>
              <a:t>14567</a:t>
            </a:r>
          </a:p>
        </p:txBody>
      </p:sp>
      <p:sp>
        <p:nvSpPr>
          <p:cNvPr id="76" name="TextBox 75">
            <a:extLst>
              <a:ext uri="{FF2B5EF4-FFF2-40B4-BE49-F238E27FC236}">
                <a16:creationId xmlns:a16="http://schemas.microsoft.com/office/drawing/2014/main" id="{823C3B2B-C8C1-198A-AC1B-A531E6EFFD5D}"/>
              </a:ext>
            </a:extLst>
          </p:cNvPr>
          <p:cNvSpPr txBox="1"/>
          <p:nvPr/>
        </p:nvSpPr>
        <p:spPr>
          <a:xfrm>
            <a:off x="7157158" y="4408541"/>
            <a:ext cx="570089" cy="230832"/>
          </a:xfrm>
          <a:prstGeom prst="rect">
            <a:avLst/>
          </a:prstGeom>
          <a:noFill/>
        </p:spPr>
        <p:txBody>
          <a:bodyPr wrap="square" rtlCol="0">
            <a:spAutoFit/>
          </a:bodyPr>
          <a:lstStyle/>
          <a:p>
            <a:pPr algn="ctr"/>
            <a:r>
              <a:rPr lang="en-US" sz="900" dirty="0"/>
              <a:t>4689</a:t>
            </a:r>
          </a:p>
        </p:txBody>
      </p:sp>
      <p:sp>
        <p:nvSpPr>
          <p:cNvPr id="77" name="TextBox 76">
            <a:extLst>
              <a:ext uri="{FF2B5EF4-FFF2-40B4-BE49-F238E27FC236}">
                <a16:creationId xmlns:a16="http://schemas.microsoft.com/office/drawing/2014/main" id="{0C3C150F-076A-F913-3BD5-9EF7AB4797C0}"/>
              </a:ext>
            </a:extLst>
          </p:cNvPr>
          <p:cNvSpPr txBox="1"/>
          <p:nvPr/>
        </p:nvSpPr>
        <p:spPr>
          <a:xfrm>
            <a:off x="4645378" y="4909484"/>
            <a:ext cx="570089" cy="230832"/>
          </a:xfrm>
          <a:prstGeom prst="rect">
            <a:avLst/>
          </a:prstGeom>
          <a:noFill/>
        </p:spPr>
        <p:txBody>
          <a:bodyPr wrap="square" rtlCol="0">
            <a:spAutoFit/>
          </a:bodyPr>
          <a:lstStyle/>
          <a:p>
            <a:pPr algn="ctr"/>
            <a:r>
              <a:rPr lang="en-US" sz="900" dirty="0"/>
              <a:t>1246</a:t>
            </a:r>
          </a:p>
        </p:txBody>
      </p:sp>
      <p:sp>
        <p:nvSpPr>
          <p:cNvPr id="78" name="TextBox 77">
            <a:extLst>
              <a:ext uri="{FF2B5EF4-FFF2-40B4-BE49-F238E27FC236}">
                <a16:creationId xmlns:a16="http://schemas.microsoft.com/office/drawing/2014/main" id="{D69DC60E-B897-647F-867F-1440323FC918}"/>
              </a:ext>
            </a:extLst>
          </p:cNvPr>
          <p:cNvSpPr txBox="1"/>
          <p:nvPr/>
        </p:nvSpPr>
        <p:spPr>
          <a:xfrm>
            <a:off x="5147734" y="4909484"/>
            <a:ext cx="570089" cy="230832"/>
          </a:xfrm>
          <a:prstGeom prst="rect">
            <a:avLst/>
          </a:prstGeom>
          <a:noFill/>
        </p:spPr>
        <p:txBody>
          <a:bodyPr wrap="square" rtlCol="0">
            <a:spAutoFit/>
          </a:bodyPr>
          <a:lstStyle/>
          <a:p>
            <a:pPr algn="ctr"/>
            <a:r>
              <a:rPr lang="en-US" sz="900" dirty="0"/>
              <a:t>34679</a:t>
            </a:r>
          </a:p>
        </p:txBody>
      </p:sp>
      <p:sp>
        <p:nvSpPr>
          <p:cNvPr id="79" name="TextBox 78">
            <a:extLst>
              <a:ext uri="{FF2B5EF4-FFF2-40B4-BE49-F238E27FC236}">
                <a16:creationId xmlns:a16="http://schemas.microsoft.com/office/drawing/2014/main" id="{4BF49378-B58C-5808-A025-4B9ECB0BA916}"/>
              </a:ext>
            </a:extLst>
          </p:cNvPr>
          <p:cNvSpPr txBox="1"/>
          <p:nvPr/>
        </p:nvSpPr>
        <p:spPr>
          <a:xfrm>
            <a:off x="5650090" y="4909484"/>
            <a:ext cx="570089" cy="230832"/>
          </a:xfrm>
          <a:prstGeom prst="rect">
            <a:avLst/>
          </a:prstGeom>
          <a:noFill/>
        </p:spPr>
        <p:txBody>
          <a:bodyPr wrap="square" rtlCol="0">
            <a:spAutoFit/>
          </a:bodyPr>
          <a:lstStyle/>
          <a:p>
            <a:pPr algn="ctr"/>
            <a:r>
              <a:rPr lang="en-US" sz="900" dirty="0"/>
              <a:t>5789</a:t>
            </a:r>
          </a:p>
        </p:txBody>
      </p:sp>
      <p:sp>
        <p:nvSpPr>
          <p:cNvPr id="80" name="TextBox 79">
            <a:extLst>
              <a:ext uri="{FF2B5EF4-FFF2-40B4-BE49-F238E27FC236}">
                <a16:creationId xmlns:a16="http://schemas.microsoft.com/office/drawing/2014/main" id="{7F3D355C-0BC1-5F28-9AA4-9C6559157DD0}"/>
              </a:ext>
            </a:extLst>
          </p:cNvPr>
          <p:cNvSpPr txBox="1"/>
          <p:nvPr/>
        </p:nvSpPr>
        <p:spPr>
          <a:xfrm>
            <a:off x="6654802" y="4909484"/>
            <a:ext cx="570089" cy="230832"/>
          </a:xfrm>
          <a:prstGeom prst="rect">
            <a:avLst/>
          </a:prstGeom>
          <a:noFill/>
        </p:spPr>
        <p:txBody>
          <a:bodyPr wrap="square" rtlCol="0">
            <a:spAutoFit/>
          </a:bodyPr>
          <a:lstStyle/>
          <a:p>
            <a:pPr algn="ctr"/>
            <a:r>
              <a:rPr lang="en-US" sz="900" dirty="0"/>
              <a:t>14567</a:t>
            </a:r>
          </a:p>
        </p:txBody>
      </p:sp>
      <p:sp>
        <p:nvSpPr>
          <p:cNvPr id="81" name="TextBox 80">
            <a:extLst>
              <a:ext uri="{FF2B5EF4-FFF2-40B4-BE49-F238E27FC236}">
                <a16:creationId xmlns:a16="http://schemas.microsoft.com/office/drawing/2014/main" id="{7CA7B8DB-6334-6536-DE14-C5708A78375C}"/>
              </a:ext>
            </a:extLst>
          </p:cNvPr>
          <p:cNvSpPr txBox="1"/>
          <p:nvPr/>
        </p:nvSpPr>
        <p:spPr>
          <a:xfrm>
            <a:off x="7157158" y="4909484"/>
            <a:ext cx="570089" cy="230832"/>
          </a:xfrm>
          <a:prstGeom prst="rect">
            <a:avLst/>
          </a:prstGeom>
          <a:noFill/>
        </p:spPr>
        <p:txBody>
          <a:bodyPr wrap="square" rtlCol="0">
            <a:spAutoFit/>
          </a:bodyPr>
          <a:lstStyle/>
          <a:p>
            <a:pPr algn="ctr"/>
            <a:r>
              <a:rPr lang="en-US" sz="900" dirty="0"/>
              <a:t>46879</a:t>
            </a:r>
          </a:p>
        </p:txBody>
      </p:sp>
    </p:spTree>
    <p:extLst>
      <p:ext uri="{BB962C8B-B14F-4D97-AF65-F5344CB8AC3E}">
        <p14:creationId xmlns:p14="http://schemas.microsoft.com/office/powerpoint/2010/main" val="207547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B0F28-D2A9-A451-65FF-5DB367B5655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509B638-391B-E25E-A4C8-5E3036DF29B0}"/>
              </a:ext>
            </a:extLst>
          </p:cNvPr>
          <p:cNvSpPr>
            <a:spLocks noGrp="1"/>
          </p:cNvSpPr>
          <p:nvPr>
            <p:ph sz="half" idx="1"/>
          </p:nvPr>
        </p:nvSpPr>
        <p:spPr/>
        <p:txBody>
          <a:bodyPr>
            <a:normAutofit lnSpcReduction="10000"/>
          </a:bodyPr>
          <a:lstStyle/>
          <a:p>
            <a:r>
              <a:rPr lang="en-US" dirty="0"/>
              <a:t>[14 in 4] contains 578 and 468. That’s 9 possibilities. The remaining two cells must sum to: (54)5, (56)3, (58)X, (74)3, (76)X, (78)X, (84)X, (86)X, (88)X. So, 8 is not possible and the remaining two cells must be 12 or 23 [with (54), 14 is disallowed]. 23 is not possible because they only exist together in one cell.</a:t>
            </a:r>
          </a:p>
        </p:txBody>
      </p:sp>
      <p:pic>
        <p:nvPicPr>
          <p:cNvPr id="4" name="Picture 3" descr="A grid of sudoku puzzle&#10;&#10;Description automatically generated">
            <a:extLst>
              <a:ext uri="{FF2B5EF4-FFF2-40B4-BE49-F238E27FC236}">
                <a16:creationId xmlns:a16="http://schemas.microsoft.com/office/drawing/2014/main" id="{EAE14816-B89D-51DA-8DF4-A7951673B65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1B3C4DE-93FF-968A-F37C-A37A71741E4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831EBEC-8D0F-CF3D-91DD-FC65C1108B8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7BCD31E-BE32-0662-D3BF-7D52C34740A5}"/>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50CA17C0-3064-FF90-68E0-9F3AFB136B09}"/>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99C73581-9427-6530-8965-2F7BEB89C3B7}"/>
              </a:ext>
            </a:extLst>
          </p:cNvPr>
          <p:cNvSpPr txBox="1"/>
          <p:nvPr/>
        </p:nvSpPr>
        <p:spPr>
          <a:xfrm>
            <a:off x="6152446" y="1402877"/>
            <a:ext cx="570089" cy="230832"/>
          </a:xfrm>
          <a:prstGeom prst="rect">
            <a:avLst/>
          </a:prstGeom>
          <a:noFill/>
        </p:spPr>
        <p:txBody>
          <a:bodyPr wrap="square" rtlCol="0">
            <a:spAutoFit/>
          </a:bodyPr>
          <a:lstStyle/>
          <a:p>
            <a:pPr algn="ctr"/>
            <a:r>
              <a:rPr lang="en-US" sz="900" dirty="0"/>
              <a:t>56</a:t>
            </a:r>
          </a:p>
        </p:txBody>
      </p:sp>
      <p:sp>
        <p:nvSpPr>
          <p:cNvPr id="13" name="TextBox 12">
            <a:extLst>
              <a:ext uri="{FF2B5EF4-FFF2-40B4-BE49-F238E27FC236}">
                <a16:creationId xmlns:a16="http://schemas.microsoft.com/office/drawing/2014/main" id="{A9788C38-FC77-F6B8-C61B-CEFBF95D0556}"/>
              </a:ext>
            </a:extLst>
          </p:cNvPr>
          <p:cNvSpPr txBox="1"/>
          <p:nvPr/>
        </p:nvSpPr>
        <p:spPr>
          <a:xfrm>
            <a:off x="6654802" y="1402877"/>
            <a:ext cx="570089" cy="230832"/>
          </a:xfrm>
          <a:prstGeom prst="rect">
            <a:avLst/>
          </a:prstGeom>
          <a:noFill/>
        </p:spPr>
        <p:txBody>
          <a:bodyPr wrap="square" rtlCol="0">
            <a:spAutoFit/>
          </a:bodyPr>
          <a:lstStyle/>
          <a:p>
            <a:pPr algn="ctr"/>
            <a:r>
              <a:rPr lang="en-US" sz="900" dirty="0"/>
              <a:t>456</a:t>
            </a:r>
          </a:p>
        </p:txBody>
      </p:sp>
      <p:sp>
        <p:nvSpPr>
          <p:cNvPr id="15" name="TextBox 14">
            <a:extLst>
              <a:ext uri="{FF2B5EF4-FFF2-40B4-BE49-F238E27FC236}">
                <a16:creationId xmlns:a16="http://schemas.microsoft.com/office/drawing/2014/main" id="{148CD5F5-A572-F33C-CD5B-A5A11E4B95B5}"/>
              </a:ext>
            </a:extLst>
          </p:cNvPr>
          <p:cNvSpPr txBox="1"/>
          <p:nvPr/>
        </p:nvSpPr>
        <p:spPr>
          <a:xfrm>
            <a:off x="7157158"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46</a:t>
            </a:r>
          </a:p>
        </p:txBody>
      </p:sp>
      <p:sp>
        <p:nvSpPr>
          <p:cNvPr id="20" name="TextBox 19">
            <a:extLst>
              <a:ext uri="{FF2B5EF4-FFF2-40B4-BE49-F238E27FC236}">
                <a16:creationId xmlns:a16="http://schemas.microsoft.com/office/drawing/2014/main" id="{30B5C3BB-4F5D-362B-A943-443D285681B7}"/>
              </a:ext>
            </a:extLst>
          </p:cNvPr>
          <p:cNvSpPr txBox="1"/>
          <p:nvPr/>
        </p:nvSpPr>
        <p:spPr>
          <a:xfrm>
            <a:off x="3640666" y="1903821"/>
            <a:ext cx="570089" cy="230832"/>
          </a:xfrm>
          <a:prstGeom prst="rect">
            <a:avLst/>
          </a:prstGeom>
          <a:noFill/>
        </p:spPr>
        <p:txBody>
          <a:bodyPr wrap="square" rtlCol="0">
            <a:spAutoFit/>
          </a:bodyPr>
          <a:lstStyle/>
          <a:p>
            <a:pPr algn="ctr"/>
            <a:r>
              <a:rPr lang="en-US" sz="900" dirty="0"/>
              <a:t>71</a:t>
            </a:r>
          </a:p>
        </p:txBody>
      </p:sp>
      <p:sp>
        <p:nvSpPr>
          <p:cNvPr id="21" name="TextBox 20">
            <a:extLst>
              <a:ext uri="{FF2B5EF4-FFF2-40B4-BE49-F238E27FC236}">
                <a16:creationId xmlns:a16="http://schemas.microsoft.com/office/drawing/2014/main" id="{14FB6944-32C2-2E18-553B-5DB928F380C4}"/>
              </a:ext>
            </a:extLst>
          </p:cNvPr>
          <p:cNvSpPr txBox="1"/>
          <p:nvPr/>
        </p:nvSpPr>
        <p:spPr>
          <a:xfrm>
            <a:off x="3138310" y="1903821"/>
            <a:ext cx="570089" cy="230832"/>
          </a:xfrm>
          <a:prstGeom prst="rect">
            <a:avLst/>
          </a:prstGeom>
          <a:noFill/>
        </p:spPr>
        <p:txBody>
          <a:bodyPr wrap="square" rtlCol="0">
            <a:spAutoFit/>
          </a:bodyPr>
          <a:lstStyle/>
          <a:p>
            <a:pPr algn="ctr"/>
            <a:r>
              <a:rPr lang="en-US" sz="900" dirty="0"/>
              <a:t>17</a:t>
            </a:r>
          </a:p>
        </p:txBody>
      </p:sp>
      <p:sp>
        <p:nvSpPr>
          <p:cNvPr id="24" name="TextBox 23">
            <a:extLst>
              <a:ext uri="{FF2B5EF4-FFF2-40B4-BE49-F238E27FC236}">
                <a16:creationId xmlns:a16="http://schemas.microsoft.com/office/drawing/2014/main" id="{006491B1-4C74-7885-1534-9D9AE670E63C}"/>
              </a:ext>
            </a:extLst>
          </p:cNvPr>
          <p:cNvSpPr txBox="1"/>
          <p:nvPr/>
        </p:nvSpPr>
        <p:spPr>
          <a:xfrm>
            <a:off x="6152446" y="4408541"/>
            <a:ext cx="570089" cy="230832"/>
          </a:xfrm>
          <a:prstGeom prst="rect">
            <a:avLst/>
          </a:prstGeom>
          <a:noFill/>
        </p:spPr>
        <p:txBody>
          <a:bodyPr wrap="square" rtlCol="0">
            <a:spAutoFit/>
          </a:bodyPr>
          <a:lstStyle/>
          <a:p>
            <a:pPr algn="ctr"/>
            <a:r>
              <a:rPr lang="en-US" sz="900" dirty="0"/>
              <a:t>2356</a:t>
            </a:r>
          </a:p>
        </p:txBody>
      </p:sp>
      <p:sp>
        <p:nvSpPr>
          <p:cNvPr id="25" name="TextBox 24">
            <a:extLst>
              <a:ext uri="{FF2B5EF4-FFF2-40B4-BE49-F238E27FC236}">
                <a16:creationId xmlns:a16="http://schemas.microsoft.com/office/drawing/2014/main" id="{F1DBCBA9-7352-2DCC-9CB6-F4EE8D4816E8}"/>
              </a:ext>
            </a:extLst>
          </p:cNvPr>
          <p:cNvSpPr txBox="1"/>
          <p:nvPr/>
        </p:nvSpPr>
        <p:spPr>
          <a:xfrm>
            <a:off x="6152446" y="4909484"/>
            <a:ext cx="570089" cy="230832"/>
          </a:xfrm>
          <a:prstGeom prst="rect">
            <a:avLst/>
          </a:prstGeom>
          <a:noFill/>
        </p:spPr>
        <p:txBody>
          <a:bodyPr wrap="square" rtlCol="0">
            <a:spAutoFit/>
          </a:bodyPr>
          <a:lstStyle/>
          <a:p>
            <a:pPr algn="ctr"/>
            <a:r>
              <a:rPr lang="en-US" sz="900" dirty="0"/>
              <a:t>6532</a:t>
            </a:r>
          </a:p>
        </p:txBody>
      </p:sp>
      <p:sp>
        <p:nvSpPr>
          <p:cNvPr id="29" name="TextBox 28">
            <a:extLst>
              <a:ext uri="{FF2B5EF4-FFF2-40B4-BE49-F238E27FC236}">
                <a16:creationId xmlns:a16="http://schemas.microsoft.com/office/drawing/2014/main" id="{1C9D3578-5F4F-635C-A6AC-3AB923AFE7F9}"/>
              </a:ext>
            </a:extLst>
          </p:cNvPr>
          <p:cNvSpPr txBox="1"/>
          <p:nvPr/>
        </p:nvSpPr>
        <p:spPr>
          <a:xfrm>
            <a:off x="6152446" y="2905709"/>
            <a:ext cx="570089" cy="230832"/>
          </a:xfrm>
          <a:prstGeom prst="rect">
            <a:avLst/>
          </a:prstGeom>
          <a:noFill/>
        </p:spPr>
        <p:txBody>
          <a:bodyPr wrap="square" rtlCol="0">
            <a:spAutoFit/>
          </a:bodyPr>
          <a:lstStyle/>
          <a:p>
            <a:pPr algn="ctr"/>
            <a:r>
              <a:rPr lang="en-US" sz="900" dirty="0"/>
              <a:t>16</a:t>
            </a:r>
          </a:p>
        </p:txBody>
      </p:sp>
      <p:sp>
        <p:nvSpPr>
          <p:cNvPr id="30" name="TextBox 29">
            <a:extLst>
              <a:ext uri="{FF2B5EF4-FFF2-40B4-BE49-F238E27FC236}">
                <a16:creationId xmlns:a16="http://schemas.microsoft.com/office/drawing/2014/main" id="{12652E06-C222-A3D6-7DDC-E64E3ABF04FA}"/>
              </a:ext>
            </a:extLst>
          </p:cNvPr>
          <p:cNvSpPr txBox="1"/>
          <p:nvPr/>
        </p:nvSpPr>
        <p:spPr>
          <a:xfrm>
            <a:off x="6654802" y="2905709"/>
            <a:ext cx="570089" cy="230832"/>
          </a:xfrm>
          <a:prstGeom prst="rect">
            <a:avLst/>
          </a:prstGeom>
          <a:noFill/>
        </p:spPr>
        <p:txBody>
          <a:bodyPr wrap="square" rtlCol="0">
            <a:spAutoFit/>
          </a:bodyPr>
          <a:lstStyle/>
          <a:p>
            <a:pPr algn="ctr"/>
            <a:r>
              <a:rPr lang="en-US" sz="900" dirty="0"/>
              <a:t>61</a:t>
            </a:r>
          </a:p>
        </p:txBody>
      </p:sp>
      <p:sp>
        <p:nvSpPr>
          <p:cNvPr id="31" name="TextBox 30">
            <a:extLst>
              <a:ext uri="{FF2B5EF4-FFF2-40B4-BE49-F238E27FC236}">
                <a16:creationId xmlns:a16="http://schemas.microsoft.com/office/drawing/2014/main" id="{475E77E5-F4AF-E019-8F53-B092CF583EDA}"/>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D2179414-E513-EEB6-441D-4B87B7868F57}"/>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8174ABA1-10DA-3FEA-DA02-9F4B46CDC741}"/>
              </a:ext>
            </a:extLst>
          </p:cNvPr>
          <p:cNvSpPr txBox="1"/>
          <p:nvPr/>
        </p:nvSpPr>
        <p:spPr>
          <a:xfrm>
            <a:off x="6214537"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AE494DE3-1F7D-B87E-B5EB-72DF4EC2C1D1}"/>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1229395D-7BD5-DD9E-7C72-91557153F814}"/>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00E0048B-3683-C2D7-FD92-F21356EBC706}"/>
              </a:ext>
            </a:extLst>
          </p:cNvPr>
          <p:cNvSpPr txBox="1"/>
          <p:nvPr/>
        </p:nvSpPr>
        <p:spPr>
          <a:xfrm>
            <a:off x="6714071" y="72121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D34B1552-031F-8591-ADBD-77A35072C334}"/>
              </a:ext>
            </a:extLst>
          </p:cNvPr>
          <p:cNvSpPr txBox="1"/>
          <p:nvPr/>
        </p:nvSpPr>
        <p:spPr>
          <a:xfrm>
            <a:off x="7213604" y="72121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D569E00D-7605-DFA7-8CD0-D999FA333D08}"/>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0F04C943-07C9-81A8-F3CA-3FA32D09927B}"/>
              </a:ext>
            </a:extLst>
          </p:cNvPr>
          <p:cNvSpPr txBox="1"/>
          <p:nvPr/>
        </p:nvSpPr>
        <p:spPr>
          <a:xfrm>
            <a:off x="6214537" y="3237891"/>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7C6087B7-10DE-2ED8-07E1-070EC3135AD7}"/>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C1672020-8E0F-8F93-971B-33FECF708B9C}"/>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5" name="TextBox 34">
            <a:extLst>
              <a:ext uri="{FF2B5EF4-FFF2-40B4-BE49-F238E27FC236}">
                <a16:creationId xmlns:a16="http://schemas.microsoft.com/office/drawing/2014/main" id="{C4D48B2C-EF33-9E3C-2C39-576D2B0A8271}"/>
              </a:ext>
            </a:extLst>
          </p:cNvPr>
          <p:cNvSpPr txBox="1"/>
          <p:nvPr/>
        </p:nvSpPr>
        <p:spPr>
          <a:xfrm>
            <a:off x="7213604" y="3237891"/>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59AF4F28-0CBE-EEEC-FBBA-22F36585E947}"/>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AEE0F955-B05E-7861-9E1D-366FA39C9EE2}"/>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9" name="TextBox 38">
            <a:extLst>
              <a:ext uri="{FF2B5EF4-FFF2-40B4-BE49-F238E27FC236}">
                <a16:creationId xmlns:a16="http://schemas.microsoft.com/office/drawing/2014/main" id="{15E4AD03-73BF-A28D-7ABE-8872BE438E7E}"/>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189CC8AC-2DF1-EB5F-9C6D-34C45911ECC3}"/>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41" name="TextBox 40">
            <a:extLst>
              <a:ext uri="{FF2B5EF4-FFF2-40B4-BE49-F238E27FC236}">
                <a16:creationId xmlns:a16="http://schemas.microsoft.com/office/drawing/2014/main" id="{7CB53FEB-E60A-E297-43E8-D21BD0012E8E}"/>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84B16ABF-A28A-A9DE-C8B2-2FF6018986B7}"/>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43" name="TextBox 42">
            <a:extLst>
              <a:ext uri="{FF2B5EF4-FFF2-40B4-BE49-F238E27FC236}">
                <a16:creationId xmlns:a16="http://schemas.microsoft.com/office/drawing/2014/main" id="{F2B2C19D-8F2C-673A-C62B-FFC175FCD7C6}"/>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DFACC33C-83B7-B9B8-0914-CC048D927D7F}"/>
              </a:ext>
            </a:extLst>
          </p:cNvPr>
          <p:cNvSpPr txBox="1"/>
          <p:nvPr/>
        </p:nvSpPr>
        <p:spPr>
          <a:xfrm>
            <a:off x="4143022" y="3406653"/>
            <a:ext cx="570089" cy="230832"/>
          </a:xfrm>
          <a:prstGeom prst="rect">
            <a:avLst/>
          </a:prstGeom>
          <a:noFill/>
        </p:spPr>
        <p:txBody>
          <a:bodyPr wrap="square" rtlCol="0">
            <a:spAutoFit/>
          </a:bodyPr>
          <a:lstStyle/>
          <a:p>
            <a:pPr algn="ctr"/>
            <a:r>
              <a:rPr lang="en-US" sz="900" dirty="0"/>
              <a:t>146</a:t>
            </a:r>
          </a:p>
        </p:txBody>
      </p:sp>
      <p:sp>
        <p:nvSpPr>
          <p:cNvPr id="49" name="TextBox 48">
            <a:extLst>
              <a:ext uri="{FF2B5EF4-FFF2-40B4-BE49-F238E27FC236}">
                <a16:creationId xmlns:a16="http://schemas.microsoft.com/office/drawing/2014/main" id="{129D0F1A-A820-8505-37C2-56C3F07D9C53}"/>
              </a:ext>
            </a:extLst>
          </p:cNvPr>
          <p:cNvSpPr txBox="1"/>
          <p:nvPr/>
        </p:nvSpPr>
        <p:spPr>
          <a:xfrm>
            <a:off x="4143022" y="3907597"/>
            <a:ext cx="570089" cy="230832"/>
          </a:xfrm>
          <a:prstGeom prst="rect">
            <a:avLst/>
          </a:prstGeom>
          <a:noFill/>
        </p:spPr>
        <p:txBody>
          <a:bodyPr wrap="square" rtlCol="0">
            <a:spAutoFit/>
          </a:bodyPr>
          <a:lstStyle/>
          <a:p>
            <a:pPr algn="ctr"/>
            <a:r>
              <a:rPr lang="en-US" sz="900" dirty="0"/>
              <a:t>1346</a:t>
            </a:r>
          </a:p>
        </p:txBody>
      </p:sp>
      <p:sp>
        <p:nvSpPr>
          <p:cNvPr id="50" name="TextBox 49">
            <a:extLst>
              <a:ext uri="{FF2B5EF4-FFF2-40B4-BE49-F238E27FC236}">
                <a16:creationId xmlns:a16="http://schemas.microsoft.com/office/drawing/2014/main" id="{0066B5E7-C6F3-28B4-8F9A-B002FD7A8206}"/>
              </a:ext>
            </a:extLst>
          </p:cNvPr>
          <p:cNvSpPr txBox="1"/>
          <p:nvPr/>
        </p:nvSpPr>
        <p:spPr>
          <a:xfrm>
            <a:off x="4143022" y="4408541"/>
            <a:ext cx="570089" cy="230832"/>
          </a:xfrm>
          <a:prstGeom prst="rect">
            <a:avLst/>
          </a:prstGeom>
          <a:noFill/>
        </p:spPr>
        <p:txBody>
          <a:bodyPr wrap="square" rtlCol="0">
            <a:spAutoFit/>
          </a:bodyPr>
          <a:lstStyle/>
          <a:p>
            <a:pPr algn="ctr"/>
            <a:r>
              <a:rPr lang="en-US" sz="900" dirty="0"/>
              <a:t>1346</a:t>
            </a:r>
          </a:p>
        </p:txBody>
      </p:sp>
      <p:sp>
        <p:nvSpPr>
          <p:cNvPr id="51" name="TextBox 50">
            <a:extLst>
              <a:ext uri="{FF2B5EF4-FFF2-40B4-BE49-F238E27FC236}">
                <a16:creationId xmlns:a16="http://schemas.microsoft.com/office/drawing/2014/main" id="{F5CF67F1-3E56-1C04-2E5B-7840349A6694}"/>
              </a:ext>
            </a:extLst>
          </p:cNvPr>
          <p:cNvSpPr txBox="1"/>
          <p:nvPr/>
        </p:nvSpPr>
        <p:spPr>
          <a:xfrm>
            <a:off x="4143022" y="4909484"/>
            <a:ext cx="570089" cy="230832"/>
          </a:xfrm>
          <a:prstGeom prst="rect">
            <a:avLst/>
          </a:prstGeom>
          <a:noFill/>
        </p:spPr>
        <p:txBody>
          <a:bodyPr wrap="square" rtlCol="0">
            <a:spAutoFit/>
          </a:bodyPr>
          <a:lstStyle/>
          <a:p>
            <a:pPr algn="ctr"/>
            <a:r>
              <a:rPr lang="en-US" sz="900" dirty="0"/>
              <a:t>1346</a:t>
            </a:r>
          </a:p>
        </p:txBody>
      </p:sp>
      <p:sp>
        <p:nvSpPr>
          <p:cNvPr id="52" name="TextBox 51">
            <a:extLst>
              <a:ext uri="{FF2B5EF4-FFF2-40B4-BE49-F238E27FC236}">
                <a16:creationId xmlns:a16="http://schemas.microsoft.com/office/drawing/2014/main" id="{9836BCDC-9CFB-5BD6-93B8-1D3307C8F500}"/>
              </a:ext>
            </a:extLst>
          </p:cNvPr>
          <p:cNvSpPr txBox="1"/>
          <p:nvPr/>
        </p:nvSpPr>
        <p:spPr>
          <a:xfrm>
            <a:off x="4216401" y="2231221"/>
            <a:ext cx="462845" cy="584775"/>
          </a:xfrm>
          <a:prstGeom prst="rect">
            <a:avLst/>
          </a:prstGeom>
          <a:noFill/>
        </p:spPr>
        <p:txBody>
          <a:bodyPr wrap="square" rtlCol="0">
            <a:spAutoFit/>
          </a:bodyPr>
          <a:lstStyle/>
          <a:p>
            <a:pPr algn="ctr"/>
            <a:r>
              <a:rPr lang="en-US" sz="3200" dirty="0"/>
              <a:t>7</a:t>
            </a:r>
          </a:p>
        </p:txBody>
      </p:sp>
      <p:sp>
        <p:nvSpPr>
          <p:cNvPr id="46" name="TextBox 45">
            <a:extLst>
              <a:ext uri="{FF2B5EF4-FFF2-40B4-BE49-F238E27FC236}">
                <a16:creationId xmlns:a16="http://schemas.microsoft.com/office/drawing/2014/main" id="{CCA86F41-B45A-E995-30B5-4834A4D28E60}"/>
              </a:ext>
            </a:extLst>
          </p:cNvPr>
          <p:cNvSpPr txBox="1"/>
          <p:nvPr/>
        </p:nvSpPr>
        <p:spPr>
          <a:xfrm>
            <a:off x="3640666" y="901933"/>
            <a:ext cx="570089" cy="230832"/>
          </a:xfrm>
          <a:prstGeom prst="rect">
            <a:avLst/>
          </a:prstGeom>
          <a:noFill/>
        </p:spPr>
        <p:txBody>
          <a:bodyPr wrap="square" rtlCol="0">
            <a:spAutoFit/>
          </a:bodyPr>
          <a:lstStyle/>
          <a:p>
            <a:pPr algn="ctr"/>
            <a:r>
              <a:rPr lang="en-US" sz="900" dirty="0"/>
              <a:t>64</a:t>
            </a:r>
          </a:p>
        </p:txBody>
      </p:sp>
      <p:sp>
        <p:nvSpPr>
          <p:cNvPr id="53" name="TextBox 52">
            <a:extLst>
              <a:ext uri="{FF2B5EF4-FFF2-40B4-BE49-F238E27FC236}">
                <a16:creationId xmlns:a16="http://schemas.microsoft.com/office/drawing/2014/main" id="{C44A2546-496E-9ECA-E5CB-A5365E2F717F}"/>
              </a:ext>
            </a:extLst>
          </p:cNvPr>
          <p:cNvSpPr txBox="1"/>
          <p:nvPr/>
        </p:nvSpPr>
        <p:spPr>
          <a:xfrm>
            <a:off x="3138310" y="901933"/>
            <a:ext cx="570089" cy="230832"/>
          </a:xfrm>
          <a:prstGeom prst="rect">
            <a:avLst/>
          </a:prstGeom>
          <a:noFill/>
        </p:spPr>
        <p:txBody>
          <a:bodyPr wrap="square" rtlCol="0">
            <a:spAutoFit/>
          </a:bodyPr>
          <a:lstStyle/>
          <a:p>
            <a:pPr algn="ctr"/>
            <a:r>
              <a:rPr lang="en-US" sz="900" dirty="0"/>
              <a:t>46</a:t>
            </a:r>
          </a:p>
        </p:txBody>
      </p:sp>
      <p:sp>
        <p:nvSpPr>
          <p:cNvPr id="54" name="TextBox 53">
            <a:extLst>
              <a:ext uri="{FF2B5EF4-FFF2-40B4-BE49-F238E27FC236}">
                <a16:creationId xmlns:a16="http://schemas.microsoft.com/office/drawing/2014/main" id="{5804ACAC-F4D7-1850-5D63-76AC64867AE5}"/>
              </a:ext>
            </a:extLst>
          </p:cNvPr>
          <p:cNvSpPr txBox="1"/>
          <p:nvPr/>
        </p:nvSpPr>
        <p:spPr>
          <a:xfrm>
            <a:off x="3640666" y="1402877"/>
            <a:ext cx="570089" cy="230832"/>
          </a:xfrm>
          <a:prstGeom prst="rect">
            <a:avLst/>
          </a:prstGeom>
          <a:noFill/>
        </p:spPr>
        <p:txBody>
          <a:bodyPr wrap="square" rtlCol="0">
            <a:spAutoFit/>
          </a:bodyPr>
          <a:lstStyle/>
          <a:p>
            <a:pPr algn="ctr"/>
            <a:r>
              <a:rPr lang="en-US" sz="900" dirty="0"/>
              <a:t>32</a:t>
            </a:r>
          </a:p>
        </p:txBody>
      </p:sp>
      <p:sp>
        <p:nvSpPr>
          <p:cNvPr id="55" name="TextBox 54">
            <a:extLst>
              <a:ext uri="{FF2B5EF4-FFF2-40B4-BE49-F238E27FC236}">
                <a16:creationId xmlns:a16="http://schemas.microsoft.com/office/drawing/2014/main" id="{AA74A312-0F14-194B-F1DA-B7A2CE11CC35}"/>
              </a:ext>
            </a:extLst>
          </p:cNvPr>
          <p:cNvSpPr txBox="1"/>
          <p:nvPr/>
        </p:nvSpPr>
        <p:spPr>
          <a:xfrm>
            <a:off x="3138310" y="1402877"/>
            <a:ext cx="570089" cy="230832"/>
          </a:xfrm>
          <a:prstGeom prst="rect">
            <a:avLst/>
          </a:prstGeom>
          <a:noFill/>
        </p:spPr>
        <p:txBody>
          <a:bodyPr wrap="square" rtlCol="0">
            <a:spAutoFit/>
          </a:bodyPr>
          <a:lstStyle/>
          <a:p>
            <a:pPr algn="ctr"/>
            <a:r>
              <a:rPr lang="en-US" sz="900" dirty="0"/>
              <a:t>23</a:t>
            </a:r>
          </a:p>
        </p:txBody>
      </p:sp>
      <p:sp>
        <p:nvSpPr>
          <p:cNvPr id="56" name="TextBox 55">
            <a:extLst>
              <a:ext uri="{FF2B5EF4-FFF2-40B4-BE49-F238E27FC236}">
                <a16:creationId xmlns:a16="http://schemas.microsoft.com/office/drawing/2014/main" id="{DC61338D-4C91-6C7F-6E1E-4AC227DF5957}"/>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F571AE1C-DEE1-E782-F72D-CD6841D8B541}"/>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57" name="TextBox 56">
            <a:extLst>
              <a:ext uri="{FF2B5EF4-FFF2-40B4-BE49-F238E27FC236}">
                <a16:creationId xmlns:a16="http://schemas.microsoft.com/office/drawing/2014/main" id="{98A7F795-279B-B266-00DE-7F89E1A0319C}"/>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14" name="TextBox 13">
            <a:extLst>
              <a:ext uri="{FF2B5EF4-FFF2-40B4-BE49-F238E27FC236}">
                <a16:creationId xmlns:a16="http://schemas.microsoft.com/office/drawing/2014/main" id="{DEDA09E5-25C7-1A95-58D5-7F45FEA50337}"/>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28" name="TextBox 27">
            <a:extLst>
              <a:ext uri="{FF2B5EF4-FFF2-40B4-BE49-F238E27FC236}">
                <a16:creationId xmlns:a16="http://schemas.microsoft.com/office/drawing/2014/main" id="{7BA807AF-BFE9-9DA5-9269-DCC55336FB68}"/>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28556348-3570-376B-6907-0CEA7017DBBC}"/>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36" name="TextBox 35">
            <a:extLst>
              <a:ext uri="{FF2B5EF4-FFF2-40B4-BE49-F238E27FC236}">
                <a16:creationId xmlns:a16="http://schemas.microsoft.com/office/drawing/2014/main" id="{5FCC977F-3B28-51E1-DC31-2AA608C06262}"/>
              </a:ext>
            </a:extLst>
          </p:cNvPr>
          <p:cNvSpPr txBox="1"/>
          <p:nvPr/>
        </p:nvSpPr>
        <p:spPr>
          <a:xfrm>
            <a:off x="4645378" y="2905709"/>
            <a:ext cx="570089" cy="230832"/>
          </a:xfrm>
          <a:prstGeom prst="rect">
            <a:avLst/>
          </a:prstGeom>
          <a:solidFill>
            <a:schemeClr val="accent5">
              <a:lumMod val="20000"/>
              <a:lumOff val="80000"/>
            </a:schemeClr>
          </a:solidFill>
        </p:spPr>
        <p:txBody>
          <a:bodyPr wrap="square" rtlCol="0">
            <a:spAutoFit/>
          </a:bodyPr>
          <a:lstStyle/>
          <a:p>
            <a:pPr algn="ctr"/>
            <a:r>
              <a:rPr lang="en-US" sz="900" dirty="0"/>
              <a:t>97</a:t>
            </a:r>
          </a:p>
        </p:txBody>
      </p:sp>
      <p:sp>
        <p:nvSpPr>
          <p:cNvPr id="44" name="TextBox 43">
            <a:extLst>
              <a:ext uri="{FF2B5EF4-FFF2-40B4-BE49-F238E27FC236}">
                <a16:creationId xmlns:a16="http://schemas.microsoft.com/office/drawing/2014/main" id="{92848847-1FCA-B213-B2F9-085F1EBB5843}"/>
              </a:ext>
            </a:extLst>
          </p:cNvPr>
          <p:cNvSpPr txBox="1"/>
          <p:nvPr/>
        </p:nvSpPr>
        <p:spPr>
          <a:xfrm>
            <a:off x="5147734" y="2905709"/>
            <a:ext cx="570089" cy="230832"/>
          </a:xfrm>
          <a:prstGeom prst="rect">
            <a:avLst/>
          </a:prstGeom>
          <a:solidFill>
            <a:schemeClr val="accent5">
              <a:lumMod val="20000"/>
              <a:lumOff val="80000"/>
            </a:schemeClr>
          </a:solidFill>
        </p:spPr>
        <p:txBody>
          <a:bodyPr wrap="square" rtlCol="0">
            <a:spAutoFit/>
          </a:bodyPr>
          <a:lstStyle/>
          <a:p>
            <a:pPr algn="ctr"/>
            <a:r>
              <a:rPr lang="en-US" sz="900" dirty="0"/>
              <a:t>79</a:t>
            </a:r>
          </a:p>
        </p:txBody>
      </p:sp>
      <p:sp>
        <p:nvSpPr>
          <p:cNvPr id="60" name="TextBox 59">
            <a:extLst>
              <a:ext uri="{FF2B5EF4-FFF2-40B4-BE49-F238E27FC236}">
                <a16:creationId xmlns:a16="http://schemas.microsoft.com/office/drawing/2014/main" id="{3C0F0D73-3F57-A724-50AC-652DE17A008A}"/>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61" name="TextBox 60">
            <a:extLst>
              <a:ext uri="{FF2B5EF4-FFF2-40B4-BE49-F238E27FC236}">
                <a16:creationId xmlns:a16="http://schemas.microsoft.com/office/drawing/2014/main" id="{F1B7ACD6-3348-42E6-2AA5-48C3CA3E05D2}"/>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62" name="TextBox 61">
            <a:extLst>
              <a:ext uri="{FF2B5EF4-FFF2-40B4-BE49-F238E27FC236}">
                <a16:creationId xmlns:a16="http://schemas.microsoft.com/office/drawing/2014/main" id="{805AF3BD-97FC-E928-23F3-AD3686A3D949}"/>
              </a:ext>
            </a:extLst>
          </p:cNvPr>
          <p:cNvSpPr txBox="1"/>
          <p:nvPr/>
        </p:nvSpPr>
        <p:spPr>
          <a:xfrm>
            <a:off x="5215469" y="3237891"/>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1A8717B2-D7B4-CD48-03BD-A26D8EB24860}"/>
              </a:ext>
            </a:extLst>
          </p:cNvPr>
          <p:cNvSpPr txBox="1"/>
          <p:nvPr/>
        </p:nvSpPr>
        <p:spPr>
          <a:xfrm>
            <a:off x="3640666" y="2404765"/>
            <a:ext cx="570089" cy="230832"/>
          </a:xfrm>
          <a:prstGeom prst="rect">
            <a:avLst/>
          </a:prstGeom>
          <a:noFill/>
        </p:spPr>
        <p:txBody>
          <a:bodyPr wrap="square" rtlCol="0">
            <a:spAutoFit/>
          </a:bodyPr>
          <a:lstStyle/>
          <a:p>
            <a:pPr algn="ctr"/>
            <a:r>
              <a:rPr lang="en-US" sz="900" dirty="0"/>
              <a:t>93</a:t>
            </a:r>
          </a:p>
        </p:txBody>
      </p:sp>
      <p:sp>
        <p:nvSpPr>
          <p:cNvPr id="47" name="TextBox 46">
            <a:extLst>
              <a:ext uri="{FF2B5EF4-FFF2-40B4-BE49-F238E27FC236}">
                <a16:creationId xmlns:a16="http://schemas.microsoft.com/office/drawing/2014/main" id="{604300D4-03DD-CC15-5F52-F922D1C9F87F}"/>
              </a:ext>
            </a:extLst>
          </p:cNvPr>
          <p:cNvSpPr txBox="1"/>
          <p:nvPr/>
        </p:nvSpPr>
        <p:spPr>
          <a:xfrm>
            <a:off x="3138310" y="2404765"/>
            <a:ext cx="570089" cy="230832"/>
          </a:xfrm>
          <a:prstGeom prst="rect">
            <a:avLst/>
          </a:prstGeom>
          <a:noFill/>
        </p:spPr>
        <p:txBody>
          <a:bodyPr wrap="square" rtlCol="0">
            <a:spAutoFit/>
          </a:bodyPr>
          <a:lstStyle/>
          <a:p>
            <a:pPr algn="ctr"/>
            <a:r>
              <a:rPr lang="en-US" sz="900" dirty="0"/>
              <a:t>39</a:t>
            </a:r>
          </a:p>
        </p:txBody>
      </p:sp>
      <p:sp>
        <p:nvSpPr>
          <p:cNvPr id="59" name="TextBox 58">
            <a:extLst>
              <a:ext uri="{FF2B5EF4-FFF2-40B4-BE49-F238E27FC236}">
                <a16:creationId xmlns:a16="http://schemas.microsoft.com/office/drawing/2014/main" id="{15441D10-8912-B850-6427-420B0234C4A1}"/>
              </a:ext>
            </a:extLst>
          </p:cNvPr>
          <p:cNvSpPr txBox="1"/>
          <p:nvPr/>
        </p:nvSpPr>
        <p:spPr>
          <a:xfrm>
            <a:off x="3640666" y="2905709"/>
            <a:ext cx="570089" cy="230832"/>
          </a:xfrm>
          <a:prstGeom prst="rect">
            <a:avLst/>
          </a:prstGeom>
          <a:noFill/>
        </p:spPr>
        <p:txBody>
          <a:bodyPr wrap="square" rtlCol="0">
            <a:spAutoFit/>
          </a:bodyPr>
          <a:lstStyle/>
          <a:p>
            <a:pPr algn="ctr"/>
            <a:r>
              <a:rPr lang="en-US" sz="900" dirty="0"/>
              <a:t>58</a:t>
            </a:r>
          </a:p>
        </p:txBody>
      </p:sp>
      <p:sp>
        <p:nvSpPr>
          <p:cNvPr id="63" name="TextBox 62">
            <a:extLst>
              <a:ext uri="{FF2B5EF4-FFF2-40B4-BE49-F238E27FC236}">
                <a16:creationId xmlns:a16="http://schemas.microsoft.com/office/drawing/2014/main" id="{656E1E79-03FE-0722-6FA5-9B10A7848975}"/>
              </a:ext>
            </a:extLst>
          </p:cNvPr>
          <p:cNvSpPr txBox="1"/>
          <p:nvPr/>
        </p:nvSpPr>
        <p:spPr>
          <a:xfrm>
            <a:off x="3138310" y="2905709"/>
            <a:ext cx="570089" cy="230832"/>
          </a:xfrm>
          <a:prstGeom prst="rect">
            <a:avLst/>
          </a:prstGeom>
          <a:noFill/>
        </p:spPr>
        <p:txBody>
          <a:bodyPr wrap="square" rtlCol="0">
            <a:spAutoFit/>
          </a:bodyPr>
          <a:lstStyle/>
          <a:p>
            <a:pPr algn="ctr"/>
            <a:r>
              <a:rPr lang="en-US" sz="900" dirty="0"/>
              <a:t>85</a:t>
            </a:r>
          </a:p>
        </p:txBody>
      </p:sp>
      <p:sp>
        <p:nvSpPr>
          <p:cNvPr id="64" name="TextBox 63">
            <a:extLst>
              <a:ext uri="{FF2B5EF4-FFF2-40B4-BE49-F238E27FC236}">
                <a16:creationId xmlns:a16="http://schemas.microsoft.com/office/drawing/2014/main" id="{DAFFB233-C1B5-9562-FD57-D55FD627834E}"/>
              </a:ext>
            </a:extLst>
          </p:cNvPr>
          <p:cNvSpPr txBox="1"/>
          <p:nvPr/>
        </p:nvSpPr>
        <p:spPr>
          <a:xfrm>
            <a:off x="3640666" y="3406653"/>
            <a:ext cx="570089" cy="230832"/>
          </a:xfrm>
          <a:prstGeom prst="rect">
            <a:avLst/>
          </a:prstGeom>
          <a:noFill/>
        </p:spPr>
        <p:txBody>
          <a:bodyPr wrap="square" rtlCol="0">
            <a:spAutoFit/>
          </a:bodyPr>
          <a:lstStyle/>
          <a:p>
            <a:pPr algn="ctr"/>
            <a:r>
              <a:rPr lang="en-US" sz="900" dirty="0"/>
              <a:t>146</a:t>
            </a:r>
          </a:p>
        </p:txBody>
      </p:sp>
      <p:sp>
        <p:nvSpPr>
          <p:cNvPr id="65" name="TextBox 64">
            <a:extLst>
              <a:ext uri="{FF2B5EF4-FFF2-40B4-BE49-F238E27FC236}">
                <a16:creationId xmlns:a16="http://schemas.microsoft.com/office/drawing/2014/main" id="{6BDD490D-66EE-3535-E862-7C8141402781}"/>
              </a:ext>
            </a:extLst>
          </p:cNvPr>
          <p:cNvSpPr txBox="1"/>
          <p:nvPr/>
        </p:nvSpPr>
        <p:spPr>
          <a:xfrm>
            <a:off x="3138310" y="3406653"/>
            <a:ext cx="570089" cy="230832"/>
          </a:xfrm>
          <a:prstGeom prst="rect">
            <a:avLst/>
          </a:prstGeom>
          <a:noFill/>
        </p:spPr>
        <p:txBody>
          <a:bodyPr wrap="square" rtlCol="0">
            <a:spAutoFit/>
          </a:bodyPr>
          <a:lstStyle/>
          <a:p>
            <a:pPr algn="ctr"/>
            <a:r>
              <a:rPr lang="en-US" sz="900" dirty="0"/>
              <a:t>146</a:t>
            </a:r>
          </a:p>
        </p:txBody>
      </p:sp>
      <p:sp>
        <p:nvSpPr>
          <p:cNvPr id="66" name="TextBox 65">
            <a:extLst>
              <a:ext uri="{FF2B5EF4-FFF2-40B4-BE49-F238E27FC236}">
                <a16:creationId xmlns:a16="http://schemas.microsoft.com/office/drawing/2014/main" id="{2FAB5B03-B8FF-68D1-7922-EBC5CFF8654F}"/>
              </a:ext>
            </a:extLst>
          </p:cNvPr>
          <p:cNvSpPr txBox="1"/>
          <p:nvPr/>
        </p:nvSpPr>
        <p:spPr>
          <a:xfrm>
            <a:off x="4645378" y="3907597"/>
            <a:ext cx="570089" cy="230832"/>
          </a:xfrm>
          <a:prstGeom prst="rect">
            <a:avLst/>
          </a:prstGeom>
          <a:noFill/>
        </p:spPr>
        <p:txBody>
          <a:bodyPr wrap="square" rtlCol="0">
            <a:spAutoFit/>
          </a:bodyPr>
          <a:lstStyle/>
          <a:p>
            <a:pPr algn="ctr"/>
            <a:r>
              <a:rPr lang="en-US" sz="900" dirty="0"/>
              <a:t>1246</a:t>
            </a:r>
          </a:p>
        </p:txBody>
      </p:sp>
      <p:sp>
        <p:nvSpPr>
          <p:cNvPr id="67" name="TextBox 66">
            <a:extLst>
              <a:ext uri="{FF2B5EF4-FFF2-40B4-BE49-F238E27FC236}">
                <a16:creationId xmlns:a16="http://schemas.microsoft.com/office/drawing/2014/main" id="{432C58DE-C639-FE78-C61C-87A5A8541D75}"/>
              </a:ext>
            </a:extLst>
          </p:cNvPr>
          <p:cNvSpPr txBox="1"/>
          <p:nvPr/>
        </p:nvSpPr>
        <p:spPr>
          <a:xfrm>
            <a:off x="5147734" y="3907597"/>
            <a:ext cx="570089" cy="230832"/>
          </a:xfrm>
          <a:prstGeom prst="rect">
            <a:avLst/>
          </a:prstGeom>
          <a:noFill/>
        </p:spPr>
        <p:txBody>
          <a:bodyPr wrap="square" rtlCol="0">
            <a:spAutoFit/>
          </a:bodyPr>
          <a:lstStyle/>
          <a:p>
            <a:pPr algn="ctr"/>
            <a:r>
              <a:rPr lang="en-US" sz="900" dirty="0"/>
              <a:t>34679</a:t>
            </a:r>
          </a:p>
        </p:txBody>
      </p:sp>
      <p:sp>
        <p:nvSpPr>
          <p:cNvPr id="68" name="TextBox 67">
            <a:extLst>
              <a:ext uri="{FF2B5EF4-FFF2-40B4-BE49-F238E27FC236}">
                <a16:creationId xmlns:a16="http://schemas.microsoft.com/office/drawing/2014/main" id="{96FF41B1-A918-F2C0-29B9-689C42A5F55F}"/>
              </a:ext>
            </a:extLst>
          </p:cNvPr>
          <p:cNvSpPr txBox="1"/>
          <p:nvPr/>
        </p:nvSpPr>
        <p:spPr>
          <a:xfrm>
            <a:off x="5650090" y="3907597"/>
            <a:ext cx="570089" cy="230832"/>
          </a:xfrm>
          <a:prstGeom prst="rect">
            <a:avLst/>
          </a:prstGeom>
          <a:solidFill>
            <a:schemeClr val="accent5">
              <a:lumMod val="20000"/>
              <a:lumOff val="80000"/>
            </a:schemeClr>
          </a:solidFill>
        </p:spPr>
        <p:txBody>
          <a:bodyPr wrap="square" rtlCol="0">
            <a:spAutoFit/>
          </a:bodyPr>
          <a:lstStyle/>
          <a:p>
            <a:pPr algn="ctr"/>
            <a:r>
              <a:rPr lang="en-US" sz="900" dirty="0"/>
              <a:t>57</a:t>
            </a:r>
          </a:p>
        </p:txBody>
      </p:sp>
      <p:sp>
        <p:nvSpPr>
          <p:cNvPr id="71" name="TextBox 70">
            <a:extLst>
              <a:ext uri="{FF2B5EF4-FFF2-40B4-BE49-F238E27FC236}">
                <a16:creationId xmlns:a16="http://schemas.microsoft.com/office/drawing/2014/main" id="{5672EFDB-F973-C831-6BBD-B1CD5D47AFBE}"/>
              </a:ext>
            </a:extLst>
          </p:cNvPr>
          <p:cNvSpPr txBox="1"/>
          <p:nvPr/>
        </p:nvSpPr>
        <p:spPr>
          <a:xfrm>
            <a:off x="7157158" y="3907597"/>
            <a:ext cx="570089" cy="230832"/>
          </a:xfrm>
          <a:prstGeom prst="rect">
            <a:avLst/>
          </a:prstGeom>
          <a:solidFill>
            <a:schemeClr val="accent5">
              <a:lumMod val="20000"/>
              <a:lumOff val="80000"/>
            </a:schemeClr>
          </a:solidFill>
        </p:spPr>
        <p:txBody>
          <a:bodyPr wrap="square" rtlCol="0">
            <a:spAutoFit/>
          </a:bodyPr>
          <a:lstStyle/>
          <a:p>
            <a:pPr algn="ctr"/>
            <a:r>
              <a:rPr lang="en-US" sz="900" dirty="0"/>
              <a:t>64</a:t>
            </a:r>
          </a:p>
        </p:txBody>
      </p:sp>
      <p:sp>
        <p:nvSpPr>
          <p:cNvPr id="72" name="TextBox 71">
            <a:extLst>
              <a:ext uri="{FF2B5EF4-FFF2-40B4-BE49-F238E27FC236}">
                <a16:creationId xmlns:a16="http://schemas.microsoft.com/office/drawing/2014/main" id="{CDD6E3C7-C9E5-76B1-92DA-F69266DCE2F3}"/>
              </a:ext>
            </a:extLst>
          </p:cNvPr>
          <p:cNvSpPr txBox="1"/>
          <p:nvPr/>
        </p:nvSpPr>
        <p:spPr>
          <a:xfrm>
            <a:off x="4645378" y="4408541"/>
            <a:ext cx="570089" cy="230832"/>
          </a:xfrm>
          <a:prstGeom prst="rect">
            <a:avLst/>
          </a:prstGeom>
          <a:noFill/>
        </p:spPr>
        <p:txBody>
          <a:bodyPr wrap="square" rtlCol="0">
            <a:spAutoFit/>
          </a:bodyPr>
          <a:lstStyle/>
          <a:p>
            <a:pPr algn="ctr"/>
            <a:r>
              <a:rPr lang="en-US" sz="900" dirty="0"/>
              <a:t>1246</a:t>
            </a:r>
          </a:p>
        </p:txBody>
      </p:sp>
      <p:sp>
        <p:nvSpPr>
          <p:cNvPr id="73" name="TextBox 72">
            <a:extLst>
              <a:ext uri="{FF2B5EF4-FFF2-40B4-BE49-F238E27FC236}">
                <a16:creationId xmlns:a16="http://schemas.microsoft.com/office/drawing/2014/main" id="{B1FD9FEA-D586-BC2A-F5DE-7431649FCAD5}"/>
              </a:ext>
            </a:extLst>
          </p:cNvPr>
          <p:cNvSpPr txBox="1"/>
          <p:nvPr/>
        </p:nvSpPr>
        <p:spPr>
          <a:xfrm>
            <a:off x="5147734" y="4408541"/>
            <a:ext cx="570089" cy="230832"/>
          </a:xfrm>
          <a:prstGeom prst="rect">
            <a:avLst/>
          </a:prstGeom>
          <a:noFill/>
        </p:spPr>
        <p:txBody>
          <a:bodyPr wrap="square" rtlCol="0">
            <a:spAutoFit/>
          </a:bodyPr>
          <a:lstStyle/>
          <a:p>
            <a:pPr algn="ctr"/>
            <a:r>
              <a:rPr lang="en-US" sz="900" dirty="0"/>
              <a:t>34679</a:t>
            </a:r>
          </a:p>
        </p:txBody>
      </p:sp>
      <p:sp>
        <p:nvSpPr>
          <p:cNvPr id="74" name="TextBox 73">
            <a:extLst>
              <a:ext uri="{FF2B5EF4-FFF2-40B4-BE49-F238E27FC236}">
                <a16:creationId xmlns:a16="http://schemas.microsoft.com/office/drawing/2014/main" id="{A3C304F9-FB04-417D-56CA-12732A07C281}"/>
              </a:ext>
            </a:extLst>
          </p:cNvPr>
          <p:cNvSpPr txBox="1"/>
          <p:nvPr/>
        </p:nvSpPr>
        <p:spPr>
          <a:xfrm>
            <a:off x="5650090" y="4408541"/>
            <a:ext cx="570089" cy="230832"/>
          </a:xfrm>
          <a:prstGeom prst="rect">
            <a:avLst/>
          </a:prstGeom>
          <a:noFill/>
        </p:spPr>
        <p:txBody>
          <a:bodyPr wrap="square" rtlCol="0">
            <a:spAutoFit/>
          </a:bodyPr>
          <a:lstStyle/>
          <a:p>
            <a:pPr algn="ctr"/>
            <a:r>
              <a:rPr lang="en-US" sz="900" dirty="0"/>
              <a:t>5789</a:t>
            </a:r>
          </a:p>
        </p:txBody>
      </p:sp>
      <p:sp>
        <p:nvSpPr>
          <p:cNvPr id="75" name="TextBox 74">
            <a:extLst>
              <a:ext uri="{FF2B5EF4-FFF2-40B4-BE49-F238E27FC236}">
                <a16:creationId xmlns:a16="http://schemas.microsoft.com/office/drawing/2014/main" id="{464F2837-C05E-B017-7D25-1E52FA024EB9}"/>
              </a:ext>
            </a:extLst>
          </p:cNvPr>
          <p:cNvSpPr txBox="1"/>
          <p:nvPr/>
        </p:nvSpPr>
        <p:spPr>
          <a:xfrm>
            <a:off x="6654802" y="4408541"/>
            <a:ext cx="570089" cy="230832"/>
          </a:xfrm>
          <a:prstGeom prst="rect">
            <a:avLst/>
          </a:prstGeom>
          <a:noFill/>
        </p:spPr>
        <p:txBody>
          <a:bodyPr wrap="square" rtlCol="0">
            <a:spAutoFit/>
          </a:bodyPr>
          <a:lstStyle/>
          <a:p>
            <a:pPr algn="ctr"/>
            <a:r>
              <a:rPr lang="en-US" sz="900" dirty="0"/>
              <a:t>14567</a:t>
            </a:r>
          </a:p>
        </p:txBody>
      </p:sp>
      <p:sp>
        <p:nvSpPr>
          <p:cNvPr id="76" name="TextBox 75">
            <a:extLst>
              <a:ext uri="{FF2B5EF4-FFF2-40B4-BE49-F238E27FC236}">
                <a16:creationId xmlns:a16="http://schemas.microsoft.com/office/drawing/2014/main" id="{C9116EC0-B4EE-5CC1-A21B-0D8EC4A3C709}"/>
              </a:ext>
            </a:extLst>
          </p:cNvPr>
          <p:cNvSpPr txBox="1"/>
          <p:nvPr/>
        </p:nvSpPr>
        <p:spPr>
          <a:xfrm>
            <a:off x="7157158" y="4408541"/>
            <a:ext cx="570089" cy="230832"/>
          </a:xfrm>
          <a:prstGeom prst="rect">
            <a:avLst/>
          </a:prstGeom>
          <a:noFill/>
        </p:spPr>
        <p:txBody>
          <a:bodyPr wrap="square" rtlCol="0">
            <a:spAutoFit/>
          </a:bodyPr>
          <a:lstStyle/>
          <a:p>
            <a:pPr algn="ctr"/>
            <a:r>
              <a:rPr lang="en-US" sz="900" dirty="0"/>
              <a:t>4689</a:t>
            </a:r>
          </a:p>
        </p:txBody>
      </p:sp>
      <p:sp>
        <p:nvSpPr>
          <p:cNvPr id="77" name="TextBox 76">
            <a:extLst>
              <a:ext uri="{FF2B5EF4-FFF2-40B4-BE49-F238E27FC236}">
                <a16:creationId xmlns:a16="http://schemas.microsoft.com/office/drawing/2014/main" id="{ED9380B0-BC4C-EFA5-D08C-30B271F6020C}"/>
              </a:ext>
            </a:extLst>
          </p:cNvPr>
          <p:cNvSpPr txBox="1"/>
          <p:nvPr/>
        </p:nvSpPr>
        <p:spPr>
          <a:xfrm>
            <a:off x="4645378" y="4909484"/>
            <a:ext cx="570089" cy="230832"/>
          </a:xfrm>
          <a:prstGeom prst="rect">
            <a:avLst/>
          </a:prstGeom>
          <a:noFill/>
        </p:spPr>
        <p:txBody>
          <a:bodyPr wrap="square" rtlCol="0">
            <a:spAutoFit/>
          </a:bodyPr>
          <a:lstStyle/>
          <a:p>
            <a:pPr algn="ctr"/>
            <a:r>
              <a:rPr lang="en-US" sz="900" dirty="0"/>
              <a:t>1246</a:t>
            </a:r>
          </a:p>
        </p:txBody>
      </p:sp>
      <p:sp>
        <p:nvSpPr>
          <p:cNvPr id="78" name="TextBox 77">
            <a:extLst>
              <a:ext uri="{FF2B5EF4-FFF2-40B4-BE49-F238E27FC236}">
                <a16:creationId xmlns:a16="http://schemas.microsoft.com/office/drawing/2014/main" id="{67FD7ED8-88FC-BF56-9439-EABB9BCDF03C}"/>
              </a:ext>
            </a:extLst>
          </p:cNvPr>
          <p:cNvSpPr txBox="1"/>
          <p:nvPr/>
        </p:nvSpPr>
        <p:spPr>
          <a:xfrm>
            <a:off x="5147734" y="4909484"/>
            <a:ext cx="570089" cy="230832"/>
          </a:xfrm>
          <a:prstGeom prst="rect">
            <a:avLst/>
          </a:prstGeom>
          <a:noFill/>
        </p:spPr>
        <p:txBody>
          <a:bodyPr wrap="square" rtlCol="0">
            <a:spAutoFit/>
          </a:bodyPr>
          <a:lstStyle/>
          <a:p>
            <a:pPr algn="ctr"/>
            <a:r>
              <a:rPr lang="en-US" sz="900" dirty="0"/>
              <a:t>34679</a:t>
            </a:r>
          </a:p>
        </p:txBody>
      </p:sp>
      <p:sp>
        <p:nvSpPr>
          <p:cNvPr id="79" name="TextBox 78">
            <a:extLst>
              <a:ext uri="{FF2B5EF4-FFF2-40B4-BE49-F238E27FC236}">
                <a16:creationId xmlns:a16="http://schemas.microsoft.com/office/drawing/2014/main" id="{31D95062-C8A0-369D-BB1D-9D77DADD1CDA}"/>
              </a:ext>
            </a:extLst>
          </p:cNvPr>
          <p:cNvSpPr txBox="1"/>
          <p:nvPr/>
        </p:nvSpPr>
        <p:spPr>
          <a:xfrm>
            <a:off x="5650090" y="4909484"/>
            <a:ext cx="570089" cy="230832"/>
          </a:xfrm>
          <a:prstGeom prst="rect">
            <a:avLst/>
          </a:prstGeom>
          <a:noFill/>
        </p:spPr>
        <p:txBody>
          <a:bodyPr wrap="square" rtlCol="0">
            <a:spAutoFit/>
          </a:bodyPr>
          <a:lstStyle/>
          <a:p>
            <a:pPr algn="ctr"/>
            <a:r>
              <a:rPr lang="en-US" sz="900" dirty="0"/>
              <a:t>5789</a:t>
            </a:r>
          </a:p>
        </p:txBody>
      </p:sp>
      <p:sp>
        <p:nvSpPr>
          <p:cNvPr id="80" name="TextBox 79">
            <a:extLst>
              <a:ext uri="{FF2B5EF4-FFF2-40B4-BE49-F238E27FC236}">
                <a16:creationId xmlns:a16="http://schemas.microsoft.com/office/drawing/2014/main" id="{E00D94D2-7D17-D9EE-4615-63DF707E8BB5}"/>
              </a:ext>
            </a:extLst>
          </p:cNvPr>
          <p:cNvSpPr txBox="1"/>
          <p:nvPr/>
        </p:nvSpPr>
        <p:spPr>
          <a:xfrm>
            <a:off x="6654802" y="4909484"/>
            <a:ext cx="570089" cy="230832"/>
          </a:xfrm>
          <a:prstGeom prst="rect">
            <a:avLst/>
          </a:prstGeom>
          <a:noFill/>
        </p:spPr>
        <p:txBody>
          <a:bodyPr wrap="square" rtlCol="0">
            <a:spAutoFit/>
          </a:bodyPr>
          <a:lstStyle/>
          <a:p>
            <a:pPr algn="ctr"/>
            <a:r>
              <a:rPr lang="en-US" sz="900" dirty="0"/>
              <a:t>14567</a:t>
            </a:r>
          </a:p>
        </p:txBody>
      </p:sp>
      <p:sp>
        <p:nvSpPr>
          <p:cNvPr id="81" name="TextBox 80">
            <a:extLst>
              <a:ext uri="{FF2B5EF4-FFF2-40B4-BE49-F238E27FC236}">
                <a16:creationId xmlns:a16="http://schemas.microsoft.com/office/drawing/2014/main" id="{62C18A43-5D40-0446-078D-1DD5EF5D7D68}"/>
              </a:ext>
            </a:extLst>
          </p:cNvPr>
          <p:cNvSpPr txBox="1"/>
          <p:nvPr/>
        </p:nvSpPr>
        <p:spPr>
          <a:xfrm>
            <a:off x="7157158" y="4909484"/>
            <a:ext cx="570089" cy="230832"/>
          </a:xfrm>
          <a:prstGeom prst="rect">
            <a:avLst/>
          </a:prstGeom>
          <a:noFill/>
        </p:spPr>
        <p:txBody>
          <a:bodyPr wrap="square" rtlCol="0">
            <a:spAutoFit/>
          </a:bodyPr>
          <a:lstStyle/>
          <a:p>
            <a:pPr algn="ctr"/>
            <a:r>
              <a:rPr lang="en-US" sz="900" dirty="0"/>
              <a:t>46879</a:t>
            </a:r>
          </a:p>
        </p:txBody>
      </p:sp>
      <p:sp>
        <p:nvSpPr>
          <p:cNvPr id="82" name="TextBox 81">
            <a:extLst>
              <a:ext uri="{FF2B5EF4-FFF2-40B4-BE49-F238E27FC236}">
                <a16:creationId xmlns:a16="http://schemas.microsoft.com/office/drawing/2014/main" id="{1B24E275-947A-CA3E-C6CB-802A238B7546}"/>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83" name="TextBox 82">
            <a:extLst>
              <a:ext uri="{FF2B5EF4-FFF2-40B4-BE49-F238E27FC236}">
                <a16:creationId xmlns:a16="http://schemas.microsoft.com/office/drawing/2014/main" id="{FEFC90A2-D757-7F46-19BB-278DF1F7CCF0}"/>
              </a:ext>
            </a:extLst>
          </p:cNvPr>
          <p:cNvSpPr txBox="1"/>
          <p:nvPr/>
        </p:nvSpPr>
        <p:spPr>
          <a:xfrm>
            <a:off x="6714071" y="3741226"/>
            <a:ext cx="462845" cy="584775"/>
          </a:xfrm>
          <a:prstGeom prst="rect">
            <a:avLst/>
          </a:prstGeom>
          <a:noFill/>
        </p:spPr>
        <p:txBody>
          <a:bodyPr wrap="square" rtlCol="0">
            <a:spAutoFit/>
          </a:bodyPr>
          <a:lstStyle/>
          <a:p>
            <a:pPr algn="ctr"/>
            <a:r>
              <a:rPr lang="en-US" sz="3200" dirty="0"/>
              <a:t>1</a:t>
            </a:r>
          </a:p>
        </p:txBody>
      </p:sp>
      <p:sp>
        <p:nvSpPr>
          <p:cNvPr id="84" name="TextBox 83">
            <a:extLst>
              <a:ext uri="{FF2B5EF4-FFF2-40B4-BE49-F238E27FC236}">
                <a16:creationId xmlns:a16="http://schemas.microsoft.com/office/drawing/2014/main" id="{210BABE9-84AF-9D3C-0C46-3A2778766E2C}"/>
              </a:ext>
            </a:extLst>
          </p:cNvPr>
          <p:cNvSpPr txBox="1"/>
          <p:nvPr/>
        </p:nvSpPr>
        <p:spPr>
          <a:xfrm>
            <a:off x="5147734"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46</a:t>
            </a:r>
          </a:p>
        </p:txBody>
      </p:sp>
      <p:sp>
        <p:nvSpPr>
          <p:cNvPr id="85" name="TextBox 84">
            <a:extLst>
              <a:ext uri="{FF2B5EF4-FFF2-40B4-BE49-F238E27FC236}">
                <a16:creationId xmlns:a16="http://schemas.microsoft.com/office/drawing/2014/main" id="{DBCB0FCE-8221-BF24-6D60-BF170AD02547}"/>
              </a:ext>
            </a:extLst>
          </p:cNvPr>
          <p:cNvSpPr txBox="1"/>
          <p:nvPr/>
        </p:nvSpPr>
        <p:spPr>
          <a:xfrm>
            <a:off x="5650090"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97</a:t>
            </a:r>
          </a:p>
        </p:txBody>
      </p:sp>
      <p:sp>
        <p:nvSpPr>
          <p:cNvPr id="86" name="TextBox 85">
            <a:extLst>
              <a:ext uri="{FF2B5EF4-FFF2-40B4-BE49-F238E27FC236}">
                <a16:creationId xmlns:a16="http://schemas.microsoft.com/office/drawing/2014/main" id="{093ECF83-7482-B27E-9C12-9BF4BF00776D}"/>
              </a:ext>
            </a:extLst>
          </p:cNvPr>
          <p:cNvSpPr txBox="1"/>
          <p:nvPr/>
        </p:nvSpPr>
        <p:spPr>
          <a:xfrm>
            <a:off x="4645378"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79</a:t>
            </a:r>
          </a:p>
        </p:txBody>
      </p:sp>
      <p:sp>
        <p:nvSpPr>
          <p:cNvPr id="87" name="TextBox 86">
            <a:extLst>
              <a:ext uri="{FF2B5EF4-FFF2-40B4-BE49-F238E27FC236}">
                <a16:creationId xmlns:a16="http://schemas.microsoft.com/office/drawing/2014/main" id="{00C72060-C526-5301-EBAF-F76D6ED534A2}"/>
              </a:ext>
            </a:extLst>
          </p:cNvPr>
          <p:cNvSpPr txBox="1"/>
          <p:nvPr/>
        </p:nvSpPr>
        <p:spPr>
          <a:xfrm>
            <a:off x="4645378"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64</a:t>
            </a:r>
          </a:p>
        </p:txBody>
      </p:sp>
    </p:spTree>
    <p:extLst>
      <p:ext uri="{BB962C8B-B14F-4D97-AF65-F5344CB8AC3E}">
        <p14:creationId xmlns:p14="http://schemas.microsoft.com/office/powerpoint/2010/main" val="36725120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56D31-EB87-8B2C-B062-53CCFC68D07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A5A7BF7-0836-9465-D2BF-0C4B0A82EDA9}"/>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6CDFD2BC-9890-E51A-EC8F-C55A4C7CD6B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29D72A4-8C12-39CE-FEA6-1374FDF3C2D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F7514A3-9117-FFF0-5D2F-B5166BEA2CB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D407C75-B04F-76F5-81BD-F876B3B52F8B}"/>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62E6D249-E040-0D39-A3A5-21718520A6AE}"/>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12" name="TextBox 11">
            <a:extLst>
              <a:ext uri="{FF2B5EF4-FFF2-40B4-BE49-F238E27FC236}">
                <a16:creationId xmlns:a16="http://schemas.microsoft.com/office/drawing/2014/main" id="{C9FDC647-53EB-5B38-749F-117ACA2AAAA7}"/>
              </a:ext>
            </a:extLst>
          </p:cNvPr>
          <p:cNvSpPr txBox="1"/>
          <p:nvPr/>
        </p:nvSpPr>
        <p:spPr>
          <a:xfrm>
            <a:off x="6152446" y="1402877"/>
            <a:ext cx="570089" cy="230832"/>
          </a:xfrm>
          <a:prstGeom prst="rect">
            <a:avLst/>
          </a:prstGeom>
          <a:noFill/>
        </p:spPr>
        <p:txBody>
          <a:bodyPr wrap="square" rtlCol="0">
            <a:spAutoFit/>
          </a:bodyPr>
          <a:lstStyle/>
          <a:p>
            <a:pPr algn="ctr"/>
            <a:r>
              <a:rPr lang="en-US" sz="900" dirty="0"/>
              <a:t>56</a:t>
            </a:r>
          </a:p>
        </p:txBody>
      </p:sp>
      <p:sp>
        <p:nvSpPr>
          <p:cNvPr id="13" name="TextBox 12">
            <a:extLst>
              <a:ext uri="{FF2B5EF4-FFF2-40B4-BE49-F238E27FC236}">
                <a16:creationId xmlns:a16="http://schemas.microsoft.com/office/drawing/2014/main" id="{622CA492-8D37-4AD3-7E28-C31C84133771}"/>
              </a:ext>
            </a:extLst>
          </p:cNvPr>
          <p:cNvSpPr txBox="1"/>
          <p:nvPr/>
        </p:nvSpPr>
        <p:spPr>
          <a:xfrm>
            <a:off x="6654802" y="1402877"/>
            <a:ext cx="570089" cy="230832"/>
          </a:xfrm>
          <a:prstGeom prst="rect">
            <a:avLst/>
          </a:prstGeom>
          <a:noFill/>
        </p:spPr>
        <p:txBody>
          <a:bodyPr wrap="square" rtlCol="0">
            <a:spAutoFit/>
          </a:bodyPr>
          <a:lstStyle/>
          <a:p>
            <a:pPr algn="ctr"/>
            <a:r>
              <a:rPr lang="en-US" sz="900" dirty="0"/>
              <a:t>456</a:t>
            </a:r>
          </a:p>
        </p:txBody>
      </p:sp>
      <p:sp>
        <p:nvSpPr>
          <p:cNvPr id="15" name="TextBox 14">
            <a:extLst>
              <a:ext uri="{FF2B5EF4-FFF2-40B4-BE49-F238E27FC236}">
                <a16:creationId xmlns:a16="http://schemas.microsoft.com/office/drawing/2014/main" id="{123A26AA-326B-5284-A1F5-5BE5E482F4C8}"/>
              </a:ext>
            </a:extLst>
          </p:cNvPr>
          <p:cNvSpPr txBox="1"/>
          <p:nvPr/>
        </p:nvSpPr>
        <p:spPr>
          <a:xfrm>
            <a:off x="7157158"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46</a:t>
            </a:r>
          </a:p>
        </p:txBody>
      </p:sp>
      <p:sp>
        <p:nvSpPr>
          <p:cNvPr id="20" name="TextBox 19">
            <a:extLst>
              <a:ext uri="{FF2B5EF4-FFF2-40B4-BE49-F238E27FC236}">
                <a16:creationId xmlns:a16="http://schemas.microsoft.com/office/drawing/2014/main" id="{E781AAD4-B65F-615F-C041-352F0CFD97DC}"/>
              </a:ext>
            </a:extLst>
          </p:cNvPr>
          <p:cNvSpPr txBox="1"/>
          <p:nvPr/>
        </p:nvSpPr>
        <p:spPr>
          <a:xfrm>
            <a:off x="3640666" y="1903821"/>
            <a:ext cx="570089" cy="230832"/>
          </a:xfrm>
          <a:prstGeom prst="rect">
            <a:avLst/>
          </a:prstGeom>
          <a:noFill/>
        </p:spPr>
        <p:txBody>
          <a:bodyPr wrap="square" rtlCol="0">
            <a:spAutoFit/>
          </a:bodyPr>
          <a:lstStyle/>
          <a:p>
            <a:pPr algn="ctr"/>
            <a:r>
              <a:rPr lang="en-US" sz="900" dirty="0"/>
              <a:t>71</a:t>
            </a:r>
          </a:p>
        </p:txBody>
      </p:sp>
      <p:sp>
        <p:nvSpPr>
          <p:cNvPr id="21" name="TextBox 20">
            <a:extLst>
              <a:ext uri="{FF2B5EF4-FFF2-40B4-BE49-F238E27FC236}">
                <a16:creationId xmlns:a16="http://schemas.microsoft.com/office/drawing/2014/main" id="{80725559-086E-BE65-5EFB-66C064951A90}"/>
              </a:ext>
            </a:extLst>
          </p:cNvPr>
          <p:cNvSpPr txBox="1"/>
          <p:nvPr/>
        </p:nvSpPr>
        <p:spPr>
          <a:xfrm>
            <a:off x="3138310" y="1903821"/>
            <a:ext cx="570089" cy="230832"/>
          </a:xfrm>
          <a:prstGeom prst="rect">
            <a:avLst/>
          </a:prstGeom>
          <a:noFill/>
        </p:spPr>
        <p:txBody>
          <a:bodyPr wrap="square" rtlCol="0">
            <a:spAutoFit/>
          </a:bodyPr>
          <a:lstStyle/>
          <a:p>
            <a:pPr algn="ctr"/>
            <a:r>
              <a:rPr lang="en-US" sz="900" dirty="0"/>
              <a:t>17</a:t>
            </a:r>
          </a:p>
        </p:txBody>
      </p:sp>
      <p:sp>
        <p:nvSpPr>
          <p:cNvPr id="24" name="TextBox 23">
            <a:extLst>
              <a:ext uri="{FF2B5EF4-FFF2-40B4-BE49-F238E27FC236}">
                <a16:creationId xmlns:a16="http://schemas.microsoft.com/office/drawing/2014/main" id="{AF81904E-1C6C-72D5-F2C7-35F55CA7E689}"/>
              </a:ext>
            </a:extLst>
          </p:cNvPr>
          <p:cNvSpPr txBox="1"/>
          <p:nvPr/>
        </p:nvSpPr>
        <p:spPr>
          <a:xfrm>
            <a:off x="6152446" y="4408541"/>
            <a:ext cx="570089" cy="230832"/>
          </a:xfrm>
          <a:prstGeom prst="rect">
            <a:avLst/>
          </a:prstGeom>
          <a:noFill/>
        </p:spPr>
        <p:txBody>
          <a:bodyPr wrap="square" rtlCol="0">
            <a:spAutoFit/>
          </a:bodyPr>
          <a:lstStyle/>
          <a:p>
            <a:pPr algn="ctr"/>
            <a:r>
              <a:rPr lang="en-US" sz="900" dirty="0"/>
              <a:t>35</a:t>
            </a:r>
          </a:p>
        </p:txBody>
      </p:sp>
      <p:sp>
        <p:nvSpPr>
          <p:cNvPr id="25" name="TextBox 24">
            <a:extLst>
              <a:ext uri="{FF2B5EF4-FFF2-40B4-BE49-F238E27FC236}">
                <a16:creationId xmlns:a16="http://schemas.microsoft.com/office/drawing/2014/main" id="{46E93AA8-A657-2F6B-8320-2126E4133345}"/>
              </a:ext>
            </a:extLst>
          </p:cNvPr>
          <p:cNvSpPr txBox="1"/>
          <p:nvPr/>
        </p:nvSpPr>
        <p:spPr>
          <a:xfrm>
            <a:off x="6152446" y="4909484"/>
            <a:ext cx="570089" cy="230832"/>
          </a:xfrm>
          <a:prstGeom prst="rect">
            <a:avLst/>
          </a:prstGeom>
          <a:noFill/>
        </p:spPr>
        <p:txBody>
          <a:bodyPr wrap="square" rtlCol="0">
            <a:spAutoFit/>
          </a:bodyPr>
          <a:lstStyle/>
          <a:p>
            <a:pPr algn="ctr"/>
            <a:r>
              <a:rPr lang="en-US" sz="900" dirty="0"/>
              <a:t>53</a:t>
            </a:r>
          </a:p>
        </p:txBody>
      </p:sp>
      <p:sp>
        <p:nvSpPr>
          <p:cNvPr id="31" name="TextBox 30">
            <a:extLst>
              <a:ext uri="{FF2B5EF4-FFF2-40B4-BE49-F238E27FC236}">
                <a16:creationId xmlns:a16="http://schemas.microsoft.com/office/drawing/2014/main" id="{F3ED9052-C06F-3DBC-6EDF-D6BE323242A8}"/>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23D2FD4A-4056-E6E6-2A82-E435B8F99A76}"/>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7E98FE72-687D-57CB-D9F5-A8204D3849B3}"/>
              </a:ext>
            </a:extLst>
          </p:cNvPr>
          <p:cNvSpPr txBox="1"/>
          <p:nvPr/>
        </p:nvSpPr>
        <p:spPr>
          <a:xfrm>
            <a:off x="6214537"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146951BA-D3EC-47F4-16AF-8E51B3B4474D}"/>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A1E15B59-0C5C-0BFE-78F9-3A4FFD0012B0}"/>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C3FF3F0B-E4A6-70A3-9278-E759E10DF825}"/>
              </a:ext>
            </a:extLst>
          </p:cNvPr>
          <p:cNvSpPr txBox="1"/>
          <p:nvPr/>
        </p:nvSpPr>
        <p:spPr>
          <a:xfrm>
            <a:off x="6714071" y="72121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0138D8FB-6798-D840-EEA9-05024B1C0559}"/>
              </a:ext>
            </a:extLst>
          </p:cNvPr>
          <p:cNvSpPr txBox="1"/>
          <p:nvPr/>
        </p:nvSpPr>
        <p:spPr>
          <a:xfrm>
            <a:off x="7213604" y="72121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D267448C-DEC6-737A-46E0-21F1A8242C21}"/>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6E9B3EC1-8391-F52C-CDE6-C240863DCF72}"/>
              </a:ext>
            </a:extLst>
          </p:cNvPr>
          <p:cNvSpPr txBox="1"/>
          <p:nvPr/>
        </p:nvSpPr>
        <p:spPr>
          <a:xfrm>
            <a:off x="6214537" y="3237891"/>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8FCDF5C9-CC7B-1212-0CEF-4073A7299F84}"/>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3CA27DB8-50EC-E947-EAE3-99A4589319D6}"/>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5" name="TextBox 34">
            <a:extLst>
              <a:ext uri="{FF2B5EF4-FFF2-40B4-BE49-F238E27FC236}">
                <a16:creationId xmlns:a16="http://schemas.microsoft.com/office/drawing/2014/main" id="{A218EFDC-567E-7215-3C5A-DEA2F84A2B78}"/>
              </a:ext>
            </a:extLst>
          </p:cNvPr>
          <p:cNvSpPr txBox="1"/>
          <p:nvPr/>
        </p:nvSpPr>
        <p:spPr>
          <a:xfrm>
            <a:off x="7213604" y="3237891"/>
            <a:ext cx="462845" cy="584775"/>
          </a:xfrm>
          <a:prstGeom prst="rect">
            <a:avLst/>
          </a:prstGeom>
          <a:noFill/>
        </p:spPr>
        <p:txBody>
          <a:bodyPr wrap="square" rtlCol="0">
            <a:spAutoFit/>
          </a:bodyPr>
          <a:lstStyle/>
          <a:p>
            <a:pPr algn="ctr"/>
            <a:r>
              <a:rPr lang="en-US" sz="3200" dirty="0"/>
              <a:t>5</a:t>
            </a:r>
          </a:p>
        </p:txBody>
      </p:sp>
      <p:sp>
        <p:nvSpPr>
          <p:cNvPr id="22" name="TextBox 21">
            <a:extLst>
              <a:ext uri="{FF2B5EF4-FFF2-40B4-BE49-F238E27FC236}">
                <a16:creationId xmlns:a16="http://schemas.microsoft.com/office/drawing/2014/main" id="{0D8581B6-9954-C9C8-3727-3D3DD74048CB}"/>
              </a:ext>
            </a:extLst>
          </p:cNvPr>
          <p:cNvSpPr txBox="1"/>
          <p:nvPr/>
        </p:nvSpPr>
        <p:spPr>
          <a:xfrm>
            <a:off x="5147734"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46</a:t>
            </a:r>
          </a:p>
        </p:txBody>
      </p:sp>
      <p:sp>
        <p:nvSpPr>
          <p:cNvPr id="23" name="TextBox 22">
            <a:extLst>
              <a:ext uri="{FF2B5EF4-FFF2-40B4-BE49-F238E27FC236}">
                <a16:creationId xmlns:a16="http://schemas.microsoft.com/office/drawing/2014/main" id="{24D27FE1-1124-5D4B-1708-E02DC5275D59}"/>
              </a:ext>
            </a:extLst>
          </p:cNvPr>
          <p:cNvSpPr txBox="1"/>
          <p:nvPr/>
        </p:nvSpPr>
        <p:spPr>
          <a:xfrm>
            <a:off x="5650090"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97</a:t>
            </a:r>
          </a:p>
        </p:txBody>
      </p:sp>
      <p:sp>
        <p:nvSpPr>
          <p:cNvPr id="37" name="TextBox 36">
            <a:extLst>
              <a:ext uri="{FF2B5EF4-FFF2-40B4-BE49-F238E27FC236}">
                <a16:creationId xmlns:a16="http://schemas.microsoft.com/office/drawing/2014/main" id="{553AD577-BBDC-B296-5F8A-1913EA1EDC77}"/>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4773D5C5-81E4-F603-C530-C778EB126F66}"/>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9" name="TextBox 38">
            <a:extLst>
              <a:ext uri="{FF2B5EF4-FFF2-40B4-BE49-F238E27FC236}">
                <a16:creationId xmlns:a16="http://schemas.microsoft.com/office/drawing/2014/main" id="{BCAF6891-9743-13B1-A488-FC174FB5C91C}"/>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088AFC7A-0348-E325-38AE-FE104508797C}"/>
              </a:ext>
            </a:extLst>
          </p:cNvPr>
          <p:cNvSpPr txBox="1"/>
          <p:nvPr/>
        </p:nvSpPr>
        <p:spPr>
          <a:xfrm>
            <a:off x="4645378"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79</a:t>
            </a:r>
          </a:p>
        </p:txBody>
      </p:sp>
      <p:sp>
        <p:nvSpPr>
          <p:cNvPr id="19" name="TextBox 18">
            <a:extLst>
              <a:ext uri="{FF2B5EF4-FFF2-40B4-BE49-F238E27FC236}">
                <a16:creationId xmlns:a16="http://schemas.microsoft.com/office/drawing/2014/main" id="{E3AA3C05-DBAB-83E0-013E-610D536CFD56}"/>
              </a:ext>
            </a:extLst>
          </p:cNvPr>
          <p:cNvSpPr txBox="1"/>
          <p:nvPr/>
        </p:nvSpPr>
        <p:spPr>
          <a:xfrm>
            <a:off x="4645378"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64</a:t>
            </a:r>
          </a:p>
        </p:txBody>
      </p:sp>
      <p:sp>
        <p:nvSpPr>
          <p:cNvPr id="40" name="TextBox 39">
            <a:extLst>
              <a:ext uri="{FF2B5EF4-FFF2-40B4-BE49-F238E27FC236}">
                <a16:creationId xmlns:a16="http://schemas.microsoft.com/office/drawing/2014/main" id="{A4945A47-B7BA-82FF-9360-A7C32FD3A1FE}"/>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41" name="TextBox 40">
            <a:extLst>
              <a:ext uri="{FF2B5EF4-FFF2-40B4-BE49-F238E27FC236}">
                <a16:creationId xmlns:a16="http://schemas.microsoft.com/office/drawing/2014/main" id="{7D7D8C32-E123-A4E5-ED6B-DBCFAFE62BED}"/>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98B65AE8-23CF-7079-F79D-5F21B27A32E4}"/>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43" name="TextBox 42">
            <a:extLst>
              <a:ext uri="{FF2B5EF4-FFF2-40B4-BE49-F238E27FC236}">
                <a16:creationId xmlns:a16="http://schemas.microsoft.com/office/drawing/2014/main" id="{3AB363F9-2B94-0AF6-506A-F498489A2126}"/>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DE3CE5E0-10B4-9009-0F7D-6C32E6AFAC61}"/>
              </a:ext>
            </a:extLst>
          </p:cNvPr>
          <p:cNvSpPr txBox="1"/>
          <p:nvPr/>
        </p:nvSpPr>
        <p:spPr>
          <a:xfrm>
            <a:off x="4143022" y="3406653"/>
            <a:ext cx="570089" cy="230832"/>
          </a:xfrm>
          <a:prstGeom prst="rect">
            <a:avLst/>
          </a:prstGeom>
          <a:noFill/>
        </p:spPr>
        <p:txBody>
          <a:bodyPr wrap="square" rtlCol="0">
            <a:spAutoFit/>
          </a:bodyPr>
          <a:lstStyle/>
          <a:p>
            <a:pPr algn="ctr"/>
            <a:r>
              <a:rPr lang="en-US" sz="900" dirty="0"/>
              <a:t>146</a:t>
            </a:r>
          </a:p>
        </p:txBody>
      </p:sp>
      <p:sp>
        <p:nvSpPr>
          <p:cNvPr id="49" name="TextBox 48">
            <a:extLst>
              <a:ext uri="{FF2B5EF4-FFF2-40B4-BE49-F238E27FC236}">
                <a16:creationId xmlns:a16="http://schemas.microsoft.com/office/drawing/2014/main" id="{AAEFB103-E7FB-F3B3-2B7E-F13DBEDAC0AB}"/>
              </a:ext>
            </a:extLst>
          </p:cNvPr>
          <p:cNvSpPr txBox="1"/>
          <p:nvPr/>
        </p:nvSpPr>
        <p:spPr>
          <a:xfrm>
            <a:off x="4143022" y="3907597"/>
            <a:ext cx="570089" cy="230832"/>
          </a:xfrm>
          <a:prstGeom prst="rect">
            <a:avLst/>
          </a:prstGeom>
          <a:noFill/>
        </p:spPr>
        <p:txBody>
          <a:bodyPr wrap="square" rtlCol="0">
            <a:spAutoFit/>
          </a:bodyPr>
          <a:lstStyle/>
          <a:p>
            <a:pPr algn="ctr"/>
            <a:r>
              <a:rPr lang="en-US" sz="900" dirty="0"/>
              <a:t>346</a:t>
            </a:r>
          </a:p>
        </p:txBody>
      </p:sp>
      <p:sp>
        <p:nvSpPr>
          <p:cNvPr id="50" name="TextBox 49">
            <a:extLst>
              <a:ext uri="{FF2B5EF4-FFF2-40B4-BE49-F238E27FC236}">
                <a16:creationId xmlns:a16="http://schemas.microsoft.com/office/drawing/2014/main" id="{38DAA3FA-48C7-3275-D4F8-ED378317B5B2}"/>
              </a:ext>
            </a:extLst>
          </p:cNvPr>
          <p:cNvSpPr txBox="1"/>
          <p:nvPr/>
        </p:nvSpPr>
        <p:spPr>
          <a:xfrm>
            <a:off x="4143022" y="4408541"/>
            <a:ext cx="570089" cy="230832"/>
          </a:xfrm>
          <a:prstGeom prst="rect">
            <a:avLst/>
          </a:prstGeom>
          <a:noFill/>
        </p:spPr>
        <p:txBody>
          <a:bodyPr wrap="square" rtlCol="0">
            <a:spAutoFit/>
          </a:bodyPr>
          <a:lstStyle/>
          <a:p>
            <a:pPr algn="ctr"/>
            <a:r>
              <a:rPr lang="en-US" sz="900" dirty="0"/>
              <a:t>1346</a:t>
            </a:r>
          </a:p>
        </p:txBody>
      </p:sp>
      <p:sp>
        <p:nvSpPr>
          <p:cNvPr id="51" name="TextBox 50">
            <a:extLst>
              <a:ext uri="{FF2B5EF4-FFF2-40B4-BE49-F238E27FC236}">
                <a16:creationId xmlns:a16="http://schemas.microsoft.com/office/drawing/2014/main" id="{7E6F2E9A-4FA9-A9BE-B2C0-830C7DCE0D0F}"/>
              </a:ext>
            </a:extLst>
          </p:cNvPr>
          <p:cNvSpPr txBox="1"/>
          <p:nvPr/>
        </p:nvSpPr>
        <p:spPr>
          <a:xfrm>
            <a:off x="4143022" y="4909484"/>
            <a:ext cx="570089" cy="230832"/>
          </a:xfrm>
          <a:prstGeom prst="rect">
            <a:avLst/>
          </a:prstGeom>
          <a:noFill/>
        </p:spPr>
        <p:txBody>
          <a:bodyPr wrap="square" rtlCol="0">
            <a:spAutoFit/>
          </a:bodyPr>
          <a:lstStyle/>
          <a:p>
            <a:pPr algn="ctr"/>
            <a:r>
              <a:rPr lang="en-US" sz="900" dirty="0"/>
              <a:t>1346</a:t>
            </a:r>
          </a:p>
        </p:txBody>
      </p:sp>
      <p:sp>
        <p:nvSpPr>
          <p:cNvPr id="52" name="TextBox 51">
            <a:extLst>
              <a:ext uri="{FF2B5EF4-FFF2-40B4-BE49-F238E27FC236}">
                <a16:creationId xmlns:a16="http://schemas.microsoft.com/office/drawing/2014/main" id="{A544F024-4E9B-B562-A0C3-C973A500B2F7}"/>
              </a:ext>
            </a:extLst>
          </p:cNvPr>
          <p:cNvSpPr txBox="1"/>
          <p:nvPr/>
        </p:nvSpPr>
        <p:spPr>
          <a:xfrm>
            <a:off x="4216401" y="2231221"/>
            <a:ext cx="462845" cy="584775"/>
          </a:xfrm>
          <a:prstGeom prst="rect">
            <a:avLst/>
          </a:prstGeom>
          <a:noFill/>
        </p:spPr>
        <p:txBody>
          <a:bodyPr wrap="square" rtlCol="0">
            <a:spAutoFit/>
          </a:bodyPr>
          <a:lstStyle/>
          <a:p>
            <a:pPr algn="ctr"/>
            <a:r>
              <a:rPr lang="en-US" sz="3200" dirty="0"/>
              <a:t>7</a:t>
            </a:r>
          </a:p>
        </p:txBody>
      </p:sp>
      <p:sp>
        <p:nvSpPr>
          <p:cNvPr id="46" name="TextBox 45">
            <a:extLst>
              <a:ext uri="{FF2B5EF4-FFF2-40B4-BE49-F238E27FC236}">
                <a16:creationId xmlns:a16="http://schemas.microsoft.com/office/drawing/2014/main" id="{90A4521E-0458-8332-E28C-E9E7A879C35A}"/>
              </a:ext>
            </a:extLst>
          </p:cNvPr>
          <p:cNvSpPr txBox="1"/>
          <p:nvPr/>
        </p:nvSpPr>
        <p:spPr>
          <a:xfrm>
            <a:off x="3640666" y="901933"/>
            <a:ext cx="570089" cy="230832"/>
          </a:xfrm>
          <a:prstGeom prst="rect">
            <a:avLst/>
          </a:prstGeom>
          <a:noFill/>
        </p:spPr>
        <p:txBody>
          <a:bodyPr wrap="square" rtlCol="0">
            <a:spAutoFit/>
          </a:bodyPr>
          <a:lstStyle/>
          <a:p>
            <a:pPr algn="ctr"/>
            <a:r>
              <a:rPr lang="en-US" sz="900" dirty="0"/>
              <a:t>64</a:t>
            </a:r>
          </a:p>
        </p:txBody>
      </p:sp>
      <p:sp>
        <p:nvSpPr>
          <p:cNvPr id="53" name="TextBox 52">
            <a:extLst>
              <a:ext uri="{FF2B5EF4-FFF2-40B4-BE49-F238E27FC236}">
                <a16:creationId xmlns:a16="http://schemas.microsoft.com/office/drawing/2014/main" id="{CCC8C70A-2509-B5AA-8A05-EC1BAAA34E0D}"/>
              </a:ext>
            </a:extLst>
          </p:cNvPr>
          <p:cNvSpPr txBox="1"/>
          <p:nvPr/>
        </p:nvSpPr>
        <p:spPr>
          <a:xfrm>
            <a:off x="3138310" y="901933"/>
            <a:ext cx="570089" cy="230832"/>
          </a:xfrm>
          <a:prstGeom prst="rect">
            <a:avLst/>
          </a:prstGeom>
          <a:noFill/>
        </p:spPr>
        <p:txBody>
          <a:bodyPr wrap="square" rtlCol="0">
            <a:spAutoFit/>
          </a:bodyPr>
          <a:lstStyle/>
          <a:p>
            <a:pPr algn="ctr"/>
            <a:r>
              <a:rPr lang="en-US" sz="900" dirty="0"/>
              <a:t>46</a:t>
            </a:r>
          </a:p>
        </p:txBody>
      </p:sp>
      <p:sp>
        <p:nvSpPr>
          <p:cNvPr id="54" name="TextBox 53">
            <a:extLst>
              <a:ext uri="{FF2B5EF4-FFF2-40B4-BE49-F238E27FC236}">
                <a16:creationId xmlns:a16="http://schemas.microsoft.com/office/drawing/2014/main" id="{CDABD962-C876-77A1-7AE6-ADFAB96D9DD8}"/>
              </a:ext>
            </a:extLst>
          </p:cNvPr>
          <p:cNvSpPr txBox="1"/>
          <p:nvPr/>
        </p:nvSpPr>
        <p:spPr>
          <a:xfrm>
            <a:off x="3640666" y="1402877"/>
            <a:ext cx="570089" cy="230832"/>
          </a:xfrm>
          <a:prstGeom prst="rect">
            <a:avLst/>
          </a:prstGeom>
          <a:noFill/>
        </p:spPr>
        <p:txBody>
          <a:bodyPr wrap="square" rtlCol="0">
            <a:spAutoFit/>
          </a:bodyPr>
          <a:lstStyle/>
          <a:p>
            <a:pPr algn="ctr"/>
            <a:r>
              <a:rPr lang="en-US" sz="900" dirty="0"/>
              <a:t>32</a:t>
            </a:r>
          </a:p>
        </p:txBody>
      </p:sp>
      <p:sp>
        <p:nvSpPr>
          <p:cNvPr id="55" name="TextBox 54">
            <a:extLst>
              <a:ext uri="{FF2B5EF4-FFF2-40B4-BE49-F238E27FC236}">
                <a16:creationId xmlns:a16="http://schemas.microsoft.com/office/drawing/2014/main" id="{488EE076-A997-55D6-96A4-5CA49356E48B}"/>
              </a:ext>
            </a:extLst>
          </p:cNvPr>
          <p:cNvSpPr txBox="1"/>
          <p:nvPr/>
        </p:nvSpPr>
        <p:spPr>
          <a:xfrm>
            <a:off x="3138310" y="1402877"/>
            <a:ext cx="570089" cy="230832"/>
          </a:xfrm>
          <a:prstGeom prst="rect">
            <a:avLst/>
          </a:prstGeom>
          <a:noFill/>
        </p:spPr>
        <p:txBody>
          <a:bodyPr wrap="square" rtlCol="0">
            <a:spAutoFit/>
          </a:bodyPr>
          <a:lstStyle/>
          <a:p>
            <a:pPr algn="ctr"/>
            <a:r>
              <a:rPr lang="en-US" sz="900" dirty="0"/>
              <a:t>23</a:t>
            </a:r>
          </a:p>
        </p:txBody>
      </p:sp>
      <p:sp>
        <p:nvSpPr>
          <p:cNvPr id="56" name="TextBox 55">
            <a:extLst>
              <a:ext uri="{FF2B5EF4-FFF2-40B4-BE49-F238E27FC236}">
                <a16:creationId xmlns:a16="http://schemas.microsoft.com/office/drawing/2014/main" id="{8DA63FA7-5A20-07E3-BCAD-89C3E77AC90E}"/>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BAFA6057-1AF5-CDFE-61FB-7D1ADD599A31}"/>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57" name="TextBox 56">
            <a:extLst>
              <a:ext uri="{FF2B5EF4-FFF2-40B4-BE49-F238E27FC236}">
                <a16:creationId xmlns:a16="http://schemas.microsoft.com/office/drawing/2014/main" id="{9AFE09D4-5CA1-7239-FE14-A982180BFC36}"/>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14" name="TextBox 13">
            <a:extLst>
              <a:ext uri="{FF2B5EF4-FFF2-40B4-BE49-F238E27FC236}">
                <a16:creationId xmlns:a16="http://schemas.microsoft.com/office/drawing/2014/main" id="{FEAB2563-6160-9048-6D62-C050AC46634F}"/>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28" name="TextBox 27">
            <a:extLst>
              <a:ext uri="{FF2B5EF4-FFF2-40B4-BE49-F238E27FC236}">
                <a16:creationId xmlns:a16="http://schemas.microsoft.com/office/drawing/2014/main" id="{98FA9564-E187-A7FB-FB10-5AD764DE4A36}"/>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9C2A47D6-2916-93BE-12FA-DB76AAD15E24}"/>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36" name="TextBox 35">
            <a:extLst>
              <a:ext uri="{FF2B5EF4-FFF2-40B4-BE49-F238E27FC236}">
                <a16:creationId xmlns:a16="http://schemas.microsoft.com/office/drawing/2014/main" id="{11ACD579-21F5-2757-200B-D0176C02D77E}"/>
              </a:ext>
            </a:extLst>
          </p:cNvPr>
          <p:cNvSpPr txBox="1"/>
          <p:nvPr/>
        </p:nvSpPr>
        <p:spPr>
          <a:xfrm>
            <a:off x="4645378" y="2905709"/>
            <a:ext cx="570089" cy="230832"/>
          </a:xfrm>
          <a:prstGeom prst="rect">
            <a:avLst/>
          </a:prstGeom>
          <a:solidFill>
            <a:schemeClr val="accent5">
              <a:lumMod val="20000"/>
              <a:lumOff val="80000"/>
            </a:schemeClr>
          </a:solidFill>
        </p:spPr>
        <p:txBody>
          <a:bodyPr wrap="square" rtlCol="0">
            <a:spAutoFit/>
          </a:bodyPr>
          <a:lstStyle/>
          <a:p>
            <a:pPr algn="ctr"/>
            <a:r>
              <a:rPr lang="en-US" sz="900" dirty="0"/>
              <a:t>97</a:t>
            </a:r>
          </a:p>
        </p:txBody>
      </p:sp>
      <p:sp>
        <p:nvSpPr>
          <p:cNvPr id="44" name="TextBox 43">
            <a:extLst>
              <a:ext uri="{FF2B5EF4-FFF2-40B4-BE49-F238E27FC236}">
                <a16:creationId xmlns:a16="http://schemas.microsoft.com/office/drawing/2014/main" id="{4F08FFFC-2B84-BBBC-1058-442E47A137DD}"/>
              </a:ext>
            </a:extLst>
          </p:cNvPr>
          <p:cNvSpPr txBox="1"/>
          <p:nvPr/>
        </p:nvSpPr>
        <p:spPr>
          <a:xfrm>
            <a:off x="5147734" y="2905709"/>
            <a:ext cx="570089" cy="230832"/>
          </a:xfrm>
          <a:prstGeom prst="rect">
            <a:avLst/>
          </a:prstGeom>
          <a:solidFill>
            <a:schemeClr val="accent5">
              <a:lumMod val="20000"/>
              <a:lumOff val="80000"/>
            </a:schemeClr>
          </a:solidFill>
        </p:spPr>
        <p:txBody>
          <a:bodyPr wrap="square" rtlCol="0">
            <a:spAutoFit/>
          </a:bodyPr>
          <a:lstStyle/>
          <a:p>
            <a:pPr algn="ctr"/>
            <a:r>
              <a:rPr lang="en-US" sz="900" dirty="0"/>
              <a:t>79</a:t>
            </a:r>
          </a:p>
        </p:txBody>
      </p:sp>
      <p:sp>
        <p:nvSpPr>
          <p:cNvPr id="60" name="TextBox 59">
            <a:extLst>
              <a:ext uri="{FF2B5EF4-FFF2-40B4-BE49-F238E27FC236}">
                <a16:creationId xmlns:a16="http://schemas.microsoft.com/office/drawing/2014/main" id="{9D6AA3DB-55E6-230F-62E8-20AB67FBD97F}"/>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61" name="TextBox 60">
            <a:extLst>
              <a:ext uri="{FF2B5EF4-FFF2-40B4-BE49-F238E27FC236}">
                <a16:creationId xmlns:a16="http://schemas.microsoft.com/office/drawing/2014/main" id="{F03DDFB9-19F7-B38F-3C89-03ED4E6614C9}"/>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62" name="TextBox 61">
            <a:extLst>
              <a:ext uri="{FF2B5EF4-FFF2-40B4-BE49-F238E27FC236}">
                <a16:creationId xmlns:a16="http://schemas.microsoft.com/office/drawing/2014/main" id="{72EE03B8-A8DF-E156-D430-0D749E625464}"/>
              </a:ext>
            </a:extLst>
          </p:cNvPr>
          <p:cNvSpPr txBox="1"/>
          <p:nvPr/>
        </p:nvSpPr>
        <p:spPr>
          <a:xfrm>
            <a:off x="5215469" y="3237891"/>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C17A5FEB-AE69-446A-C431-32412AABA49C}"/>
              </a:ext>
            </a:extLst>
          </p:cNvPr>
          <p:cNvSpPr txBox="1"/>
          <p:nvPr/>
        </p:nvSpPr>
        <p:spPr>
          <a:xfrm>
            <a:off x="3640666" y="2404765"/>
            <a:ext cx="570089" cy="230832"/>
          </a:xfrm>
          <a:prstGeom prst="rect">
            <a:avLst/>
          </a:prstGeom>
          <a:noFill/>
        </p:spPr>
        <p:txBody>
          <a:bodyPr wrap="square" rtlCol="0">
            <a:spAutoFit/>
          </a:bodyPr>
          <a:lstStyle/>
          <a:p>
            <a:pPr algn="ctr"/>
            <a:r>
              <a:rPr lang="en-US" sz="900" dirty="0"/>
              <a:t>93</a:t>
            </a:r>
          </a:p>
        </p:txBody>
      </p:sp>
      <p:sp>
        <p:nvSpPr>
          <p:cNvPr id="47" name="TextBox 46">
            <a:extLst>
              <a:ext uri="{FF2B5EF4-FFF2-40B4-BE49-F238E27FC236}">
                <a16:creationId xmlns:a16="http://schemas.microsoft.com/office/drawing/2014/main" id="{290EE725-CB0A-981F-2267-1ED0223CE712}"/>
              </a:ext>
            </a:extLst>
          </p:cNvPr>
          <p:cNvSpPr txBox="1"/>
          <p:nvPr/>
        </p:nvSpPr>
        <p:spPr>
          <a:xfrm>
            <a:off x="3138310" y="2404765"/>
            <a:ext cx="570089" cy="230832"/>
          </a:xfrm>
          <a:prstGeom prst="rect">
            <a:avLst/>
          </a:prstGeom>
          <a:noFill/>
        </p:spPr>
        <p:txBody>
          <a:bodyPr wrap="square" rtlCol="0">
            <a:spAutoFit/>
          </a:bodyPr>
          <a:lstStyle/>
          <a:p>
            <a:pPr algn="ctr"/>
            <a:r>
              <a:rPr lang="en-US" sz="900" dirty="0"/>
              <a:t>39</a:t>
            </a:r>
          </a:p>
        </p:txBody>
      </p:sp>
      <p:sp>
        <p:nvSpPr>
          <p:cNvPr id="59" name="TextBox 58">
            <a:extLst>
              <a:ext uri="{FF2B5EF4-FFF2-40B4-BE49-F238E27FC236}">
                <a16:creationId xmlns:a16="http://schemas.microsoft.com/office/drawing/2014/main" id="{208A2F79-4282-37BD-BF36-ED8A9F4AF0E7}"/>
              </a:ext>
            </a:extLst>
          </p:cNvPr>
          <p:cNvSpPr txBox="1"/>
          <p:nvPr/>
        </p:nvSpPr>
        <p:spPr>
          <a:xfrm>
            <a:off x="3640666" y="2905709"/>
            <a:ext cx="570089" cy="230832"/>
          </a:xfrm>
          <a:prstGeom prst="rect">
            <a:avLst/>
          </a:prstGeom>
          <a:noFill/>
        </p:spPr>
        <p:txBody>
          <a:bodyPr wrap="square" rtlCol="0">
            <a:spAutoFit/>
          </a:bodyPr>
          <a:lstStyle/>
          <a:p>
            <a:pPr algn="ctr"/>
            <a:r>
              <a:rPr lang="en-US" sz="900" dirty="0"/>
              <a:t>58</a:t>
            </a:r>
          </a:p>
        </p:txBody>
      </p:sp>
      <p:sp>
        <p:nvSpPr>
          <p:cNvPr id="63" name="TextBox 62">
            <a:extLst>
              <a:ext uri="{FF2B5EF4-FFF2-40B4-BE49-F238E27FC236}">
                <a16:creationId xmlns:a16="http://schemas.microsoft.com/office/drawing/2014/main" id="{69F22CEA-42B5-145D-550D-71223E1BCDDF}"/>
              </a:ext>
            </a:extLst>
          </p:cNvPr>
          <p:cNvSpPr txBox="1"/>
          <p:nvPr/>
        </p:nvSpPr>
        <p:spPr>
          <a:xfrm>
            <a:off x="3138310" y="2905709"/>
            <a:ext cx="570089" cy="230832"/>
          </a:xfrm>
          <a:prstGeom prst="rect">
            <a:avLst/>
          </a:prstGeom>
          <a:noFill/>
        </p:spPr>
        <p:txBody>
          <a:bodyPr wrap="square" rtlCol="0">
            <a:spAutoFit/>
          </a:bodyPr>
          <a:lstStyle/>
          <a:p>
            <a:pPr algn="ctr"/>
            <a:r>
              <a:rPr lang="en-US" sz="900" dirty="0"/>
              <a:t>85</a:t>
            </a:r>
          </a:p>
        </p:txBody>
      </p:sp>
      <p:sp>
        <p:nvSpPr>
          <p:cNvPr id="64" name="TextBox 63">
            <a:extLst>
              <a:ext uri="{FF2B5EF4-FFF2-40B4-BE49-F238E27FC236}">
                <a16:creationId xmlns:a16="http://schemas.microsoft.com/office/drawing/2014/main" id="{2B966F34-73F5-BB80-4EF6-8BE2D70D0380}"/>
              </a:ext>
            </a:extLst>
          </p:cNvPr>
          <p:cNvSpPr txBox="1"/>
          <p:nvPr/>
        </p:nvSpPr>
        <p:spPr>
          <a:xfrm>
            <a:off x="3640666" y="3406653"/>
            <a:ext cx="570089" cy="230832"/>
          </a:xfrm>
          <a:prstGeom prst="rect">
            <a:avLst/>
          </a:prstGeom>
          <a:noFill/>
        </p:spPr>
        <p:txBody>
          <a:bodyPr wrap="square" rtlCol="0">
            <a:spAutoFit/>
          </a:bodyPr>
          <a:lstStyle/>
          <a:p>
            <a:pPr algn="ctr"/>
            <a:r>
              <a:rPr lang="en-US" sz="900" dirty="0"/>
              <a:t>146</a:t>
            </a:r>
          </a:p>
        </p:txBody>
      </p:sp>
      <p:sp>
        <p:nvSpPr>
          <p:cNvPr id="65" name="TextBox 64">
            <a:extLst>
              <a:ext uri="{FF2B5EF4-FFF2-40B4-BE49-F238E27FC236}">
                <a16:creationId xmlns:a16="http://schemas.microsoft.com/office/drawing/2014/main" id="{147D1666-D458-ADB9-5001-3B4CE58AD042}"/>
              </a:ext>
            </a:extLst>
          </p:cNvPr>
          <p:cNvSpPr txBox="1"/>
          <p:nvPr/>
        </p:nvSpPr>
        <p:spPr>
          <a:xfrm>
            <a:off x="3138310" y="3406653"/>
            <a:ext cx="570089" cy="230832"/>
          </a:xfrm>
          <a:prstGeom prst="rect">
            <a:avLst/>
          </a:prstGeom>
          <a:noFill/>
        </p:spPr>
        <p:txBody>
          <a:bodyPr wrap="square" rtlCol="0">
            <a:spAutoFit/>
          </a:bodyPr>
          <a:lstStyle/>
          <a:p>
            <a:pPr algn="ctr"/>
            <a:r>
              <a:rPr lang="en-US" sz="900" dirty="0"/>
              <a:t>146</a:t>
            </a:r>
          </a:p>
        </p:txBody>
      </p:sp>
      <p:sp>
        <p:nvSpPr>
          <p:cNvPr id="66" name="TextBox 65">
            <a:extLst>
              <a:ext uri="{FF2B5EF4-FFF2-40B4-BE49-F238E27FC236}">
                <a16:creationId xmlns:a16="http://schemas.microsoft.com/office/drawing/2014/main" id="{9E9A1DAD-4D22-BC8A-278B-B9AC776AD0B3}"/>
              </a:ext>
            </a:extLst>
          </p:cNvPr>
          <p:cNvSpPr txBox="1"/>
          <p:nvPr/>
        </p:nvSpPr>
        <p:spPr>
          <a:xfrm>
            <a:off x="4645378" y="3907597"/>
            <a:ext cx="570089" cy="230832"/>
          </a:xfrm>
          <a:prstGeom prst="rect">
            <a:avLst/>
          </a:prstGeom>
          <a:solidFill>
            <a:schemeClr val="accent5">
              <a:lumMod val="20000"/>
              <a:lumOff val="80000"/>
            </a:schemeClr>
          </a:solidFill>
        </p:spPr>
        <p:txBody>
          <a:bodyPr wrap="square" rtlCol="0">
            <a:spAutoFit/>
          </a:bodyPr>
          <a:lstStyle/>
          <a:p>
            <a:pPr algn="ctr"/>
            <a:r>
              <a:rPr lang="en-US" sz="900" dirty="0"/>
              <a:t>46</a:t>
            </a:r>
          </a:p>
        </p:txBody>
      </p:sp>
      <p:sp>
        <p:nvSpPr>
          <p:cNvPr id="67" name="TextBox 66">
            <a:extLst>
              <a:ext uri="{FF2B5EF4-FFF2-40B4-BE49-F238E27FC236}">
                <a16:creationId xmlns:a16="http://schemas.microsoft.com/office/drawing/2014/main" id="{CC45A9A0-D01A-BAB1-733E-F1E14209FD6B}"/>
              </a:ext>
            </a:extLst>
          </p:cNvPr>
          <p:cNvSpPr txBox="1"/>
          <p:nvPr/>
        </p:nvSpPr>
        <p:spPr>
          <a:xfrm>
            <a:off x="5147734" y="3907597"/>
            <a:ext cx="570089" cy="230832"/>
          </a:xfrm>
          <a:prstGeom prst="rect">
            <a:avLst/>
          </a:prstGeom>
          <a:noFill/>
        </p:spPr>
        <p:txBody>
          <a:bodyPr wrap="square" rtlCol="0">
            <a:spAutoFit/>
          </a:bodyPr>
          <a:lstStyle/>
          <a:p>
            <a:pPr algn="ctr"/>
            <a:r>
              <a:rPr lang="en-US" sz="900" dirty="0"/>
              <a:t>34679</a:t>
            </a:r>
          </a:p>
        </p:txBody>
      </p:sp>
      <p:sp>
        <p:nvSpPr>
          <p:cNvPr id="68" name="TextBox 67">
            <a:extLst>
              <a:ext uri="{FF2B5EF4-FFF2-40B4-BE49-F238E27FC236}">
                <a16:creationId xmlns:a16="http://schemas.microsoft.com/office/drawing/2014/main" id="{9CC09B6C-7807-2CAA-8BEA-21629091A5EE}"/>
              </a:ext>
            </a:extLst>
          </p:cNvPr>
          <p:cNvSpPr txBox="1"/>
          <p:nvPr/>
        </p:nvSpPr>
        <p:spPr>
          <a:xfrm>
            <a:off x="5650090" y="3907597"/>
            <a:ext cx="570089" cy="230832"/>
          </a:xfrm>
          <a:prstGeom prst="rect">
            <a:avLst/>
          </a:prstGeom>
          <a:solidFill>
            <a:schemeClr val="accent5">
              <a:lumMod val="20000"/>
              <a:lumOff val="80000"/>
            </a:schemeClr>
          </a:solidFill>
        </p:spPr>
        <p:txBody>
          <a:bodyPr wrap="square" rtlCol="0">
            <a:spAutoFit/>
          </a:bodyPr>
          <a:lstStyle/>
          <a:p>
            <a:pPr algn="ctr"/>
            <a:r>
              <a:rPr lang="en-US" sz="900" dirty="0"/>
              <a:t>57</a:t>
            </a:r>
          </a:p>
        </p:txBody>
      </p:sp>
      <p:sp>
        <p:nvSpPr>
          <p:cNvPr id="71" name="TextBox 70">
            <a:extLst>
              <a:ext uri="{FF2B5EF4-FFF2-40B4-BE49-F238E27FC236}">
                <a16:creationId xmlns:a16="http://schemas.microsoft.com/office/drawing/2014/main" id="{D81216A2-CD61-E87A-7206-8248D57C7A07}"/>
              </a:ext>
            </a:extLst>
          </p:cNvPr>
          <p:cNvSpPr txBox="1"/>
          <p:nvPr/>
        </p:nvSpPr>
        <p:spPr>
          <a:xfrm>
            <a:off x="7157158" y="3907597"/>
            <a:ext cx="570089" cy="230832"/>
          </a:xfrm>
          <a:prstGeom prst="rect">
            <a:avLst/>
          </a:prstGeom>
          <a:solidFill>
            <a:schemeClr val="accent5">
              <a:lumMod val="20000"/>
              <a:lumOff val="80000"/>
            </a:schemeClr>
          </a:solidFill>
        </p:spPr>
        <p:txBody>
          <a:bodyPr wrap="square" rtlCol="0">
            <a:spAutoFit/>
          </a:bodyPr>
          <a:lstStyle/>
          <a:p>
            <a:pPr algn="ctr"/>
            <a:r>
              <a:rPr lang="en-US" sz="900" dirty="0"/>
              <a:t>64</a:t>
            </a:r>
          </a:p>
        </p:txBody>
      </p:sp>
      <p:sp>
        <p:nvSpPr>
          <p:cNvPr id="72" name="TextBox 71">
            <a:extLst>
              <a:ext uri="{FF2B5EF4-FFF2-40B4-BE49-F238E27FC236}">
                <a16:creationId xmlns:a16="http://schemas.microsoft.com/office/drawing/2014/main" id="{2F9E42EE-14B8-107E-9E24-819B8E562462}"/>
              </a:ext>
            </a:extLst>
          </p:cNvPr>
          <p:cNvSpPr txBox="1"/>
          <p:nvPr/>
        </p:nvSpPr>
        <p:spPr>
          <a:xfrm>
            <a:off x="4645378" y="4408541"/>
            <a:ext cx="570089" cy="230832"/>
          </a:xfrm>
          <a:prstGeom prst="rect">
            <a:avLst/>
          </a:prstGeom>
          <a:noFill/>
        </p:spPr>
        <p:txBody>
          <a:bodyPr wrap="square" rtlCol="0">
            <a:spAutoFit/>
          </a:bodyPr>
          <a:lstStyle/>
          <a:p>
            <a:pPr algn="ctr"/>
            <a:r>
              <a:rPr lang="en-US" sz="900" dirty="0"/>
              <a:t>1246</a:t>
            </a:r>
          </a:p>
        </p:txBody>
      </p:sp>
      <p:sp>
        <p:nvSpPr>
          <p:cNvPr id="73" name="TextBox 72">
            <a:extLst>
              <a:ext uri="{FF2B5EF4-FFF2-40B4-BE49-F238E27FC236}">
                <a16:creationId xmlns:a16="http://schemas.microsoft.com/office/drawing/2014/main" id="{8B335049-B881-4C57-3647-4D7DF7106AB4}"/>
              </a:ext>
            </a:extLst>
          </p:cNvPr>
          <p:cNvSpPr txBox="1"/>
          <p:nvPr/>
        </p:nvSpPr>
        <p:spPr>
          <a:xfrm>
            <a:off x="5147734" y="4408541"/>
            <a:ext cx="570089" cy="230832"/>
          </a:xfrm>
          <a:prstGeom prst="rect">
            <a:avLst/>
          </a:prstGeom>
          <a:noFill/>
        </p:spPr>
        <p:txBody>
          <a:bodyPr wrap="square" rtlCol="0">
            <a:spAutoFit/>
          </a:bodyPr>
          <a:lstStyle/>
          <a:p>
            <a:pPr algn="ctr"/>
            <a:r>
              <a:rPr lang="en-US" sz="900" dirty="0"/>
              <a:t>34679</a:t>
            </a:r>
          </a:p>
        </p:txBody>
      </p:sp>
      <p:sp>
        <p:nvSpPr>
          <p:cNvPr id="74" name="TextBox 73">
            <a:extLst>
              <a:ext uri="{FF2B5EF4-FFF2-40B4-BE49-F238E27FC236}">
                <a16:creationId xmlns:a16="http://schemas.microsoft.com/office/drawing/2014/main" id="{96D1A26A-DC7E-B72E-A408-9A91270437E3}"/>
              </a:ext>
            </a:extLst>
          </p:cNvPr>
          <p:cNvSpPr txBox="1"/>
          <p:nvPr/>
        </p:nvSpPr>
        <p:spPr>
          <a:xfrm>
            <a:off x="5650090" y="4408541"/>
            <a:ext cx="570089" cy="230832"/>
          </a:xfrm>
          <a:prstGeom prst="rect">
            <a:avLst/>
          </a:prstGeom>
          <a:noFill/>
        </p:spPr>
        <p:txBody>
          <a:bodyPr wrap="square" rtlCol="0">
            <a:spAutoFit/>
          </a:bodyPr>
          <a:lstStyle/>
          <a:p>
            <a:pPr algn="ctr"/>
            <a:r>
              <a:rPr lang="en-US" sz="900" dirty="0"/>
              <a:t>5789</a:t>
            </a:r>
          </a:p>
        </p:txBody>
      </p:sp>
      <p:sp>
        <p:nvSpPr>
          <p:cNvPr id="75" name="TextBox 74">
            <a:extLst>
              <a:ext uri="{FF2B5EF4-FFF2-40B4-BE49-F238E27FC236}">
                <a16:creationId xmlns:a16="http://schemas.microsoft.com/office/drawing/2014/main" id="{38A49982-0559-4FE8-AC5D-D0AA64021AD6}"/>
              </a:ext>
            </a:extLst>
          </p:cNvPr>
          <p:cNvSpPr txBox="1"/>
          <p:nvPr/>
        </p:nvSpPr>
        <p:spPr>
          <a:xfrm>
            <a:off x="6654802" y="4408541"/>
            <a:ext cx="570089" cy="230832"/>
          </a:xfrm>
          <a:prstGeom prst="rect">
            <a:avLst/>
          </a:prstGeom>
          <a:noFill/>
        </p:spPr>
        <p:txBody>
          <a:bodyPr wrap="square" rtlCol="0">
            <a:spAutoFit/>
          </a:bodyPr>
          <a:lstStyle/>
          <a:p>
            <a:pPr algn="ctr"/>
            <a:r>
              <a:rPr lang="en-US" sz="900" dirty="0"/>
              <a:t>4567</a:t>
            </a:r>
          </a:p>
        </p:txBody>
      </p:sp>
      <p:sp>
        <p:nvSpPr>
          <p:cNvPr id="76" name="TextBox 75">
            <a:extLst>
              <a:ext uri="{FF2B5EF4-FFF2-40B4-BE49-F238E27FC236}">
                <a16:creationId xmlns:a16="http://schemas.microsoft.com/office/drawing/2014/main" id="{9345F8AB-1DE0-6AEF-E346-93C04715724F}"/>
              </a:ext>
            </a:extLst>
          </p:cNvPr>
          <p:cNvSpPr txBox="1"/>
          <p:nvPr/>
        </p:nvSpPr>
        <p:spPr>
          <a:xfrm>
            <a:off x="7157158" y="4408541"/>
            <a:ext cx="570089" cy="230832"/>
          </a:xfrm>
          <a:prstGeom prst="rect">
            <a:avLst/>
          </a:prstGeom>
          <a:noFill/>
        </p:spPr>
        <p:txBody>
          <a:bodyPr wrap="square" rtlCol="0">
            <a:spAutoFit/>
          </a:bodyPr>
          <a:lstStyle/>
          <a:p>
            <a:pPr algn="ctr"/>
            <a:r>
              <a:rPr lang="en-US" sz="900" dirty="0"/>
              <a:t>89</a:t>
            </a:r>
          </a:p>
        </p:txBody>
      </p:sp>
      <p:sp>
        <p:nvSpPr>
          <p:cNvPr id="77" name="TextBox 76">
            <a:extLst>
              <a:ext uri="{FF2B5EF4-FFF2-40B4-BE49-F238E27FC236}">
                <a16:creationId xmlns:a16="http://schemas.microsoft.com/office/drawing/2014/main" id="{468585EE-29B1-C401-D36B-1ACEE21F7869}"/>
              </a:ext>
            </a:extLst>
          </p:cNvPr>
          <p:cNvSpPr txBox="1"/>
          <p:nvPr/>
        </p:nvSpPr>
        <p:spPr>
          <a:xfrm>
            <a:off x="4645378" y="4909484"/>
            <a:ext cx="570089" cy="230832"/>
          </a:xfrm>
          <a:prstGeom prst="rect">
            <a:avLst/>
          </a:prstGeom>
          <a:noFill/>
        </p:spPr>
        <p:txBody>
          <a:bodyPr wrap="square" rtlCol="0">
            <a:spAutoFit/>
          </a:bodyPr>
          <a:lstStyle/>
          <a:p>
            <a:pPr algn="ctr"/>
            <a:r>
              <a:rPr lang="en-US" sz="900" dirty="0"/>
              <a:t>1246</a:t>
            </a:r>
          </a:p>
        </p:txBody>
      </p:sp>
      <p:sp>
        <p:nvSpPr>
          <p:cNvPr id="78" name="TextBox 77">
            <a:extLst>
              <a:ext uri="{FF2B5EF4-FFF2-40B4-BE49-F238E27FC236}">
                <a16:creationId xmlns:a16="http://schemas.microsoft.com/office/drawing/2014/main" id="{FDB43722-4F1C-1EF7-0FFB-AAE7707298D6}"/>
              </a:ext>
            </a:extLst>
          </p:cNvPr>
          <p:cNvSpPr txBox="1"/>
          <p:nvPr/>
        </p:nvSpPr>
        <p:spPr>
          <a:xfrm>
            <a:off x="5147734" y="4909484"/>
            <a:ext cx="570089" cy="230832"/>
          </a:xfrm>
          <a:prstGeom prst="rect">
            <a:avLst/>
          </a:prstGeom>
          <a:noFill/>
        </p:spPr>
        <p:txBody>
          <a:bodyPr wrap="square" rtlCol="0">
            <a:spAutoFit/>
          </a:bodyPr>
          <a:lstStyle/>
          <a:p>
            <a:pPr algn="ctr"/>
            <a:r>
              <a:rPr lang="en-US" sz="900" dirty="0"/>
              <a:t>34679</a:t>
            </a:r>
          </a:p>
        </p:txBody>
      </p:sp>
      <p:sp>
        <p:nvSpPr>
          <p:cNvPr id="79" name="TextBox 78">
            <a:extLst>
              <a:ext uri="{FF2B5EF4-FFF2-40B4-BE49-F238E27FC236}">
                <a16:creationId xmlns:a16="http://schemas.microsoft.com/office/drawing/2014/main" id="{29FDF5FC-345C-B125-B6EB-BA0FCE3C1700}"/>
              </a:ext>
            </a:extLst>
          </p:cNvPr>
          <p:cNvSpPr txBox="1"/>
          <p:nvPr/>
        </p:nvSpPr>
        <p:spPr>
          <a:xfrm>
            <a:off x="5650090" y="4909484"/>
            <a:ext cx="570089" cy="230832"/>
          </a:xfrm>
          <a:prstGeom prst="rect">
            <a:avLst/>
          </a:prstGeom>
          <a:noFill/>
        </p:spPr>
        <p:txBody>
          <a:bodyPr wrap="square" rtlCol="0">
            <a:spAutoFit/>
          </a:bodyPr>
          <a:lstStyle/>
          <a:p>
            <a:pPr algn="ctr"/>
            <a:r>
              <a:rPr lang="en-US" sz="900" dirty="0"/>
              <a:t>5789</a:t>
            </a:r>
          </a:p>
        </p:txBody>
      </p:sp>
      <p:sp>
        <p:nvSpPr>
          <p:cNvPr id="80" name="TextBox 79">
            <a:extLst>
              <a:ext uri="{FF2B5EF4-FFF2-40B4-BE49-F238E27FC236}">
                <a16:creationId xmlns:a16="http://schemas.microsoft.com/office/drawing/2014/main" id="{944496E9-F5EC-1CFD-7B8A-46C7B6C91243}"/>
              </a:ext>
            </a:extLst>
          </p:cNvPr>
          <p:cNvSpPr txBox="1"/>
          <p:nvPr/>
        </p:nvSpPr>
        <p:spPr>
          <a:xfrm>
            <a:off x="6654802" y="4909484"/>
            <a:ext cx="570089" cy="230832"/>
          </a:xfrm>
          <a:prstGeom prst="rect">
            <a:avLst/>
          </a:prstGeom>
          <a:noFill/>
        </p:spPr>
        <p:txBody>
          <a:bodyPr wrap="square" rtlCol="0">
            <a:spAutoFit/>
          </a:bodyPr>
          <a:lstStyle/>
          <a:p>
            <a:pPr algn="ctr"/>
            <a:r>
              <a:rPr lang="en-US" sz="900" dirty="0"/>
              <a:t>4567</a:t>
            </a:r>
          </a:p>
        </p:txBody>
      </p:sp>
      <p:sp>
        <p:nvSpPr>
          <p:cNvPr id="81" name="TextBox 80">
            <a:extLst>
              <a:ext uri="{FF2B5EF4-FFF2-40B4-BE49-F238E27FC236}">
                <a16:creationId xmlns:a16="http://schemas.microsoft.com/office/drawing/2014/main" id="{8B945254-3F6B-D265-5DFE-A4ED12E94E0F}"/>
              </a:ext>
            </a:extLst>
          </p:cNvPr>
          <p:cNvSpPr txBox="1"/>
          <p:nvPr/>
        </p:nvSpPr>
        <p:spPr>
          <a:xfrm>
            <a:off x="7157158" y="4909484"/>
            <a:ext cx="570089" cy="230832"/>
          </a:xfrm>
          <a:prstGeom prst="rect">
            <a:avLst/>
          </a:prstGeom>
          <a:noFill/>
        </p:spPr>
        <p:txBody>
          <a:bodyPr wrap="square" rtlCol="0">
            <a:spAutoFit/>
          </a:bodyPr>
          <a:lstStyle/>
          <a:p>
            <a:pPr algn="ctr"/>
            <a:r>
              <a:rPr lang="en-US" sz="900" dirty="0"/>
              <a:t>879</a:t>
            </a:r>
          </a:p>
        </p:txBody>
      </p:sp>
      <p:sp>
        <p:nvSpPr>
          <p:cNvPr id="82" name="TextBox 81">
            <a:extLst>
              <a:ext uri="{FF2B5EF4-FFF2-40B4-BE49-F238E27FC236}">
                <a16:creationId xmlns:a16="http://schemas.microsoft.com/office/drawing/2014/main" id="{F7D11C96-BEC6-C1DB-6CD0-0AB7CFFC88EE}"/>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83" name="TextBox 82">
            <a:extLst>
              <a:ext uri="{FF2B5EF4-FFF2-40B4-BE49-F238E27FC236}">
                <a16:creationId xmlns:a16="http://schemas.microsoft.com/office/drawing/2014/main" id="{C61CA6A2-9B49-B57E-1342-AF669F19FE55}"/>
              </a:ext>
            </a:extLst>
          </p:cNvPr>
          <p:cNvSpPr txBox="1"/>
          <p:nvPr/>
        </p:nvSpPr>
        <p:spPr>
          <a:xfrm>
            <a:off x="6714071" y="3741226"/>
            <a:ext cx="462845" cy="584775"/>
          </a:xfrm>
          <a:prstGeom prst="rect">
            <a:avLst/>
          </a:prstGeom>
          <a:noFill/>
        </p:spPr>
        <p:txBody>
          <a:bodyPr wrap="square" rtlCol="0">
            <a:spAutoFit/>
          </a:bodyPr>
          <a:lstStyle/>
          <a:p>
            <a:pPr algn="ctr"/>
            <a:r>
              <a:rPr lang="en-US" sz="3200" dirty="0"/>
              <a:t>1</a:t>
            </a:r>
          </a:p>
        </p:txBody>
      </p:sp>
      <p:sp>
        <p:nvSpPr>
          <p:cNvPr id="69" name="TextBox 68">
            <a:extLst>
              <a:ext uri="{FF2B5EF4-FFF2-40B4-BE49-F238E27FC236}">
                <a16:creationId xmlns:a16="http://schemas.microsoft.com/office/drawing/2014/main" id="{68F859AF-975F-091B-F985-E54B1F92A3DF}"/>
              </a:ext>
            </a:extLst>
          </p:cNvPr>
          <p:cNvSpPr txBox="1"/>
          <p:nvPr/>
        </p:nvSpPr>
        <p:spPr>
          <a:xfrm>
            <a:off x="6214537" y="2734556"/>
            <a:ext cx="462845" cy="584775"/>
          </a:xfrm>
          <a:prstGeom prst="rect">
            <a:avLst/>
          </a:prstGeom>
          <a:noFill/>
        </p:spPr>
        <p:txBody>
          <a:bodyPr wrap="square" rtlCol="0">
            <a:spAutoFit/>
          </a:bodyPr>
          <a:lstStyle/>
          <a:p>
            <a:pPr algn="ctr"/>
            <a:r>
              <a:rPr lang="en-US" sz="3200" dirty="0"/>
              <a:t>1</a:t>
            </a:r>
          </a:p>
        </p:txBody>
      </p:sp>
      <p:sp>
        <p:nvSpPr>
          <p:cNvPr id="70" name="TextBox 69">
            <a:extLst>
              <a:ext uri="{FF2B5EF4-FFF2-40B4-BE49-F238E27FC236}">
                <a16:creationId xmlns:a16="http://schemas.microsoft.com/office/drawing/2014/main" id="{7E918539-6A09-7009-F17A-83E1EDBB93DC}"/>
              </a:ext>
            </a:extLst>
          </p:cNvPr>
          <p:cNvSpPr txBox="1"/>
          <p:nvPr/>
        </p:nvSpPr>
        <p:spPr>
          <a:xfrm>
            <a:off x="6714071" y="2734556"/>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37652148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BAA18-48EA-0B32-D5D2-6936612FA86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BE2EA03-B323-239D-1AC0-CB1F07B41C8D}"/>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BC450688-AC4A-237D-54E1-FF69D5E4EDE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D29DE2C-181A-9B1F-C681-78E2970339A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B4DE745-BE2E-E34A-2D2E-2D26263FC57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999973B-E9E1-2B64-6210-55F09ECC1755}"/>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897C2A8E-E5D5-F883-79D1-FB4FAEA4A0FE}"/>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13" name="TextBox 12">
            <a:extLst>
              <a:ext uri="{FF2B5EF4-FFF2-40B4-BE49-F238E27FC236}">
                <a16:creationId xmlns:a16="http://schemas.microsoft.com/office/drawing/2014/main" id="{9D99A700-8E3D-7510-C1FF-51BFECB76A40}"/>
              </a:ext>
            </a:extLst>
          </p:cNvPr>
          <p:cNvSpPr txBox="1"/>
          <p:nvPr/>
        </p:nvSpPr>
        <p:spPr>
          <a:xfrm>
            <a:off x="6654802" y="1402877"/>
            <a:ext cx="570089" cy="230832"/>
          </a:xfrm>
          <a:prstGeom prst="rect">
            <a:avLst/>
          </a:prstGeom>
          <a:noFill/>
        </p:spPr>
        <p:txBody>
          <a:bodyPr wrap="square" rtlCol="0">
            <a:spAutoFit/>
          </a:bodyPr>
          <a:lstStyle/>
          <a:p>
            <a:pPr algn="ctr"/>
            <a:r>
              <a:rPr lang="en-US" sz="900" dirty="0"/>
              <a:t>45</a:t>
            </a:r>
          </a:p>
        </p:txBody>
      </p:sp>
      <p:sp>
        <p:nvSpPr>
          <p:cNvPr id="15" name="TextBox 14">
            <a:extLst>
              <a:ext uri="{FF2B5EF4-FFF2-40B4-BE49-F238E27FC236}">
                <a16:creationId xmlns:a16="http://schemas.microsoft.com/office/drawing/2014/main" id="{272960B1-F54F-B1E4-2FB9-A42B6CEC3251}"/>
              </a:ext>
            </a:extLst>
          </p:cNvPr>
          <p:cNvSpPr txBox="1"/>
          <p:nvPr/>
        </p:nvSpPr>
        <p:spPr>
          <a:xfrm>
            <a:off x="7157158"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46</a:t>
            </a:r>
          </a:p>
        </p:txBody>
      </p:sp>
      <p:sp>
        <p:nvSpPr>
          <p:cNvPr id="20" name="TextBox 19">
            <a:extLst>
              <a:ext uri="{FF2B5EF4-FFF2-40B4-BE49-F238E27FC236}">
                <a16:creationId xmlns:a16="http://schemas.microsoft.com/office/drawing/2014/main" id="{238FE12D-F1C5-393C-2A27-948AACE8FC86}"/>
              </a:ext>
            </a:extLst>
          </p:cNvPr>
          <p:cNvSpPr txBox="1"/>
          <p:nvPr/>
        </p:nvSpPr>
        <p:spPr>
          <a:xfrm>
            <a:off x="3640666" y="1903821"/>
            <a:ext cx="570089" cy="230832"/>
          </a:xfrm>
          <a:prstGeom prst="rect">
            <a:avLst/>
          </a:prstGeom>
          <a:noFill/>
        </p:spPr>
        <p:txBody>
          <a:bodyPr wrap="square" rtlCol="0">
            <a:spAutoFit/>
          </a:bodyPr>
          <a:lstStyle/>
          <a:p>
            <a:pPr algn="ctr"/>
            <a:r>
              <a:rPr lang="en-US" sz="900" dirty="0"/>
              <a:t>71</a:t>
            </a:r>
          </a:p>
        </p:txBody>
      </p:sp>
      <p:sp>
        <p:nvSpPr>
          <p:cNvPr id="21" name="TextBox 20">
            <a:extLst>
              <a:ext uri="{FF2B5EF4-FFF2-40B4-BE49-F238E27FC236}">
                <a16:creationId xmlns:a16="http://schemas.microsoft.com/office/drawing/2014/main" id="{31DAAB3D-F884-26B1-8A41-1EFD65BC3CD0}"/>
              </a:ext>
            </a:extLst>
          </p:cNvPr>
          <p:cNvSpPr txBox="1"/>
          <p:nvPr/>
        </p:nvSpPr>
        <p:spPr>
          <a:xfrm>
            <a:off x="3138310" y="1903821"/>
            <a:ext cx="570089" cy="230832"/>
          </a:xfrm>
          <a:prstGeom prst="rect">
            <a:avLst/>
          </a:prstGeom>
          <a:noFill/>
        </p:spPr>
        <p:txBody>
          <a:bodyPr wrap="square" rtlCol="0">
            <a:spAutoFit/>
          </a:bodyPr>
          <a:lstStyle/>
          <a:p>
            <a:pPr algn="ctr"/>
            <a:r>
              <a:rPr lang="en-US" sz="900" dirty="0"/>
              <a:t>17</a:t>
            </a:r>
          </a:p>
        </p:txBody>
      </p:sp>
      <p:sp>
        <p:nvSpPr>
          <p:cNvPr id="24" name="TextBox 23">
            <a:extLst>
              <a:ext uri="{FF2B5EF4-FFF2-40B4-BE49-F238E27FC236}">
                <a16:creationId xmlns:a16="http://schemas.microsoft.com/office/drawing/2014/main" id="{327F3E85-909B-4CA4-98A8-EFD20284A09E}"/>
              </a:ext>
            </a:extLst>
          </p:cNvPr>
          <p:cNvSpPr txBox="1"/>
          <p:nvPr/>
        </p:nvSpPr>
        <p:spPr>
          <a:xfrm>
            <a:off x="6152446" y="4408541"/>
            <a:ext cx="570089" cy="230832"/>
          </a:xfrm>
          <a:prstGeom prst="rect">
            <a:avLst/>
          </a:prstGeom>
          <a:noFill/>
        </p:spPr>
        <p:txBody>
          <a:bodyPr wrap="square" rtlCol="0">
            <a:spAutoFit/>
          </a:bodyPr>
          <a:lstStyle/>
          <a:p>
            <a:pPr algn="ctr"/>
            <a:r>
              <a:rPr lang="en-US" sz="900" dirty="0"/>
              <a:t>35</a:t>
            </a:r>
          </a:p>
        </p:txBody>
      </p:sp>
      <p:sp>
        <p:nvSpPr>
          <p:cNvPr id="25" name="TextBox 24">
            <a:extLst>
              <a:ext uri="{FF2B5EF4-FFF2-40B4-BE49-F238E27FC236}">
                <a16:creationId xmlns:a16="http://schemas.microsoft.com/office/drawing/2014/main" id="{1E9E7E27-CC40-01D0-2808-B0D13EEAE668}"/>
              </a:ext>
            </a:extLst>
          </p:cNvPr>
          <p:cNvSpPr txBox="1"/>
          <p:nvPr/>
        </p:nvSpPr>
        <p:spPr>
          <a:xfrm>
            <a:off x="6152446" y="4909484"/>
            <a:ext cx="570089" cy="230832"/>
          </a:xfrm>
          <a:prstGeom prst="rect">
            <a:avLst/>
          </a:prstGeom>
          <a:noFill/>
        </p:spPr>
        <p:txBody>
          <a:bodyPr wrap="square" rtlCol="0">
            <a:spAutoFit/>
          </a:bodyPr>
          <a:lstStyle/>
          <a:p>
            <a:pPr algn="ctr"/>
            <a:r>
              <a:rPr lang="en-US" sz="900" dirty="0"/>
              <a:t>53</a:t>
            </a:r>
          </a:p>
        </p:txBody>
      </p:sp>
      <p:sp>
        <p:nvSpPr>
          <p:cNvPr id="31" name="TextBox 30">
            <a:extLst>
              <a:ext uri="{FF2B5EF4-FFF2-40B4-BE49-F238E27FC236}">
                <a16:creationId xmlns:a16="http://schemas.microsoft.com/office/drawing/2014/main" id="{45983215-6FF2-D1BD-5B2F-8B077C23DD20}"/>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2D74BD82-66BA-D9C1-2DA9-1272BFB49A0C}"/>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10CD9FE2-0CD1-51A3-AEEE-D163725C5B09}"/>
              </a:ext>
            </a:extLst>
          </p:cNvPr>
          <p:cNvSpPr txBox="1"/>
          <p:nvPr/>
        </p:nvSpPr>
        <p:spPr>
          <a:xfrm>
            <a:off x="6214537"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6F50D24A-9BD0-B31F-69F6-6A098DCFCBEF}"/>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0B241EAB-A37A-F334-47D2-5D1FCB65206A}"/>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DCE34816-AD41-07FB-DEA4-6DE649739431}"/>
              </a:ext>
            </a:extLst>
          </p:cNvPr>
          <p:cNvSpPr txBox="1"/>
          <p:nvPr/>
        </p:nvSpPr>
        <p:spPr>
          <a:xfrm>
            <a:off x="6714071" y="72121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16AC5ADD-A74F-AD14-E61C-A45184F62146}"/>
              </a:ext>
            </a:extLst>
          </p:cNvPr>
          <p:cNvSpPr txBox="1"/>
          <p:nvPr/>
        </p:nvSpPr>
        <p:spPr>
          <a:xfrm>
            <a:off x="7213604" y="72121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C073A1FA-57F0-1444-4874-C18712F95B20}"/>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4E75491A-30D3-0902-8596-BCF4959BDF63}"/>
              </a:ext>
            </a:extLst>
          </p:cNvPr>
          <p:cNvSpPr txBox="1"/>
          <p:nvPr/>
        </p:nvSpPr>
        <p:spPr>
          <a:xfrm>
            <a:off x="6214537" y="3237891"/>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79773C34-7901-5BAB-7208-2478B6700046}"/>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2FE2A5C9-D207-8A0D-581F-C6D2AA4C9F4A}"/>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5" name="TextBox 34">
            <a:extLst>
              <a:ext uri="{FF2B5EF4-FFF2-40B4-BE49-F238E27FC236}">
                <a16:creationId xmlns:a16="http://schemas.microsoft.com/office/drawing/2014/main" id="{10FE6BC1-2B23-FF72-B5A1-BC48AEBB0689}"/>
              </a:ext>
            </a:extLst>
          </p:cNvPr>
          <p:cNvSpPr txBox="1"/>
          <p:nvPr/>
        </p:nvSpPr>
        <p:spPr>
          <a:xfrm>
            <a:off x="7213604" y="3237891"/>
            <a:ext cx="462845" cy="584775"/>
          </a:xfrm>
          <a:prstGeom prst="rect">
            <a:avLst/>
          </a:prstGeom>
          <a:noFill/>
        </p:spPr>
        <p:txBody>
          <a:bodyPr wrap="square" rtlCol="0">
            <a:spAutoFit/>
          </a:bodyPr>
          <a:lstStyle/>
          <a:p>
            <a:pPr algn="ctr"/>
            <a:r>
              <a:rPr lang="en-US" sz="3200" dirty="0"/>
              <a:t>5</a:t>
            </a:r>
          </a:p>
        </p:txBody>
      </p:sp>
      <p:sp>
        <p:nvSpPr>
          <p:cNvPr id="22" name="TextBox 21">
            <a:extLst>
              <a:ext uri="{FF2B5EF4-FFF2-40B4-BE49-F238E27FC236}">
                <a16:creationId xmlns:a16="http://schemas.microsoft.com/office/drawing/2014/main" id="{B758B140-12DD-EB80-7286-4B7593CACF05}"/>
              </a:ext>
            </a:extLst>
          </p:cNvPr>
          <p:cNvSpPr txBox="1"/>
          <p:nvPr/>
        </p:nvSpPr>
        <p:spPr>
          <a:xfrm>
            <a:off x="5147734"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46</a:t>
            </a:r>
          </a:p>
        </p:txBody>
      </p:sp>
      <p:sp>
        <p:nvSpPr>
          <p:cNvPr id="23" name="TextBox 22">
            <a:extLst>
              <a:ext uri="{FF2B5EF4-FFF2-40B4-BE49-F238E27FC236}">
                <a16:creationId xmlns:a16="http://schemas.microsoft.com/office/drawing/2014/main" id="{FC94B8BA-5A6E-AA3E-9DF2-04BE769FBC13}"/>
              </a:ext>
            </a:extLst>
          </p:cNvPr>
          <p:cNvSpPr txBox="1"/>
          <p:nvPr/>
        </p:nvSpPr>
        <p:spPr>
          <a:xfrm>
            <a:off x="5650090"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97</a:t>
            </a:r>
          </a:p>
        </p:txBody>
      </p:sp>
      <p:sp>
        <p:nvSpPr>
          <p:cNvPr id="37" name="TextBox 36">
            <a:extLst>
              <a:ext uri="{FF2B5EF4-FFF2-40B4-BE49-F238E27FC236}">
                <a16:creationId xmlns:a16="http://schemas.microsoft.com/office/drawing/2014/main" id="{C5443482-F8CA-0301-4FBD-A9D85C5CCC10}"/>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49A68E8B-0825-8FA7-B8F9-6EF517DF6D9A}"/>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9" name="TextBox 38">
            <a:extLst>
              <a:ext uri="{FF2B5EF4-FFF2-40B4-BE49-F238E27FC236}">
                <a16:creationId xmlns:a16="http://schemas.microsoft.com/office/drawing/2014/main" id="{137AE1FA-2ADA-F2C7-8C58-4F48128E812B}"/>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0865F7C1-9ACB-0AA2-B09A-F76DA2C92DBA}"/>
              </a:ext>
            </a:extLst>
          </p:cNvPr>
          <p:cNvSpPr txBox="1"/>
          <p:nvPr/>
        </p:nvSpPr>
        <p:spPr>
          <a:xfrm>
            <a:off x="4645378"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79</a:t>
            </a:r>
          </a:p>
        </p:txBody>
      </p:sp>
      <p:sp>
        <p:nvSpPr>
          <p:cNvPr id="19" name="TextBox 18">
            <a:extLst>
              <a:ext uri="{FF2B5EF4-FFF2-40B4-BE49-F238E27FC236}">
                <a16:creationId xmlns:a16="http://schemas.microsoft.com/office/drawing/2014/main" id="{276D0F56-C385-5FAD-DF24-C66D69D5E6DE}"/>
              </a:ext>
            </a:extLst>
          </p:cNvPr>
          <p:cNvSpPr txBox="1"/>
          <p:nvPr/>
        </p:nvSpPr>
        <p:spPr>
          <a:xfrm>
            <a:off x="4645378"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64</a:t>
            </a:r>
          </a:p>
        </p:txBody>
      </p:sp>
      <p:sp>
        <p:nvSpPr>
          <p:cNvPr id="40" name="TextBox 39">
            <a:extLst>
              <a:ext uri="{FF2B5EF4-FFF2-40B4-BE49-F238E27FC236}">
                <a16:creationId xmlns:a16="http://schemas.microsoft.com/office/drawing/2014/main" id="{1A0866AC-B907-D66B-D68A-36B53E03BC3B}"/>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41" name="TextBox 40">
            <a:extLst>
              <a:ext uri="{FF2B5EF4-FFF2-40B4-BE49-F238E27FC236}">
                <a16:creationId xmlns:a16="http://schemas.microsoft.com/office/drawing/2014/main" id="{79C23EE6-ED81-6F3E-CA04-2BE486D917B1}"/>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641B41DF-9F2D-1DE2-C04F-615D34091E39}"/>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43" name="TextBox 42">
            <a:extLst>
              <a:ext uri="{FF2B5EF4-FFF2-40B4-BE49-F238E27FC236}">
                <a16:creationId xmlns:a16="http://schemas.microsoft.com/office/drawing/2014/main" id="{82C01938-775C-3315-4B02-9C7AA6948A80}"/>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DA644106-D5E8-01FD-9601-65222A50474E}"/>
              </a:ext>
            </a:extLst>
          </p:cNvPr>
          <p:cNvSpPr txBox="1"/>
          <p:nvPr/>
        </p:nvSpPr>
        <p:spPr>
          <a:xfrm>
            <a:off x="4143022" y="3406653"/>
            <a:ext cx="570089" cy="230832"/>
          </a:xfrm>
          <a:prstGeom prst="rect">
            <a:avLst/>
          </a:prstGeom>
          <a:noFill/>
        </p:spPr>
        <p:txBody>
          <a:bodyPr wrap="square" rtlCol="0">
            <a:spAutoFit/>
          </a:bodyPr>
          <a:lstStyle/>
          <a:p>
            <a:pPr algn="ctr"/>
            <a:r>
              <a:rPr lang="en-US" sz="900" dirty="0"/>
              <a:t>146</a:t>
            </a:r>
          </a:p>
        </p:txBody>
      </p:sp>
      <p:sp>
        <p:nvSpPr>
          <p:cNvPr id="50" name="TextBox 49">
            <a:extLst>
              <a:ext uri="{FF2B5EF4-FFF2-40B4-BE49-F238E27FC236}">
                <a16:creationId xmlns:a16="http://schemas.microsoft.com/office/drawing/2014/main" id="{BB342A00-F379-5FF5-562F-8D69A159A0E5}"/>
              </a:ext>
            </a:extLst>
          </p:cNvPr>
          <p:cNvSpPr txBox="1"/>
          <p:nvPr/>
        </p:nvSpPr>
        <p:spPr>
          <a:xfrm>
            <a:off x="4143022" y="4408541"/>
            <a:ext cx="570089" cy="230832"/>
          </a:xfrm>
          <a:prstGeom prst="rect">
            <a:avLst/>
          </a:prstGeom>
          <a:noFill/>
        </p:spPr>
        <p:txBody>
          <a:bodyPr wrap="square" rtlCol="0">
            <a:spAutoFit/>
          </a:bodyPr>
          <a:lstStyle/>
          <a:p>
            <a:pPr algn="ctr"/>
            <a:r>
              <a:rPr lang="en-US" sz="900" dirty="0"/>
              <a:t>1346</a:t>
            </a:r>
          </a:p>
        </p:txBody>
      </p:sp>
      <p:sp>
        <p:nvSpPr>
          <p:cNvPr id="51" name="TextBox 50">
            <a:extLst>
              <a:ext uri="{FF2B5EF4-FFF2-40B4-BE49-F238E27FC236}">
                <a16:creationId xmlns:a16="http://schemas.microsoft.com/office/drawing/2014/main" id="{3245424A-D575-DF01-DDCD-17A8D7BA15ED}"/>
              </a:ext>
            </a:extLst>
          </p:cNvPr>
          <p:cNvSpPr txBox="1"/>
          <p:nvPr/>
        </p:nvSpPr>
        <p:spPr>
          <a:xfrm>
            <a:off x="4143022" y="4909484"/>
            <a:ext cx="570089" cy="230832"/>
          </a:xfrm>
          <a:prstGeom prst="rect">
            <a:avLst/>
          </a:prstGeom>
          <a:noFill/>
        </p:spPr>
        <p:txBody>
          <a:bodyPr wrap="square" rtlCol="0">
            <a:spAutoFit/>
          </a:bodyPr>
          <a:lstStyle/>
          <a:p>
            <a:pPr algn="ctr"/>
            <a:r>
              <a:rPr lang="en-US" sz="900" dirty="0"/>
              <a:t>1346</a:t>
            </a:r>
          </a:p>
        </p:txBody>
      </p:sp>
      <p:sp>
        <p:nvSpPr>
          <p:cNvPr id="52" name="TextBox 51">
            <a:extLst>
              <a:ext uri="{FF2B5EF4-FFF2-40B4-BE49-F238E27FC236}">
                <a16:creationId xmlns:a16="http://schemas.microsoft.com/office/drawing/2014/main" id="{BA8A523C-04FD-C235-248B-C9F69010F83F}"/>
              </a:ext>
            </a:extLst>
          </p:cNvPr>
          <p:cNvSpPr txBox="1"/>
          <p:nvPr/>
        </p:nvSpPr>
        <p:spPr>
          <a:xfrm>
            <a:off x="4216401" y="2231221"/>
            <a:ext cx="462845" cy="584775"/>
          </a:xfrm>
          <a:prstGeom prst="rect">
            <a:avLst/>
          </a:prstGeom>
          <a:noFill/>
        </p:spPr>
        <p:txBody>
          <a:bodyPr wrap="square" rtlCol="0">
            <a:spAutoFit/>
          </a:bodyPr>
          <a:lstStyle/>
          <a:p>
            <a:pPr algn="ctr"/>
            <a:r>
              <a:rPr lang="en-US" sz="3200" dirty="0"/>
              <a:t>7</a:t>
            </a:r>
          </a:p>
        </p:txBody>
      </p:sp>
      <p:sp>
        <p:nvSpPr>
          <p:cNvPr id="46" name="TextBox 45">
            <a:extLst>
              <a:ext uri="{FF2B5EF4-FFF2-40B4-BE49-F238E27FC236}">
                <a16:creationId xmlns:a16="http://schemas.microsoft.com/office/drawing/2014/main" id="{5DBEA9BF-7839-5A6A-BE7B-43CC2E52A7F7}"/>
              </a:ext>
            </a:extLst>
          </p:cNvPr>
          <p:cNvSpPr txBox="1"/>
          <p:nvPr/>
        </p:nvSpPr>
        <p:spPr>
          <a:xfrm>
            <a:off x="3640666" y="901933"/>
            <a:ext cx="570089" cy="230832"/>
          </a:xfrm>
          <a:prstGeom prst="rect">
            <a:avLst/>
          </a:prstGeom>
          <a:noFill/>
        </p:spPr>
        <p:txBody>
          <a:bodyPr wrap="square" rtlCol="0">
            <a:spAutoFit/>
          </a:bodyPr>
          <a:lstStyle/>
          <a:p>
            <a:pPr algn="ctr"/>
            <a:r>
              <a:rPr lang="en-US" sz="900" dirty="0"/>
              <a:t>64</a:t>
            </a:r>
          </a:p>
        </p:txBody>
      </p:sp>
      <p:sp>
        <p:nvSpPr>
          <p:cNvPr id="53" name="TextBox 52">
            <a:extLst>
              <a:ext uri="{FF2B5EF4-FFF2-40B4-BE49-F238E27FC236}">
                <a16:creationId xmlns:a16="http://schemas.microsoft.com/office/drawing/2014/main" id="{1F6B2CFE-1241-E436-ACF3-212923A0FED3}"/>
              </a:ext>
            </a:extLst>
          </p:cNvPr>
          <p:cNvSpPr txBox="1"/>
          <p:nvPr/>
        </p:nvSpPr>
        <p:spPr>
          <a:xfrm>
            <a:off x="3138310" y="901933"/>
            <a:ext cx="570089" cy="230832"/>
          </a:xfrm>
          <a:prstGeom prst="rect">
            <a:avLst/>
          </a:prstGeom>
          <a:noFill/>
        </p:spPr>
        <p:txBody>
          <a:bodyPr wrap="square" rtlCol="0">
            <a:spAutoFit/>
          </a:bodyPr>
          <a:lstStyle/>
          <a:p>
            <a:pPr algn="ctr"/>
            <a:r>
              <a:rPr lang="en-US" sz="900" dirty="0"/>
              <a:t>46</a:t>
            </a:r>
          </a:p>
        </p:txBody>
      </p:sp>
      <p:sp>
        <p:nvSpPr>
          <p:cNvPr id="54" name="TextBox 53">
            <a:extLst>
              <a:ext uri="{FF2B5EF4-FFF2-40B4-BE49-F238E27FC236}">
                <a16:creationId xmlns:a16="http://schemas.microsoft.com/office/drawing/2014/main" id="{0A689FAC-B843-A18E-256D-C5E407D9EEA3}"/>
              </a:ext>
            </a:extLst>
          </p:cNvPr>
          <p:cNvSpPr txBox="1"/>
          <p:nvPr/>
        </p:nvSpPr>
        <p:spPr>
          <a:xfrm>
            <a:off x="3640666" y="1402877"/>
            <a:ext cx="570089" cy="230832"/>
          </a:xfrm>
          <a:prstGeom prst="rect">
            <a:avLst/>
          </a:prstGeom>
          <a:noFill/>
        </p:spPr>
        <p:txBody>
          <a:bodyPr wrap="square" rtlCol="0">
            <a:spAutoFit/>
          </a:bodyPr>
          <a:lstStyle/>
          <a:p>
            <a:pPr algn="ctr"/>
            <a:r>
              <a:rPr lang="en-US" sz="900" dirty="0"/>
              <a:t>32</a:t>
            </a:r>
          </a:p>
        </p:txBody>
      </p:sp>
      <p:sp>
        <p:nvSpPr>
          <p:cNvPr id="55" name="TextBox 54">
            <a:extLst>
              <a:ext uri="{FF2B5EF4-FFF2-40B4-BE49-F238E27FC236}">
                <a16:creationId xmlns:a16="http://schemas.microsoft.com/office/drawing/2014/main" id="{4CFFC148-658A-17A9-C475-6C1F9AD1AD90}"/>
              </a:ext>
            </a:extLst>
          </p:cNvPr>
          <p:cNvSpPr txBox="1"/>
          <p:nvPr/>
        </p:nvSpPr>
        <p:spPr>
          <a:xfrm>
            <a:off x="3138310" y="1402877"/>
            <a:ext cx="570089" cy="230832"/>
          </a:xfrm>
          <a:prstGeom prst="rect">
            <a:avLst/>
          </a:prstGeom>
          <a:noFill/>
        </p:spPr>
        <p:txBody>
          <a:bodyPr wrap="square" rtlCol="0">
            <a:spAutoFit/>
          </a:bodyPr>
          <a:lstStyle/>
          <a:p>
            <a:pPr algn="ctr"/>
            <a:r>
              <a:rPr lang="en-US" sz="900" dirty="0"/>
              <a:t>23</a:t>
            </a:r>
          </a:p>
        </p:txBody>
      </p:sp>
      <p:sp>
        <p:nvSpPr>
          <p:cNvPr id="56" name="TextBox 55">
            <a:extLst>
              <a:ext uri="{FF2B5EF4-FFF2-40B4-BE49-F238E27FC236}">
                <a16:creationId xmlns:a16="http://schemas.microsoft.com/office/drawing/2014/main" id="{1AB318E7-E4CC-73C4-9654-71C4E242EA15}"/>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6F5C73E2-5AFC-5441-E83F-C6DEA4423C6C}"/>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57" name="TextBox 56">
            <a:extLst>
              <a:ext uri="{FF2B5EF4-FFF2-40B4-BE49-F238E27FC236}">
                <a16:creationId xmlns:a16="http://schemas.microsoft.com/office/drawing/2014/main" id="{F7CBFBCF-760E-3FB7-A917-3908963ECABD}"/>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14" name="TextBox 13">
            <a:extLst>
              <a:ext uri="{FF2B5EF4-FFF2-40B4-BE49-F238E27FC236}">
                <a16:creationId xmlns:a16="http://schemas.microsoft.com/office/drawing/2014/main" id="{9FD20175-FAEE-7878-9BD3-980F8CB4D178}"/>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28" name="TextBox 27">
            <a:extLst>
              <a:ext uri="{FF2B5EF4-FFF2-40B4-BE49-F238E27FC236}">
                <a16:creationId xmlns:a16="http://schemas.microsoft.com/office/drawing/2014/main" id="{FC7A2CBB-FD4B-F89B-1D43-7879075A00DC}"/>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60A84EB0-4B44-F9B9-4368-3BB3EB9209BA}"/>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36" name="TextBox 35">
            <a:extLst>
              <a:ext uri="{FF2B5EF4-FFF2-40B4-BE49-F238E27FC236}">
                <a16:creationId xmlns:a16="http://schemas.microsoft.com/office/drawing/2014/main" id="{590A4F04-4EEF-3E92-89C9-6C5D10C9751C}"/>
              </a:ext>
            </a:extLst>
          </p:cNvPr>
          <p:cNvSpPr txBox="1"/>
          <p:nvPr/>
        </p:nvSpPr>
        <p:spPr>
          <a:xfrm>
            <a:off x="4645378" y="2905709"/>
            <a:ext cx="570089" cy="230832"/>
          </a:xfrm>
          <a:prstGeom prst="rect">
            <a:avLst/>
          </a:prstGeom>
          <a:solidFill>
            <a:schemeClr val="accent5">
              <a:lumMod val="20000"/>
              <a:lumOff val="80000"/>
            </a:schemeClr>
          </a:solidFill>
        </p:spPr>
        <p:txBody>
          <a:bodyPr wrap="square" rtlCol="0">
            <a:spAutoFit/>
          </a:bodyPr>
          <a:lstStyle/>
          <a:p>
            <a:pPr algn="ctr"/>
            <a:r>
              <a:rPr lang="en-US" sz="900" dirty="0"/>
              <a:t>97</a:t>
            </a:r>
          </a:p>
        </p:txBody>
      </p:sp>
      <p:sp>
        <p:nvSpPr>
          <p:cNvPr id="44" name="TextBox 43">
            <a:extLst>
              <a:ext uri="{FF2B5EF4-FFF2-40B4-BE49-F238E27FC236}">
                <a16:creationId xmlns:a16="http://schemas.microsoft.com/office/drawing/2014/main" id="{BF445F81-0D78-C07E-9379-D03E07A5CDF8}"/>
              </a:ext>
            </a:extLst>
          </p:cNvPr>
          <p:cNvSpPr txBox="1"/>
          <p:nvPr/>
        </p:nvSpPr>
        <p:spPr>
          <a:xfrm>
            <a:off x="5147734" y="2905709"/>
            <a:ext cx="570089" cy="230832"/>
          </a:xfrm>
          <a:prstGeom prst="rect">
            <a:avLst/>
          </a:prstGeom>
          <a:solidFill>
            <a:schemeClr val="accent5">
              <a:lumMod val="20000"/>
              <a:lumOff val="80000"/>
            </a:schemeClr>
          </a:solidFill>
        </p:spPr>
        <p:txBody>
          <a:bodyPr wrap="square" rtlCol="0">
            <a:spAutoFit/>
          </a:bodyPr>
          <a:lstStyle/>
          <a:p>
            <a:pPr algn="ctr"/>
            <a:r>
              <a:rPr lang="en-US" sz="900" dirty="0"/>
              <a:t>79</a:t>
            </a:r>
          </a:p>
        </p:txBody>
      </p:sp>
      <p:sp>
        <p:nvSpPr>
          <p:cNvPr id="60" name="TextBox 59">
            <a:extLst>
              <a:ext uri="{FF2B5EF4-FFF2-40B4-BE49-F238E27FC236}">
                <a16:creationId xmlns:a16="http://schemas.microsoft.com/office/drawing/2014/main" id="{0E2B03C1-A553-6E13-68FE-5D212FD856DE}"/>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61" name="TextBox 60">
            <a:extLst>
              <a:ext uri="{FF2B5EF4-FFF2-40B4-BE49-F238E27FC236}">
                <a16:creationId xmlns:a16="http://schemas.microsoft.com/office/drawing/2014/main" id="{B0116FB4-E63A-3371-2436-DC874694ADCE}"/>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62" name="TextBox 61">
            <a:extLst>
              <a:ext uri="{FF2B5EF4-FFF2-40B4-BE49-F238E27FC236}">
                <a16:creationId xmlns:a16="http://schemas.microsoft.com/office/drawing/2014/main" id="{57297BAA-5984-F304-B2B3-5A8919289EAC}"/>
              </a:ext>
            </a:extLst>
          </p:cNvPr>
          <p:cNvSpPr txBox="1"/>
          <p:nvPr/>
        </p:nvSpPr>
        <p:spPr>
          <a:xfrm>
            <a:off x="5215469" y="3237891"/>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DE6C793E-7001-546A-3843-D4119D23E015}"/>
              </a:ext>
            </a:extLst>
          </p:cNvPr>
          <p:cNvSpPr txBox="1"/>
          <p:nvPr/>
        </p:nvSpPr>
        <p:spPr>
          <a:xfrm>
            <a:off x="3640666" y="2404765"/>
            <a:ext cx="570089" cy="230832"/>
          </a:xfrm>
          <a:prstGeom prst="rect">
            <a:avLst/>
          </a:prstGeom>
          <a:noFill/>
        </p:spPr>
        <p:txBody>
          <a:bodyPr wrap="square" rtlCol="0">
            <a:spAutoFit/>
          </a:bodyPr>
          <a:lstStyle/>
          <a:p>
            <a:pPr algn="ctr"/>
            <a:r>
              <a:rPr lang="en-US" sz="900" dirty="0"/>
              <a:t>93</a:t>
            </a:r>
          </a:p>
        </p:txBody>
      </p:sp>
      <p:sp>
        <p:nvSpPr>
          <p:cNvPr id="47" name="TextBox 46">
            <a:extLst>
              <a:ext uri="{FF2B5EF4-FFF2-40B4-BE49-F238E27FC236}">
                <a16:creationId xmlns:a16="http://schemas.microsoft.com/office/drawing/2014/main" id="{361E8D84-4588-FF59-B5F2-817E00B6C581}"/>
              </a:ext>
            </a:extLst>
          </p:cNvPr>
          <p:cNvSpPr txBox="1"/>
          <p:nvPr/>
        </p:nvSpPr>
        <p:spPr>
          <a:xfrm>
            <a:off x="3138310" y="2404765"/>
            <a:ext cx="570089" cy="230832"/>
          </a:xfrm>
          <a:prstGeom prst="rect">
            <a:avLst/>
          </a:prstGeom>
          <a:noFill/>
        </p:spPr>
        <p:txBody>
          <a:bodyPr wrap="square" rtlCol="0">
            <a:spAutoFit/>
          </a:bodyPr>
          <a:lstStyle/>
          <a:p>
            <a:pPr algn="ctr"/>
            <a:r>
              <a:rPr lang="en-US" sz="900" dirty="0"/>
              <a:t>39</a:t>
            </a:r>
          </a:p>
        </p:txBody>
      </p:sp>
      <p:sp>
        <p:nvSpPr>
          <p:cNvPr id="59" name="TextBox 58">
            <a:extLst>
              <a:ext uri="{FF2B5EF4-FFF2-40B4-BE49-F238E27FC236}">
                <a16:creationId xmlns:a16="http://schemas.microsoft.com/office/drawing/2014/main" id="{22CA05E8-E396-F3EE-B55C-E5DAEA3B53E0}"/>
              </a:ext>
            </a:extLst>
          </p:cNvPr>
          <p:cNvSpPr txBox="1"/>
          <p:nvPr/>
        </p:nvSpPr>
        <p:spPr>
          <a:xfrm>
            <a:off x="3640666" y="2905709"/>
            <a:ext cx="570089" cy="230832"/>
          </a:xfrm>
          <a:prstGeom prst="rect">
            <a:avLst/>
          </a:prstGeom>
          <a:noFill/>
        </p:spPr>
        <p:txBody>
          <a:bodyPr wrap="square" rtlCol="0">
            <a:spAutoFit/>
          </a:bodyPr>
          <a:lstStyle/>
          <a:p>
            <a:pPr algn="ctr"/>
            <a:r>
              <a:rPr lang="en-US" sz="900" dirty="0"/>
              <a:t>58</a:t>
            </a:r>
          </a:p>
        </p:txBody>
      </p:sp>
      <p:sp>
        <p:nvSpPr>
          <p:cNvPr id="63" name="TextBox 62">
            <a:extLst>
              <a:ext uri="{FF2B5EF4-FFF2-40B4-BE49-F238E27FC236}">
                <a16:creationId xmlns:a16="http://schemas.microsoft.com/office/drawing/2014/main" id="{D6EED7EA-593E-B293-6526-926D6F6A9226}"/>
              </a:ext>
            </a:extLst>
          </p:cNvPr>
          <p:cNvSpPr txBox="1"/>
          <p:nvPr/>
        </p:nvSpPr>
        <p:spPr>
          <a:xfrm>
            <a:off x="3138310" y="2905709"/>
            <a:ext cx="570089" cy="230832"/>
          </a:xfrm>
          <a:prstGeom prst="rect">
            <a:avLst/>
          </a:prstGeom>
          <a:noFill/>
        </p:spPr>
        <p:txBody>
          <a:bodyPr wrap="square" rtlCol="0">
            <a:spAutoFit/>
          </a:bodyPr>
          <a:lstStyle/>
          <a:p>
            <a:pPr algn="ctr"/>
            <a:r>
              <a:rPr lang="en-US" sz="900" dirty="0"/>
              <a:t>85</a:t>
            </a:r>
          </a:p>
        </p:txBody>
      </p:sp>
      <p:sp>
        <p:nvSpPr>
          <p:cNvPr id="64" name="TextBox 63">
            <a:extLst>
              <a:ext uri="{FF2B5EF4-FFF2-40B4-BE49-F238E27FC236}">
                <a16:creationId xmlns:a16="http://schemas.microsoft.com/office/drawing/2014/main" id="{1BAE5045-A3D9-EE22-DB47-87BB25288CAE}"/>
              </a:ext>
            </a:extLst>
          </p:cNvPr>
          <p:cNvSpPr txBox="1"/>
          <p:nvPr/>
        </p:nvSpPr>
        <p:spPr>
          <a:xfrm>
            <a:off x="3640666" y="3406653"/>
            <a:ext cx="570089" cy="230832"/>
          </a:xfrm>
          <a:prstGeom prst="rect">
            <a:avLst/>
          </a:prstGeom>
          <a:noFill/>
        </p:spPr>
        <p:txBody>
          <a:bodyPr wrap="square" rtlCol="0">
            <a:spAutoFit/>
          </a:bodyPr>
          <a:lstStyle/>
          <a:p>
            <a:pPr algn="ctr"/>
            <a:r>
              <a:rPr lang="en-US" sz="900" dirty="0"/>
              <a:t>146</a:t>
            </a:r>
          </a:p>
        </p:txBody>
      </p:sp>
      <p:sp>
        <p:nvSpPr>
          <p:cNvPr id="65" name="TextBox 64">
            <a:extLst>
              <a:ext uri="{FF2B5EF4-FFF2-40B4-BE49-F238E27FC236}">
                <a16:creationId xmlns:a16="http://schemas.microsoft.com/office/drawing/2014/main" id="{2F640267-155D-6FD3-04B2-335E571B8C59}"/>
              </a:ext>
            </a:extLst>
          </p:cNvPr>
          <p:cNvSpPr txBox="1"/>
          <p:nvPr/>
        </p:nvSpPr>
        <p:spPr>
          <a:xfrm>
            <a:off x="3138310" y="3406653"/>
            <a:ext cx="570089" cy="230832"/>
          </a:xfrm>
          <a:prstGeom prst="rect">
            <a:avLst/>
          </a:prstGeom>
          <a:noFill/>
        </p:spPr>
        <p:txBody>
          <a:bodyPr wrap="square" rtlCol="0">
            <a:spAutoFit/>
          </a:bodyPr>
          <a:lstStyle/>
          <a:p>
            <a:pPr algn="ctr"/>
            <a:r>
              <a:rPr lang="en-US" sz="900" dirty="0"/>
              <a:t>146</a:t>
            </a:r>
          </a:p>
        </p:txBody>
      </p:sp>
      <p:sp>
        <p:nvSpPr>
          <p:cNvPr id="66" name="TextBox 65">
            <a:extLst>
              <a:ext uri="{FF2B5EF4-FFF2-40B4-BE49-F238E27FC236}">
                <a16:creationId xmlns:a16="http://schemas.microsoft.com/office/drawing/2014/main" id="{3D46BB8C-6458-DE2D-8455-0902CFF2C7BC}"/>
              </a:ext>
            </a:extLst>
          </p:cNvPr>
          <p:cNvSpPr txBox="1"/>
          <p:nvPr/>
        </p:nvSpPr>
        <p:spPr>
          <a:xfrm>
            <a:off x="4645378" y="3907597"/>
            <a:ext cx="570089" cy="230832"/>
          </a:xfrm>
          <a:prstGeom prst="rect">
            <a:avLst/>
          </a:prstGeom>
          <a:solidFill>
            <a:schemeClr val="accent5">
              <a:lumMod val="20000"/>
              <a:lumOff val="80000"/>
            </a:schemeClr>
          </a:solidFill>
        </p:spPr>
        <p:txBody>
          <a:bodyPr wrap="square" rtlCol="0">
            <a:spAutoFit/>
          </a:bodyPr>
          <a:lstStyle/>
          <a:p>
            <a:pPr algn="ctr"/>
            <a:r>
              <a:rPr lang="en-US" sz="900" dirty="0"/>
              <a:t>46</a:t>
            </a:r>
          </a:p>
        </p:txBody>
      </p:sp>
      <p:sp>
        <p:nvSpPr>
          <p:cNvPr id="67" name="TextBox 66">
            <a:extLst>
              <a:ext uri="{FF2B5EF4-FFF2-40B4-BE49-F238E27FC236}">
                <a16:creationId xmlns:a16="http://schemas.microsoft.com/office/drawing/2014/main" id="{AF1B464F-7838-5229-A83F-1B85EFF55EDE}"/>
              </a:ext>
            </a:extLst>
          </p:cNvPr>
          <p:cNvSpPr txBox="1"/>
          <p:nvPr/>
        </p:nvSpPr>
        <p:spPr>
          <a:xfrm>
            <a:off x="5147734" y="3907597"/>
            <a:ext cx="570089" cy="230832"/>
          </a:xfrm>
          <a:prstGeom prst="rect">
            <a:avLst/>
          </a:prstGeom>
          <a:noFill/>
        </p:spPr>
        <p:txBody>
          <a:bodyPr wrap="square" rtlCol="0">
            <a:spAutoFit/>
          </a:bodyPr>
          <a:lstStyle/>
          <a:p>
            <a:pPr algn="ctr"/>
            <a:r>
              <a:rPr lang="en-US" sz="900" dirty="0"/>
              <a:t>379</a:t>
            </a:r>
          </a:p>
        </p:txBody>
      </p:sp>
      <p:sp>
        <p:nvSpPr>
          <p:cNvPr id="68" name="TextBox 67">
            <a:extLst>
              <a:ext uri="{FF2B5EF4-FFF2-40B4-BE49-F238E27FC236}">
                <a16:creationId xmlns:a16="http://schemas.microsoft.com/office/drawing/2014/main" id="{9D63D247-95A2-AF68-48C0-D3E41DB0A925}"/>
              </a:ext>
            </a:extLst>
          </p:cNvPr>
          <p:cNvSpPr txBox="1"/>
          <p:nvPr/>
        </p:nvSpPr>
        <p:spPr>
          <a:xfrm>
            <a:off x="5650090" y="3907597"/>
            <a:ext cx="570089" cy="230832"/>
          </a:xfrm>
          <a:prstGeom prst="rect">
            <a:avLst/>
          </a:prstGeom>
          <a:solidFill>
            <a:schemeClr val="accent5">
              <a:lumMod val="20000"/>
              <a:lumOff val="80000"/>
            </a:schemeClr>
          </a:solidFill>
        </p:spPr>
        <p:txBody>
          <a:bodyPr wrap="square" rtlCol="0">
            <a:spAutoFit/>
          </a:bodyPr>
          <a:lstStyle/>
          <a:p>
            <a:pPr algn="ctr"/>
            <a:r>
              <a:rPr lang="en-US" sz="900" dirty="0"/>
              <a:t>57</a:t>
            </a:r>
          </a:p>
        </p:txBody>
      </p:sp>
      <p:sp>
        <p:nvSpPr>
          <p:cNvPr id="71" name="TextBox 70">
            <a:extLst>
              <a:ext uri="{FF2B5EF4-FFF2-40B4-BE49-F238E27FC236}">
                <a16:creationId xmlns:a16="http://schemas.microsoft.com/office/drawing/2014/main" id="{95F962B1-F505-670D-6881-51C06097C1A1}"/>
              </a:ext>
            </a:extLst>
          </p:cNvPr>
          <p:cNvSpPr txBox="1"/>
          <p:nvPr/>
        </p:nvSpPr>
        <p:spPr>
          <a:xfrm>
            <a:off x="7157158" y="3907597"/>
            <a:ext cx="570089" cy="230832"/>
          </a:xfrm>
          <a:prstGeom prst="rect">
            <a:avLst/>
          </a:prstGeom>
          <a:solidFill>
            <a:schemeClr val="accent5">
              <a:lumMod val="20000"/>
              <a:lumOff val="80000"/>
            </a:schemeClr>
          </a:solidFill>
        </p:spPr>
        <p:txBody>
          <a:bodyPr wrap="square" rtlCol="0">
            <a:spAutoFit/>
          </a:bodyPr>
          <a:lstStyle/>
          <a:p>
            <a:pPr algn="ctr"/>
            <a:r>
              <a:rPr lang="en-US" sz="900" dirty="0"/>
              <a:t>64</a:t>
            </a:r>
          </a:p>
        </p:txBody>
      </p:sp>
      <p:sp>
        <p:nvSpPr>
          <p:cNvPr id="72" name="TextBox 71">
            <a:extLst>
              <a:ext uri="{FF2B5EF4-FFF2-40B4-BE49-F238E27FC236}">
                <a16:creationId xmlns:a16="http://schemas.microsoft.com/office/drawing/2014/main" id="{91C286A5-07FD-07C6-4AF0-7DF96BAF78FF}"/>
              </a:ext>
            </a:extLst>
          </p:cNvPr>
          <p:cNvSpPr txBox="1"/>
          <p:nvPr/>
        </p:nvSpPr>
        <p:spPr>
          <a:xfrm>
            <a:off x="4645378" y="4408541"/>
            <a:ext cx="570089" cy="230832"/>
          </a:xfrm>
          <a:prstGeom prst="rect">
            <a:avLst/>
          </a:prstGeom>
          <a:noFill/>
        </p:spPr>
        <p:txBody>
          <a:bodyPr wrap="square" rtlCol="0">
            <a:spAutoFit/>
          </a:bodyPr>
          <a:lstStyle/>
          <a:p>
            <a:pPr algn="ctr"/>
            <a:r>
              <a:rPr lang="en-US" sz="900" dirty="0"/>
              <a:t>12</a:t>
            </a:r>
          </a:p>
        </p:txBody>
      </p:sp>
      <p:sp>
        <p:nvSpPr>
          <p:cNvPr id="73" name="TextBox 72">
            <a:extLst>
              <a:ext uri="{FF2B5EF4-FFF2-40B4-BE49-F238E27FC236}">
                <a16:creationId xmlns:a16="http://schemas.microsoft.com/office/drawing/2014/main" id="{65731E9A-1F69-AA4A-4569-0E371DA6B332}"/>
              </a:ext>
            </a:extLst>
          </p:cNvPr>
          <p:cNvSpPr txBox="1"/>
          <p:nvPr/>
        </p:nvSpPr>
        <p:spPr>
          <a:xfrm>
            <a:off x="5147734" y="4408541"/>
            <a:ext cx="570089" cy="230832"/>
          </a:xfrm>
          <a:prstGeom prst="rect">
            <a:avLst/>
          </a:prstGeom>
          <a:noFill/>
        </p:spPr>
        <p:txBody>
          <a:bodyPr wrap="square" rtlCol="0">
            <a:spAutoFit/>
          </a:bodyPr>
          <a:lstStyle/>
          <a:p>
            <a:pPr algn="ctr"/>
            <a:r>
              <a:rPr lang="en-US" sz="900" dirty="0"/>
              <a:t>34679</a:t>
            </a:r>
          </a:p>
        </p:txBody>
      </p:sp>
      <p:sp>
        <p:nvSpPr>
          <p:cNvPr id="74" name="TextBox 73">
            <a:extLst>
              <a:ext uri="{FF2B5EF4-FFF2-40B4-BE49-F238E27FC236}">
                <a16:creationId xmlns:a16="http://schemas.microsoft.com/office/drawing/2014/main" id="{0C5F7683-ADF8-48BB-02B1-F2C09454476F}"/>
              </a:ext>
            </a:extLst>
          </p:cNvPr>
          <p:cNvSpPr txBox="1"/>
          <p:nvPr/>
        </p:nvSpPr>
        <p:spPr>
          <a:xfrm>
            <a:off x="5650090" y="4408541"/>
            <a:ext cx="570089" cy="230832"/>
          </a:xfrm>
          <a:prstGeom prst="rect">
            <a:avLst/>
          </a:prstGeom>
          <a:noFill/>
        </p:spPr>
        <p:txBody>
          <a:bodyPr wrap="square" rtlCol="0">
            <a:spAutoFit/>
          </a:bodyPr>
          <a:lstStyle/>
          <a:p>
            <a:pPr algn="ctr"/>
            <a:r>
              <a:rPr lang="en-US" sz="900" dirty="0"/>
              <a:t>5789</a:t>
            </a:r>
          </a:p>
        </p:txBody>
      </p:sp>
      <p:sp>
        <p:nvSpPr>
          <p:cNvPr id="75" name="TextBox 74">
            <a:extLst>
              <a:ext uri="{FF2B5EF4-FFF2-40B4-BE49-F238E27FC236}">
                <a16:creationId xmlns:a16="http://schemas.microsoft.com/office/drawing/2014/main" id="{4720F511-D133-ACF6-8E00-5BF93B95D2D2}"/>
              </a:ext>
            </a:extLst>
          </p:cNvPr>
          <p:cNvSpPr txBox="1"/>
          <p:nvPr/>
        </p:nvSpPr>
        <p:spPr>
          <a:xfrm>
            <a:off x="6654802" y="4408541"/>
            <a:ext cx="570089" cy="230832"/>
          </a:xfrm>
          <a:prstGeom prst="rect">
            <a:avLst/>
          </a:prstGeom>
          <a:noFill/>
        </p:spPr>
        <p:txBody>
          <a:bodyPr wrap="square" rtlCol="0">
            <a:spAutoFit/>
          </a:bodyPr>
          <a:lstStyle/>
          <a:p>
            <a:pPr algn="ctr"/>
            <a:r>
              <a:rPr lang="en-US" sz="900" dirty="0"/>
              <a:t>47</a:t>
            </a:r>
          </a:p>
        </p:txBody>
      </p:sp>
      <p:sp>
        <p:nvSpPr>
          <p:cNvPr id="76" name="TextBox 75">
            <a:extLst>
              <a:ext uri="{FF2B5EF4-FFF2-40B4-BE49-F238E27FC236}">
                <a16:creationId xmlns:a16="http://schemas.microsoft.com/office/drawing/2014/main" id="{15FC03EB-5A49-8D2C-BD29-FDA08BA89748}"/>
              </a:ext>
            </a:extLst>
          </p:cNvPr>
          <p:cNvSpPr txBox="1"/>
          <p:nvPr/>
        </p:nvSpPr>
        <p:spPr>
          <a:xfrm>
            <a:off x="7157158" y="4408541"/>
            <a:ext cx="570089" cy="230832"/>
          </a:xfrm>
          <a:prstGeom prst="rect">
            <a:avLst/>
          </a:prstGeom>
          <a:noFill/>
        </p:spPr>
        <p:txBody>
          <a:bodyPr wrap="square" rtlCol="0">
            <a:spAutoFit/>
          </a:bodyPr>
          <a:lstStyle/>
          <a:p>
            <a:pPr algn="ctr"/>
            <a:r>
              <a:rPr lang="en-US" sz="900" dirty="0"/>
              <a:t>89</a:t>
            </a:r>
          </a:p>
        </p:txBody>
      </p:sp>
      <p:sp>
        <p:nvSpPr>
          <p:cNvPr id="77" name="TextBox 76">
            <a:extLst>
              <a:ext uri="{FF2B5EF4-FFF2-40B4-BE49-F238E27FC236}">
                <a16:creationId xmlns:a16="http://schemas.microsoft.com/office/drawing/2014/main" id="{436B94C3-DE0F-F709-5B4F-0D1774DAB750}"/>
              </a:ext>
            </a:extLst>
          </p:cNvPr>
          <p:cNvSpPr txBox="1"/>
          <p:nvPr/>
        </p:nvSpPr>
        <p:spPr>
          <a:xfrm>
            <a:off x="4645378" y="4909484"/>
            <a:ext cx="570089" cy="230832"/>
          </a:xfrm>
          <a:prstGeom prst="rect">
            <a:avLst/>
          </a:prstGeom>
          <a:noFill/>
        </p:spPr>
        <p:txBody>
          <a:bodyPr wrap="square" rtlCol="0">
            <a:spAutoFit/>
          </a:bodyPr>
          <a:lstStyle/>
          <a:p>
            <a:pPr algn="ctr"/>
            <a:r>
              <a:rPr lang="en-US" sz="900" dirty="0"/>
              <a:t>21</a:t>
            </a:r>
          </a:p>
        </p:txBody>
      </p:sp>
      <p:sp>
        <p:nvSpPr>
          <p:cNvPr id="78" name="TextBox 77">
            <a:extLst>
              <a:ext uri="{FF2B5EF4-FFF2-40B4-BE49-F238E27FC236}">
                <a16:creationId xmlns:a16="http://schemas.microsoft.com/office/drawing/2014/main" id="{3B27FC85-9D03-A9AF-2B47-336E40F1CEC6}"/>
              </a:ext>
            </a:extLst>
          </p:cNvPr>
          <p:cNvSpPr txBox="1"/>
          <p:nvPr/>
        </p:nvSpPr>
        <p:spPr>
          <a:xfrm>
            <a:off x="5147734" y="4909484"/>
            <a:ext cx="570089" cy="230832"/>
          </a:xfrm>
          <a:prstGeom prst="rect">
            <a:avLst/>
          </a:prstGeom>
          <a:noFill/>
        </p:spPr>
        <p:txBody>
          <a:bodyPr wrap="square" rtlCol="0">
            <a:spAutoFit/>
          </a:bodyPr>
          <a:lstStyle/>
          <a:p>
            <a:pPr algn="ctr"/>
            <a:r>
              <a:rPr lang="en-US" sz="900" dirty="0"/>
              <a:t>34679</a:t>
            </a:r>
          </a:p>
        </p:txBody>
      </p:sp>
      <p:sp>
        <p:nvSpPr>
          <p:cNvPr id="79" name="TextBox 78">
            <a:extLst>
              <a:ext uri="{FF2B5EF4-FFF2-40B4-BE49-F238E27FC236}">
                <a16:creationId xmlns:a16="http://schemas.microsoft.com/office/drawing/2014/main" id="{391B0CA3-B898-8811-CEBF-B1E594D26D41}"/>
              </a:ext>
            </a:extLst>
          </p:cNvPr>
          <p:cNvSpPr txBox="1"/>
          <p:nvPr/>
        </p:nvSpPr>
        <p:spPr>
          <a:xfrm>
            <a:off x="5650090" y="4909484"/>
            <a:ext cx="570089" cy="230832"/>
          </a:xfrm>
          <a:prstGeom prst="rect">
            <a:avLst/>
          </a:prstGeom>
          <a:noFill/>
        </p:spPr>
        <p:txBody>
          <a:bodyPr wrap="square" rtlCol="0">
            <a:spAutoFit/>
          </a:bodyPr>
          <a:lstStyle/>
          <a:p>
            <a:pPr algn="ctr"/>
            <a:r>
              <a:rPr lang="en-US" sz="900" dirty="0"/>
              <a:t>5789</a:t>
            </a:r>
          </a:p>
        </p:txBody>
      </p:sp>
      <p:sp>
        <p:nvSpPr>
          <p:cNvPr id="80" name="TextBox 79">
            <a:extLst>
              <a:ext uri="{FF2B5EF4-FFF2-40B4-BE49-F238E27FC236}">
                <a16:creationId xmlns:a16="http://schemas.microsoft.com/office/drawing/2014/main" id="{5FFBC0F5-9C24-8881-BA47-9F80885CEC5C}"/>
              </a:ext>
            </a:extLst>
          </p:cNvPr>
          <p:cNvSpPr txBox="1"/>
          <p:nvPr/>
        </p:nvSpPr>
        <p:spPr>
          <a:xfrm>
            <a:off x="6654802" y="4909484"/>
            <a:ext cx="570089" cy="230832"/>
          </a:xfrm>
          <a:prstGeom prst="rect">
            <a:avLst/>
          </a:prstGeom>
          <a:noFill/>
        </p:spPr>
        <p:txBody>
          <a:bodyPr wrap="square" rtlCol="0">
            <a:spAutoFit/>
          </a:bodyPr>
          <a:lstStyle/>
          <a:p>
            <a:pPr algn="ctr"/>
            <a:r>
              <a:rPr lang="en-US" sz="900" dirty="0"/>
              <a:t>74</a:t>
            </a:r>
          </a:p>
        </p:txBody>
      </p:sp>
      <p:sp>
        <p:nvSpPr>
          <p:cNvPr id="81" name="TextBox 80">
            <a:extLst>
              <a:ext uri="{FF2B5EF4-FFF2-40B4-BE49-F238E27FC236}">
                <a16:creationId xmlns:a16="http://schemas.microsoft.com/office/drawing/2014/main" id="{FF1A680B-2716-01EB-6069-85E9A845ADBB}"/>
              </a:ext>
            </a:extLst>
          </p:cNvPr>
          <p:cNvSpPr txBox="1"/>
          <p:nvPr/>
        </p:nvSpPr>
        <p:spPr>
          <a:xfrm>
            <a:off x="7157158" y="4909484"/>
            <a:ext cx="570089" cy="230832"/>
          </a:xfrm>
          <a:prstGeom prst="rect">
            <a:avLst/>
          </a:prstGeom>
          <a:noFill/>
        </p:spPr>
        <p:txBody>
          <a:bodyPr wrap="square" rtlCol="0">
            <a:spAutoFit/>
          </a:bodyPr>
          <a:lstStyle/>
          <a:p>
            <a:pPr algn="ctr"/>
            <a:r>
              <a:rPr lang="en-US" sz="900" dirty="0"/>
              <a:t>879</a:t>
            </a:r>
          </a:p>
        </p:txBody>
      </p:sp>
      <p:sp>
        <p:nvSpPr>
          <p:cNvPr id="82" name="TextBox 81">
            <a:extLst>
              <a:ext uri="{FF2B5EF4-FFF2-40B4-BE49-F238E27FC236}">
                <a16:creationId xmlns:a16="http://schemas.microsoft.com/office/drawing/2014/main" id="{524C09EC-74AB-E301-6A57-515495BB5BA0}"/>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83" name="TextBox 82">
            <a:extLst>
              <a:ext uri="{FF2B5EF4-FFF2-40B4-BE49-F238E27FC236}">
                <a16:creationId xmlns:a16="http://schemas.microsoft.com/office/drawing/2014/main" id="{85597EBA-E398-97B0-CDCF-659FE80D92A0}"/>
              </a:ext>
            </a:extLst>
          </p:cNvPr>
          <p:cNvSpPr txBox="1"/>
          <p:nvPr/>
        </p:nvSpPr>
        <p:spPr>
          <a:xfrm>
            <a:off x="6714071" y="3741226"/>
            <a:ext cx="462845" cy="584775"/>
          </a:xfrm>
          <a:prstGeom prst="rect">
            <a:avLst/>
          </a:prstGeom>
          <a:noFill/>
        </p:spPr>
        <p:txBody>
          <a:bodyPr wrap="square" rtlCol="0">
            <a:spAutoFit/>
          </a:bodyPr>
          <a:lstStyle/>
          <a:p>
            <a:pPr algn="ctr"/>
            <a:r>
              <a:rPr lang="en-US" sz="3200" dirty="0"/>
              <a:t>1</a:t>
            </a:r>
          </a:p>
        </p:txBody>
      </p:sp>
      <p:sp>
        <p:nvSpPr>
          <p:cNvPr id="69" name="TextBox 68">
            <a:extLst>
              <a:ext uri="{FF2B5EF4-FFF2-40B4-BE49-F238E27FC236}">
                <a16:creationId xmlns:a16="http://schemas.microsoft.com/office/drawing/2014/main" id="{616AA331-E2BE-150E-6B5D-075EFD2DBAD0}"/>
              </a:ext>
            </a:extLst>
          </p:cNvPr>
          <p:cNvSpPr txBox="1"/>
          <p:nvPr/>
        </p:nvSpPr>
        <p:spPr>
          <a:xfrm>
            <a:off x="6214537" y="2734556"/>
            <a:ext cx="462845" cy="584775"/>
          </a:xfrm>
          <a:prstGeom prst="rect">
            <a:avLst/>
          </a:prstGeom>
          <a:noFill/>
        </p:spPr>
        <p:txBody>
          <a:bodyPr wrap="square" rtlCol="0">
            <a:spAutoFit/>
          </a:bodyPr>
          <a:lstStyle/>
          <a:p>
            <a:pPr algn="ctr"/>
            <a:r>
              <a:rPr lang="en-US" sz="3200" dirty="0"/>
              <a:t>1</a:t>
            </a:r>
          </a:p>
        </p:txBody>
      </p:sp>
      <p:sp>
        <p:nvSpPr>
          <p:cNvPr id="70" name="TextBox 69">
            <a:extLst>
              <a:ext uri="{FF2B5EF4-FFF2-40B4-BE49-F238E27FC236}">
                <a16:creationId xmlns:a16="http://schemas.microsoft.com/office/drawing/2014/main" id="{B5D132EB-725E-6DB7-FA0E-5D672792D7AC}"/>
              </a:ext>
            </a:extLst>
          </p:cNvPr>
          <p:cNvSpPr txBox="1"/>
          <p:nvPr/>
        </p:nvSpPr>
        <p:spPr>
          <a:xfrm>
            <a:off x="6714071" y="2734556"/>
            <a:ext cx="462845" cy="584775"/>
          </a:xfrm>
          <a:prstGeom prst="rect">
            <a:avLst/>
          </a:prstGeom>
          <a:noFill/>
        </p:spPr>
        <p:txBody>
          <a:bodyPr wrap="square" rtlCol="0">
            <a:spAutoFit/>
          </a:bodyPr>
          <a:lstStyle/>
          <a:p>
            <a:pPr algn="ctr"/>
            <a:r>
              <a:rPr lang="en-US" sz="3200" dirty="0"/>
              <a:t>6</a:t>
            </a:r>
          </a:p>
        </p:txBody>
      </p:sp>
      <p:sp>
        <p:nvSpPr>
          <p:cNvPr id="29" name="TextBox 28">
            <a:extLst>
              <a:ext uri="{FF2B5EF4-FFF2-40B4-BE49-F238E27FC236}">
                <a16:creationId xmlns:a16="http://schemas.microsoft.com/office/drawing/2014/main" id="{7E2EDC59-81B6-94F1-ABE6-5D8DB11865E3}"/>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E1FCC72C-CCBC-21DB-7A41-64BF4DBAC2B0}"/>
              </a:ext>
            </a:extLst>
          </p:cNvPr>
          <p:cNvSpPr txBox="1"/>
          <p:nvPr/>
        </p:nvSpPr>
        <p:spPr>
          <a:xfrm>
            <a:off x="4216401" y="3741226"/>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38130979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47452-4B40-CD53-B8F2-E9FA277A828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644118A-8FDA-FE29-0ED6-90BC02DA96B3}"/>
              </a:ext>
            </a:extLst>
          </p:cNvPr>
          <p:cNvSpPr>
            <a:spLocks noGrp="1"/>
          </p:cNvSpPr>
          <p:nvPr>
            <p:ph sz="half" idx="1"/>
          </p:nvPr>
        </p:nvSpPr>
        <p:spPr/>
        <p:txBody>
          <a:bodyPr>
            <a:normAutofit/>
          </a:bodyPr>
          <a:lstStyle/>
          <a:p>
            <a:r>
              <a:rPr lang="en-US" dirty="0"/>
              <a:t>Reduce. Note that the purple cells fall now for two reasons. The 6 in the upper right block forces them to be the first of the pairs. But also, the second of the pairs had two 7’s in Column 6, so we could have eliminated this possibility earlier.</a:t>
            </a:r>
          </a:p>
        </p:txBody>
      </p:sp>
      <p:pic>
        <p:nvPicPr>
          <p:cNvPr id="4" name="Picture 3" descr="A grid of sudoku puzzle&#10;&#10;Description automatically generated">
            <a:extLst>
              <a:ext uri="{FF2B5EF4-FFF2-40B4-BE49-F238E27FC236}">
                <a16:creationId xmlns:a16="http://schemas.microsoft.com/office/drawing/2014/main" id="{0AFA211D-0F57-8BA4-2F3A-532E8FD9AFD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8E345E6-23DB-3C68-2229-AE4F3DF8DC6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3D49754-FC14-129D-0ADE-618ED468A3D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20AD50C-B89C-DF64-15A5-6B22E7916612}"/>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7FDFA8CC-5426-25FB-86F4-88F244E61EBE}"/>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8FA8C0D1-A175-1BBA-C23B-F8CBBC8891D7}"/>
              </a:ext>
            </a:extLst>
          </p:cNvPr>
          <p:cNvSpPr txBox="1"/>
          <p:nvPr/>
        </p:nvSpPr>
        <p:spPr>
          <a:xfrm>
            <a:off x="3640666" y="1903821"/>
            <a:ext cx="570089" cy="230832"/>
          </a:xfrm>
          <a:prstGeom prst="rect">
            <a:avLst/>
          </a:prstGeom>
          <a:noFill/>
        </p:spPr>
        <p:txBody>
          <a:bodyPr wrap="square" rtlCol="0">
            <a:spAutoFit/>
          </a:bodyPr>
          <a:lstStyle/>
          <a:p>
            <a:pPr algn="ctr"/>
            <a:r>
              <a:rPr lang="en-US" sz="900" dirty="0"/>
              <a:t>71</a:t>
            </a:r>
          </a:p>
        </p:txBody>
      </p:sp>
      <p:sp>
        <p:nvSpPr>
          <p:cNvPr id="21" name="TextBox 20">
            <a:extLst>
              <a:ext uri="{FF2B5EF4-FFF2-40B4-BE49-F238E27FC236}">
                <a16:creationId xmlns:a16="http://schemas.microsoft.com/office/drawing/2014/main" id="{183398BB-0D26-3EF3-0E62-0F5B997E2840}"/>
              </a:ext>
            </a:extLst>
          </p:cNvPr>
          <p:cNvSpPr txBox="1"/>
          <p:nvPr/>
        </p:nvSpPr>
        <p:spPr>
          <a:xfrm>
            <a:off x="3138310" y="1903821"/>
            <a:ext cx="570089" cy="230832"/>
          </a:xfrm>
          <a:prstGeom prst="rect">
            <a:avLst/>
          </a:prstGeom>
          <a:noFill/>
        </p:spPr>
        <p:txBody>
          <a:bodyPr wrap="square" rtlCol="0">
            <a:spAutoFit/>
          </a:bodyPr>
          <a:lstStyle/>
          <a:p>
            <a:pPr algn="ctr"/>
            <a:r>
              <a:rPr lang="en-US" sz="900" dirty="0"/>
              <a:t>17</a:t>
            </a:r>
          </a:p>
        </p:txBody>
      </p:sp>
      <p:sp>
        <p:nvSpPr>
          <p:cNvPr id="24" name="TextBox 23">
            <a:extLst>
              <a:ext uri="{FF2B5EF4-FFF2-40B4-BE49-F238E27FC236}">
                <a16:creationId xmlns:a16="http://schemas.microsoft.com/office/drawing/2014/main" id="{66AFF752-831C-91DE-FDBC-654CF08E734D}"/>
              </a:ext>
            </a:extLst>
          </p:cNvPr>
          <p:cNvSpPr txBox="1"/>
          <p:nvPr/>
        </p:nvSpPr>
        <p:spPr>
          <a:xfrm>
            <a:off x="6152446" y="4408541"/>
            <a:ext cx="570089" cy="230832"/>
          </a:xfrm>
          <a:prstGeom prst="rect">
            <a:avLst/>
          </a:prstGeom>
          <a:noFill/>
        </p:spPr>
        <p:txBody>
          <a:bodyPr wrap="square" rtlCol="0">
            <a:spAutoFit/>
          </a:bodyPr>
          <a:lstStyle/>
          <a:p>
            <a:pPr algn="ctr"/>
            <a:r>
              <a:rPr lang="en-US" sz="900" dirty="0"/>
              <a:t>35</a:t>
            </a:r>
          </a:p>
        </p:txBody>
      </p:sp>
      <p:sp>
        <p:nvSpPr>
          <p:cNvPr id="25" name="TextBox 24">
            <a:extLst>
              <a:ext uri="{FF2B5EF4-FFF2-40B4-BE49-F238E27FC236}">
                <a16:creationId xmlns:a16="http://schemas.microsoft.com/office/drawing/2014/main" id="{EF716A52-0399-771E-26D5-D25BC0E8D085}"/>
              </a:ext>
            </a:extLst>
          </p:cNvPr>
          <p:cNvSpPr txBox="1"/>
          <p:nvPr/>
        </p:nvSpPr>
        <p:spPr>
          <a:xfrm>
            <a:off x="6152446" y="4909484"/>
            <a:ext cx="570089" cy="230832"/>
          </a:xfrm>
          <a:prstGeom prst="rect">
            <a:avLst/>
          </a:prstGeom>
          <a:noFill/>
        </p:spPr>
        <p:txBody>
          <a:bodyPr wrap="square" rtlCol="0">
            <a:spAutoFit/>
          </a:bodyPr>
          <a:lstStyle/>
          <a:p>
            <a:pPr algn="ctr"/>
            <a:r>
              <a:rPr lang="en-US" sz="900" dirty="0"/>
              <a:t>53</a:t>
            </a:r>
          </a:p>
        </p:txBody>
      </p:sp>
      <p:sp>
        <p:nvSpPr>
          <p:cNvPr id="31" name="TextBox 30">
            <a:extLst>
              <a:ext uri="{FF2B5EF4-FFF2-40B4-BE49-F238E27FC236}">
                <a16:creationId xmlns:a16="http://schemas.microsoft.com/office/drawing/2014/main" id="{71EBFD67-31E5-12E7-D0E7-72A5FE2770AD}"/>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95E34F4F-0230-1080-DFD0-0B44DD0EC590}"/>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163EE8DF-F33F-14F4-7817-6020A6DD9BD9}"/>
              </a:ext>
            </a:extLst>
          </p:cNvPr>
          <p:cNvSpPr txBox="1"/>
          <p:nvPr/>
        </p:nvSpPr>
        <p:spPr>
          <a:xfrm>
            <a:off x="6214537"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64B426B7-D620-970B-2AF3-378B7306D501}"/>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5877B7E5-F245-CC8B-CA06-1B6C7E61E69F}"/>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AAFE25CB-47C8-1D2D-AB35-33BB4FE031C6}"/>
              </a:ext>
            </a:extLst>
          </p:cNvPr>
          <p:cNvSpPr txBox="1"/>
          <p:nvPr/>
        </p:nvSpPr>
        <p:spPr>
          <a:xfrm>
            <a:off x="6714071" y="72121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AB97B94D-F801-2192-AFF0-00728164D74D}"/>
              </a:ext>
            </a:extLst>
          </p:cNvPr>
          <p:cNvSpPr txBox="1"/>
          <p:nvPr/>
        </p:nvSpPr>
        <p:spPr>
          <a:xfrm>
            <a:off x="7213604" y="72121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C2861322-E2DC-40FA-2ACE-FEB060B037E1}"/>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A5167A82-4F44-D002-6813-D85B4CCE300C}"/>
              </a:ext>
            </a:extLst>
          </p:cNvPr>
          <p:cNvSpPr txBox="1"/>
          <p:nvPr/>
        </p:nvSpPr>
        <p:spPr>
          <a:xfrm>
            <a:off x="6214537" y="3237891"/>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C68A3574-0CCB-B21E-3075-EEB6CED88182}"/>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4C6E1FD0-AF18-AB76-FDC5-661A8B042816}"/>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5" name="TextBox 34">
            <a:extLst>
              <a:ext uri="{FF2B5EF4-FFF2-40B4-BE49-F238E27FC236}">
                <a16:creationId xmlns:a16="http://schemas.microsoft.com/office/drawing/2014/main" id="{DDEDC960-BAB6-381C-4617-CBF5A6110685}"/>
              </a:ext>
            </a:extLst>
          </p:cNvPr>
          <p:cNvSpPr txBox="1"/>
          <p:nvPr/>
        </p:nvSpPr>
        <p:spPr>
          <a:xfrm>
            <a:off x="7213604" y="3237891"/>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E9446169-9850-68E1-5D22-359ED821FC7B}"/>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EA28FCD8-5A40-AB4F-526A-AA80B1E713FC}"/>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9" name="TextBox 38">
            <a:extLst>
              <a:ext uri="{FF2B5EF4-FFF2-40B4-BE49-F238E27FC236}">
                <a16:creationId xmlns:a16="http://schemas.microsoft.com/office/drawing/2014/main" id="{2A2F044B-C397-D8E1-ACC2-D054C0B4CC86}"/>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83040262-E781-2D9E-CBCC-2B4A4014E2F5}"/>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41" name="TextBox 40">
            <a:extLst>
              <a:ext uri="{FF2B5EF4-FFF2-40B4-BE49-F238E27FC236}">
                <a16:creationId xmlns:a16="http://schemas.microsoft.com/office/drawing/2014/main" id="{8D6C1CCA-5C9F-4C7E-C0AD-8E5CA5B801DB}"/>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8D505B94-7142-120D-2456-475F5C0B23C3}"/>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43" name="TextBox 42">
            <a:extLst>
              <a:ext uri="{FF2B5EF4-FFF2-40B4-BE49-F238E27FC236}">
                <a16:creationId xmlns:a16="http://schemas.microsoft.com/office/drawing/2014/main" id="{477059FC-21CC-2141-0371-B1729E09636E}"/>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CFA14B7C-7DF6-C2F8-2D70-6A1A462FB101}"/>
              </a:ext>
            </a:extLst>
          </p:cNvPr>
          <p:cNvSpPr txBox="1"/>
          <p:nvPr/>
        </p:nvSpPr>
        <p:spPr>
          <a:xfrm>
            <a:off x="4143022" y="3406653"/>
            <a:ext cx="570089" cy="230832"/>
          </a:xfrm>
          <a:prstGeom prst="rect">
            <a:avLst/>
          </a:prstGeom>
          <a:noFill/>
        </p:spPr>
        <p:txBody>
          <a:bodyPr wrap="square" rtlCol="0">
            <a:spAutoFit/>
          </a:bodyPr>
          <a:lstStyle/>
          <a:p>
            <a:pPr algn="ctr"/>
            <a:r>
              <a:rPr lang="en-US" sz="900" dirty="0"/>
              <a:t>146</a:t>
            </a:r>
          </a:p>
        </p:txBody>
      </p:sp>
      <p:sp>
        <p:nvSpPr>
          <p:cNvPr id="50" name="TextBox 49">
            <a:extLst>
              <a:ext uri="{FF2B5EF4-FFF2-40B4-BE49-F238E27FC236}">
                <a16:creationId xmlns:a16="http://schemas.microsoft.com/office/drawing/2014/main" id="{ADB8D75E-2ED1-9B30-D402-9881F3E9387C}"/>
              </a:ext>
            </a:extLst>
          </p:cNvPr>
          <p:cNvSpPr txBox="1"/>
          <p:nvPr/>
        </p:nvSpPr>
        <p:spPr>
          <a:xfrm>
            <a:off x="4143022" y="4408541"/>
            <a:ext cx="570089" cy="230832"/>
          </a:xfrm>
          <a:prstGeom prst="rect">
            <a:avLst/>
          </a:prstGeom>
          <a:noFill/>
        </p:spPr>
        <p:txBody>
          <a:bodyPr wrap="square" rtlCol="0">
            <a:spAutoFit/>
          </a:bodyPr>
          <a:lstStyle/>
          <a:p>
            <a:pPr algn="ctr"/>
            <a:r>
              <a:rPr lang="en-US" sz="900" dirty="0"/>
              <a:t>146</a:t>
            </a:r>
          </a:p>
        </p:txBody>
      </p:sp>
      <p:sp>
        <p:nvSpPr>
          <p:cNvPr id="51" name="TextBox 50">
            <a:extLst>
              <a:ext uri="{FF2B5EF4-FFF2-40B4-BE49-F238E27FC236}">
                <a16:creationId xmlns:a16="http://schemas.microsoft.com/office/drawing/2014/main" id="{47FF87D7-620E-1CF4-1D78-BD53B268AE56}"/>
              </a:ext>
            </a:extLst>
          </p:cNvPr>
          <p:cNvSpPr txBox="1"/>
          <p:nvPr/>
        </p:nvSpPr>
        <p:spPr>
          <a:xfrm>
            <a:off x="4143022" y="4909484"/>
            <a:ext cx="570089" cy="230832"/>
          </a:xfrm>
          <a:prstGeom prst="rect">
            <a:avLst/>
          </a:prstGeom>
          <a:noFill/>
        </p:spPr>
        <p:txBody>
          <a:bodyPr wrap="square" rtlCol="0">
            <a:spAutoFit/>
          </a:bodyPr>
          <a:lstStyle/>
          <a:p>
            <a:pPr algn="ctr"/>
            <a:r>
              <a:rPr lang="en-US" sz="900" dirty="0"/>
              <a:t>146</a:t>
            </a:r>
          </a:p>
        </p:txBody>
      </p:sp>
      <p:sp>
        <p:nvSpPr>
          <p:cNvPr id="52" name="TextBox 51">
            <a:extLst>
              <a:ext uri="{FF2B5EF4-FFF2-40B4-BE49-F238E27FC236}">
                <a16:creationId xmlns:a16="http://schemas.microsoft.com/office/drawing/2014/main" id="{3E4E876B-B663-D516-A7FB-819753EBBA41}"/>
              </a:ext>
            </a:extLst>
          </p:cNvPr>
          <p:cNvSpPr txBox="1"/>
          <p:nvPr/>
        </p:nvSpPr>
        <p:spPr>
          <a:xfrm>
            <a:off x="4216401" y="2231221"/>
            <a:ext cx="462845" cy="584775"/>
          </a:xfrm>
          <a:prstGeom prst="rect">
            <a:avLst/>
          </a:prstGeom>
          <a:noFill/>
        </p:spPr>
        <p:txBody>
          <a:bodyPr wrap="square" rtlCol="0">
            <a:spAutoFit/>
          </a:bodyPr>
          <a:lstStyle/>
          <a:p>
            <a:pPr algn="ctr"/>
            <a:r>
              <a:rPr lang="en-US" sz="3200" dirty="0"/>
              <a:t>7</a:t>
            </a:r>
          </a:p>
        </p:txBody>
      </p:sp>
      <p:sp>
        <p:nvSpPr>
          <p:cNvPr id="46" name="TextBox 45">
            <a:extLst>
              <a:ext uri="{FF2B5EF4-FFF2-40B4-BE49-F238E27FC236}">
                <a16:creationId xmlns:a16="http://schemas.microsoft.com/office/drawing/2014/main" id="{7DCAF618-4410-257D-46E5-E292A8DB3800}"/>
              </a:ext>
            </a:extLst>
          </p:cNvPr>
          <p:cNvSpPr txBox="1"/>
          <p:nvPr/>
        </p:nvSpPr>
        <p:spPr>
          <a:xfrm>
            <a:off x="3640666" y="901933"/>
            <a:ext cx="570089" cy="230832"/>
          </a:xfrm>
          <a:prstGeom prst="rect">
            <a:avLst/>
          </a:prstGeom>
          <a:noFill/>
        </p:spPr>
        <p:txBody>
          <a:bodyPr wrap="square" rtlCol="0">
            <a:spAutoFit/>
          </a:bodyPr>
          <a:lstStyle/>
          <a:p>
            <a:pPr algn="ctr"/>
            <a:r>
              <a:rPr lang="en-US" sz="900" dirty="0"/>
              <a:t>64</a:t>
            </a:r>
          </a:p>
        </p:txBody>
      </p:sp>
      <p:sp>
        <p:nvSpPr>
          <p:cNvPr id="53" name="TextBox 52">
            <a:extLst>
              <a:ext uri="{FF2B5EF4-FFF2-40B4-BE49-F238E27FC236}">
                <a16:creationId xmlns:a16="http://schemas.microsoft.com/office/drawing/2014/main" id="{AA86D841-5491-640A-7632-67C19919531A}"/>
              </a:ext>
            </a:extLst>
          </p:cNvPr>
          <p:cNvSpPr txBox="1"/>
          <p:nvPr/>
        </p:nvSpPr>
        <p:spPr>
          <a:xfrm>
            <a:off x="3138310" y="901933"/>
            <a:ext cx="570089" cy="230832"/>
          </a:xfrm>
          <a:prstGeom prst="rect">
            <a:avLst/>
          </a:prstGeom>
          <a:noFill/>
        </p:spPr>
        <p:txBody>
          <a:bodyPr wrap="square" rtlCol="0">
            <a:spAutoFit/>
          </a:bodyPr>
          <a:lstStyle/>
          <a:p>
            <a:pPr algn="ctr"/>
            <a:r>
              <a:rPr lang="en-US" sz="900" dirty="0"/>
              <a:t>46</a:t>
            </a:r>
          </a:p>
        </p:txBody>
      </p:sp>
      <p:sp>
        <p:nvSpPr>
          <p:cNvPr id="54" name="TextBox 53">
            <a:extLst>
              <a:ext uri="{FF2B5EF4-FFF2-40B4-BE49-F238E27FC236}">
                <a16:creationId xmlns:a16="http://schemas.microsoft.com/office/drawing/2014/main" id="{8B504B6D-86E6-1A2D-9CCC-85D884B3960C}"/>
              </a:ext>
            </a:extLst>
          </p:cNvPr>
          <p:cNvSpPr txBox="1"/>
          <p:nvPr/>
        </p:nvSpPr>
        <p:spPr>
          <a:xfrm>
            <a:off x="3640666" y="1402877"/>
            <a:ext cx="570089" cy="230832"/>
          </a:xfrm>
          <a:prstGeom prst="rect">
            <a:avLst/>
          </a:prstGeom>
          <a:noFill/>
        </p:spPr>
        <p:txBody>
          <a:bodyPr wrap="square" rtlCol="0">
            <a:spAutoFit/>
          </a:bodyPr>
          <a:lstStyle/>
          <a:p>
            <a:pPr algn="ctr"/>
            <a:r>
              <a:rPr lang="en-US" sz="900" dirty="0"/>
              <a:t>32</a:t>
            </a:r>
          </a:p>
        </p:txBody>
      </p:sp>
      <p:sp>
        <p:nvSpPr>
          <p:cNvPr id="55" name="TextBox 54">
            <a:extLst>
              <a:ext uri="{FF2B5EF4-FFF2-40B4-BE49-F238E27FC236}">
                <a16:creationId xmlns:a16="http://schemas.microsoft.com/office/drawing/2014/main" id="{DE6AEC0B-68E6-2B26-B2DE-3A5800AB4142}"/>
              </a:ext>
            </a:extLst>
          </p:cNvPr>
          <p:cNvSpPr txBox="1"/>
          <p:nvPr/>
        </p:nvSpPr>
        <p:spPr>
          <a:xfrm>
            <a:off x="3138310" y="1402877"/>
            <a:ext cx="570089" cy="230832"/>
          </a:xfrm>
          <a:prstGeom prst="rect">
            <a:avLst/>
          </a:prstGeom>
          <a:noFill/>
        </p:spPr>
        <p:txBody>
          <a:bodyPr wrap="square" rtlCol="0">
            <a:spAutoFit/>
          </a:bodyPr>
          <a:lstStyle/>
          <a:p>
            <a:pPr algn="ctr"/>
            <a:r>
              <a:rPr lang="en-US" sz="900" dirty="0"/>
              <a:t>23</a:t>
            </a:r>
          </a:p>
        </p:txBody>
      </p:sp>
      <p:sp>
        <p:nvSpPr>
          <p:cNvPr id="56" name="TextBox 55">
            <a:extLst>
              <a:ext uri="{FF2B5EF4-FFF2-40B4-BE49-F238E27FC236}">
                <a16:creationId xmlns:a16="http://schemas.microsoft.com/office/drawing/2014/main" id="{5A2B05FD-4F35-A6F1-EB87-7C182E006BA1}"/>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971B15F9-548B-5530-C596-0D3D13782B3C}"/>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57" name="TextBox 56">
            <a:extLst>
              <a:ext uri="{FF2B5EF4-FFF2-40B4-BE49-F238E27FC236}">
                <a16:creationId xmlns:a16="http://schemas.microsoft.com/office/drawing/2014/main" id="{0F2E8888-7A66-54B5-BB07-846A371AA091}"/>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14" name="TextBox 13">
            <a:extLst>
              <a:ext uri="{FF2B5EF4-FFF2-40B4-BE49-F238E27FC236}">
                <a16:creationId xmlns:a16="http://schemas.microsoft.com/office/drawing/2014/main" id="{88B0ADA7-92D6-C737-F907-46011F8DFE77}"/>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28" name="TextBox 27">
            <a:extLst>
              <a:ext uri="{FF2B5EF4-FFF2-40B4-BE49-F238E27FC236}">
                <a16:creationId xmlns:a16="http://schemas.microsoft.com/office/drawing/2014/main" id="{73BC5CE0-EE72-68AA-9DB3-6CC0D2F3D8D8}"/>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FA2CF072-9977-9B80-C893-CB5C29D5F389}"/>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638AE410-E200-66F2-AA41-A05DBFEFABBF}"/>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61" name="TextBox 60">
            <a:extLst>
              <a:ext uri="{FF2B5EF4-FFF2-40B4-BE49-F238E27FC236}">
                <a16:creationId xmlns:a16="http://schemas.microsoft.com/office/drawing/2014/main" id="{9034F9DC-A666-CF79-2D4E-3C17F061E4E7}"/>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62" name="TextBox 61">
            <a:extLst>
              <a:ext uri="{FF2B5EF4-FFF2-40B4-BE49-F238E27FC236}">
                <a16:creationId xmlns:a16="http://schemas.microsoft.com/office/drawing/2014/main" id="{49CB21CC-E743-7E4E-A665-5D04922C660C}"/>
              </a:ext>
            </a:extLst>
          </p:cNvPr>
          <p:cNvSpPr txBox="1"/>
          <p:nvPr/>
        </p:nvSpPr>
        <p:spPr>
          <a:xfrm>
            <a:off x="5215469" y="3237891"/>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DE6787C7-AAF2-430B-5C26-97322B1F5672}"/>
              </a:ext>
            </a:extLst>
          </p:cNvPr>
          <p:cNvSpPr txBox="1"/>
          <p:nvPr/>
        </p:nvSpPr>
        <p:spPr>
          <a:xfrm>
            <a:off x="3640666" y="2404765"/>
            <a:ext cx="570089" cy="230832"/>
          </a:xfrm>
          <a:prstGeom prst="rect">
            <a:avLst/>
          </a:prstGeom>
          <a:noFill/>
        </p:spPr>
        <p:txBody>
          <a:bodyPr wrap="square" rtlCol="0">
            <a:spAutoFit/>
          </a:bodyPr>
          <a:lstStyle/>
          <a:p>
            <a:pPr algn="ctr"/>
            <a:r>
              <a:rPr lang="en-US" sz="900" dirty="0"/>
              <a:t>93</a:t>
            </a:r>
          </a:p>
        </p:txBody>
      </p:sp>
      <p:sp>
        <p:nvSpPr>
          <p:cNvPr id="47" name="TextBox 46">
            <a:extLst>
              <a:ext uri="{FF2B5EF4-FFF2-40B4-BE49-F238E27FC236}">
                <a16:creationId xmlns:a16="http://schemas.microsoft.com/office/drawing/2014/main" id="{73C6D910-FD19-6C8F-6E10-23B6F1D8AFE6}"/>
              </a:ext>
            </a:extLst>
          </p:cNvPr>
          <p:cNvSpPr txBox="1"/>
          <p:nvPr/>
        </p:nvSpPr>
        <p:spPr>
          <a:xfrm>
            <a:off x="3138310" y="2404765"/>
            <a:ext cx="570089" cy="230832"/>
          </a:xfrm>
          <a:prstGeom prst="rect">
            <a:avLst/>
          </a:prstGeom>
          <a:noFill/>
        </p:spPr>
        <p:txBody>
          <a:bodyPr wrap="square" rtlCol="0">
            <a:spAutoFit/>
          </a:bodyPr>
          <a:lstStyle/>
          <a:p>
            <a:pPr algn="ctr"/>
            <a:r>
              <a:rPr lang="en-US" sz="900" dirty="0"/>
              <a:t>39</a:t>
            </a:r>
          </a:p>
        </p:txBody>
      </p:sp>
      <p:sp>
        <p:nvSpPr>
          <p:cNvPr id="59" name="TextBox 58">
            <a:extLst>
              <a:ext uri="{FF2B5EF4-FFF2-40B4-BE49-F238E27FC236}">
                <a16:creationId xmlns:a16="http://schemas.microsoft.com/office/drawing/2014/main" id="{CDA4BA6B-5572-AF9A-6C34-5323CD0CF575}"/>
              </a:ext>
            </a:extLst>
          </p:cNvPr>
          <p:cNvSpPr txBox="1"/>
          <p:nvPr/>
        </p:nvSpPr>
        <p:spPr>
          <a:xfrm>
            <a:off x="3640666" y="2905709"/>
            <a:ext cx="570089" cy="230832"/>
          </a:xfrm>
          <a:prstGeom prst="rect">
            <a:avLst/>
          </a:prstGeom>
          <a:noFill/>
        </p:spPr>
        <p:txBody>
          <a:bodyPr wrap="square" rtlCol="0">
            <a:spAutoFit/>
          </a:bodyPr>
          <a:lstStyle/>
          <a:p>
            <a:pPr algn="ctr"/>
            <a:r>
              <a:rPr lang="en-US" sz="900" dirty="0"/>
              <a:t>58</a:t>
            </a:r>
          </a:p>
        </p:txBody>
      </p:sp>
      <p:sp>
        <p:nvSpPr>
          <p:cNvPr id="63" name="TextBox 62">
            <a:extLst>
              <a:ext uri="{FF2B5EF4-FFF2-40B4-BE49-F238E27FC236}">
                <a16:creationId xmlns:a16="http://schemas.microsoft.com/office/drawing/2014/main" id="{7BBA83F4-52CF-994F-2A0E-EBAA4A20B106}"/>
              </a:ext>
            </a:extLst>
          </p:cNvPr>
          <p:cNvSpPr txBox="1"/>
          <p:nvPr/>
        </p:nvSpPr>
        <p:spPr>
          <a:xfrm>
            <a:off x="3138310" y="2905709"/>
            <a:ext cx="570089" cy="230832"/>
          </a:xfrm>
          <a:prstGeom prst="rect">
            <a:avLst/>
          </a:prstGeom>
          <a:noFill/>
        </p:spPr>
        <p:txBody>
          <a:bodyPr wrap="square" rtlCol="0">
            <a:spAutoFit/>
          </a:bodyPr>
          <a:lstStyle/>
          <a:p>
            <a:pPr algn="ctr"/>
            <a:r>
              <a:rPr lang="en-US" sz="900" dirty="0"/>
              <a:t>85</a:t>
            </a:r>
          </a:p>
        </p:txBody>
      </p:sp>
      <p:sp>
        <p:nvSpPr>
          <p:cNvPr id="64" name="TextBox 63">
            <a:extLst>
              <a:ext uri="{FF2B5EF4-FFF2-40B4-BE49-F238E27FC236}">
                <a16:creationId xmlns:a16="http://schemas.microsoft.com/office/drawing/2014/main" id="{D015D9F6-AFEF-F8A0-F3D7-DA087690C599}"/>
              </a:ext>
            </a:extLst>
          </p:cNvPr>
          <p:cNvSpPr txBox="1"/>
          <p:nvPr/>
        </p:nvSpPr>
        <p:spPr>
          <a:xfrm>
            <a:off x="3640666" y="3406653"/>
            <a:ext cx="570089" cy="230832"/>
          </a:xfrm>
          <a:prstGeom prst="rect">
            <a:avLst/>
          </a:prstGeom>
          <a:noFill/>
        </p:spPr>
        <p:txBody>
          <a:bodyPr wrap="square" rtlCol="0">
            <a:spAutoFit/>
          </a:bodyPr>
          <a:lstStyle/>
          <a:p>
            <a:pPr algn="ctr"/>
            <a:r>
              <a:rPr lang="en-US" sz="900" dirty="0"/>
              <a:t>146</a:t>
            </a:r>
          </a:p>
        </p:txBody>
      </p:sp>
      <p:sp>
        <p:nvSpPr>
          <p:cNvPr id="65" name="TextBox 64">
            <a:extLst>
              <a:ext uri="{FF2B5EF4-FFF2-40B4-BE49-F238E27FC236}">
                <a16:creationId xmlns:a16="http://schemas.microsoft.com/office/drawing/2014/main" id="{2D8DF67F-741C-BF4F-EFA6-513C122D8780}"/>
              </a:ext>
            </a:extLst>
          </p:cNvPr>
          <p:cNvSpPr txBox="1"/>
          <p:nvPr/>
        </p:nvSpPr>
        <p:spPr>
          <a:xfrm>
            <a:off x="3138310" y="3406653"/>
            <a:ext cx="570089" cy="230832"/>
          </a:xfrm>
          <a:prstGeom prst="rect">
            <a:avLst/>
          </a:prstGeom>
          <a:noFill/>
        </p:spPr>
        <p:txBody>
          <a:bodyPr wrap="square" rtlCol="0">
            <a:spAutoFit/>
          </a:bodyPr>
          <a:lstStyle/>
          <a:p>
            <a:pPr algn="ctr"/>
            <a:r>
              <a:rPr lang="en-US" sz="900" dirty="0"/>
              <a:t>146</a:t>
            </a:r>
          </a:p>
        </p:txBody>
      </p:sp>
      <p:sp>
        <p:nvSpPr>
          <p:cNvPr id="67" name="TextBox 66">
            <a:extLst>
              <a:ext uri="{FF2B5EF4-FFF2-40B4-BE49-F238E27FC236}">
                <a16:creationId xmlns:a16="http://schemas.microsoft.com/office/drawing/2014/main" id="{5A61A59B-C0A7-75D6-A784-240E2CF41EA2}"/>
              </a:ext>
            </a:extLst>
          </p:cNvPr>
          <p:cNvSpPr txBox="1"/>
          <p:nvPr/>
        </p:nvSpPr>
        <p:spPr>
          <a:xfrm>
            <a:off x="5147734" y="3907597"/>
            <a:ext cx="570089" cy="230832"/>
          </a:xfrm>
          <a:prstGeom prst="rect">
            <a:avLst/>
          </a:prstGeom>
          <a:noFill/>
        </p:spPr>
        <p:txBody>
          <a:bodyPr wrap="square" rtlCol="0">
            <a:spAutoFit/>
          </a:bodyPr>
          <a:lstStyle/>
          <a:p>
            <a:pPr algn="ctr"/>
            <a:r>
              <a:rPr lang="en-US" sz="900" dirty="0"/>
              <a:t>79</a:t>
            </a:r>
          </a:p>
        </p:txBody>
      </p:sp>
      <p:sp>
        <p:nvSpPr>
          <p:cNvPr id="72" name="TextBox 71">
            <a:extLst>
              <a:ext uri="{FF2B5EF4-FFF2-40B4-BE49-F238E27FC236}">
                <a16:creationId xmlns:a16="http://schemas.microsoft.com/office/drawing/2014/main" id="{FB1F7F11-4291-80AE-9E6E-A83AD469E41B}"/>
              </a:ext>
            </a:extLst>
          </p:cNvPr>
          <p:cNvSpPr txBox="1"/>
          <p:nvPr/>
        </p:nvSpPr>
        <p:spPr>
          <a:xfrm>
            <a:off x="4645378" y="4408541"/>
            <a:ext cx="570089" cy="230832"/>
          </a:xfrm>
          <a:prstGeom prst="rect">
            <a:avLst/>
          </a:prstGeom>
          <a:noFill/>
        </p:spPr>
        <p:txBody>
          <a:bodyPr wrap="square" rtlCol="0">
            <a:spAutoFit/>
          </a:bodyPr>
          <a:lstStyle/>
          <a:p>
            <a:pPr algn="ctr"/>
            <a:r>
              <a:rPr lang="en-US" sz="900" dirty="0"/>
              <a:t>12</a:t>
            </a:r>
          </a:p>
        </p:txBody>
      </p:sp>
      <p:sp>
        <p:nvSpPr>
          <p:cNvPr id="73" name="TextBox 72">
            <a:extLst>
              <a:ext uri="{FF2B5EF4-FFF2-40B4-BE49-F238E27FC236}">
                <a16:creationId xmlns:a16="http://schemas.microsoft.com/office/drawing/2014/main" id="{55631111-7BB7-F1AF-0C60-20459A74A7F1}"/>
              </a:ext>
            </a:extLst>
          </p:cNvPr>
          <p:cNvSpPr txBox="1"/>
          <p:nvPr/>
        </p:nvSpPr>
        <p:spPr>
          <a:xfrm>
            <a:off x="5147734" y="4408541"/>
            <a:ext cx="570089" cy="230832"/>
          </a:xfrm>
          <a:prstGeom prst="rect">
            <a:avLst/>
          </a:prstGeom>
          <a:noFill/>
        </p:spPr>
        <p:txBody>
          <a:bodyPr wrap="square" rtlCol="0">
            <a:spAutoFit/>
          </a:bodyPr>
          <a:lstStyle/>
          <a:p>
            <a:pPr algn="ctr"/>
            <a:r>
              <a:rPr lang="en-US" sz="900" dirty="0"/>
              <a:t>34679</a:t>
            </a:r>
          </a:p>
        </p:txBody>
      </p:sp>
      <p:sp>
        <p:nvSpPr>
          <p:cNvPr id="74" name="TextBox 73">
            <a:extLst>
              <a:ext uri="{FF2B5EF4-FFF2-40B4-BE49-F238E27FC236}">
                <a16:creationId xmlns:a16="http://schemas.microsoft.com/office/drawing/2014/main" id="{AF3C07B5-6AB8-5B87-05D8-8D832EBC24A3}"/>
              </a:ext>
            </a:extLst>
          </p:cNvPr>
          <p:cNvSpPr txBox="1"/>
          <p:nvPr/>
        </p:nvSpPr>
        <p:spPr>
          <a:xfrm>
            <a:off x="5650090" y="4408541"/>
            <a:ext cx="570089" cy="230832"/>
          </a:xfrm>
          <a:prstGeom prst="rect">
            <a:avLst/>
          </a:prstGeom>
          <a:noFill/>
        </p:spPr>
        <p:txBody>
          <a:bodyPr wrap="square" rtlCol="0">
            <a:spAutoFit/>
          </a:bodyPr>
          <a:lstStyle/>
          <a:p>
            <a:pPr algn="ctr"/>
            <a:r>
              <a:rPr lang="en-US" sz="900" dirty="0"/>
              <a:t>5789</a:t>
            </a:r>
          </a:p>
        </p:txBody>
      </p:sp>
      <p:sp>
        <p:nvSpPr>
          <p:cNvPr id="75" name="TextBox 74">
            <a:extLst>
              <a:ext uri="{FF2B5EF4-FFF2-40B4-BE49-F238E27FC236}">
                <a16:creationId xmlns:a16="http://schemas.microsoft.com/office/drawing/2014/main" id="{062CAD5C-E06A-0F0F-D939-62E8C90F7E91}"/>
              </a:ext>
            </a:extLst>
          </p:cNvPr>
          <p:cNvSpPr txBox="1"/>
          <p:nvPr/>
        </p:nvSpPr>
        <p:spPr>
          <a:xfrm>
            <a:off x="6654802" y="4408541"/>
            <a:ext cx="570089" cy="230832"/>
          </a:xfrm>
          <a:prstGeom prst="rect">
            <a:avLst/>
          </a:prstGeom>
          <a:noFill/>
        </p:spPr>
        <p:txBody>
          <a:bodyPr wrap="square" rtlCol="0">
            <a:spAutoFit/>
          </a:bodyPr>
          <a:lstStyle/>
          <a:p>
            <a:pPr algn="ctr"/>
            <a:r>
              <a:rPr lang="en-US" sz="900" dirty="0"/>
              <a:t>47</a:t>
            </a:r>
          </a:p>
        </p:txBody>
      </p:sp>
      <p:sp>
        <p:nvSpPr>
          <p:cNvPr id="76" name="TextBox 75">
            <a:extLst>
              <a:ext uri="{FF2B5EF4-FFF2-40B4-BE49-F238E27FC236}">
                <a16:creationId xmlns:a16="http://schemas.microsoft.com/office/drawing/2014/main" id="{0FB591B3-381F-CD62-51B4-57140C24E389}"/>
              </a:ext>
            </a:extLst>
          </p:cNvPr>
          <p:cNvSpPr txBox="1"/>
          <p:nvPr/>
        </p:nvSpPr>
        <p:spPr>
          <a:xfrm>
            <a:off x="7157158" y="4408541"/>
            <a:ext cx="570089" cy="230832"/>
          </a:xfrm>
          <a:prstGeom prst="rect">
            <a:avLst/>
          </a:prstGeom>
          <a:noFill/>
        </p:spPr>
        <p:txBody>
          <a:bodyPr wrap="square" rtlCol="0">
            <a:spAutoFit/>
          </a:bodyPr>
          <a:lstStyle/>
          <a:p>
            <a:pPr algn="ctr"/>
            <a:r>
              <a:rPr lang="en-US" sz="900" dirty="0"/>
              <a:t>89</a:t>
            </a:r>
          </a:p>
        </p:txBody>
      </p:sp>
      <p:sp>
        <p:nvSpPr>
          <p:cNvPr id="77" name="TextBox 76">
            <a:extLst>
              <a:ext uri="{FF2B5EF4-FFF2-40B4-BE49-F238E27FC236}">
                <a16:creationId xmlns:a16="http://schemas.microsoft.com/office/drawing/2014/main" id="{490C2762-18A6-2702-537A-2324D06FC364}"/>
              </a:ext>
            </a:extLst>
          </p:cNvPr>
          <p:cNvSpPr txBox="1"/>
          <p:nvPr/>
        </p:nvSpPr>
        <p:spPr>
          <a:xfrm>
            <a:off x="4645378" y="4909484"/>
            <a:ext cx="570089" cy="230832"/>
          </a:xfrm>
          <a:prstGeom prst="rect">
            <a:avLst/>
          </a:prstGeom>
          <a:noFill/>
        </p:spPr>
        <p:txBody>
          <a:bodyPr wrap="square" rtlCol="0">
            <a:spAutoFit/>
          </a:bodyPr>
          <a:lstStyle/>
          <a:p>
            <a:pPr algn="ctr"/>
            <a:r>
              <a:rPr lang="en-US" sz="900" dirty="0"/>
              <a:t>21</a:t>
            </a:r>
          </a:p>
        </p:txBody>
      </p:sp>
      <p:sp>
        <p:nvSpPr>
          <p:cNvPr id="78" name="TextBox 77">
            <a:extLst>
              <a:ext uri="{FF2B5EF4-FFF2-40B4-BE49-F238E27FC236}">
                <a16:creationId xmlns:a16="http://schemas.microsoft.com/office/drawing/2014/main" id="{E388FD29-4512-004D-F2EB-12C701A06C48}"/>
              </a:ext>
            </a:extLst>
          </p:cNvPr>
          <p:cNvSpPr txBox="1"/>
          <p:nvPr/>
        </p:nvSpPr>
        <p:spPr>
          <a:xfrm>
            <a:off x="5147734" y="4909484"/>
            <a:ext cx="570089" cy="230832"/>
          </a:xfrm>
          <a:prstGeom prst="rect">
            <a:avLst/>
          </a:prstGeom>
          <a:noFill/>
        </p:spPr>
        <p:txBody>
          <a:bodyPr wrap="square" rtlCol="0">
            <a:spAutoFit/>
          </a:bodyPr>
          <a:lstStyle/>
          <a:p>
            <a:pPr algn="ctr"/>
            <a:r>
              <a:rPr lang="en-US" sz="900" dirty="0"/>
              <a:t>34679</a:t>
            </a:r>
          </a:p>
        </p:txBody>
      </p:sp>
      <p:sp>
        <p:nvSpPr>
          <p:cNvPr id="79" name="TextBox 78">
            <a:extLst>
              <a:ext uri="{FF2B5EF4-FFF2-40B4-BE49-F238E27FC236}">
                <a16:creationId xmlns:a16="http://schemas.microsoft.com/office/drawing/2014/main" id="{4FD80502-A09D-96FA-6D85-704967E5A1C4}"/>
              </a:ext>
            </a:extLst>
          </p:cNvPr>
          <p:cNvSpPr txBox="1"/>
          <p:nvPr/>
        </p:nvSpPr>
        <p:spPr>
          <a:xfrm>
            <a:off x="5650090" y="4909484"/>
            <a:ext cx="570089" cy="230832"/>
          </a:xfrm>
          <a:prstGeom prst="rect">
            <a:avLst/>
          </a:prstGeom>
          <a:noFill/>
        </p:spPr>
        <p:txBody>
          <a:bodyPr wrap="square" rtlCol="0">
            <a:spAutoFit/>
          </a:bodyPr>
          <a:lstStyle/>
          <a:p>
            <a:pPr algn="ctr"/>
            <a:r>
              <a:rPr lang="en-US" sz="900" dirty="0"/>
              <a:t>5789</a:t>
            </a:r>
          </a:p>
        </p:txBody>
      </p:sp>
      <p:sp>
        <p:nvSpPr>
          <p:cNvPr id="80" name="TextBox 79">
            <a:extLst>
              <a:ext uri="{FF2B5EF4-FFF2-40B4-BE49-F238E27FC236}">
                <a16:creationId xmlns:a16="http://schemas.microsoft.com/office/drawing/2014/main" id="{1E004596-6110-D320-38D6-7A156D460F22}"/>
              </a:ext>
            </a:extLst>
          </p:cNvPr>
          <p:cNvSpPr txBox="1"/>
          <p:nvPr/>
        </p:nvSpPr>
        <p:spPr>
          <a:xfrm>
            <a:off x="6654802" y="4909484"/>
            <a:ext cx="570089" cy="230832"/>
          </a:xfrm>
          <a:prstGeom prst="rect">
            <a:avLst/>
          </a:prstGeom>
          <a:noFill/>
        </p:spPr>
        <p:txBody>
          <a:bodyPr wrap="square" rtlCol="0">
            <a:spAutoFit/>
          </a:bodyPr>
          <a:lstStyle/>
          <a:p>
            <a:pPr algn="ctr"/>
            <a:r>
              <a:rPr lang="en-US" sz="900" dirty="0"/>
              <a:t>74</a:t>
            </a:r>
          </a:p>
        </p:txBody>
      </p:sp>
      <p:sp>
        <p:nvSpPr>
          <p:cNvPr id="81" name="TextBox 80">
            <a:extLst>
              <a:ext uri="{FF2B5EF4-FFF2-40B4-BE49-F238E27FC236}">
                <a16:creationId xmlns:a16="http://schemas.microsoft.com/office/drawing/2014/main" id="{A2B9613C-6F15-AECF-0265-9670CC9CB124}"/>
              </a:ext>
            </a:extLst>
          </p:cNvPr>
          <p:cNvSpPr txBox="1"/>
          <p:nvPr/>
        </p:nvSpPr>
        <p:spPr>
          <a:xfrm>
            <a:off x="7157158" y="4909484"/>
            <a:ext cx="570089" cy="230832"/>
          </a:xfrm>
          <a:prstGeom prst="rect">
            <a:avLst/>
          </a:prstGeom>
          <a:noFill/>
        </p:spPr>
        <p:txBody>
          <a:bodyPr wrap="square" rtlCol="0">
            <a:spAutoFit/>
          </a:bodyPr>
          <a:lstStyle/>
          <a:p>
            <a:pPr algn="ctr"/>
            <a:r>
              <a:rPr lang="en-US" sz="900" dirty="0"/>
              <a:t>98</a:t>
            </a:r>
          </a:p>
        </p:txBody>
      </p:sp>
      <p:sp>
        <p:nvSpPr>
          <p:cNvPr id="82" name="TextBox 81">
            <a:extLst>
              <a:ext uri="{FF2B5EF4-FFF2-40B4-BE49-F238E27FC236}">
                <a16:creationId xmlns:a16="http://schemas.microsoft.com/office/drawing/2014/main" id="{47648DBB-D3F9-770D-B73B-F6A0AA2C48B8}"/>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83" name="TextBox 82">
            <a:extLst>
              <a:ext uri="{FF2B5EF4-FFF2-40B4-BE49-F238E27FC236}">
                <a16:creationId xmlns:a16="http://schemas.microsoft.com/office/drawing/2014/main" id="{CCA7BED2-BB47-D1DE-0FAE-A906218A1D2D}"/>
              </a:ext>
            </a:extLst>
          </p:cNvPr>
          <p:cNvSpPr txBox="1"/>
          <p:nvPr/>
        </p:nvSpPr>
        <p:spPr>
          <a:xfrm>
            <a:off x="6714071" y="3741226"/>
            <a:ext cx="462845" cy="584775"/>
          </a:xfrm>
          <a:prstGeom prst="rect">
            <a:avLst/>
          </a:prstGeom>
          <a:noFill/>
        </p:spPr>
        <p:txBody>
          <a:bodyPr wrap="square" rtlCol="0">
            <a:spAutoFit/>
          </a:bodyPr>
          <a:lstStyle/>
          <a:p>
            <a:pPr algn="ctr"/>
            <a:r>
              <a:rPr lang="en-US" sz="3200" dirty="0"/>
              <a:t>1</a:t>
            </a:r>
          </a:p>
        </p:txBody>
      </p:sp>
      <p:sp>
        <p:nvSpPr>
          <p:cNvPr id="69" name="TextBox 68">
            <a:extLst>
              <a:ext uri="{FF2B5EF4-FFF2-40B4-BE49-F238E27FC236}">
                <a16:creationId xmlns:a16="http://schemas.microsoft.com/office/drawing/2014/main" id="{91E078FB-7D4B-8EDA-D38B-CB80CE70E152}"/>
              </a:ext>
            </a:extLst>
          </p:cNvPr>
          <p:cNvSpPr txBox="1"/>
          <p:nvPr/>
        </p:nvSpPr>
        <p:spPr>
          <a:xfrm>
            <a:off x="6214537" y="2734556"/>
            <a:ext cx="462845" cy="584775"/>
          </a:xfrm>
          <a:prstGeom prst="rect">
            <a:avLst/>
          </a:prstGeom>
          <a:noFill/>
        </p:spPr>
        <p:txBody>
          <a:bodyPr wrap="square" rtlCol="0">
            <a:spAutoFit/>
          </a:bodyPr>
          <a:lstStyle/>
          <a:p>
            <a:pPr algn="ctr"/>
            <a:r>
              <a:rPr lang="en-US" sz="3200" dirty="0"/>
              <a:t>1</a:t>
            </a:r>
          </a:p>
        </p:txBody>
      </p:sp>
      <p:sp>
        <p:nvSpPr>
          <p:cNvPr id="70" name="TextBox 69">
            <a:extLst>
              <a:ext uri="{FF2B5EF4-FFF2-40B4-BE49-F238E27FC236}">
                <a16:creationId xmlns:a16="http://schemas.microsoft.com/office/drawing/2014/main" id="{03BBB513-F6E0-1A83-7F3A-905B6CE638EA}"/>
              </a:ext>
            </a:extLst>
          </p:cNvPr>
          <p:cNvSpPr txBox="1"/>
          <p:nvPr/>
        </p:nvSpPr>
        <p:spPr>
          <a:xfrm>
            <a:off x="6714071" y="2734556"/>
            <a:ext cx="462845" cy="584775"/>
          </a:xfrm>
          <a:prstGeom prst="rect">
            <a:avLst/>
          </a:prstGeom>
          <a:noFill/>
        </p:spPr>
        <p:txBody>
          <a:bodyPr wrap="square" rtlCol="0">
            <a:spAutoFit/>
          </a:bodyPr>
          <a:lstStyle/>
          <a:p>
            <a:pPr algn="ctr"/>
            <a:r>
              <a:rPr lang="en-US" sz="3200" dirty="0"/>
              <a:t>6</a:t>
            </a:r>
          </a:p>
        </p:txBody>
      </p:sp>
      <p:sp>
        <p:nvSpPr>
          <p:cNvPr id="29" name="TextBox 28">
            <a:extLst>
              <a:ext uri="{FF2B5EF4-FFF2-40B4-BE49-F238E27FC236}">
                <a16:creationId xmlns:a16="http://schemas.microsoft.com/office/drawing/2014/main" id="{B1AD5198-6BE2-0A13-ED3C-A5327BC200C4}"/>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6840BCDE-A9C8-7AA1-6E3D-0ACC6FC69F82}"/>
              </a:ext>
            </a:extLst>
          </p:cNvPr>
          <p:cNvSpPr txBox="1"/>
          <p:nvPr/>
        </p:nvSpPr>
        <p:spPr>
          <a:xfrm>
            <a:off x="4216401" y="3741226"/>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07DFA822-E31A-C73D-94D0-01419D4F2D81}"/>
              </a:ext>
            </a:extLst>
          </p:cNvPr>
          <p:cNvSpPr txBox="1"/>
          <p:nvPr/>
        </p:nvSpPr>
        <p:spPr>
          <a:xfrm>
            <a:off x="6714071" y="1224551"/>
            <a:ext cx="462845" cy="584775"/>
          </a:xfrm>
          <a:prstGeom prst="rect">
            <a:avLst/>
          </a:prstGeom>
          <a:noFill/>
        </p:spPr>
        <p:txBody>
          <a:bodyPr wrap="square" rtlCol="0">
            <a:spAutoFit/>
          </a:bodyPr>
          <a:lstStyle/>
          <a:p>
            <a:pPr algn="ctr"/>
            <a:r>
              <a:rPr lang="en-US" sz="3200" dirty="0"/>
              <a:t>5</a:t>
            </a:r>
          </a:p>
        </p:txBody>
      </p:sp>
      <p:sp>
        <p:nvSpPr>
          <p:cNvPr id="49" name="TextBox 48">
            <a:extLst>
              <a:ext uri="{FF2B5EF4-FFF2-40B4-BE49-F238E27FC236}">
                <a16:creationId xmlns:a16="http://schemas.microsoft.com/office/drawing/2014/main" id="{C547C308-3155-2E10-433F-4915BCE69F7B}"/>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84" name="TextBox 83">
            <a:extLst>
              <a:ext uri="{FF2B5EF4-FFF2-40B4-BE49-F238E27FC236}">
                <a16:creationId xmlns:a16="http://schemas.microsoft.com/office/drawing/2014/main" id="{893367F0-3A56-A6B5-FA8A-6F15945EAB4D}"/>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85" name="TextBox 84">
            <a:extLst>
              <a:ext uri="{FF2B5EF4-FFF2-40B4-BE49-F238E27FC236}">
                <a16:creationId xmlns:a16="http://schemas.microsoft.com/office/drawing/2014/main" id="{02637C43-CE4C-D4C3-EDF6-D8D692DBF60C}"/>
              </a:ext>
            </a:extLst>
          </p:cNvPr>
          <p:cNvSpPr txBox="1"/>
          <p:nvPr/>
        </p:nvSpPr>
        <p:spPr>
          <a:xfrm>
            <a:off x="5215469" y="1224551"/>
            <a:ext cx="462845" cy="584775"/>
          </a:xfrm>
          <a:prstGeom prst="rect">
            <a:avLst/>
          </a:prstGeom>
          <a:noFill/>
        </p:spPr>
        <p:txBody>
          <a:bodyPr wrap="square" rtlCol="0">
            <a:spAutoFit/>
          </a:bodyPr>
          <a:lstStyle/>
          <a:p>
            <a:pPr algn="ctr"/>
            <a:r>
              <a:rPr lang="en-US" sz="3200" dirty="0"/>
              <a:t>4</a:t>
            </a:r>
          </a:p>
        </p:txBody>
      </p:sp>
      <p:sp>
        <p:nvSpPr>
          <p:cNvPr id="86" name="TextBox 85">
            <a:extLst>
              <a:ext uri="{FF2B5EF4-FFF2-40B4-BE49-F238E27FC236}">
                <a16:creationId xmlns:a16="http://schemas.microsoft.com/office/drawing/2014/main" id="{38486FD3-51C4-ED97-E7CD-59BDD67385D4}"/>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87" name="TextBox 86">
            <a:extLst>
              <a:ext uri="{FF2B5EF4-FFF2-40B4-BE49-F238E27FC236}">
                <a16:creationId xmlns:a16="http://schemas.microsoft.com/office/drawing/2014/main" id="{D7BDA558-614D-208D-1973-7A4D97449771}"/>
              </a:ext>
            </a:extLst>
          </p:cNvPr>
          <p:cNvSpPr txBox="1"/>
          <p:nvPr/>
        </p:nvSpPr>
        <p:spPr>
          <a:xfrm>
            <a:off x="4715935" y="1727886"/>
            <a:ext cx="462845" cy="584775"/>
          </a:xfrm>
          <a:prstGeom prst="rect">
            <a:avLst/>
          </a:prstGeom>
          <a:noFill/>
        </p:spPr>
        <p:txBody>
          <a:bodyPr wrap="square" rtlCol="0">
            <a:spAutoFit/>
          </a:bodyPr>
          <a:lstStyle/>
          <a:p>
            <a:pPr algn="ctr"/>
            <a:r>
              <a:rPr lang="en-US" sz="3200" dirty="0"/>
              <a:t>6</a:t>
            </a:r>
          </a:p>
        </p:txBody>
      </p:sp>
      <p:sp>
        <p:nvSpPr>
          <p:cNvPr id="88" name="TextBox 87">
            <a:extLst>
              <a:ext uri="{FF2B5EF4-FFF2-40B4-BE49-F238E27FC236}">
                <a16:creationId xmlns:a16="http://schemas.microsoft.com/office/drawing/2014/main" id="{993FFF2B-5536-A4BF-C57A-53F2A6045AF9}"/>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89" name="TextBox 88">
            <a:extLst>
              <a:ext uri="{FF2B5EF4-FFF2-40B4-BE49-F238E27FC236}">
                <a16:creationId xmlns:a16="http://schemas.microsoft.com/office/drawing/2014/main" id="{571B99F6-20E4-31D2-E824-9E2DE8E8EAAB}"/>
              </a:ext>
            </a:extLst>
          </p:cNvPr>
          <p:cNvSpPr txBox="1"/>
          <p:nvPr/>
        </p:nvSpPr>
        <p:spPr>
          <a:xfrm>
            <a:off x="5215469" y="2734556"/>
            <a:ext cx="462845" cy="584775"/>
          </a:xfrm>
          <a:prstGeom prst="rect">
            <a:avLst/>
          </a:prstGeom>
          <a:noFill/>
        </p:spPr>
        <p:txBody>
          <a:bodyPr wrap="square" rtlCol="0">
            <a:spAutoFit/>
          </a:bodyPr>
          <a:lstStyle/>
          <a:p>
            <a:pPr algn="ctr"/>
            <a:r>
              <a:rPr lang="en-US" sz="3200" dirty="0"/>
              <a:t>7</a:t>
            </a:r>
          </a:p>
        </p:txBody>
      </p:sp>
      <p:sp>
        <p:nvSpPr>
          <p:cNvPr id="90" name="TextBox 89">
            <a:extLst>
              <a:ext uri="{FF2B5EF4-FFF2-40B4-BE49-F238E27FC236}">
                <a16:creationId xmlns:a16="http://schemas.microsoft.com/office/drawing/2014/main" id="{BBBC0B88-A1CF-D4D7-D7D9-F874C2E23851}"/>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91" name="TextBox 90">
            <a:extLst>
              <a:ext uri="{FF2B5EF4-FFF2-40B4-BE49-F238E27FC236}">
                <a16:creationId xmlns:a16="http://schemas.microsoft.com/office/drawing/2014/main" id="{4C878405-0103-B61D-46EE-613D534F1BBD}"/>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92" name="TextBox 91">
            <a:extLst>
              <a:ext uri="{FF2B5EF4-FFF2-40B4-BE49-F238E27FC236}">
                <a16:creationId xmlns:a16="http://schemas.microsoft.com/office/drawing/2014/main" id="{6BF54698-0CC7-650F-11F0-5B3B62F1B169}"/>
              </a:ext>
            </a:extLst>
          </p:cNvPr>
          <p:cNvSpPr txBox="1"/>
          <p:nvPr/>
        </p:nvSpPr>
        <p:spPr>
          <a:xfrm>
            <a:off x="7213604" y="3741226"/>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19278434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B5273-EB03-5468-7827-878C275101D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ECDB211-4270-7828-DCF1-86E5439D5B91}"/>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F1AA7F95-C070-D39B-1AAE-EF8EB6E992F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00484C5-6484-24D6-5ADA-095FEF0C9EA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DFCAB25-2A30-B4BA-6861-34B7D1365DD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19434CF-AC42-D7B3-3F96-1B0EAD12CD8A}"/>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2B493562-F9EF-F0D1-C56D-1465E07E2BAC}"/>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5EBF830F-E9FF-4057-6EFD-44D2E4539D95}"/>
              </a:ext>
            </a:extLst>
          </p:cNvPr>
          <p:cNvSpPr txBox="1"/>
          <p:nvPr/>
        </p:nvSpPr>
        <p:spPr>
          <a:xfrm>
            <a:off x="3640666" y="1903821"/>
            <a:ext cx="570089" cy="230832"/>
          </a:xfrm>
          <a:prstGeom prst="rect">
            <a:avLst/>
          </a:prstGeom>
          <a:noFill/>
        </p:spPr>
        <p:txBody>
          <a:bodyPr wrap="square" rtlCol="0">
            <a:spAutoFit/>
          </a:bodyPr>
          <a:lstStyle/>
          <a:p>
            <a:pPr algn="ctr"/>
            <a:r>
              <a:rPr lang="en-US" sz="900" dirty="0"/>
              <a:t>71</a:t>
            </a:r>
          </a:p>
        </p:txBody>
      </p:sp>
      <p:sp>
        <p:nvSpPr>
          <p:cNvPr id="21" name="TextBox 20">
            <a:extLst>
              <a:ext uri="{FF2B5EF4-FFF2-40B4-BE49-F238E27FC236}">
                <a16:creationId xmlns:a16="http://schemas.microsoft.com/office/drawing/2014/main" id="{8B754677-B4D4-1312-1F9A-F467F3845D72}"/>
              </a:ext>
            </a:extLst>
          </p:cNvPr>
          <p:cNvSpPr txBox="1"/>
          <p:nvPr/>
        </p:nvSpPr>
        <p:spPr>
          <a:xfrm>
            <a:off x="3138310" y="1903821"/>
            <a:ext cx="570089" cy="230832"/>
          </a:xfrm>
          <a:prstGeom prst="rect">
            <a:avLst/>
          </a:prstGeom>
          <a:noFill/>
        </p:spPr>
        <p:txBody>
          <a:bodyPr wrap="square" rtlCol="0">
            <a:spAutoFit/>
          </a:bodyPr>
          <a:lstStyle/>
          <a:p>
            <a:pPr algn="ctr"/>
            <a:r>
              <a:rPr lang="en-US" sz="900" dirty="0"/>
              <a:t>17</a:t>
            </a:r>
          </a:p>
        </p:txBody>
      </p:sp>
      <p:sp>
        <p:nvSpPr>
          <p:cNvPr id="24" name="TextBox 23">
            <a:extLst>
              <a:ext uri="{FF2B5EF4-FFF2-40B4-BE49-F238E27FC236}">
                <a16:creationId xmlns:a16="http://schemas.microsoft.com/office/drawing/2014/main" id="{2AC9912F-C4C8-11D1-C8EE-FA053E7A876E}"/>
              </a:ext>
            </a:extLst>
          </p:cNvPr>
          <p:cNvSpPr txBox="1"/>
          <p:nvPr/>
        </p:nvSpPr>
        <p:spPr>
          <a:xfrm>
            <a:off x="6152446" y="4408541"/>
            <a:ext cx="570089" cy="230832"/>
          </a:xfrm>
          <a:prstGeom prst="rect">
            <a:avLst/>
          </a:prstGeom>
          <a:noFill/>
        </p:spPr>
        <p:txBody>
          <a:bodyPr wrap="square" rtlCol="0">
            <a:spAutoFit/>
          </a:bodyPr>
          <a:lstStyle/>
          <a:p>
            <a:pPr algn="ctr"/>
            <a:r>
              <a:rPr lang="en-US" sz="900" dirty="0"/>
              <a:t>35</a:t>
            </a:r>
          </a:p>
        </p:txBody>
      </p:sp>
      <p:sp>
        <p:nvSpPr>
          <p:cNvPr id="25" name="TextBox 24">
            <a:extLst>
              <a:ext uri="{FF2B5EF4-FFF2-40B4-BE49-F238E27FC236}">
                <a16:creationId xmlns:a16="http://schemas.microsoft.com/office/drawing/2014/main" id="{317ABA1E-9AFC-D7CD-E2D1-733A7CB64FDF}"/>
              </a:ext>
            </a:extLst>
          </p:cNvPr>
          <p:cNvSpPr txBox="1"/>
          <p:nvPr/>
        </p:nvSpPr>
        <p:spPr>
          <a:xfrm>
            <a:off x="6152446" y="4909484"/>
            <a:ext cx="570089" cy="230832"/>
          </a:xfrm>
          <a:prstGeom prst="rect">
            <a:avLst/>
          </a:prstGeom>
          <a:noFill/>
        </p:spPr>
        <p:txBody>
          <a:bodyPr wrap="square" rtlCol="0">
            <a:spAutoFit/>
          </a:bodyPr>
          <a:lstStyle/>
          <a:p>
            <a:pPr algn="ctr"/>
            <a:r>
              <a:rPr lang="en-US" sz="900" dirty="0"/>
              <a:t>53</a:t>
            </a:r>
          </a:p>
        </p:txBody>
      </p:sp>
      <p:sp>
        <p:nvSpPr>
          <p:cNvPr id="31" name="TextBox 30">
            <a:extLst>
              <a:ext uri="{FF2B5EF4-FFF2-40B4-BE49-F238E27FC236}">
                <a16:creationId xmlns:a16="http://schemas.microsoft.com/office/drawing/2014/main" id="{D86AD768-1CDB-279F-501A-93CCCCBE59A6}"/>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66A5CB96-8322-D75C-19C9-2A8D567A23BA}"/>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EF508D0C-4305-83EC-C44E-3B80E2463FB0}"/>
              </a:ext>
            </a:extLst>
          </p:cNvPr>
          <p:cNvSpPr txBox="1"/>
          <p:nvPr/>
        </p:nvSpPr>
        <p:spPr>
          <a:xfrm>
            <a:off x="6214537"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EE3A4EBD-B9C8-6F76-2ECD-9562894229D7}"/>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D49608D2-404F-FB14-72EF-DA625DC1E60E}"/>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5B963B8E-EFCD-B1C4-00EE-C6D537E1D2D9}"/>
              </a:ext>
            </a:extLst>
          </p:cNvPr>
          <p:cNvSpPr txBox="1"/>
          <p:nvPr/>
        </p:nvSpPr>
        <p:spPr>
          <a:xfrm>
            <a:off x="6714071" y="72121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9BC524C3-0F0E-62B9-4940-2A22694203E7}"/>
              </a:ext>
            </a:extLst>
          </p:cNvPr>
          <p:cNvSpPr txBox="1"/>
          <p:nvPr/>
        </p:nvSpPr>
        <p:spPr>
          <a:xfrm>
            <a:off x="7213604" y="72121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F4586E26-76AE-8BA8-0395-92336F9E007E}"/>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067405DC-1F50-06DF-F11E-76CE2947307E}"/>
              </a:ext>
            </a:extLst>
          </p:cNvPr>
          <p:cNvSpPr txBox="1"/>
          <p:nvPr/>
        </p:nvSpPr>
        <p:spPr>
          <a:xfrm>
            <a:off x="6214537" y="3237891"/>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C88F31A1-F03D-DD4D-0193-2C1DD64B7E32}"/>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17596133-BA10-5701-3E13-7696DA7DAF68}"/>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5" name="TextBox 34">
            <a:extLst>
              <a:ext uri="{FF2B5EF4-FFF2-40B4-BE49-F238E27FC236}">
                <a16:creationId xmlns:a16="http://schemas.microsoft.com/office/drawing/2014/main" id="{6BD66046-822B-B7FB-9532-BB9ABD8E5824}"/>
              </a:ext>
            </a:extLst>
          </p:cNvPr>
          <p:cNvSpPr txBox="1"/>
          <p:nvPr/>
        </p:nvSpPr>
        <p:spPr>
          <a:xfrm>
            <a:off x="7213604" y="3237891"/>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30B28A66-EC6F-0706-E8E5-B094085439CC}"/>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DDBDDE66-6994-E794-4490-5EB99BBB8774}"/>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9" name="TextBox 38">
            <a:extLst>
              <a:ext uri="{FF2B5EF4-FFF2-40B4-BE49-F238E27FC236}">
                <a16:creationId xmlns:a16="http://schemas.microsoft.com/office/drawing/2014/main" id="{3B2DF6C1-5D83-49AC-90DE-CDF41520843F}"/>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39384EA3-AA84-B77F-6E80-CF282123706B}"/>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41" name="TextBox 40">
            <a:extLst>
              <a:ext uri="{FF2B5EF4-FFF2-40B4-BE49-F238E27FC236}">
                <a16:creationId xmlns:a16="http://schemas.microsoft.com/office/drawing/2014/main" id="{A556C6FA-351A-0AFC-654F-A0CE5EEB119E}"/>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3D118670-ED4F-6331-5FCC-9501E8816576}"/>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43" name="TextBox 42">
            <a:extLst>
              <a:ext uri="{FF2B5EF4-FFF2-40B4-BE49-F238E27FC236}">
                <a16:creationId xmlns:a16="http://schemas.microsoft.com/office/drawing/2014/main" id="{32BC23F9-0311-9B9B-DD47-BEF0AD594F0B}"/>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BF3A07F4-B350-790C-5C63-CDED5753E5B6}"/>
              </a:ext>
            </a:extLst>
          </p:cNvPr>
          <p:cNvSpPr txBox="1"/>
          <p:nvPr/>
        </p:nvSpPr>
        <p:spPr>
          <a:xfrm>
            <a:off x="4143022" y="3406653"/>
            <a:ext cx="570089" cy="230832"/>
          </a:xfrm>
          <a:prstGeom prst="rect">
            <a:avLst/>
          </a:prstGeom>
          <a:noFill/>
        </p:spPr>
        <p:txBody>
          <a:bodyPr wrap="square" rtlCol="0">
            <a:spAutoFit/>
          </a:bodyPr>
          <a:lstStyle/>
          <a:p>
            <a:pPr algn="ctr"/>
            <a:r>
              <a:rPr lang="en-US" sz="900" dirty="0"/>
              <a:t>146</a:t>
            </a:r>
          </a:p>
        </p:txBody>
      </p:sp>
      <p:sp>
        <p:nvSpPr>
          <p:cNvPr id="50" name="TextBox 49">
            <a:extLst>
              <a:ext uri="{FF2B5EF4-FFF2-40B4-BE49-F238E27FC236}">
                <a16:creationId xmlns:a16="http://schemas.microsoft.com/office/drawing/2014/main" id="{2B4EB903-78CC-7263-C735-39DE0FC9C0E5}"/>
              </a:ext>
            </a:extLst>
          </p:cNvPr>
          <p:cNvSpPr txBox="1"/>
          <p:nvPr/>
        </p:nvSpPr>
        <p:spPr>
          <a:xfrm>
            <a:off x="4143022" y="4408541"/>
            <a:ext cx="570089" cy="230832"/>
          </a:xfrm>
          <a:prstGeom prst="rect">
            <a:avLst/>
          </a:prstGeom>
          <a:noFill/>
        </p:spPr>
        <p:txBody>
          <a:bodyPr wrap="square" rtlCol="0">
            <a:spAutoFit/>
          </a:bodyPr>
          <a:lstStyle/>
          <a:p>
            <a:pPr algn="ctr"/>
            <a:r>
              <a:rPr lang="en-US" sz="900" dirty="0"/>
              <a:t>146</a:t>
            </a:r>
          </a:p>
        </p:txBody>
      </p:sp>
      <p:sp>
        <p:nvSpPr>
          <p:cNvPr id="51" name="TextBox 50">
            <a:extLst>
              <a:ext uri="{FF2B5EF4-FFF2-40B4-BE49-F238E27FC236}">
                <a16:creationId xmlns:a16="http://schemas.microsoft.com/office/drawing/2014/main" id="{1A6783CD-0561-7E15-CE0E-50E20A0429C4}"/>
              </a:ext>
            </a:extLst>
          </p:cNvPr>
          <p:cNvSpPr txBox="1"/>
          <p:nvPr/>
        </p:nvSpPr>
        <p:spPr>
          <a:xfrm>
            <a:off x="4143022" y="4909484"/>
            <a:ext cx="570089" cy="230832"/>
          </a:xfrm>
          <a:prstGeom prst="rect">
            <a:avLst/>
          </a:prstGeom>
          <a:noFill/>
        </p:spPr>
        <p:txBody>
          <a:bodyPr wrap="square" rtlCol="0">
            <a:spAutoFit/>
          </a:bodyPr>
          <a:lstStyle/>
          <a:p>
            <a:pPr algn="ctr"/>
            <a:r>
              <a:rPr lang="en-US" sz="900" dirty="0"/>
              <a:t>146</a:t>
            </a:r>
          </a:p>
        </p:txBody>
      </p:sp>
      <p:sp>
        <p:nvSpPr>
          <p:cNvPr id="52" name="TextBox 51">
            <a:extLst>
              <a:ext uri="{FF2B5EF4-FFF2-40B4-BE49-F238E27FC236}">
                <a16:creationId xmlns:a16="http://schemas.microsoft.com/office/drawing/2014/main" id="{7AE56C92-634D-6EF9-4C74-520E88DE1DE0}"/>
              </a:ext>
            </a:extLst>
          </p:cNvPr>
          <p:cNvSpPr txBox="1"/>
          <p:nvPr/>
        </p:nvSpPr>
        <p:spPr>
          <a:xfrm>
            <a:off x="4216401" y="2231221"/>
            <a:ext cx="462845" cy="584775"/>
          </a:xfrm>
          <a:prstGeom prst="rect">
            <a:avLst/>
          </a:prstGeom>
          <a:noFill/>
        </p:spPr>
        <p:txBody>
          <a:bodyPr wrap="square" rtlCol="0">
            <a:spAutoFit/>
          </a:bodyPr>
          <a:lstStyle/>
          <a:p>
            <a:pPr algn="ctr"/>
            <a:r>
              <a:rPr lang="en-US" sz="3200" dirty="0"/>
              <a:t>7</a:t>
            </a:r>
          </a:p>
        </p:txBody>
      </p:sp>
      <p:sp>
        <p:nvSpPr>
          <p:cNvPr id="46" name="TextBox 45">
            <a:extLst>
              <a:ext uri="{FF2B5EF4-FFF2-40B4-BE49-F238E27FC236}">
                <a16:creationId xmlns:a16="http://schemas.microsoft.com/office/drawing/2014/main" id="{879D11C8-5926-8996-B0E6-54C2040A0958}"/>
              </a:ext>
            </a:extLst>
          </p:cNvPr>
          <p:cNvSpPr txBox="1"/>
          <p:nvPr/>
        </p:nvSpPr>
        <p:spPr>
          <a:xfrm>
            <a:off x="3640666" y="901933"/>
            <a:ext cx="570089" cy="230832"/>
          </a:xfrm>
          <a:prstGeom prst="rect">
            <a:avLst/>
          </a:prstGeom>
          <a:noFill/>
        </p:spPr>
        <p:txBody>
          <a:bodyPr wrap="square" rtlCol="0">
            <a:spAutoFit/>
          </a:bodyPr>
          <a:lstStyle/>
          <a:p>
            <a:pPr algn="ctr"/>
            <a:r>
              <a:rPr lang="en-US" sz="900" dirty="0"/>
              <a:t>64</a:t>
            </a:r>
          </a:p>
        </p:txBody>
      </p:sp>
      <p:sp>
        <p:nvSpPr>
          <p:cNvPr id="53" name="TextBox 52">
            <a:extLst>
              <a:ext uri="{FF2B5EF4-FFF2-40B4-BE49-F238E27FC236}">
                <a16:creationId xmlns:a16="http://schemas.microsoft.com/office/drawing/2014/main" id="{0CA618D5-BE41-F224-D6A8-DA4269A7B19E}"/>
              </a:ext>
            </a:extLst>
          </p:cNvPr>
          <p:cNvSpPr txBox="1"/>
          <p:nvPr/>
        </p:nvSpPr>
        <p:spPr>
          <a:xfrm>
            <a:off x="3138310" y="901933"/>
            <a:ext cx="570089" cy="230832"/>
          </a:xfrm>
          <a:prstGeom prst="rect">
            <a:avLst/>
          </a:prstGeom>
          <a:noFill/>
        </p:spPr>
        <p:txBody>
          <a:bodyPr wrap="square" rtlCol="0">
            <a:spAutoFit/>
          </a:bodyPr>
          <a:lstStyle/>
          <a:p>
            <a:pPr algn="ctr"/>
            <a:r>
              <a:rPr lang="en-US" sz="900" dirty="0"/>
              <a:t>46</a:t>
            </a:r>
          </a:p>
        </p:txBody>
      </p:sp>
      <p:sp>
        <p:nvSpPr>
          <p:cNvPr id="54" name="TextBox 53">
            <a:extLst>
              <a:ext uri="{FF2B5EF4-FFF2-40B4-BE49-F238E27FC236}">
                <a16:creationId xmlns:a16="http://schemas.microsoft.com/office/drawing/2014/main" id="{252BE504-5C9F-5336-5F72-00C823F3BD37}"/>
              </a:ext>
            </a:extLst>
          </p:cNvPr>
          <p:cNvSpPr txBox="1"/>
          <p:nvPr/>
        </p:nvSpPr>
        <p:spPr>
          <a:xfrm>
            <a:off x="3640666" y="1402877"/>
            <a:ext cx="570089" cy="230832"/>
          </a:xfrm>
          <a:prstGeom prst="rect">
            <a:avLst/>
          </a:prstGeom>
          <a:noFill/>
        </p:spPr>
        <p:txBody>
          <a:bodyPr wrap="square" rtlCol="0">
            <a:spAutoFit/>
          </a:bodyPr>
          <a:lstStyle/>
          <a:p>
            <a:pPr algn="ctr"/>
            <a:r>
              <a:rPr lang="en-US" sz="900" dirty="0"/>
              <a:t>32</a:t>
            </a:r>
          </a:p>
        </p:txBody>
      </p:sp>
      <p:sp>
        <p:nvSpPr>
          <p:cNvPr id="55" name="TextBox 54">
            <a:extLst>
              <a:ext uri="{FF2B5EF4-FFF2-40B4-BE49-F238E27FC236}">
                <a16:creationId xmlns:a16="http://schemas.microsoft.com/office/drawing/2014/main" id="{E9723DB9-EC2D-E6D6-8FCE-681BD4B2D447}"/>
              </a:ext>
            </a:extLst>
          </p:cNvPr>
          <p:cNvSpPr txBox="1"/>
          <p:nvPr/>
        </p:nvSpPr>
        <p:spPr>
          <a:xfrm>
            <a:off x="3138310" y="1402877"/>
            <a:ext cx="570089" cy="230832"/>
          </a:xfrm>
          <a:prstGeom prst="rect">
            <a:avLst/>
          </a:prstGeom>
          <a:noFill/>
        </p:spPr>
        <p:txBody>
          <a:bodyPr wrap="square" rtlCol="0">
            <a:spAutoFit/>
          </a:bodyPr>
          <a:lstStyle/>
          <a:p>
            <a:pPr algn="ctr"/>
            <a:r>
              <a:rPr lang="en-US" sz="900" dirty="0"/>
              <a:t>23</a:t>
            </a:r>
          </a:p>
        </p:txBody>
      </p:sp>
      <p:sp>
        <p:nvSpPr>
          <p:cNvPr id="56" name="TextBox 55">
            <a:extLst>
              <a:ext uri="{FF2B5EF4-FFF2-40B4-BE49-F238E27FC236}">
                <a16:creationId xmlns:a16="http://schemas.microsoft.com/office/drawing/2014/main" id="{CDC30F49-8EEE-D5CE-CF21-DC577E21197B}"/>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FD6B17A3-FCE5-4800-0A5A-D0BC5E25C0F5}"/>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57" name="TextBox 56">
            <a:extLst>
              <a:ext uri="{FF2B5EF4-FFF2-40B4-BE49-F238E27FC236}">
                <a16:creationId xmlns:a16="http://schemas.microsoft.com/office/drawing/2014/main" id="{D58FA8DA-FE8D-4DCF-66DF-A0C9DBB1039A}"/>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14" name="TextBox 13">
            <a:extLst>
              <a:ext uri="{FF2B5EF4-FFF2-40B4-BE49-F238E27FC236}">
                <a16:creationId xmlns:a16="http://schemas.microsoft.com/office/drawing/2014/main" id="{C5ADF2F0-022A-61F0-79BD-F4BB8FF32679}"/>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28" name="TextBox 27">
            <a:extLst>
              <a:ext uri="{FF2B5EF4-FFF2-40B4-BE49-F238E27FC236}">
                <a16:creationId xmlns:a16="http://schemas.microsoft.com/office/drawing/2014/main" id="{1AC967C3-16C6-0241-672E-8D47F9F09878}"/>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771AD9B4-CAFD-2B23-DC40-A2ACDCDB86F9}"/>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47DAA73F-C1FC-DC99-7617-8F924BD2BC5D}"/>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61" name="TextBox 60">
            <a:extLst>
              <a:ext uri="{FF2B5EF4-FFF2-40B4-BE49-F238E27FC236}">
                <a16:creationId xmlns:a16="http://schemas.microsoft.com/office/drawing/2014/main" id="{C85F1E3F-9155-17D9-DB4D-5EB0C0EE902E}"/>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62" name="TextBox 61">
            <a:extLst>
              <a:ext uri="{FF2B5EF4-FFF2-40B4-BE49-F238E27FC236}">
                <a16:creationId xmlns:a16="http://schemas.microsoft.com/office/drawing/2014/main" id="{D3D8E8FF-B712-7499-2732-DEA7D8BBCCBF}"/>
              </a:ext>
            </a:extLst>
          </p:cNvPr>
          <p:cNvSpPr txBox="1"/>
          <p:nvPr/>
        </p:nvSpPr>
        <p:spPr>
          <a:xfrm>
            <a:off x="5215469" y="3237891"/>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DC9AA02E-7389-B5CB-DB7F-AFC3BE114315}"/>
              </a:ext>
            </a:extLst>
          </p:cNvPr>
          <p:cNvSpPr txBox="1"/>
          <p:nvPr/>
        </p:nvSpPr>
        <p:spPr>
          <a:xfrm>
            <a:off x="3640666" y="2404765"/>
            <a:ext cx="570089" cy="230832"/>
          </a:xfrm>
          <a:prstGeom prst="rect">
            <a:avLst/>
          </a:prstGeom>
          <a:noFill/>
        </p:spPr>
        <p:txBody>
          <a:bodyPr wrap="square" rtlCol="0">
            <a:spAutoFit/>
          </a:bodyPr>
          <a:lstStyle/>
          <a:p>
            <a:pPr algn="ctr"/>
            <a:r>
              <a:rPr lang="en-US" sz="900" dirty="0"/>
              <a:t>93</a:t>
            </a:r>
          </a:p>
        </p:txBody>
      </p:sp>
      <p:sp>
        <p:nvSpPr>
          <p:cNvPr id="47" name="TextBox 46">
            <a:extLst>
              <a:ext uri="{FF2B5EF4-FFF2-40B4-BE49-F238E27FC236}">
                <a16:creationId xmlns:a16="http://schemas.microsoft.com/office/drawing/2014/main" id="{2FEDB255-F8BA-459F-E9B5-F1E5F094DA7E}"/>
              </a:ext>
            </a:extLst>
          </p:cNvPr>
          <p:cNvSpPr txBox="1"/>
          <p:nvPr/>
        </p:nvSpPr>
        <p:spPr>
          <a:xfrm>
            <a:off x="3138310" y="2404765"/>
            <a:ext cx="570089" cy="230832"/>
          </a:xfrm>
          <a:prstGeom prst="rect">
            <a:avLst/>
          </a:prstGeom>
          <a:noFill/>
        </p:spPr>
        <p:txBody>
          <a:bodyPr wrap="square" rtlCol="0">
            <a:spAutoFit/>
          </a:bodyPr>
          <a:lstStyle/>
          <a:p>
            <a:pPr algn="ctr"/>
            <a:r>
              <a:rPr lang="en-US" sz="900" dirty="0"/>
              <a:t>39</a:t>
            </a:r>
          </a:p>
        </p:txBody>
      </p:sp>
      <p:sp>
        <p:nvSpPr>
          <p:cNvPr id="59" name="TextBox 58">
            <a:extLst>
              <a:ext uri="{FF2B5EF4-FFF2-40B4-BE49-F238E27FC236}">
                <a16:creationId xmlns:a16="http://schemas.microsoft.com/office/drawing/2014/main" id="{BDB637E5-4F0F-7CFF-145C-E3C174576850}"/>
              </a:ext>
            </a:extLst>
          </p:cNvPr>
          <p:cNvSpPr txBox="1"/>
          <p:nvPr/>
        </p:nvSpPr>
        <p:spPr>
          <a:xfrm>
            <a:off x="3640666" y="2905709"/>
            <a:ext cx="570089" cy="230832"/>
          </a:xfrm>
          <a:prstGeom prst="rect">
            <a:avLst/>
          </a:prstGeom>
          <a:noFill/>
        </p:spPr>
        <p:txBody>
          <a:bodyPr wrap="square" rtlCol="0">
            <a:spAutoFit/>
          </a:bodyPr>
          <a:lstStyle/>
          <a:p>
            <a:pPr algn="ctr"/>
            <a:r>
              <a:rPr lang="en-US" sz="900" dirty="0"/>
              <a:t>58</a:t>
            </a:r>
          </a:p>
        </p:txBody>
      </p:sp>
      <p:sp>
        <p:nvSpPr>
          <p:cNvPr id="63" name="TextBox 62">
            <a:extLst>
              <a:ext uri="{FF2B5EF4-FFF2-40B4-BE49-F238E27FC236}">
                <a16:creationId xmlns:a16="http://schemas.microsoft.com/office/drawing/2014/main" id="{6F68B720-6D6A-7C62-8C66-6589898760FE}"/>
              </a:ext>
            </a:extLst>
          </p:cNvPr>
          <p:cNvSpPr txBox="1"/>
          <p:nvPr/>
        </p:nvSpPr>
        <p:spPr>
          <a:xfrm>
            <a:off x="3138310" y="2905709"/>
            <a:ext cx="570089" cy="230832"/>
          </a:xfrm>
          <a:prstGeom prst="rect">
            <a:avLst/>
          </a:prstGeom>
          <a:noFill/>
        </p:spPr>
        <p:txBody>
          <a:bodyPr wrap="square" rtlCol="0">
            <a:spAutoFit/>
          </a:bodyPr>
          <a:lstStyle/>
          <a:p>
            <a:pPr algn="ctr"/>
            <a:r>
              <a:rPr lang="en-US" sz="900" dirty="0"/>
              <a:t>85</a:t>
            </a:r>
          </a:p>
        </p:txBody>
      </p:sp>
      <p:sp>
        <p:nvSpPr>
          <p:cNvPr id="64" name="TextBox 63">
            <a:extLst>
              <a:ext uri="{FF2B5EF4-FFF2-40B4-BE49-F238E27FC236}">
                <a16:creationId xmlns:a16="http://schemas.microsoft.com/office/drawing/2014/main" id="{7D5C5045-A057-3D0D-8B6B-D8E1510EBD65}"/>
              </a:ext>
            </a:extLst>
          </p:cNvPr>
          <p:cNvSpPr txBox="1"/>
          <p:nvPr/>
        </p:nvSpPr>
        <p:spPr>
          <a:xfrm>
            <a:off x="3640666" y="3406653"/>
            <a:ext cx="570089" cy="230832"/>
          </a:xfrm>
          <a:prstGeom prst="rect">
            <a:avLst/>
          </a:prstGeom>
          <a:noFill/>
        </p:spPr>
        <p:txBody>
          <a:bodyPr wrap="square" rtlCol="0">
            <a:spAutoFit/>
          </a:bodyPr>
          <a:lstStyle/>
          <a:p>
            <a:pPr algn="ctr"/>
            <a:r>
              <a:rPr lang="en-US" sz="900" dirty="0"/>
              <a:t>146</a:t>
            </a:r>
          </a:p>
        </p:txBody>
      </p:sp>
      <p:sp>
        <p:nvSpPr>
          <p:cNvPr id="65" name="TextBox 64">
            <a:extLst>
              <a:ext uri="{FF2B5EF4-FFF2-40B4-BE49-F238E27FC236}">
                <a16:creationId xmlns:a16="http://schemas.microsoft.com/office/drawing/2014/main" id="{CA492B3D-F6F1-B249-DBEF-D60D167B393A}"/>
              </a:ext>
            </a:extLst>
          </p:cNvPr>
          <p:cNvSpPr txBox="1"/>
          <p:nvPr/>
        </p:nvSpPr>
        <p:spPr>
          <a:xfrm>
            <a:off x="3138310" y="3406653"/>
            <a:ext cx="570089" cy="230832"/>
          </a:xfrm>
          <a:prstGeom prst="rect">
            <a:avLst/>
          </a:prstGeom>
          <a:noFill/>
        </p:spPr>
        <p:txBody>
          <a:bodyPr wrap="square" rtlCol="0">
            <a:spAutoFit/>
          </a:bodyPr>
          <a:lstStyle/>
          <a:p>
            <a:pPr algn="ctr"/>
            <a:r>
              <a:rPr lang="en-US" sz="900" dirty="0"/>
              <a:t>146</a:t>
            </a:r>
          </a:p>
        </p:txBody>
      </p:sp>
      <p:sp>
        <p:nvSpPr>
          <p:cNvPr id="72" name="TextBox 71">
            <a:extLst>
              <a:ext uri="{FF2B5EF4-FFF2-40B4-BE49-F238E27FC236}">
                <a16:creationId xmlns:a16="http://schemas.microsoft.com/office/drawing/2014/main" id="{05126929-5A9A-9868-E0B1-905D7249B6F0}"/>
              </a:ext>
            </a:extLst>
          </p:cNvPr>
          <p:cNvSpPr txBox="1"/>
          <p:nvPr/>
        </p:nvSpPr>
        <p:spPr>
          <a:xfrm>
            <a:off x="4645378" y="4408541"/>
            <a:ext cx="570089" cy="230832"/>
          </a:xfrm>
          <a:prstGeom prst="rect">
            <a:avLst/>
          </a:prstGeom>
          <a:noFill/>
        </p:spPr>
        <p:txBody>
          <a:bodyPr wrap="square" rtlCol="0">
            <a:spAutoFit/>
          </a:bodyPr>
          <a:lstStyle/>
          <a:p>
            <a:pPr algn="ctr"/>
            <a:r>
              <a:rPr lang="en-US" sz="900" dirty="0"/>
              <a:t>12</a:t>
            </a:r>
          </a:p>
        </p:txBody>
      </p:sp>
      <p:sp>
        <p:nvSpPr>
          <p:cNvPr id="73" name="TextBox 72">
            <a:extLst>
              <a:ext uri="{FF2B5EF4-FFF2-40B4-BE49-F238E27FC236}">
                <a16:creationId xmlns:a16="http://schemas.microsoft.com/office/drawing/2014/main" id="{2F2FBC53-A942-07F0-9D3F-FE456155E29A}"/>
              </a:ext>
            </a:extLst>
          </p:cNvPr>
          <p:cNvSpPr txBox="1"/>
          <p:nvPr/>
        </p:nvSpPr>
        <p:spPr>
          <a:xfrm>
            <a:off x="5147734" y="4408541"/>
            <a:ext cx="570089" cy="230832"/>
          </a:xfrm>
          <a:prstGeom prst="rect">
            <a:avLst/>
          </a:prstGeom>
          <a:noFill/>
        </p:spPr>
        <p:txBody>
          <a:bodyPr wrap="square" rtlCol="0">
            <a:spAutoFit/>
          </a:bodyPr>
          <a:lstStyle/>
          <a:p>
            <a:pPr algn="ctr"/>
            <a:r>
              <a:rPr lang="en-US" sz="900" dirty="0"/>
              <a:t>369</a:t>
            </a:r>
          </a:p>
        </p:txBody>
      </p:sp>
      <p:sp>
        <p:nvSpPr>
          <p:cNvPr id="74" name="TextBox 73">
            <a:extLst>
              <a:ext uri="{FF2B5EF4-FFF2-40B4-BE49-F238E27FC236}">
                <a16:creationId xmlns:a16="http://schemas.microsoft.com/office/drawing/2014/main" id="{4F1E8D61-D2D9-A9DF-6629-88E73097643A}"/>
              </a:ext>
            </a:extLst>
          </p:cNvPr>
          <p:cNvSpPr txBox="1"/>
          <p:nvPr/>
        </p:nvSpPr>
        <p:spPr>
          <a:xfrm>
            <a:off x="5650090" y="4408541"/>
            <a:ext cx="570089" cy="230832"/>
          </a:xfrm>
          <a:prstGeom prst="rect">
            <a:avLst/>
          </a:prstGeom>
          <a:noFill/>
        </p:spPr>
        <p:txBody>
          <a:bodyPr wrap="square" rtlCol="0">
            <a:spAutoFit/>
          </a:bodyPr>
          <a:lstStyle/>
          <a:p>
            <a:pPr algn="ctr"/>
            <a:r>
              <a:rPr lang="en-US" sz="900" dirty="0"/>
              <a:t>78</a:t>
            </a:r>
          </a:p>
        </p:txBody>
      </p:sp>
      <p:sp>
        <p:nvSpPr>
          <p:cNvPr id="75" name="TextBox 74">
            <a:extLst>
              <a:ext uri="{FF2B5EF4-FFF2-40B4-BE49-F238E27FC236}">
                <a16:creationId xmlns:a16="http://schemas.microsoft.com/office/drawing/2014/main" id="{4EE5B0A1-9AF2-D5A5-5BD9-09A24B4B29DE}"/>
              </a:ext>
            </a:extLst>
          </p:cNvPr>
          <p:cNvSpPr txBox="1"/>
          <p:nvPr/>
        </p:nvSpPr>
        <p:spPr>
          <a:xfrm>
            <a:off x="6654802" y="4408541"/>
            <a:ext cx="570089" cy="230832"/>
          </a:xfrm>
          <a:prstGeom prst="rect">
            <a:avLst/>
          </a:prstGeom>
          <a:noFill/>
        </p:spPr>
        <p:txBody>
          <a:bodyPr wrap="square" rtlCol="0">
            <a:spAutoFit/>
          </a:bodyPr>
          <a:lstStyle/>
          <a:p>
            <a:pPr algn="ctr"/>
            <a:r>
              <a:rPr lang="en-US" sz="900" dirty="0"/>
              <a:t>47</a:t>
            </a:r>
          </a:p>
        </p:txBody>
      </p:sp>
      <p:sp>
        <p:nvSpPr>
          <p:cNvPr id="76" name="TextBox 75">
            <a:extLst>
              <a:ext uri="{FF2B5EF4-FFF2-40B4-BE49-F238E27FC236}">
                <a16:creationId xmlns:a16="http://schemas.microsoft.com/office/drawing/2014/main" id="{77878B49-C85E-2ECB-A13B-F37ED7784368}"/>
              </a:ext>
            </a:extLst>
          </p:cNvPr>
          <p:cNvSpPr txBox="1"/>
          <p:nvPr/>
        </p:nvSpPr>
        <p:spPr>
          <a:xfrm>
            <a:off x="7157158" y="4408541"/>
            <a:ext cx="570089" cy="230832"/>
          </a:xfrm>
          <a:prstGeom prst="rect">
            <a:avLst/>
          </a:prstGeom>
          <a:noFill/>
        </p:spPr>
        <p:txBody>
          <a:bodyPr wrap="square" rtlCol="0">
            <a:spAutoFit/>
          </a:bodyPr>
          <a:lstStyle/>
          <a:p>
            <a:pPr algn="ctr"/>
            <a:r>
              <a:rPr lang="en-US" sz="900" dirty="0"/>
              <a:t>89</a:t>
            </a:r>
          </a:p>
        </p:txBody>
      </p:sp>
      <p:sp>
        <p:nvSpPr>
          <p:cNvPr id="77" name="TextBox 76">
            <a:extLst>
              <a:ext uri="{FF2B5EF4-FFF2-40B4-BE49-F238E27FC236}">
                <a16:creationId xmlns:a16="http://schemas.microsoft.com/office/drawing/2014/main" id="{6DA8CF18-9B44-A280-20F8-7193347558C0}"/>
              </a:ext>
            </a:extLst>
          </p:cNvPr>
          <p:cNvSpPr txBox="1"/>
          <p:nvPr/>
        </p:nvSpPr>
        <p:spPr>
          <a:xfrm>
            <a:off x="4645378" y="4909484"/>
            <a:ext cx="570089" cy="230832"/>
          </a:xfrm>
          <a:prstGeom prst="rect">
            <a:avLst/>
          </a:prstGeom>
          <a:noFill/>
        </p:spPr>
        <p:txBody>
          <a:bodyPr wrap="square" rtlCol="0">
            <a:spAutoFit/>
          </a:bodyPr>
          <a:lstStyle/>
          <a:p>
            <a:pPr algn="ctr"/>
            <a:r>
              <a:rPr lang="en-US" sz="900" dirty="0"/>
              <a:t>21</a:t>
            </a:r>
          </a:p>
        </p:txBody>
      </p:sp>
      <p:sp>
        <p:nvSpPr>
          <p:cNvPr id="78" name="TextBox 77">
            <a:extLst>
              <a:ext uri="{FF2B5EF4-FFF2-40B4-BE49-F238E27FC236}">
                <a16:creationId xmlns:a16="http://schemas.microsoft.com/office/drawing/2014/main" id="{3AFA30E7-8D94-508A-B705-369F6F1F924D}"/>
              </a:ext>
            </a:extLst>
          </p:cNvPr>
          <p:cNvSpPr txBox="1"/>
          <p:nvPr/>
        </p:nvSpPr>
        <p:spPr>
          <a:xfrm>
            <a:off x="5147734" y="4909484"/>
            <a:ext cx="570089" cy="230832"/>
          </a:xfrm>
          <a:prstGeom prst="rect">
            <a:avLst/>
          </a:prstGeom>
          <a:noFill/>
        </p:spPr>
        <p:txBody>
          <a:bodyPr wrap="square" rtlCol="0">
            <a:spAutoFit/>
          </a:bodyPr>
          <a:lstStyle/>
          <a:p>
            <a:pPr algn="ctr"/>
            <a:r>
              <a:rPr lang="en-US" sz="900" dirty="0"/>
              <a:t>369</a:t>
            </a:r>
          </a:p>
        </p:txBody>
      </p:sp>
      <p:sp>
        <p:nvSpPr>
          <p:cNvPr id="79" name="TextBox 78">
            <a:extLst>
              <a:ext uri="{FF2B5EF4-FFF2-40B4-BE49-F238E27FC236}">
                <a16:creationId xmlns:a16="http://schemas.microsoft.com/office/drawing/2014/main" id="{0A2C407D-58F3-EA26-B53A-2EAE516FB5FD}"/>
              </a:ext>
            </a:extLst>
          </p:cNvPr>
          <p:cNvSpPr txBox="1"/>
          <p:nvPr/>
        </p:nvSpPr>
        <p:spPr>
          <a:xfrm>
            <a:off x="5650090" y="4909484"/>
            <a:ext cx="570089" cy="230832"/>
          </a:xfrm>
          <a:prstGeom prst="rect">
            <a:avLst/>
          </a:prstGeom>
          <a:noFill/>
        </p:spPr>
        <p:txBody>
          <a:bodyPr wrap="square" rtlCol="0">
            <a:spAutoFit/>
          </a:bodyPr>
          <a:lstStyle/>
          <a:p>
            <a:pPr algn="ctr"/>
            <a:r>
              <a:rPr lang="en-US" sz="900" dirty="0"/>
              <a:t>87</a:t>
            </a:r>
          </a:p>
        </p:txBody>
      </p:sp>
      <p:sp>
        <p:nvSpPr>
          <p:cNvPr id="80" name="TextBox 79">
            <a:extLst>
              <a:ext uri="{FF2B5EF4-FFF2-40B4-BE49-F238E27FC236}">
                <a16:creationId xmlns:a16="http://schemas.microsoft.com/office/drawing/2014/main" id="{157717CB-EE26-74D3-AB98-CC4FA13F4DE0}"/>
              </a:ext>
            </a:extLst>
          </p:cNvPr>
          <p:cNvSpPr txBox="1"/>
          <p:nvPr/>
        </p:nvSpPr>
        <p:spPr>
          <a:xfrm>
            <a:off x="6654802" y="4909484"/>
            <a:ext cx="570089" cy="230832"/>
          </a:xfrm>
          <a:prstGeom prst="rect">
            <a:avLst/>
          </a:prstGeom>
          <a:noFill/>
        </p:spPr>
        <p:txBody>
          <a:bodyPr wrap="square" rtlCol="0">
            <a:spAutoFit/>
          </a:bodyPr>
          <a:lstStyle/>
          <a:p>
            <a:pPr algn="ctr"/>
            <a:r>
              <a:rPr lang="en-US" sz="900" dirty="0"/>
              <a:t>74</a:t>
            </a:r>
          </a:p>
        </p:txBody>
      </p:sp>
      <p:sp>
        <p:nvSpPr>
          <p:cNvPr id="81" name="TextBox 80">
            <a:extLst>
              <a:ext uri="{FF2B5EF4-FFF2-40B4-BE49-F238E27FC236}">
                <a16:creationId xmlns:a16="http://schemas.microsoft.com/office/drawing/2014/main" id="{81FA2084-5EAC-7C17-EC0E-EBB3CBF734EE}"/>
              </a:ext>
            </a:extLst>
          </p:cNvPr>
          <p:cNvSpPr txBox="1"/>
          <p:nvPr/>
        </p:nvSpPr>
        <p:spPr>
          <a:xfrm>
            <a:off x="7157158" y="4909484"/>
            <a:ext cx="570089" cy="230832"/>
          </a:xfrm>
          <a:prstGeom prst="rect">
            <a:avLst/>
          </a:prstGeom>
          <a:noFill/>
        </p:spPr>
        <p:txBody>
          <a:bodyPr wrap="square" rtlCol="0">
            <a:spAutoFit/>
          </a:bodyPr>
          <a:lstStyle/>
          <a:p>
            <a:pPr algn="ctr"/>
            <a:r>
              <a:rPr lang="en-US" sz="900" dirty="0"/>
              <a:t>98</a:t>
            </a:r>
          </a:p>
        </p:txBody>
      </p:sp>
      <p:sp>
        <p:nvSpPr>
          <p:cNvPr id="82" name="TextBox 81">
            <a:extLst>
              <a:ext uri="{FF2B5EF4-FFF2-40B4-BE49-F238E27FC236}">
                <a16:creationId xmlns:a16="http://schemas.microsoft.com/office/drawing/2014/main" id="{A01D2874-6F2E-B54F-04C1-5D3FADD7A998}"/>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83" name="TextBox 82">
            <a:extLst>
              <a:ext uri="{FF2B5EF4-FFF2-40B4-BE49-F238E27FC236}">
                <a16:creationId xmlns:a16="http://schemas.microsoft.com/office/drawing/2014/main" id="{3A7FC4F4-AD10-F51F-700B-B96EE2F48511}"/>
              </a:ext>
            </a:extLst>
          </p:cNvPr>
          <p:cNvSpPr txBox="1"/>
          <p:nvPr/>
        </p:nvSpPr>
        <p:spPr>
          <a:xfrm>
            <a:off x="6714071" y="3741226"/>
            <a:ext cx="462845" cy="584775"/>
          </a:xfrm>
          <a:prstGeom prst="rect">
            <a:avLst/>
          </a:prstGeom>
          <a:noFill/>
        </p:spPr>
        <p:txBody>
          <a:bodyPr wrap="square" rtlCol="0">
            <a:spAutoFit/>
          </a:bodyPr>
          <a:lstStyle/>
          <a:p>
            <a:pPr algn="ctr"/>
            <a:r>
              <a:rPr lang="en-US" sz="3200" dirty="0"/>
              <a:t>1</a:t>
            </a:r>
          </a:p>
        </p:txBody>
      </p:sp>
      <p:sp>
        <p:nvSpPr>
          <p:cNvPr id="69" name="TextBox 68">
            <a:extLst>
              <a:ext uri="{FF2B5EF4-FFF2-40B4-BE49-F238E27FC236}">
                <a16:creationId xmlns:a16="http://schemas.microsoft.com/office/drawing/2014/main" id="{866D6C45-8572-5DC9-9362-C945CDC0B361}"/>
              </a:ext>
            </a:extLst>
          </p:cNvPr>
          <p:cNvSpPr txBox="1"/>
          <p:nvPr/>
        </p:nvSpPr>
        <p:spPr>
          <a:xfrm>
            <a:off x="6214537" y="2734556"/>
            <a:ext cx="462845" cy="584775"/>
          </a:xfrm>
          <a:prstGeom prst="rect">
            <a:avLst/>
          </a:prstGeom>
          <a:noFill/>
        </p:spPr>
        <p:txBody>
          <a:bodyPr wrap="square" rtlCol="0">
            <a:spAutoFit/>
          </a:bodyPr>
          <a:lstStyle/>
          <a:p>
            <a:pPr algn="ctr"/>
            <a:r>
              <a:rPr lang="en-US" sz="3200" dirty="0"/>
              <a:t>1</a:t>
            </a:r>
          </a:p>
        </p:txBody>
      </p:sp>
      <p:sp>
        <p:nvSpPr>
          <p:cNvPr id="70" name="TextBox 69">
            <a:extLst>
              <a:ext uri="{FF2B5EF4-FFF2-40B4-BE49-F238E27FC236}">
                <a16:creationId xmlns:a16="http://schemas.microsoft.com/office/drawing/2014/main" id="{20F822B0-3D22-8394-6744-C85F4D717422}"/>
              </a:ext>
            </a:extLst>
          </p:cNvPr>
          <p:cNvSpPr txBox="1"/>
          <p:nvPr/>
        </p:nvSpPr>
        <p:spPr>
          <a:xfrm>
            <a:off x="6714071" y="2734556"/>
            <a:ext cx="462845" cy="584775"/>
          </a:xfrm>
          <a:prstGeom prst="rect">
            <a:avLst/>
          </a:prstGeom>
          <a:noFill/>
        </p:spPr>
        <p:txBody>
          <a:bodyPr wrap="square" rtlCol="0">
            <a:spAutoFit/>
          </a:bodyPr>
          <a:lstStyle/>
          <a:p>
            <a:pPr algn="ctr"/>
            <a:r>
              <a:rPr lang="en-US" sz="3200" dirty="0"/>
              <a:t>6</a:t>
            </a:r>
          </a:p>
        </p:txBody>
      </p:sp>
      <p:sp>
        <p:nvSpPr>
          <p:cNvPr id="29" name="TextBox 28">
            <a:extLst>
              <a:ext uri="{FF2B5EF4-FFF2-40B4-BE49-F238E27FC236}">
                <a16:creationId xmlns:a16="http://schemas.microsoft.com/office/drawing/2014/main" id="{C8D1F926-8376-5E02-3F52-4A088CA1788F}"/>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0EEA2BB8-7CAB-BC36-B983-4D737950D55E}"/>
              </a:ext>
            </a:extLst>
          </p:cNvPr>
          <p:cNvSpPr txBox="1"/>
          <p:nvPr/>
        </p:nvSpPr>
        <p:spPr>
          <a:xfrm>
            <a:off x="4216401" y="3741226"/>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AEEED9C3-DAB4-E5CA-F22A-C9A3B7305265}"/>
              </a:ext>
            </a:extLst>
          </p:cNvPr>
          <p:cNvSpPr txBox="1"/>
          <p:nvPr/>
        </p:nvSpPr>
        <p:spPr>
          <a:xfrm>
            <a:off x="6714071" y="1224551"/>
            <a:ext cx="462845" cy="584775"/>
          </a:xfrm>
          <a:prstGeom prst="rect">
            <a:avLst/>
          </a:prstGeom>
          <a:noFill/>
        </p:spPr>
        <p:txBody>
          <a:bodyPr wrap="square" rtlCol="0">
            <a:spAutoFit/>
          </a:bodyPr>
          <a:lstStyle/>
          <a:p>
            <a:pPr algn="ctr"/>
            <a:r>
              <a:rPr lang="en-US" sz="3200" dirty="0"/>
              <a:t>5</a:t>
            </a:r>
          </a:p>
        </p:txBody>
      </p:sp>
      <p:sp>
        <p:nvSpPr>
          <p:cNvPr id="49" name="TextBox 48">
            <a:extLst>
              <a:ext uri="{FF2B5EF4-FFF2-40B4-BE49-F238E27FC236}">
                <a16:creationId xmlns:a16="http://schemas.microsoft.com/office/drawing/2014/main" id="{5EAE3F08-070F-6AEF-FE3C-A9B2281E33FE}"/>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84" name="TextBox 83">
            <a:extLst>
              <a:ext uri="{FF2B5EF4-FFF2-40B4-BE49-F238E27FC236}">
                <a16:creationId xmlns:a16="http://schemas.microsoft.com/office/drawing/2014/main" id="{DCE2203B-6615-717E-B098-AE7DAF53A862}"/>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85" name="TextBox 84">
            <a:extLst>
              <a:ext uri="{FF2B5EF4-FFF2-40B4-BE49-F238E27FC236}">
                <a16:creationId xmlns:a16="http://schemas.microsoft.com/office/drawing/2014/main" id="{8E346F1B-52BF-3885-A067-FDBE441FC5DE}"/>
              </a:ext>
            </a:extLst>
          </p:cNvPr>
          <p:cNvSpPr txBox="1"/>
          <p:nvPr/>
        </p:nvSpPr>
        <p:spPr>
          <a:xfrm>
            <a:off x="5215469" y="1224551"/>
            <a:ext cx="462845" cy="584775"/>
          </a:xfrm>
          <a:prstGeom prst="rect">
            <a:avLst/>
          </a:prstGeom>
          <a:noFill/>
        </p:spPr>
        <p:txBody>
          <a:bodyPr wrap="square" rtlCol="0">
            <a:spAutoFit/>
          </a:bodyPr>
          <a:lstStyle/>
          <a:p>
            <a:pPr algn="ctr"/>
            <a:r>
              <a:rPr lang="en-US" sz="3200" dirty="0"/>
              <a:t>4</a:t>
            </a:r>
          </a:p>
        </p:txBody>
      </p:sp>
      <p:sp>
        <p:nvSpPr>
          <p:cNvPr id="86" name="TextBox 85">
            <a:extLst>
              <a:ext uri="{FF2B5EF4-FFF2-40B4-BE49-F238E27FC236}">
                <a16:creationId xmlns:a16="http://schemas.microsoft.com/office/drawing/2014/main" id="{206248DB-89D9-4517-6BF3-D21422EE0E46}"/>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87" name="TextBox 86">
            <a:extLst>
              <a:ext uri="{FF2B5EF4-FFF2-40B4-BE49-F238E27FC236}">
                <a16:creationId xmlns:a16="http://schemas.microsoft.com/office/drawing/2014/main" id="{635EBD49-FF73-BDB3-70A1-1916924F8EBF}"/>
              </a:ext>
            </a:extLst>
          </p:cNvPr>
          <p:cNvSpPr txBox="1"/>
          <p:nvPr/>
        </p:nvSpPr>
        <p:spPr>
          <a:xfrm>
            <a:off x="4715935" y="1727886"/>
            <a:ext cx="462845" cy="584775"/>
          </a:xfrm>
          <a:prstGeom prst="rect">
            <a:avLst/>
          </a:prstGeom>
          <a:noFill/>
        </p:spPr>
        <p:txBody>
          <a:bodyPr wrap="square" rtlCol="0">
            <a:spAutoFit/>
          </a:bodyPr>
          <a:lstStyle/>
          <a:p>
            <a:pPr algn="ctr"/>
            <a:r>
              <a:rPr lang="en-US" sz="3200" dirty="0"/>
              <a:t>6</a:t>
            </a:r>
          </a:p>
        </p:txBody>
      </p:sp>
      <p:sp>
        <p:nvSpPr>
          <p:cNvPr id="88" name="TextBox 87">
            <a:extLst>
              <a:ext uri="{FF2B5EF4-FFF2-40B4-BE49-F238E27FC236}">
                <a16:creationId xmlns:a16="http://schemas.microsoft.com/office/drawing/2014/main" id="{CF5E8342-4A72-4CD9-810B-A6850FC7F322}"/>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89" name="TextBox 88">
            <a:extLst>
              <a:ext uri="{FF2B5EF4-FFF2-40B4-BE49-F238E27FC236}">
                <a16:creationId xmlns:a16="http://schemas.microsoft.com/office/drawing/2014/main" id="{D78F84F6-4C5C-EBF4-8983-E24AF08A32D7}"/>
              </a:ext>
            </a:extLst>
          </p:cNvPr>
          <p:cNvSpPr txBox="1"/>
          <p:nvPr/>
        </p:nvSpPr>
        <p:spPr>
          <a:xfrm>
            <a:off x="5215469" y="2734556"/>
            <a:ext cx="462845" cy="584775"/>
          </a:xfrm>
          <a:prstGeom prst="rect">
            <a:avLst/>
          </a:prstGeom>
          <a:noFill/>
        </p:spPr>
        <p:txBody>
          <a:bodyPr wrap="square" rtlCol="0">
            <a:spAutoFit/>
          </a:bodyPr>
          <a:lstStyle/>
          <a:p>
            <a:pPr algn="ctr"/>
            <a:r>
              <a:rPr lang="en-US" sz="3200" dirty="0"/>
              <a:t>7</a:t>
            </a:r>
          </a:p>
        </p:txBody>
      </p:sp>
      <p:sp>
        <p:nvSpPr>
          <p:cNvPr id="90" name="TextBox 89">
            <a:extLst>
              <a:ext uri="{FF2B5EF4-FFF2-40B4-BE49-F238E27FC236}">
                <a16:creationId xmlns:a16="http://schemas.microsoft.com/office/drawing/2014/main" id="{F0E4F6FB-5DFF-9498-EF9D-E0F95F2EAAD1}"/>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91" name="TextBox 90">
            <a:extLst>
              <a:ext uri="{FF2B5EF4-FFF2-40B4-BE49-F238E27FC236}">
                <a16:creationId xmlns:a16="http://schemas.microsoft.com/office/drawing/2014/main" id="{F6D2AD7B-1C81-663F-9E00-ED0593A06F0A}"/>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92" name="TextBox 91">
            <a:extLst>
              <a:ext uri="{FF2B5EF4-FFF2-40B4-BE49-F238E27FC236}">
                <a16:creationId xmlns:a16="http://schemas.microsoft.com/office/drawing/2014/main" id="{D0E1DE2A-71F3-9EC0-4C86-0F30B7A114F8}"/>
              </a:ext>
            </a:extLst>
          </p:cNvPr>
          <p:cNvSpPr txBox="1"/>
          <p:nvPr/>
        </p:nvSpPr>
        <p:spPr>
          <a:xfrm>
            <a:off x="7213604" y="3741226"/>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C5DB27F4-5FA8-10E5-3786-9CABBD801151}"/>
              </a:ext>
            </a:extLst>
          </p:cNvPr>
          <p:cNvSpPr txBox="1"/>
          <p:nvPr/>
        </p:nvSpPr>
        <p:spPr>
          <a:xfrm>
            <a:off x="5215469" y="3741226"/>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25438290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970BC-68DC-C406-E6B3-B21288FAA9A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8CAFBEE-5404-566D-FA45-51AD638D2EFB}"/>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669DDED7-D79C-CBE7-607D-1FCEA3DDB60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4B65896-50B3-C401-AF73-6798E419207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24837F9-2EBF-8172-9FD3-90D1617EEB8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8F65393-F6F4-68E8-BFE1-B75BC55DD851}"/>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840A967C-256A-5A04-BA87-3F5D82063A80}"/>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9C5AD410-6A12-B071-117E-ECE5165D5548}"/>
              </a:ext>
            </a:extLst>
          </p:cNvPr>
          <p:cNvSpPr txBox="1"/>
          <p:nvPr/>
        </p:nvSpPr>
        <p:spPr>
          <a:xfrm>
            <a:off x="3640666" y="1903821"/>
            <a:ext cx="570089" cy="230832"/>
          </a:xfrm>
          <a:prstGeom prst="rect">
            <a:avLst/>
          </a:prstGeom>
          <a:noFill/>
        </p:spPr>
        <p:txBody>
          <a:bodyPr wrap="square" rtlCol="0">
            <a:spAutoFit/>
          </a:bodyPr>
          <a:lstStyle/>
          <a:p>
            <a:pPr algn="ctr"/>
            <a:r>
              <a:rPr lang="en-US" sz="900" dirty="0"/>
              <a:t>71</a:t>
            </a:r>
          </a:p>
        </p:txBody>
      </p:sp>
      <p:sp>
        <p:nvSpPr>
          <p:cNvPr id="21" name="TextBox 20">
            <a:extLst>
              <a:ext uri="{FF2B5EF4-FFF2-40B4-BE49-F238E27FC236}">
                <a16:creationId xmlns:a16="http://schemas.microsoft.com/office/drawing/2014/main" id="{A367C693-5300-91FE-ED6A-195AFE51637C}"/>
              </a:ext>
            </a:extLst>
          </p:cNvPr>
          <p:cNvSpPr txBox="1"/>
          <p:nvPr/>
        </p:nvSpPr>
        <p:spPr>
          <a:xfrm>
            <a:off x="3138310" y="1903821"/>
            <a:ext cx="570089" cy="230832"/>
          </a:xfrm>
          <a:prstGeom prst="rect">
            <a:avLst/>
          </a:prstGeom>
          <a:noFill/>
        </p:spPr>
        <p:txBody>
          <a:bodyPr wrap="square" rtlCol="0">
            <a:spAutoFit/>
          </a:bodyPr>
          <a:lstStyle/>
          <a:p>
            <a:pPr algn="ctr"/>
            <a:r>
              <a:rPr lang="en-US" sz="900" dirty="0"/>
              <a:t>17</a:t>
            </a:r>
          </a:p>
        </p:txBody>
      </p:sp>
      <p:sp>
        <p:nvSpPr>
          <p:cNvPr id="24" name="TextBox 23">
            <a:extLst>
              <a:ext uri="{FF2B5EF4-FFF2-40B4-BE49-F238E27FC236}">
                <a16:creationId xmlns:a16="http://schemas.microsoft.com/office/drawing/2014/main" id="{1A2C55C5-DDF7-92CE-061D-9FC5715EAAE5}"/>
              </a:ext>
            </a:extLst>
          </p:cNvPr>
          <p:cNvSpPr txBox="1"/>
          <p:nvPr/>
        </p:nvSpPr>
        <p:spPr>
          <a:xfrm>
            <a:off x="6152446" y="4408541"/>
            <a:ext cx="570089" cy="230832"/>
          </a:xfrm>
          <a:prstGeom prst="rect">
            <a:avLst/>
          </a:prstGeom>
          <a:solidFill>
            <a:schemeClr val="accent6">
              <a:lumMod val="20000"/>
              <a:lumOff val="80000"/>
            </a:schemeClr>
          </a:solidFill>
        </p:spPr>
        <p:txBody>
          <a:bodyPr wrap="square" rtlCol="0">
            <a:spAutoFit/>
          </a:bodyPr>
          <a:lstStyle/>
          <a:p>
            <a:pPr algn="ctr"/>
            <a:r>
              <a:rPr lang="en-US" sz="900" dirty="0"/>
              <a:t>35</a:t>
            </a:r>
          </a:p>
        </p:txBody>
      </p:sp>
      <p:sp>
        <p:nvSpPr>
          <p:cNvPr id="25" name="TextBox 24">
            <a:extLst>
              <a:ext uri="{FF2B5EF4-FFF2-40B4-BE49-F238E27FC236}">
                <a16:creationId xmlns:a16="http://schemas.microsoft.com/office/drawing/2014/main" id="{75E5213C-9129-5361-EB40-D8A57500BA9D}"/>
              </a:ext>
            </a:extLst>
          </p:cNvPr>
          <p:cNvSpPr txBox="1"/>
          <p:nvPr/>
        </p:nvSpPr>
        <p:spPr>
          <a:xfrm>
            <a:off x="6152446"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53</a:t>
            </a:r>
          </a:p>
        </p:txBody>
      </p:sp>
      <p:sp>
        <p:nvSpPr>
          <p:cNvPr id="31" name="TextBox 30">
            <a:extLst>
              <a:ext uri="{FF2B5EF4-FFF2-40B4-BE49-F238E27FC236}">
                <a16:creationId xmlns:a16="http://schemas.microsoft.com/office/drawing/2014/main" id="{4D585478-6E14-77AC-28ED-EC027F53D2B3}"/>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1A8DCE41-EF2D-BDF5-A4CA-5F9159C5CFAD}"/>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4065BA99-1453-A370-1C9B-03FF0E335923}"/>
              </a:ext>
            </a:extLst>
          </p:cNvPr>
          <p:cNvSpPr txBox="1"/>
          <p:nvPr/>
        </p:nvSpPr>
        <p:spPr>
          <a:xfrm>
            <a:off x="6214537"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393DF6C0-B983-A4E7-EE32-5207A43F5CC3}"/>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E6594F67-BC2C-8A6D-8F18-9B83B2DF86A4}"/>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25CD1D45-904E-2BB4-DB90-9C3533594C0F}"/>
              </a:ext>
            </a:extLst>
          </p:cNvPr>
          <p:cNvSpPr txBox="1"/>
          <p:nvPr/>
        </p:nvSpPr>
        <p:spPr>
          <a:xfrm>
            <a:off x="6714071" y="72121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4B1C691F-A4D2-01F1-A5A4-3502D0A2169A}"/>
              </a:ext>
            </a:extLst>
          </p:cNvPr>
          <p:cNvSpPr txBox="1"/>
          <p:nvPr/>
        </p:nvSpPr>
        <p:spPr>
          <a:xfrm>
            <a:off x="7213604" y="72121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F202EDEE-95A5-F2B4-87A8-F0C2CC1123BB}"/>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141F0A40-562E-E519-5022-04737D64DC24}"/>
              </a:ext>
            </a:extLst>
          </p:cNvPr>
          <p:cNvSpPr txBox="1"/>
          <p:nvPr/>
        </p:nvSpPr>
        <p:spPr>
          <a:xfrm>
            <a:off x="6214537" y="3237891"/>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DA20DCF8-C00D-3C64-F41D-54BFD04531AC}"/>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2E4CE0AA-7293-48D4-DF2B-A5A66F0E39D1}"/>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5" name="TextBox 34">
            <a:extLst>
              <a:ext uri="{FF2B5EF4-FFF2-40B4-BE49-F238E27FC236}">
                <a16:creationId xmlns:a16="http://schemas.microsoft.com/office/drawing/2014/main" id="{091017F0-8B21-5BE3-68BD-78B536D18B79}"/>
              </a:ext>
            </a:extLst>
          </p:cNvPr>
          <p:cNvSpPr txBox="1"/>
          <p:nvPr/>
        </p:nvSpPr>
        <p:spPr>
          <a:xfrm>
            <a:off x="7213604" y="3237891"/>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B8F5ECE5-3D99-08CB-1821-D8A4EC17F706}"/>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BF5AF865-AB9E-67AF-B1CE-9F7795FD955C}"/>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9" name="TextBox 38">
            <a:extLst>
              <a:ext uri="{FF2B5EF4-FFF2-40B4-BE49-F238E27FC236}">
                <a16:creationId xmlns:a16="http://schemas.microsoft.com/office/drawing/2014/main" id="{D4A8B3A0-B9BB-B567-99D4-31A0EFC5F8F3}"/>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37BBC454-05C2-454C-A93E-280A1FE7D938}"/>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41" name="TextBox 40">
            <a:extLst>
              <a:ext uri="{FF2B5EF4-FFF2-40B4-BE49-F238E27FC236}">
                <a16:creationId xmlns:a16="http://schemas.microsoft.com/office/drawing/2014/main" id="{B28F42B5-95B8-BB1A-B9CB-B975C789DDB4}"/>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A4651DC0-5D59-E88E-FC79-9BFD4D1BEEE9}"/>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43" name="TextBox 42">
            <a:extLst>
              <a:ext uri="{FF2B5EF4-FFF2-40B4-BE49-F238E27FC236}">
                <a16:creationId xmlns:a16="http://schemas.microsoft.com/office/drawing/2014/main" id="{16A7CFFC-E312-A48A-0805-5645C31CF309}"/>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F7EC5BD1-01D7-8F13-061B-138BECEDB0D0}"/>
              </a:ext>
            </a:extLst>
          </p:cNvPr>
          <p:cNvSpPr txBox="1"/>
          <p:nvPr/>
        </p:nvSpPr>
        <p:spPr>
          <a:xfrm>
            <a:off x="4143022" y="3406653"/>
            <a:ext cx="570089" cy="230832"/>
          </a:xfrm>
          <a:prstGeom prst="rect">
            <a:avLst/>
          </a:prstGeom>
          <a:noFill/>
        </p:spPr>
        <p:txBody>
          <a:bodyPr wrap="square" rtlCol="0">
            <a:spAutoFit/>
          </a:bodyPr>
          <a:lstStyle/>
          <a:p>
            <a:pPr algn="ctr"/>
            <a:r>
              <a:rPr lang="en-US" sz="900" dirty="0"/>
              <a:t>146</a:t>
            </a:r>
          </a:p>
        </p:txBody>
      </p:sp>
      <p:sp>
        <p:nvSpPr>
          <p:cNvPr id="50" name="TextBox 49">
            <a:extLst>
              <a:ext uri="{FF2B5EF4-FFF2-40B4-BE49-F238E27FC236}">
                <a16:creationId xmlns:a16="http://schemas.microsoft.com/office/drawing/2014/main" id="{2C688B5D-63E2-895E-ED52-D98DBF13470A}"/>
              </a:ext>
            </a:extLst>
          </p:cNvPr>
          <p:cNvSpPr txBox="1"/>
          <p:nvPr/>
        </p:nvSpPr>
        <p:spPr>
          <a:xfrm>
            <a:off x="4143022" y="4408541"/>
            <a:ext cx="570089" cy="230832"/>
          </a:xfrm>
          <a:prstGeom prst="rect">
            <a:avLst/>
          </a:prstGeom>
          <a:noFill/>
        </p:spPr>
        <p:txBody>
          <a:bodyPr wrap="square" rtlCol="0">
            <a:spAutoFit/>
          </a:bodyPr>
          <a:lstStyle/>
          <a:p>
            <a:pPr algn="ctr"/>
            <a:r>
              <a:rPr lang="en-US" sz="900" dirty="0"/>
              <a:t>146</a:t>
            </a:r>
          </a:p>
        </p:txBody>
      </p:sp>
      <p:sp>
        <p:nvSpPr>
          <p:cNvPr id="51" name="TextBox 50">
            <a:extLst>
              <a:ext uri="{FF2B5EF4-FFF2-40B4-BE49-F238E27FC236}">
                <a16:creationId xmlns:a16="http://schemas.microsoft.com/office/drawing/2014/main" id="{BCB8C4F0-ECD4-7030-4832-B07DF7536A5D}"/>
              </a:ext>
            </a:extLst>
          </p:cNvPr>
          <p:cNvSpPr txBox="1"/>
          <p:nvPr/>
        </p:nvSpPr>
        <p:spPr>
          <a:xfrm>
            <a:off x="4143022" y="4909484"/>
            <a:ext cx="570089" cy="230832"/>
          </a:xfrm>
          <a:prstGeom prst="rect">
            <a:avLst/>
          </a:prstGeom>
          <a:noFill/>
        </p:spPr>
        <p:txBody>
          <a:bodyPr wrap="square" rtlCol="0">
            <a:spAutoFit/>
          </a:bodyPr>
          <a:lstStyle/>
          <a:p>
            <a:pPr algn="ctr"/>
            <a:r>
              <a:rPr lang="en-US" sz="900" dirty="0"/>
              <a:t>146</a:t>
            </a:r>
          </a:p>
        </p:txBody>
      </p:sp>
      <p:sp>
        <p:nvSpPr>
          <p:cNvPr id="52" name="TextBox 51">
            <a:extLst>
              <a:ext uri="{FF2B5EF4-FFF2-40B4-BE49-F238E27FC236}">
                <a16:creationId xmlns:a16="http://schemas.microsoft.com/office/drawing/2014/main" id="{8B7368C8-8F8F-A9EC-AD12-C9B2F298B513}"/>
              </a:ext>
            </a:extLst>
          </p:cNvPr>
          <p:cNvSpPr txBox="1"/>
          <p:nvPr/>
        </p:nvSpPr>
        <p:spPr>
          <a:xfrm>
            <a:off x="4216401" y="2231221"/>
            <a:ext cx="462845" cy="584775"/>
          </a:xfrm>
          <a:prstGeom prst="rect">
            <a:avLst/>
          </a:prstGeom>
          <a:noFill/>
        </p:spPr>
        <p:txBody>
          <a:bodyPr wrap="square" rtlCol="0">
            <a:spAutoFit/>
          </a:bodyPr>
          <a:lstStyle/>
          <a:p>
            <a:pPr algn="ctr"/>
            <a:r>
              <a:rPr lang="en-US" sz="3200" dirty="0"/>
              <a:t>7</a:t>
            </a:r>
          </a:p>
        </p:txBody>
      </p:sp>
      <p:sp>
        <p:nvSpPr>
          <p:cNvPr id="46" name="TextBox 45">
            <a:extLst>
              <a:ext uri="{FF2B5EF4-FFF2-40B4-BE49-F238E27FC236}">
                <a16:creationId xmlns:a16="http://schemas.microsoft.com/office/drawing/2014/main" id="{56B8A2BC-7010-BB5A-E4A1-206C945D0269}"/>
              </a:ext>
            </a:extLst>
          </p:cNvPr>
          <p:cNvSpPr txBox="1"/>
          <p:nvPr/>
        </p:nvSpPr>
        <p:spPr>
          <a:xfrm>
            <a:off x="3640666" y="901933"/>
            <a:ext cx="570089" cy="230832"/>
          </a:xfrm>
          <a:prstGeom prst="rect">
            <a:avLst/>
          </a:prstGeom>
          <a:noFill/>
        </p:spPr>
        <p:txBody>
          <a:bodyPr wrap="square" rtlCol="0">
            <a:spAutoFit/>
          </a:bodyPr>
          <a:lstStyle/>
          <a:p>
            <a:pPr algn="ctr"/>
            <a:r>
              <a:rPr lang="en-US" sz="900" dirty="0"/>
              <a:t>64</a:t>
            </a:r>
          </a:p>
        </p:txBody>
      </p:sp>
      <p:sp>
        <p:nvSpPr>
          <p:cNvPr id="53" name="TextBox 52">
            <a:extLst>
              <a:ext uri="{FF2B5EF4-FFF2-40B4-BE49-F238E27FC236}">
                <a16:creationId xmlns:a16="http://schemas.microsoft.com/office/drawing/2014/main" id="{E900D795-3F22-B49C-2233-EBC81D9F1630}"/>
              </a:ext>
            </a:extLst>
          </p:cNvPr>
          <p:cNvSpPr txBox="1"/>
          <p:nvPr/>
        </p:nvSpPr>
        <p:spPr>
          <a:xfrm>
            <a:off x="3138310" y="901933"/>
            <a:ext cx="570089" cy="230832"/>
          </a:xfrm>
          <a:prstGeom prst="rect">
            <a:avLst/>
          </a:prstGeom>
          <a:noFill/>
        </p:spPr>
        <p:txBody>
          <a:bodyPr wrap="square" rtlCol="0">
            <a:spAutoFit/>
          </a:bodyPr>
          <a:lstStyle/>
          <a:p>
            <a:pPr algn="ctr"/>
            <a:r>
              <a:rPr lang="en-US" sz="900" dirty="0"/>
              <a:t>46</a:t>
            </a:r>
          </a:p>
        </p:txBody>
      </p:sp>
      <p:sp>
        <p:nvSpPr>
          <p:cNvPr id="54" name="TextBox 53">
            <a:extLst>
              <a:ext uri="{FF2B5EF4-FFF2-40B4-BE49-F238E27FC236}">
                <a16:creationId xmlns:a16="http://schemas.microsoft.com/office/drawing/2014/main" id="{38926AED-1345-488E-0011-0B1B70BE87FE}"/>
              </a:ext>
            </a:extLst>
          </p:cNvPr>
          <p:cNvSpPr txBox="1"/>
          <p:nvPr/>
        </p:nvSpPr>
        <p:spPr>
          <a:xfrm>
            <a:off x="3640666" y="1402877"/>
            <a:ext cx="570089" cy="230832"/>
          </a:xfrm>
          <a:prstGeom prst="rect">
            <a:avLst/>
          </a:prstGeom>
          <a:noFill/>
        </p:spPr>
        <p:txBody>
          <a:bodyPr wrap="square" rtlCol="0">
            <a:spAutoFit/>
          </a:bodyPr>
          <a:lstStyle/>
          <a:p>
            <a:pPr algn="ctr"/>
            <a:r>
              <a:rPr lang="en-US" sz="900" dirty="0"/>
              <a:t>32</a:t>
            </a:r>
          </a:p>
        </p:txBody>
      </p:sp>
      <p:sp>
        <p:nvSpPr>
          <p:cNvPr id="55" name="TextBox 54">
            <a:extLst>
              <a:ext uri="{FF2B5EF4-FFF2-40B4-BE49-F238E27FC236}">
                <a16:creationId xmlns:a16="http://schemas.microsoft.com/office/drawing/2014/main" id="{AC7E33FE-1D41-6064-E702-AF16D0FD82C5}"/>
              </a:ext>
            </a:extLst>
          </p:cNvPr>
          <p:cNvSpPr txBox="1"/>
          <p:nvPr/>
        </p:nvSpPr>
        <p:spPr>
          <a:xfrm>
            <a:off x="3138310" y="1402877"/>
            <a:ext cx="570089" cy="230832"/>
          </a:xfrm>
          <a:prstGeom prst="rect">
            <a:avLst/>
          </a:prstGeom>
          <a:noFill/>
        </p:spPr>
        <p:txBody>
          <a:bodyPr wrap="square" rtlCol="0">
            <a:spAutoFit/>
          </a:bodyPr>
          <a:lstStyle/>
          <a:p>
            <a:pPr algn="ctr"/>
            <a:r>
              <a:rPr lang="en-US" sz="900" dirty="0"/>
              <a:t>23</a:t>
            </a:r>
          </a:p>
        </p:txBody>
      </p:sp>
      <p:sp>
        <p:nvSpPr>
          <p:cNvPr id="56" name="TextBox 55">
            <a:extLst>
              <a:ext uri="{FF2B5EF4-FFF2-40B4-BE49-F238E27FC236}">
                <a16:creationId xmlns:a16="http://schemas.microsoft.com/office/drawing/2014/main" id="{D5D4FD89-A16D-B190-47B5-FA1C6368CD6D}"/>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6A1C9039-9C5C-F8A2-868D-9E9E6DB9AC60}"/>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57" name="TextBox 56">
            <a:extLst>
              <a:ext uri="{FF2B5EF4-FFF2-40B4-BE49-F238E27FC236}">
                <a16:creationId xmlns:a16="http://schemas.microsoft.com/office/drawing/2014/main" id="{C07A3031-C964-BA0B-7A4A-8C30E28BC188}"/>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14" name="TextBox 13">
            <a:extLst>
              <a:ext uri="{FF2B5EF4-FFF2-40B4-BE49-F238E27FC236}">
                <a16:creationId xmlns:a16="http://schemas.microsoft.com/office/drawing/2014/main" id="{519D94B5-DC9C-B1D4-232C-5FBABF86C523}"/>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28" name="TextBox 27">
            <a:extLst>
              <a:ext uri="{FF2B5EF4-FFF2-40B4-BE49-F238E27FC236}">
                <a16:creationId xmlns:a16="http://schemas.microsoft.com/office/drawing/2014/main" id="{D1A7BF65-1F69-73FC-90A9-539E01A1ECDB}"/>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383DCD3D-C02A-7C1A-9ED7-723046B5B57E}"/>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D683454D-3F5F-F312-D4BB-FACDE1E6D007}"/>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61" name="TextBox 60">
            <a:extLst>
              <a:ext uri="{FF2B5EF4-FFF2-40B4-BE49-F238E27FC236}">
                <a16:creationId xmlns:a16="http://schemas.microsoft.com/office/drawing/2014/main" id="{530E6D9E-A134-D15C-EB98-9AFF3C4D5916}"/>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62" name="TextBox 61">
            <a:extLst>
              <a:ext uri="{FF2B5EF4-FFF2-40B4-BE49-F238E27FC236}">
                <a16:creationId xmlns:a16="http://schemas.microsoft.com/office/drawing/2014/main" id="{08ED02F3-1CA3-7951-2A00-13B26E3C077F}"/>
              </a:ext>
            </a:extLst>
          </p:cNvPr>
          <p:cNvSpPr txBox="1"/>
          <p:nvPr/>
        </p:nvSpPr>
        <p:spPr>
          <a:xfrm>
            <a:off x="5215469" y="3237891"/>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5DEA322E-6F00-F44C-03CC-FA8F75AE907B}"/>
              </a:ext>
            </a:extLst>
          </p:cNvPr>
          <p:cNvSpPr txBox="1"/>
          <p:nvPr/>
        </p:nvSpPr>
        <p:spPr>
          <a:xfrm>
            <a:off x="3640666" y="2404765"/>
            <a:ext cx="570089" cy="230832"/>
          </a:xfrm>
          <a:prstGeom prst="rect">
            <a:avLst/>
          </a:prstGeom>
          <a:noFill/>
        </p:spPr>
        <p:txBody>
          <a:bodyPr wrap="square" rtlCol="0">
            <a:spAutoFit/>
          </a:bodyPr>
          <a:lstStyle/>
          <a:p>
            <a:pPr algn="ctr"/>
            <a:r>
              <a:rPr lang="en-US" sz="900" dirty="0"/>
              <a:t>93</a:t>
            </a:r>
          </a:p>
        </p:txBody>
      </p:sp>
      <p:sp>
        <p:nvSpPr>
          <p:cNvPr id="47" name="TextBox 46">
            <a:extLst>
              <a:ext uri="{FF2B5EF4-FFF2-40B4-BE49-F238E27FC236}">
                <a16:creationId xmlns:a16="http://schemas.microsoft.com/office/drawing/2014/main" id="{488FA242-E7E8-913B-E844-481FA3236BC3}"/>
              </a:ext>
            </a:extLst>
          </p:cNvPr>
          <p:cNvSpPr txBox="1"/>
          <p:nvPr/>
        </p:nvSpPr>
        <p:spPr>
          <a:xfrm>
            <a:off x="3138310" y="2404765"/>
            <a:ext cx="570089" cy="230832"/>
          </a:xfrm>
          <a:prstGeom prst="rect">
            <a:avLst/>
          </a:prstGeom>
          <a:noFill/>
        </p:spPr>
        <p:txBody>
          <a:bodyPr wrap="square" rtlCol="0">
            <a:spAutoFit/>
          </a:bodyPr>
          <a:lstStyle/>
          <a:p>
            <a:pPr algn="ctr"/>
            <a:r>
              <a:rPr lang="en-US" sz="900" dirty="0"/>
              <a:t>39</a:t>
            </a:r>
          </a:p>
        </p:txBody>
      </p:sp>
      <p:sp>
        <p:nvSpPr>
          <p:cNvPr id="59" name="TextBox 58">
            <a:extLst>
              <a:ext uri="{FF2B5EF4-FFF2-40B4-BE49-F238E27FC236}">
                <a16:creationId xmlns:a16="http://schemas.microsoft.com/office/drawing/2014/main" id="{D1803EE3-7066-C335-7BEB-A8DC5D7FCBFE}"/>
              </a:ext>
            </a:extLst>
          </p:cNvPr>
          <p:cNvSpPr txBox="1"/>
          <p:nvPr/>
        </p:nvSpPr>
        <p:spPr>
          <a:xfrm>
            <a:off x="3640666" y="2905709"/>
            <a:ext cx="570089" cy="230832"/>
          </a:xfrm>
          <a:prstGeom prst="rect">
            <a:avLst/>
          </a:prstGeom>
          <a:noFill/>
        </p:spPr>
        <p:txBody>
          <a:bodyPr wrap="square" rtlCol="0">
            <a:spAutoFit/>
          </a:bodyPr>
          <a:lstStyle/>
          <a:p>
            <a:pPr algn="ctr"/>
            <a:r>
              <a:rPr lang="en-US" sz="900" dirty="0"/>
              <a:t>58</a:t>
            </a:r>
          </a:p>
        </p:txBody>
      </p:sp>
      <p:sp>
        <p:nvSpPr>
          <p:cNvPr id="63" name="TextBox 62">
            <a:extLst>
              <a:ext uri="{FF2B5EF4-FFF2-40B4-BE49-F238E27FC236}">
                <a16:creationId xmlns:a16="http://schemas.microsoft.com/office/drawing/2014/main" id="{32DB2EC1-E8EA-E435-7E6D-35E03A6D6A82}"/>
              </a:ext>
            </a:extLst>
          </p:cNvPr>
          <p:cNvSpPr txBox="1"/>
          <p:nvPr/>
        </p:nvSpPr>
        <p:spPr>
          <a:xfrm>
            <a:off x="3138310" y="2905709"/>
            <a:ext cx="570089" cy="230832"/>
          </a:xfrm>
          <a:prstGeom prst="rect">
            <a:avLst/>
          </a:prstGeom>
          <a:noFill/>
        </p:spPr>
        <p:txBody>
          <a:bodyPr wrap="square" rtlCol="0">
            <a:spAutoFit/>
          </a:bodyPr>
          <a:lstStyle/>
          <a:p>
            <a:pPr algn="ctr"/>
            <a:r>
              <a:rPr lang="en-US" sz="900" dirty="0"/>
              <a:t>85</a:t>
            </a:r>
          </a:p>
        </p:txBody>
      </p:sp>
      <p:sp>
        <p:nvSpPr>
          <p:cNvPr id="64" name="TextBox 63">
            <a:extLst>
              <a:ext uri="{FF2B5EF4-FFF2-40B4-BE49-F238E27FC236}">
                <a16:creationId xmlns:a16="http://schemas.microsoft.com/office/drawing/2014/main" id="{631A4DFA-9BDF-33D0-C9F8-B4C44B30D97D}"/>
              </a:ext>
            </a:extLst>
          </p:cNvPr>
          <p:cNvSpPr txBox="1"/>
          <p:nvPr/>
        </p:nvSpPr>
        <p:spPr>
          <a:xfrm>
            <a:off x="3640666" y="3406653"/>
            <a:ext cx="570089" cy="230832"/>
          </a:xfrm>
          <a:prstGeom prst="rect">
            <a:avLst/>
          </a:prstGeom>
          <a:noFill/>
        </p:spPr>
        <p:txBody>
          <a:bodyPr wrap="square" rtlCol="0">
            <a:spAutoFit/>
          </a:bodyPr>
          <a:lstStyle/>
          <a:p>
            <a:pPr algn="ctr"/>
            <a:r>
              <a:rPr lang="en-US" sz="900" dirty="0"/>
              <a:t>146</a:t>
            </a:r>
          </a:p>
        </p:txBody>
      </p:sp>
      <p:sp>
        <p:nvSpPr>
          <p:cNvPr id="65" name="TextBox 64">
            <a:extLst>
              <a:ext uri="{FF2B5EF4-FFF2-40B4-BE49-F238E27FC236}">
                <a16:creationId xmlns:a16="http://schemas.microsoft.com/office/drawing/2014/main" id="{47E08197-881F-61C2-8561-C35EA6C48650}"/>
              </a:ext>
            </a:extLst>
          </p:cNvPr>
          <p:cNvSpPr txBox="1"/>
          <p:nvPr/>
        </p:nvSpPr>
        <p:spPr>
          <a:xfrm>
            <a:off x="3138310" y="3406653"/>
            <a:ext cx="570089" cy="230832"/>
          </a:xfrm>
          <a:prstGeom prst="rect">
            <a:avLst/>
          </a:prstGeom>
          <a:noFill/>
        </p:spPr>
        <p:txBody>
          <a:bodyPr wrap="square" rtlCol="0">
            <a:spAutoFit/>
          </a:bodyPr>
          <a:lstStyle/>
          <a:p>
            <a:pPr algn="ctr"/>
            <a:r>
              <a:rPr lang="en-US" sz="900" dirty="0"/>
              <a:t>146</a:t>
            </a:r>
          </a:p>
        </p:txBody>
      </p:sp>
      <p:sp>
        <p:nvSpPr>
          <p:cNvPr id="72" name="TextBox 71">
            <a:extLst>
              <a:ext uri="{FF2B5EF4-FFF2-40B4-BE49-F238E27FC236}">
                <a16:creationId xmlns:a16="http://schemas.microsoft.com/office/drawing/2014/main" id="{D884C022-A7B0-BD5D-47B7-7F3874B2FC79}"/>
              </a:ext>
            </a:extLst>
          </p:cNvPr>
          <p:cNvSpPr txBox="1"/>
          <p:nvPr/>
        </p:nvSpPr>
        <p:spPr>
          <a:xfrm>
            <a:off x="4645378" y="4408541"/>
            <a:ext cx="570089" cy="230832"/>
          </a:xfrm>
          <a:prstGeom prst="rect">
            <a:avLst/>
          </a:prstGeom>
          <a:noFill/>
        </p:spPr>
        <p:txBody>
          <a:bodyPr wrap="square" rtlCol="0">
            <a:spAutoFit/>
          </a:bodyPr>
          <a:lstStyle/>
          <a:p>
            <a:pPr algn="ctr"/>
            <a:r>
              <a:rPr lang="en-US" sz="900" dirty="0"/>
              <a:t>12</a:t>
            </a:r>
          </a:p>
        </p:txBody>
      </p:sp>
      <p:sp>
        <p:nvSpPr>
          <p:cNvPr id="73" name="TextBox 72">
            <a:extLst>
              <a:ext uri="{FF2B5EF4-FFF2-40B4-BE49-F238E27FC236}">
                <a16:creationId xmlns:a16="http://schemas.microsoft.com/office/drawing/2014/main" id="{186B1BB7-7AFE-5C7E-8870-9A9255898BBD}"/>
              </a:ext>
            </a:extLst>
          </p:cNvPr>
          <p:cNvSpPr txBox="1"/>
          <p:nvPr/>
        </p:nvSpPr>
        <p:spPr>
          <a:xfrm>
            <a:off x="5147734" y="4408541"/>
            <a:ext cx="570089" cy="230832"/>
          </a:xfrm>
          <a:prstGeom prst="rect">
            <a:avLst/>
          </a:prstGeom>
          <a:solidFill>
            <a:schemeClr val="accent6">
              <a:lumMod val="20000"/>
              <a:lumOff val="80000"/>
            </a:schemeClr>
          </a:solidFill>
        </p:spPr>
        <p:txBody>
          <a:bodyPr wrap="square" rtlCol="0">
            <a:spAutoFit/>
          </a:bodyPr>
          <a:lstStyle/>
          <a:p>
            <a:pPr algn="ctr"/>
            <a:r>
              <a:rPr lang="en-US" sz="900" dirty="0"/>
              <a:t>63</a:t>
            </a:r>
          </a:p>
        </p:txBody>
      </p:sp>
      <p:sp>
        <p:nvSpPr>
          <p:cNvPr id="74" name="TextBox 73">
            <a:extLst>
              <a:ext uri="{FF2B5EF4-FFF2-40B4-BE49-F238E27FC236}">
                <a16:creationId xmlns:a16="http://schemas.microsoft.com/office/drawing/2014/main" id="{80748766-0E89-089C-8960-D040AF4A0932}"/>
              </a:ext>
            </a:extLst>
          </p:cNvPr>
          <p:cNvSpPr txBox="1"/>
          <p:nvPr/>
        </p:nvSpPr>
        <p:spPr>
          <a:xfrm>
            <a:off x="5650090" y="4408541"/>
            <a:ext cx="570089" cy="230832"/>
          </a:xfrm>
          <a:prstGeom prst="rect">
            <a:avLst/>
          </a:prstGeom>
          <a:solidFill>
            <a:schemeClr val="accent4">
              <a:lumMod val="20000"/>
              <a:lumOff val="80000"/>
            </a:schemeClr>
          </a:solidFill>
        </p:spPr>
        <p:txBody>
          <a:bodyPr wrap="square" rtlCol="0">
            <a:spAutoFit/>
          </a:bodyPr>
          <a:lstStyle/>
          <a:p>
            <a:pPr algn="ctr"/>
            <a:r>
              <a:rPr lang="en-US" sz="900" dirty="0"/>
              <a:t>78</a:t>
            </a:r>
          </a:p>
        </p:txBody>
      </p:sp>
      <p:sp>
        <p:nvSpPr>
          <p:cNvPr id="75" name="TextBox 74">
            <a:extLst>
              <a:ext uri="{FF2B5EF4-FFF2-40B4-BE49-F238E27FC236}">
                <a16:creationId xmlns:a16="http://schemas.microsoft.com/office/drawing/2014/main" id="{58FD44B7-9898-912F-DA80-91143C9747FD}"/>
              </a:ext>
            </a:extLst>
          </p:cNvPr>
          <p:cNvSpPr txBox="1"/>
          <p:nvPr/>
        </p:nvSpPr>
        <p:spPr>
          <a:xfrm>
            <a:off x="6654802" y="4408541"/>
            <a:ext cx="570089" cy="230832"/>
          </a:xfrm>
          <a:prstGeom prst="rect">
            <a:avLst/>
          </a:prstGeom>
          <a:solidFill>
            <a:schemeClr val="accent4">
              <a:lumMod val="20000"/>
              <a:lumOff val="80000"/>
            </a:schemeClr>
          </a:solidFill>
        </p:spPr>
        <p:txBody>
          <a:bodyPr wrap="square" rtlCol="0">
            <a:spAutoFit/>
          </a:bodyPr>
          <a:lstStyle/>
          <a:p>
            <a:pPr algn="ctr"/>
            <a:r>
              <a:rPr lang="en-US" sz="900" dirty="0"/>
              <a:t>47</a:t>
            </a:r>
          </a:p>
        </p:txBody>
      </p:sp>
      <p:sp>
        <p:nvSpPr>
          <p:cNvPr id="76" name="TextBox 75">
            <a:extLst>
              <a:ext uri="{FF2B5EF4-FFF2-40B4-BE49-F238E27FC236}">
                <a16:creationId xmlns:a16="http://schemas.microsoft.com/office/drawing/2014/main" id="{1952749A-D119-84E4-748F-8B54FA7FB125}"/>
              </a:ext>
            </a:extLst>
          </p:cNvPr>
          <p:cNvSpPr txBox="1"/>
          <p:nvPr/>
        </p:nvSpPr>
        <p:spPr>
          <a:xfrm>
            <a:off x="7157158" y="4408541"/>
            <a:ext cx="570089" cy="230832"/>
          </a:xfrm>
          <a:prstGeom prst="rect">
            <a:avLst/>
          </a:prstGeom>
          <a:solidFill>
            <a:schemeClr val="accent4">
              <a:lumMod val="20000"/>
              <a:lumOff val="80000"/>
            </a:schemeClr>
          </a:solidFill>
        </p:spPr>
        <p:txBody>
          <a:bodyPr wrap="square" rtlCol="0">
            <a:spAutoFit/>
          </a:bodyPr>
          <a:lstStyle/>
          <a:p>
            <a:pPr algn="ctr"/>
            <a:r>
              <a:rPr lang="en-US" sz="900" dirty="0"/>
              <a:t>89</a:t>
            </a:r>
          </a:p>
        </p:txBody>
      </p:sp>
      <p:sp>
        <p:nvSpPr>
          <p:cNvPr id="77" name="TextBox 76">
            <a:extLst>
              <a:ext uri="{FF2B5EF4-FFF2-40B4-BE49-F238E27FC236}">
                <a16:creationId xmlns:a16="http://schemas.microsoft.com/office/drawing/2014/main" id="{B7F2EDC0-B04C-C3BA-F367-1580A2EB8007}"/>
              </a:ext>
            </a:extLst>
          </p:cNvPr>
          <p:cNvSpPr txBox="1"/>
          <p:nvPr/>
        </p:nvSpPr>
        <p:spPr>
          <a:xfrm>
            <a:off x="4645378" y="4909484"/>
            <a:ext cx="570089" cy="230832"/>
          </a:xfrm>
          <a:prstGeom prst="rect">
            <a:avLst/>
          </a:prstGeom>
          <a:noFill/>
        </p:spPr>
        <p:txBody>
          <a:bodyPr wrap="square" rtlCol="0">
            <a:spAutoFit/>
          </a:bodyPr>
          <a:lstStyle/>
          <a:p>
            <a:pPr algn="ctr"/>
            <a:r>
              <a:rPr lang="en-US" sz="900" dirty="0"/>
              <a:t>21</a:t>
            </a:r>
          </a:p>
        </p:txBody>
      </p:sp>
      <p:sp>
        <p:nvSpPr>
          <p:cNvPr id="78" name="TextBox 77">
            <a:extLst>
              <a:ext uri="{FF2B5EF4-FFF2-40B4-BE49-F238E27FC236}">
                <a16:creationId xmlns:a16="http://schemas.microsoft.com/office/drawing/2014/main" id="{BAE3A688-C3E9-5304-91C8-398BE7D4B081}"/>
              </a:ext>
            </a:extLst>
          </p:cNvPr>
          <p:cNvSpPr txBox="1"/>
          <p:nvPr/>
        </p:nvSpPr>
        <p:spPr>
          <a:xfrm>
            <a:off x="5147734"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36</a:t>
            </a:r>
          </a:p>
        </p:txBody>
      </p:sp>
      <p:sp>
        <p:nvSpPr>
          <p:cNvPr id="79" name="TextBox 78">
            <a:extLst>
              <a:ext uri="{FF2B5EF4-FFF2-40B4-BE49-F238E27FC236}">
                <a16:creationId xmlns:a16="http://schemas.microsoft.com/office/drawing/2014/main" id="{596C50F0-E939-C9D7-BEBB-DD5739F4F1D9}"/>
              </a:ext>
            </a:extLst>
          </p:cNvPr>
          <p:cNvSpPr txBox="1"/>
          <p:nvPr/>
        </p:nvSpPr>
        <p:spPr>
          <a:xfrm>
            <a:off x="5650090" y="4909484"/>
            <a:ext cx="570089" cy="230832"/>
          </a:xfrm>
          <a:prstGeom prst="rect">
            <a:avLst/>
          </a:prstGeom>
          <a:solidFill>
            <a:schemeClr val="accent4">
              <a:lumMod val="20000"/>
              <a:lumOff val="80000"/>
            </a:schemeClr>
          </a:solidFill>
        </p:spPr>
        <p:txBody>
          <a:bodyPr wrap="square" rtlCol="0">
            <a:spAutoFit/>
          </a:bodyPr>
          <a:lstStyle/>
          <a:p>
            <a:pPr algn="ctr"/>
            <a:r>
              <a:rPr lang="en-US" sz="900" dirty="0"/>
              <a:t>87</a:t>
            </a:r>
          </a:p>
        </p:txBody>
      </p:sp>
      <p:sp>
        <p:nvSpPr>
          <p:cNvPr id="80" name="TextBox 79">
            <a:extLst>
              <a:ext uri="{FF2B5EF4-FFF2-40B4-BE49-F238E27FC236}">
                <a16:creationId xmlns:a16="http://schemas.microsoft.com/office/drawing/2014/main" id="{7EAA3913-42A0-EBBA-AD94-8699CE93F18F}"/>
              </a:ext>
            </a:extLst>
          </p:cNvPr>
          <p:cNvSpPr txBox="1"/>
          <p:nvPr/>
        </p:nvSpPr>
        <p:spPr>
          <a:xfrm>
            <a:off x="6654802" y="4909484"/>
            <a:ext cx="570089" cy="230832"/>
          </a:xfrm>
          <a:prstGeom prst="rect">
            <a:avLst/>
          </a:prstGeom>
          <a:solidFill>
            <a:schemeClr val="accent4">
              <a:lumMod val="20000"/>
              <a:lumOff val="80000"/>
            </a:schemeClr>
          </a:solidFill>
        </p:spPr>
        <p:txBody>
          <a:bodyPr wrap="square" rtlCol="0">
            <a:spAutoFit/>
          </a:bodyPr>
          <a:lstStyle/>
          <a:p>
            <a:pPr algn="ctr"/>
            <a:r>
              <a:rPr lang="en-US" sz="900" dirty="0"/>
              <a:t>74</a:t>
            </a:r>
          </a:p>
        </p:txBody>
      </p:sp>
      <p:sp>
        <p:nvSpPr>
          <p:cNvPr id="81" name="TextBox 80">
            <a:extLst>
              <a:ext uri="{FF2B5EF4-FFF2-40B4-BE49-F238E27FC236}">
                <a16:creationId xmlns:a16="http://schemas.microsoft.com/office/drawing/2014/main" id="{4DF8D200-A043-D987-31C6-0D200E04D509}"/>
              </a:ext>
            </a:extLst>
          </p:cNvPr>
          <p:cNvSpPr txBox="1"/>
          <p:nvPr/>
        </p:nvSpPr>
        <p:spPr>
          <a:xfrm>
            <a:off x="7157158" y="4909484"/>
            <a:ext cx="570089" cy="230832"/>
          </a:xfrm>
          <a:prstGeom prst="rect">
            <a:avLst/>
          </a:prstGeom>
          <a:solidFill>
            <a:schemeClr val="accent4">
              <a:lumMod val="20000"/>
              <a:lumOff val="80000"/>
            </a:schemeClr>
          </a:solidFill>
        </p:spPr>
        <p:txBody>
          <a:bodyPr wrap="square" rtlCol="0">
            <a:spAutoFit/>
          </a:bodyPr>
          <a:lstStyle/>
          <a:p>
            <a:pPr algn="ctr"/>
            <a:r>
              <a:rPr lang="en-US" sz="900" dirty="0"/>
              <a:t>98</a:t>
            </a:r>
          </a:p>
        </p:txBody>
      </p:sp>
      <p:sp>
        <p:nvSpPr>
          <p:cNvPr id="82" name="TextBox 81">
            <a:extLst>
              <a:ext uri="{FF2B5EF4-FFF2-40B4-BE49-F238E27FC236}">
                <a16:creationId xmlns:a16="http://schemas.microsoft.com/office/drawing/2014/main" id="{78463684-658A-D740-C79A-A14ECDA6BA6C}"/>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83" name="TextBox 82">
            <a:extLst>
              <a:ext uri="{FF2B5EF4-FFF2-40B4-BE49-F238E27FC236}">
                <a16:creationId xmlns:a16="http://schemas.microsoft.com/office/drawing/2014/main" id="{AA9AF92D-5FAE-4F8E-9416-32849008ACAB}"/>
              </a:ext>
            </a:extLst>
          </p:cNvPr>
          <p:cNvSpPr txBox="1"/>
          <p:nvPr/>
        </p:nvSpPr>
        <p:spPr>
          <a:xfrm>
            <a:off x="6714071" y="3741226"/>
            <a:ext cx="462845" cy="584775"/>
          </a:xfrm>
          <a:prstGeom prst="rect">
            <a:avLst/>
          </a:prstGeom>
          <a:noFill/>
        </p:spPr>
        <p:txBody>
          <a:bodyPr wrap="square" rtlCol="0">
            <a:spAutoFit/>
          </a:bodyPr>
          <a:lstStyle/>
          <a:p>
            <a:pPr algn="ctr"/>
            <a:r>
              <a:rPr lang="en-US" sz="3200" dirty="0"/>
              <a:t>1</a:t>
            </a:r>
          </a:p>
        </p:txBody>
      </p:sp>
      <p:sp>
        <p:nvSpPr>
          <p:cNvPr id="69" name="TextBox 68">
            <a:extLst>
              <a:ext uri="{FF2B5EF4-FFF2-40B4-BE49-F238E27FC236}">
                <a16:creationId xmlns:a16="http://schemas.microsoft.com/office/drawing/2014/main" id="{8DAFF50D-B476-3DBE-9BB7-FA10235057D5}"/>
              </a:ext>
            </a:extLst>
          </p:cNvPr>
          <p:cNvSpPr txBox="1"/>
          <p:nvPr/>
        </p:nvSpPr>
        <p:spPr>
          <a:xfrm>
            <a:off x="6214537" y="2734556"/>
            <a:ext cx="462845" cy="584775"/>
          </a:xfrm>
          <a:prstGeom prst="rect">
            <a:avLst/>
          </a:prstGeom>
          <a:noFill/>
        </p:spPr>
        <p:txBody>
          <a:bodyPr wrap="square" rtlCol="0">
            <a:spAutoFit/>
          </a:bodyPr>
          <a:lstStyle/>
          <a:p>
            <a:pPr algn="ctr"/>
            <a:r>
              <a:rPr lang="en-US" sz="3200" dirty="0"/>
              <a:t>1</a:t>
            </a:r>
          </a:p>
        </p:txBody>
      </p:sp>
      <p:sp>
        <p:nvSpPr>
          <p:cNvPr id="70" name="TextBox 69">
            <a:extLst>
              <a:ext uri="{FF2B5EF4-FFF2-40B4-BE49-F238E27FC236}">
                <a16:creationId xmlns:a16="http://schemas.microsoft.com/office/drawing/2014/main" id="{C3213951-0AE0-40D3-6E1F-B009017446C9}"/>
              </a:ext>
            </a:extLst>
          </p:cNvPr>
          <p:cNvSpPr txBox="1"/>
          <p:nvPr/>
        </p:nvSpPr>
        <p:spPr>
          <a:xfrm>
            <a:off x="6714071" y="2734556"/>
            <a:ext cx="462845" cy="584775"/>
          </a:xfrm>
          <a:prstGeom prst="rect">
            <a:avLst/>
          </a:prstGeom>
          <a:noFill/>
        </p:spPr>
        <p:txBody>
          <a:bodyPr wrap="square" rtlCol="0">
            <a:spAutoFit/>
          </a:bodyPr>
          <a:lstStyle/>
          <a:p>
            <a:pPr algn="ctr"/>
            <a:r>
              <a:rPr lang="en-US" sz="3200" dirty="0"/>
              <a:t>6</a:t>
            </a:r>
          </a:p>
        </p:txBody>
      </p:sp>
      <p:sp>
        <p:nvSpPr>
          <p:cNvPr id="29" name="TextBox 28">
            <a:extLst>
              <a:ext uri="{FF2B5EF4-FFF2-40B4-BE49-F238E27FC236}">
                <a16:creationId xmlns:a16="http://schemas.microsoft.com/office/drawing/2014/main" id="{04D89353-3BB8-4659-F471-920882A9AB96}"/>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4EC7F762-51E1-F3BB-D960-85C36ED53866}"/>
              </a:ext>
            </a:extLst>
          </p:cNvPr>
          <p:cNvSpPr txBox="1"/>
          <p:nvPr/>
        </p:nvSpPr>
        <p:spPr>
          <a:xfrm>
            <a:off x="4216401" y="3741226"/>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B64813AD-4223-7A3E-D62A-4864959D5291}"/>
              </a:ext>
            </a:extLst>
          </p:cNvPr>
          <p:cNvSpPr txBox="1"/>
          <p:nvPr/>
        </p:nvSpPr>
        <p:spPr>
          <a:xfrm>
            <a:off x="6714071" y="1224551"/>
            <a:ext cx="462845" cy="584775"/>
          </a:xfrm>
          <a:prstGeom prst="rect">
            <a:avLst/>
          </a:prstGeom>
          <a:noFill/>
        </p:spPr>
        <p:txBody>
          <a:bodyPr wrap="square" rtlCol="0">
            <a:spAutoFit/>
          </a:bodyPr>
          <a:lstStyle/>
          <a:p>
            <a:pPr algn="ctr"/>
            <a:r>
              <a:rPr lang="en-US" sz="3200" dirty="0"/>
              <a:t>5</a:t>
            </a:r>
          </a:p>
        </p:txBody>
      </p:sp>
      <p:sp>
        <p:nvSpPr>
          <p:cNvPr id="49" name="TextBox 48">
            <a:extLst>
              <a:ext uri="{FF2B5EF4-FFF2-40B4-BE49-F238E27FC236}">
                <a16:creationId xmlns:a16="http://schemas.microsoft.com/office/drawing/2014/main" id="{0D316ED1-74A4-FDF8-EB14-10E7339D0A17}"/>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84" name="TextBox 83">
            <a:extLst>
              <a:ext uri="{FF2B5EF4-FFF2-40B4-BE49-F238E27FC236}">
                <a16:creationId xmlns:a16="http://schemas.microsoft.com/office/drawing/2014/main" id="{34912D2C-35F9-C621-4550-72503669F8A2}"/>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85" name="TextBox 84">
            <a:extLst>
              <a:ext uri="{FF2B5EF4-FFF2-40B4-BE49-F238E27FC236}">
                <a16:creationId xmlns:a16="http://schemas.microsoft.com/office/drawing/2014/main" id="{97CEC437-AE46-6B01-76FF-21F4D882C438}"/>
              </a:ext>
            </a:extLst>
          </p:cNvPr>
          <p:cNvSpPr txBox="1"/>
          <p:nvPr/>
        </p:nvSpPr>
        <p:spPr>
          <a:xfrm>
            <a:off x="5215469" y="1224551"/>
            <a:ext cx="462845" cy="584775"/>
          </a:xfrm>
          <a:prstGeom prst="rect">
            <a:avLst/>
          </a:prstGeom>
          <a:noFill/>
        </p:spPr>
        <p:txBody>
          <a:bodyPr wrap="square" rtlCol="0">
            <a:spAutoFit/>
          </a:bodyPr>
          <a:lstStyle/>
          <a:p>
            <a:pPr algn="ctr"/>
            <a:r>
              <a:rPr lang="en-US" sz="3200" dirty="0"/>
              <a:t>4</a:t>
            </a:r>
          </a:p>
        </p:txBody>
      </p:sp>
      <p:sp>
        <p:nvSpPr>
          <p:cNvPr id="86" name="TextBox 85">
            <a:extLst>
              <a:ext uri="{FF2B5EF4-FFF2-40B4-BE49-F238E27FC236}">
                <a16:creationId xmlns:a16="http://schemas.microsoft.com/office/drawing/2014/main" id="{5A455AF0-204C-A301-B9A7-13623312C187}"/>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87" name="TextBox 86">
            <a:extLst>
              <a:ext uri="{FF2B5EF4-FFF2-40B4-BE49-F238E27FC236}">
                <a16:creationId xmlns:a16="http://schemas.microsoft.com/office/drawing/2014/main" id="{09C5E7D9-4ED3-FED6-DE2D-0FE07FA59B42}"/>
              </a:ext>
            </a:extLst>
          </p:cNvPr>
          <p:cNvSpPr txBox="1"/>
          <p:nvPr/>
        </p:nvSpPr>
        <p:spPr>
          <a:xfrm>
            <a:off x="4715935" y="1727886"/>
            <a:ext cx="462845" cy="584775"/>
          </a:xfrm>
          <a:prstGeom prst="rect">
            <a:avLst/>
          </a:prstGeom>
          <a:noFill/>
        </p:spPr>
        <p:txBody>
          <a:bodyPr wrap="square" rtlCol="0">
            <a:spAutoFit/>
          </a:bodyPr>
          <a:lstStyle/>
          <a:p>
            <a:pPr algn="ctr"/>
            <a:r>
              <a:rPr lang="en-US" sz="3200" dirty="0"/>
              <a:t>6</a:t>
            </a:r>
          </a:p>
        </p:txBody>
      </p:sp>
      <p:sp>
        <p:nvSpPr>
          <p:cNvPr id="88" name="TextBox 87">
            <a:extLst>
              <a:ext uri="{FF2B5EF4-FFF2-40B4-BE49-F238E27FC236}">
                <a16:creationId xmlns:a16="http://schemas.microsoft.com/office/drawing/2014/main" id="{7FAB9F4E-BAB1-F5D6-DD8E-912A88D72E2F}"/>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89" name="TextBox 88">
            <a:extLst>
              <a:ext uri="{FF2B5EF4-FFF2-40B4-BE49-F238E27FC236}">
                <a16:creationId xmlns:a16="http://schemas.microsoft.com/office/drawing/2014/main" id="{86CC1D4C-2738-027F-8700-C8A9B3841855}"/>
              </a:ext>
            </a:extLst>
          </p:cNvPr>
          <p:cNvSpPr txBox="1"/>
          <p:nvPr/>
        </p:nvSpPr>
        <p:spPr>
          <a:xfrm>
            <a:off x="5215469" y="2734556"/>
            <a:ext cx="462845" cy="584775"/>
          </a:xfrm>
          <a:prstGeom prst="rect">
            <a:avLst/>
          </a:prstGeom>
          <a:noFill/>
        </p:spPr>
        <p:txBody>
          <a:bodyPr wrap="square" rtlCol="0">
            <a:spAutoFit/>
          </a:bodyPr>
          <a:lstStyle/>
          <a:p>
            <a:pPr algn="ctr"/>
            <a:r>
              <a:rPr lang="en-US" sz="3200" dirty="0"/>
              <a:t>7</a:t>
            </a:r>
          </a:p>
        </p:txBody>
      </p:sp>
      <p:sp>
        <p:nvSpPr>
          <p:cNvPr id="90" name="TextBox 89">
            <a:extLst>
              <a:ext uri="{FF2B5EF4-FFF2-40B4-BE49-F238E27FC236}">
                <a16:creationId xmlns:a16="http://schemas.microsoft.com/office/drawing/2014/main" id="{D10B6549-3141-491A-024E-99D19B37818D}"/>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91" name="TextBox 90">
            <a:extLst>
              <a:ext uri="{FF2B5EF4-FFF2-40B4-BE49-F238E27FC236}">
                <a16:creationId xmlns:a16="http://schemas.microsoft.com/office/drawing/2014/main" id="{55E80311-7C61-A8C5-10C5-8C0B91A8F911}"/>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92" name="TextBox 91">
            <a:extLst>
              <a:ext uri="{FF2B5EF4-FFF2-40B4-BE49-F238E27FC236}">
                <a16:creationId xmlns:a16="http://schemas.microsoft.com/office/drawing/2014/main" id="{6A5E60AB-E04B-25E4-ED8F-36BA2CC60A15}"/>
              </a:ext>
            </a:extLst>
          </p:cNvPr>
          <p:cNvSpPr txBox="1"/>
          <p:nvPr/>
        </p:nvSpPr>
        <p:spPr>
          <a:xfrm>
            <a:off x="7213604" y="3741226"/>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9BF5859A-522D-DC68-A19E-1F8DDFA1842F}"/>
              </a:ext>
            </a:extLst>
          </p:cNvPr>
          <p:cNvSpPr txBox="1"/>
          <p:nvPr/>
        </p:nvSpPr>
        <p:spPr>
          <a:xfrm>
            <a:off x="5215469" y="3741226"/>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8257935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11B4E-F92E-25C6-CB49-C4F0A464161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084F42D-76BD-F500-674B-58C0499DED3A}"/>
              </a:ext>
            </a:extLst>
          </p:cNvPr>
          <p:cNvSpPr>
            <a:spLocks noGrp="1"/>
          </p:cNvSpPr>
          <p:nvPr>
            <p:ph sz="half" idx="1"/>
          </p:nvPr>
        </p:nvSpPr>
        <p:spPr/>
        <p:txBody>
          <a:bodyPr>
            <a:normAutofit/>
          </a:bodyPr>
          <a:lstStyle/>
          <a:p>
            <a:r>
              <a:rPr lang="en-US" dirty="0"/>
              <a:t>Complete Row 7.</a:t>
            </a:r>
          </a:p>
        </p:txBody>
      </p:sp>
      <p:pic>
        <p:nvPicPr>
          <p:cNvPr id="4" name="Picture 3" descr="A grid of sudoku puzzle&#10;&#10;Description automatically generated">
            <a:extLst>
              <a:ext uri="{FF2B5EF4-FFF2-40B4-BE49-F238E27FC236}">
                <a16:creationId xmlns:a16="http://schemas.microsoft.com/office/drawing/2014/main" id="{2EB23DCA-5986-D2A9-EA8A-7EDC39D696F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02DCA17-B988-2DF7-55A9-A37831292E4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0C276A2-8549-664C-AA3B-364FFDF49A1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E78B1FE-7E56-76CC-A881-DC50F794B90C}"/>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D79CE6F0-1A18-E620-41A0-E637A2C21495}"/>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20" name="TextBox 19">
            <a:extLst>
              <a:ext uri="{FF2B5EF4-FFF2-40B4-BE49-F238E27FC236}">
                <a16:creationId xmlns:a16="http://schemas.microsoft.com/office/drawing/2014/main" id="{0DCFCAFE-0BA9-C7E7-3B68-B699CD06D247}"/>
              </a:ext>
            </a:extLst>
          </p:cNvPr>
          <p:cNvSpPr txBox="1"/>
          <p:nvPr/>
        </p:nvSpPr>
        <p:spPr>
          <a:xfrm>
            <a:off x="3640666" y="1903821"/>
            <a:ext cx="570089" cy="230832"/>
          </a:xfrm>
          <a:prstGeom prst="rect">
            <a:avLst/>
          </a:prstGeom>
          <a:solidFill>
            <a:schemeClr val="accent2">
              <a:lumMod val="20000"/>
              <a:lumOff val="80000"/>
            </a:schemeClr>
          </a:solidFill>
        </p:spPr>
        <p:txBody>
          <a:bodyPr wrap="square" rtlCol="0">
            <a:spAutoFit/>
          </a:bodyPr>
          <a:lstStyle/>
          <a:p>
            <a:pPr algn="ctr"/>
            <a:r>
              <a:rPr lang="en-US" sz="900" dirty="0"/>
              <a:t>71</a:t>
            </a:r>
          </a:p>
        </p:txBody>
      </p:sp>
      <p:sp>
        <p:nvSpPr>
          <p:cNvPr id="21" name="TextBox 20">
            <a:extLst>
              <a:ext uri="{FF2B5EF4-FFF2-40B4-BE49-F238E27FC236}">
                <a16:creationId xmlns:a16="http://schemas.microsoft.com/office/drawing/2014/main" id="{A4274BF9-3F0E-BFC8-5B62-41E5F90BA433}"/>
              </a:ext>
            </a:extLst>
          </p:cNvPr>
          <p:cNvSpPr txBox="1"/>
          <p:nvPr/>
        </p:nvSpPr>
        <p:spPr>
          <a:xfrm>
            <a:off x="3138310" y="1903821"/>
            <a:ext cx="570089" cy="230832"/>
          </a:xfrm>
          <a:prstGeom prst="rect">
            <a:avLst/>
          </a:prstGeom>
          <a:solidFill>
            <a:schemeClr val="accent2">
              <a:lumMod val="20000"/>
              <a:lumOff val="80000"/>
            </a:schemeClr>
          </a:solidFill>
        </p:spPr>
        <p:txBody>
          <a:bodyPr wrap="square" rtlCol="0">
            <a:spAutoFit/>
          </a:bodyPr>
          <a:lstStyle/>
          <a:p>
            <a:pPr algn="ctr"/>
            <a:r>
              <a:rPr lang="en-US" sz="900" dirty="0"/>
              <a:t>17</a:t>
            </a:r>
          </a:p>
        </p:txBody>
      </p:sp>
      <p:sp>
        <p:nvSpPr>
          <p:cNvPr id="24" name="TextBox 23">
            <a:extLst>
              <a:ext uri="{FF2B5EF4-FFF2-40B4-BE49-F238E27FC236}">
                <a16:creationId xmlns:a16="http://schemas.microsoft.com/office/drawing/2014/main" id="{1317CE47-862B-E425-0C1F-3E4018CFFB79}"/>
              </a:ext>
            </a:extLst>
          </p:cNvPr>
          <p:cNvSpPr txBox="1"/>
          <p:nvPr/>
        </p:nvSpPr>
        <p:spPr>
          <a:xfrm>
            <a:off x="6152446" y="4408541"/>
            <a:ext cx="570089" cy="230832"/>
          </a:xfrm>
          <a:prstGeom prst="rect">
            <a:avLst/>
          </a:prstGeom>
          <a:solidFill>
            <a:schemeClr val="accent6">
              <a:lumMod val="20000"/>
              <a:lumOff val="80000"/>
            </a:schemeClr>
          </a:solidFill>
        </p:spPr>
        <p:txBody>
          <a:bodyPr wrap="square" rtlCol="0">
            <a:spAutoFit/>
          </a:bodyPr>
          <a:lstStyle/>
          <a:p>
            <a:pPr algn="ctr"/>
            <a:r>
              <a:rPr lang="en-US" sz="900" dirty="0"/>
              <a:t>35</a:t>
            </a:r>
          </a:p>
        </p:txBody>
      </p:sp>
      <p:sp>
        <p:nvSpPr>
          <p:cNvPr id="25" name="TextBox 24">
            <a:extLst>
              <a:ext uri="{FF2B5EF4-FFF2-40B4-BE49-F238E27FC236}">
                <a16:creationId xmlns:a16="http://schemas.microsoft.com/office/drawing/2014/main" id="{474EFE35-680C-9FBE-06B6-1FD45E644351}"/>
              </a:ext>
            </a:extLst>
          </p:cNvPr>
          <p:cNvSpPr txBox="1"/>
          <p:nvPr/>
        </p:nvSpPr>
        <p:spPr>
          <a:xfrm>
            <a:off x="6152446"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53</a:t>
            </a:r>
          </a:p>
        </p:txBody>
      </p:sp>
      <p:sp>
        <p:nvSpPr>
          <p:cNvPr id="31" name="TextBox 30">
            <a:extLst>
              <a:ext uri="{FF2B5EF4-FFF2-40B4-BE49-F238E27FC236}">
                <a16:creationId xmlns:a16="http://schemas.microsoft.com/office/drawing/2014/main" id="{286A4632-E2C4-DC3D-F33B-73DA191CD65E}"/>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B2475F21-155F-75BC-F4CE-E49EE32D9673}"/>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2D07DD4F-5285-0775-F155-7C82911D2D2F}"/>
              </a:ext>
            </a:extLst>
          </p:cNvPr>
          <p:cNvSpPr txBox="1"/>
          <p:nvPr/>
        </p:nvSpPr>
        <p:spPr>
          <a:xfrm>
            <a:off x="6214537"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C2675A02-913E-1C96-24C8-62986C9EE77E}"/>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3359A066-0A37-E4A0-9FA4-F800E1E04963}"/>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44695550-B04A-0E8C-1F76-DBDF276E9A94}"/>
              </a:ext>
            </a:extLst>
          </p:cNvPr>
          <p:cNvSpPr txBox="1"/>
          <p:nvPr/>
        </p:nvSpPr>
        <p:spPr>
          <a:xfrm>
            <a:off x="6714071" y="72121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81594257-EE45-29C6-7FB1-1E1D6ED2839D}"/>
              </a:ext>
            </a:extLst>
          </p:cNvPr>
          <p:cNvSpPr txBox="1"/>
          <p:nvPr/>
        </p:nvSpPr>
        <p:spPr>
          <a:xfrm>
            <a:off x="7213604" y="72121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1D557F53-AF7B-048F-3284-25B43C1F093C}"/>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56185653-C8DA-DD0F-F914-55646B1B7293}"/>
              </a:ext>
            </a:extLst>
          </p:cNvPr>
          <p:cNvSpPr txBox="1"/>
          <p:nvPr/>
        </p:nvSpPr>
        <p:spPr>
          <a:xfrm>
            <a:off x="6214537" y="3237891"/>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F8259E7A-F2EB-6966-C34C-683E482DDB27}"/>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BEE536A1-EDD0-04A7-ACEB-A3DFE953B10C}"/>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5" name="TextBox 34">
            <a:extLst>
              <a:ext uri="{FF2B5EF4-FFF2-40B4-BE49-F238E27FC236}">
                <a16:creationId xmlns:a16="http://schemas.microsoft.com/office/drawing/2014/main" id="{51BB6167-DFBD-4D4D-06A6-CA643AF38CF9}"/>
              </a:ext>
            </a:extLst>
          </p:cNvPr>
          <p:cNvSpPr txBox="1"/>
          <p:nvPr/>
        </p:nvSpPr>
        <p:spPr>
          <a:xfrm>
            <a:off x="7213604" y="3237891"/>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F70F5AC9-5325-477C-DA56-3CA5452B464B}"/>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B5532A59-6A76-310A-E9F4-80072BE68ED5}"/>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9" name="TextBox 38">
            <a:extLst>
              <a:ext uri="{FF2B5EF4-FFF2-40B4-BE49-F238E27FC236}">
                <a16:creationId xmlns:a16="http://schemas.microsoft.com/office/drawing/2014/main" id="{3D826BF9-4174-C950-11B5-7F2C25390C27}"/>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D4EDDE86-3939-52B0-6D95-C0B2E6FF8ED1}"/>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41" name="TextBox 40">
            <a:extLst>
              <a:ext uri="{FF2B5EF4-FFF2-40B4-BE49-F238E27FC236}">
                <a16:creationId xmlns:a16="http://schemas.microsoft.com/office/drawing/2014/main" id="{46787809-97F3-732A-0888-86AD4E731232}"/>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F0576E54-BEE6-B857-0F02-8C65F84977E4}"/>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43" name="TextBox 42">
            <a:extLst>
              <a:ext uri="{FF2B5EF4-FFF2-40B4-BE49-F238E27FC236}">
                <a16:creationId xmlns:a16="http://schemas.microsoft.com/office/drawing/2014/main" id="{175F7E20-C03C-D2DC-7895-DBC5B5F98684}"/>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0C692844-567F-30AC-A9DF-667D08876672}"/>
              </a:ext>
            </a:extLst>
          </p:cNvPr>
          <p:cNvSpPr txBox="1"/>
          <p:nvPr/>
        </p:nvSpPr>
        <p:spPr>
          <a:xfrm>
            <a:off x="4143022" y="3406653"/>
            <a:ext cx="570089" cy="230832"/>
          </a:xfrm>
          <a:prstGeom prst="rect">
            <a:avLst/>
          </a:prstGeom>
          <a:noFill/>
        </p:spPr>
        <p:txBody>
          <a:bodyPr wrap="square" rtlCol="0">
            <a:spAutoFit/>
          </a:bodyPr>
          <a:lstStyle/>
          <a:p>
            <a:pPr algn="ctr"/>
            <a:r>
              <a:rPr lang="en-US" sz="900" dirty="0"/>
              <a:t>146</a:t>
            </a:r>
          </a:p>
        </p:txBody>
      </p:sp>
      <p:sp>
        <p:nvSpPr>
          <p:cNvPr id="50" name="TextBox 49">
            <a:extLst>
              <a:ext uri="{FF2B5EF4-FFF2-40B4-BE49-F238E27FC236}">
                <a16:creationId xmlns:a16="http://schemas.microsoft.com/office/drawing/2014/main" id="{965A5567-0E2C-E3C0-91AC-FC73AEEEF042}"/>
              </a:ext>
            </a:extLst>
          </p:cNvPr>
          <p:cNvSpPr txBox="1"/>
          <p:nvPr/>
        </p:nvSpPr>
        <p:spPr>
          <a:xfrm>
            <a:off x="4143022" y="4408541"/>
            <a:ext cx="570089" cy="230832"/>
          </a:xfrm>
          <a:prstGeom prst="rect">
            <a:avLst/>
          </a:prstGeom>
          <a:noFill/>
        </p:spPr>
        <p:txBody>
          <a:bodyPr wrap="square" rtlCol="0">
            <a:spAutoFit/>
          </a:bodyPr>
          <a:lstStyle/>
          <a:p>
            <a:pPr algn="ctr"/>
            <a:r>
              <a:rPr lang="en-US" sz="900" dirty="0"/>
              <a:t>146</a:t>
            </a:r>
          </a:p>
        </p:txBody>
      </p:sp>
      <p:sp>
        <p:nvSpPr>
          <p:cNvPr id="51" name="TextBox 50">
            <a:extLst>
              <a:ext uri="{FF2B5EF4-FFF2-40B4-BE49-F238E27FC236}">
                <a16:creationId xmlns:a16="http://schemas.microsoft.com/office/drawing/2014/main" id="{73DA5E2A-0C23-B96C-6F45-128F4B4E9D14}"/>
              </a:ext>
            </a:extLst>
          </p:cNvPr>
          <p:cNvSpPr txBox="1"/>
          <p:nvPr/>
        </p:nvSpPr>
        <p:spPr>
          <a:xfrm>
            <a:off x="4143022" y="4909484"/>
            <a:ext cx="570089" cy="230832"/>
          </a:xfrm>
          <a:prstGeom prst="rect">
            <a:avLst/>
          </a:prstGeom>
          <a:noFill/>
        </p:spPr>
        <p:txBody>
          <a:bodyPr wrap="square" rtlCol="0">
            <a:spAutoFit/>
          </a:bodyPr>
          <a:lstStyle/>
          <a:p>
            <a:pPr algn="ctr"/>
            <a:r>
              <a:rPr lang="en-US" sz="900" dirty="0"/>
              <a:t>146</a:t>
            </a:r>
          </a:p>
        </p:txBody>
      </p:sp>
      <p:sp>
        <p:nvSpPr>
          <p:cNvPr id="52" name="TextBox 51">
            <a:extLst>
              <a:ext uri="{FF2B5EF4-FFF2-40B4-BE49-F238E27FC236}">
                <a16:creationId xmlns:a16="http://schemas.microsoft.com/office/drawing/2014/main" id="{32D138EC-4C02-2A02-3A67-65C3BDBC94AD}"/>
              </a:ext>
            </a:extLst>
          </p:cNvPr>
          <p:cNvSpPr txBox="1"/>
          <p:nvPr/>
        </p:nvSpPr>
        <p:spPr>
          <a:xfrm>
            <a:off x="4216401" y="2231221"/>
            <a:ext cx="462845" cy="584775"/>
          </a:xfrm>
          <a:prstGeom prst="rect">
            <a:avLst/>
          </a:prstGeom>
          <a:noFill/>
        </p:spPr>
        <p:txBody>
          <a:bodyPr wrap="square" rtlCol="0">
            <a:spAutoFit/>
          </a:bodyPr>
          <a:lstStyle/>
          <a:p>
            <a:pPr algn="ctr"/>
            <a:r>
              <a:rPr lang="en-US" sz="3200" dirty="0"/>
              <a:t>7</a:t>
            </a:r>
          </a:p>
        </p:txBody>
      </p:sp>
      <p:sp>
        <p:nvSpPr>
          <p:cNvPr id="46" name="TextBox 45">
            <a:extLst>
              <a:ext uri="{FF2B5EF4-FFF2-40B4-BE49-F238E27FC236}">
                <a16:creationId xmlns:a16="http://schemas.microsoft.com/office/drawing/2014/main" id="{B41E1A0F-2BF1-41FF-AFFF-63DF5320E903}"/>
              </a:ext>
            </a:extLst>
          </p:cNvPr>
          <p:cNvSpPr txBox="1"/>
          <p:nvPr/>
        </p:nvSpPr>
        <p:spPr>
          <a:xfrm>
            <a:off x="3640666" y="901933"/>
            <a:ext cx="570089" cy="230832"/>
          </a:xfrm>
          <a:prstGeom prst="rect">
            <a:avLst/>
          </a:prstGeom>
          <a:noFill/>
        </p:spPr>
        <p:txBody>
          <a:bodyPr wrap="square" rtlCol="0">
            <a:spAutoFit/>
          </a:bodyPr>
          <a:lstStyle/>
          <a:p>
            <a:pPr algn="ctr"/>
            <a:r>
              <a:rPr lang="en-US" sz="900" dirty="0"/>
              <a:t>64</a:t>
            </a:r>
          </a:p>
        </p:txBody>
      </p:sp>
      <p:sp>
        <p:nvSpPr>
          <p:cNvPr id="53" name="TextBox 52">
            <a:extLst>
              <a:ext uri="{FF2B5EF4-FFF2-40B4-BE49-F238E27FC236}">
                <a16:creationId xmlns:a16="http://schemas.microsoft.com/office/drawing/2014/main" id="{A0B22E45-57EE-2356-C23A-94C555AC2A22}"/>
              </a:ext>
            </a:extLst>
          </p:cNvPr>
          <p:cNvSpPr txBox="1"/>
          <p:nvPr/>
        </p:nvSpPr>
        <p:spPr>
          <a:xfrm>
            <a:off x="3138310" y="901933"/>
            <a:ext cx="570089" cy="230832"/>
          </a:xfrm>
          <a:prstGeom prst="rect">
            <a:avLst/>
          </a:prstGeom>
          <a:noFill/>
        </p:spPr>
        <p:txBody>
          <a:bodyPr wrap="square" rtlCol="0">
            <a:spAutoFit/>
          </a:bodyPr>
          <a:lstStyle/>
          <a:p>
            <a:pPr algn="ctr"/>
            <a:r>
              <a:rPr lang="en-US" sz="900" dirty="0"/>
              <a:t>46</a:t>
            </a:r>
          </a:p>
        </p:txBody>
      </p:sp>
      <p:sp>
        <p:nvSpPr>
          <p:cNvPr id="54" name="TextBox 53">
            <a:extLst>
              <a:ext uri="{FF2B5EF4-FFF2-40B4-BE49-F238E27FC236}">
                <a16:creationId xmlns:a16="http://schemas.microsoft.com/office/drawing/2014/main" id="{F2B58925-825F-8C5C-57F6-58188DF3D72B}"/>
              </a:ext>
            </a:extLst>
          </p:cNvPr>
          <p:cNvSpPr txBox="1"/>
          <p:nvPr/>
        </p:nvSpPr>
        <p:spPr>
          <a:xfrm>
            <a:off x="3640666" y="1402877"/>
            <a:ext cx="570089" cy="230832"/>
          </a:xfrm>
          <a:prstGeom prst="rect">
            <a:avLst/>
          </a:prstGeom>
          <a:noFill/>
        </p:spPr>
        <p:txBody>
          <a:bodyPr wrap="square" rtlCol="0">
            <a:spAutoFit/>
          </a:bodyPr>
          <a:lstStyle/>
          <a:p>
            <a:pPr algn="ctr"/>
            <a:r>
              <a:rPr lang="en-US" sz="900" dirty="0"/>
              <a:t>32</a:t>
            </a:r>
          </a:p>
        </p:txBody>
      </p:sp>
      <p:sp>
        <p:nvSpPr>
          <p:cNvPr id="55" name="TextBox 54">
            <a:extLst>
              <a:ext uri="{FF2B5EF4-FFF2-40B4-BE49-F238E27FC236}">
                <a16:creationId xmlns:a16="http://schemas.microsoft.com/office/drawing/2014/main" id="{A78AEC2A-A9FD-0DBF-31AB-54974D60D052}"/>
              </a:ext>
            </a:extLst>
          </p:cNvPr>
          <p:cNvSpPr txBox="1"/>
          <p:nvPr/>
        </p:nvSpPr>
        <p:spPr>
          <a:xfrm>
            <a:off x="3138310" y="1402877"/>
            <a:ext cx="570089" cy="230832"/>
          </a:xfrm>
          <a:prstGeom prst="rect">
            <a:avLst/>
          </a:prstGeom>
          <a:noFill/>
        </p:spPr>
        <p:txBody>
          <a:bodyPr wrap="square" rtlCol="0">
            <a:spAutoFit/>
          </a:bodyPr>
          <a:lstStyle/>
          <a:p>
            <a:pPr algn="ctr"/>
            <a:r>
              <a:rPr lang="en-US" sz="900" dirty="0"/>
              <a:t>23</a:t>
            </a:r>
          </a:p>
        </p:txBody>
      </p:sp>
      <p:sp>
        <p:nvSpPr>
          <p:cNvPr id="56" name="TextBox 55">
            <a:extLst>
              <a:ext uri="{FF2B5EF4-FFF2-40B4-BE49-F238E27FC236}">
                <a16:creationId xmlns:a16="http://schemas.microsoft.com/office/drawing/2014/main" id="{807F4DFB-80C1-26DC-2831-20D95BDDB3AD}"/>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EAF018FB-4D58-D17C-99FB-B33D1D98C253}"/>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57" name="TextBox 56">
            <a:extLst>
              <a:ext uri="{FF2B5EF4-FFF2-40B4-BE49-F238E27FC236}">
                <a16:creationId xmlns:a16="http://schemas.microsoft.com/office/drawing/2014/main" id="{7EBF73A1-AD3C-69EB-D853-B50DD7A7F14A}"/>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14" name="TextBox 13">
            <a:extLst>
              <a:ext uri="{FF2B5EF4-FFF2-40B4-BE49-F238E27FC236}">
                <a16:creationId xmlns:a16="http://schemas.microsoft.com/office/drawing/2014/main" id="{07F43C74-B3FB-04D3-A107-212009A9174D}"/>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28" name="TextBox 27">
            <a:extLst>
              <a:ext uri="{FF2B5EF4-FFF2-40B4-BE49-F238E27FC236}">
                <a16:creationId xmlns:a16="http://schemas.microsoft.com/office/drawing/2014/main" id="{353E958B-2531-02B8-6D09-50FDB85FB34B}"/>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70257524-BCDB-9D91-CF7C-29574C1B4E23}"/>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1400D42A-5165-0BB5-8FEB-20BF40A5F569}"/>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61" name="TextBox 60">
            <a:extLst>
              <a:ext uri="{FF2B5EF4-FFF2-40B4-BE49-F238E27FC236}">
                <a16:creationId xmlns:a16="http://schemas.microsoft.com/office/drawing/2014/main" id="{F8B90367-2C46-7E9E-D53D-9DE33D31A293}"/>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62" name="TextBox 61">
            <a:extLst>
              <a:ext uri="{FF2B5EF4-FFF2-40B4-BE49-F238E27FC236}">
                <a16:creationId xmlns:a16="http://schemas.microsoft.com/office/drawing/2014/main" id="{1837988F-FDC2-38E7-F1D3-F5359383F711}"/>
              </a:ext>
            </a:extLst>
          </p:cNvPr>
          <p:cNvSpPr txBox="1"/>
          <p:nvPr/>
        </p:nvSpPr>
        <p:spPr>
          <a:xfrm>
            <a:off x="5215469" y="3237891"/>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390B9D67-E19D-C457-240F-3E4ED0DAC946}"/>
              </a:ext>
            </a:extLst>
          </p:cNvPr>
          <p:cNvSpPr txBox="1"/>
          <p:nvPr/>
        </p:nvSpPr>
        <p:spPr>
          <a:xfrm>
            <a:off x="3640666" y="2404765"/>
            <a:ext cx="570089" cy="230832"/>
          </a:xfrm>
          <a:prstGeom prst="rect">
            <a:avLst/>
          </a:prstGeom>
          <a:noFill/>
        </p:spPr>
        <p:txBody>
          <a:bodyPr wrap="square" rtlCol="0">
            <a:spAutoFit/>
          </a:bodyPr>
          <a:lstStyle/>
          <a:p>
            <a:pPr algn="ctr"/>
            <a:r>
              <a:rPr lang="en-US" sz="900" dirty="0"/>
              <a:t>93</a:t>
            </a:r>
          </a:p>
        </p:txBody>
      </p:sp>
      <p:sp>
        <p:nvSpPr>
          <p:cNvPr id="47" name="TextBox 46">
            <a:extLst>
              <a:ext uri="{FF2B5EF4-FFF2-40B4-BE49-F238E27FC236}">
                <a16:creationId xmlns:a16="http://schemas.microsoft.com/office/drawing/2014/main" id="{FD779ED1-D64A-1DAB-1DD1-A0096219943A}"/>
              </a:ext>
            </a:extLst>
          </p:cNvPr>
          <p:cNvSpPr txBox="1"/>
          <p:nvPr/>
        </p:nvSpPr>
        <p:spPr>
          <a:xfrm>
            <a:off x="3138310" y="2404765"/>
            <a:ext cx="570089" cy="230832"/>
          </a:xfrm>
          <a:prstGeom prst="rect">
            <a:avLst/>
          </a:prstGeom>
          <a:noFill/>
        </p:spPr>
        <p:txBody>
          <a:bodyPr wrap="square" rtlCol="0">
            <a:spAutoFit/>
          </a:bodyPr>
          <a:lstStyle/>
          <a:p>
            <a:pPr algn="ctr"/>
            <a:r>
              <a:rPr lang="en-US" sz="900" dirty="0"/>
              <a:t>39</a:t>
            </a:r>
          </a:p>
        </p:txBody>
      </p:sp>
      <p:sp>
        <p:nvSpPr>
          <p:cNvPr id="59" name="TextBox 58">
            <a:extLst>
              <a:ext uri="{FF2B5EF4-FFF2-40B4-BE49-F238E27FC236}">
                <a16:creationId xmlns:a16="http://schemas.microsoft.com/office/drawing/2014/main" id="{C855A3F7-C843-CACE-A512-DF2033617DE3}"/>
              </a:ext>
            </a:extLst>
          </p:cNvPr>
          <p:cNvSpPr txBox="1"/>
          <p:nvPr/>
        </p:nvSpPr>
        <p:spPr>
          <a:xfrm>
            <a:off x="3640666" y="2905709"/>
            <a:ext cx="570089" cy="230832"/>
          </a:xfrm>
          <a:prstGeom prst="rect">
            <a:avLst/>
          </a:prstGeom>
          <a:solidFill>
            <a:schemeClr val="accent2">
              <a:lumMod val="20000"/>
              <a:lumOff val="80000"/>
            </a:schemeClr>
          </a:solidFill>
        </p:spPr>
        <p:txBody>
          <a:bodyPr wrap="square" rtlCol="0">
            <a:spAutoFit/>
          </a:bodyPr>
          <a:lstStyle/>
          <a:p>
            <a:pPr algn="ctr"/>
            <a:r>
              <a:rPr lang="en-US" sz="900" dirty="0"/>
              <a:t>58</a:t>
            </a:r>
          </a:p>
        </p:txBody>
      </p:sp>
      <p:sp>
        <p:nvSpPr>
          <p:cNvPr id="63" name="TextBox 62">
            <a:extLst>
              <a:ext uri="{FF2B5EF4-FFF2-40B4-BE49-F238E27FC236}">
                <a16:creationId xmlns:a16="http://schemas.microsoft.com/office/drawing/2014/main" id="{5BFF97F2-E1C1-365A-504F-7677F4263CE5}"/>
              </a:ext>
            </a:extLst>
          </p:cNvPr>
          <p:cNvSpPr txBox="1"/>
          <p:nvPr/>
        </p:nvSpPr>
        <p:spPr>
          <a:xfrm>
            <a:off x="3138310" y="2905709"/>
            <a:ext cx="570089" cy="230832"/>
          </a:xfrm>
          <a:prstGeom prst="rect">
            <a:avLst/>
          </a:prstGeom>
          <a:solidFill>
            <a:schemeClr val="accent2">
              <a:lumMod val="20000"/>
              <a:lumOff val="80000"/>
            </a:schemeClr>
          </a:solidFill>
        </p:spPr>
        <p:txBody>
          <a:bodyPr wrap="square" rtlCol="0">
            <a:spAutoFit/>
          </a:bodyPr>
          <a:lstStyle/>
          <a:p>
            <a:pPr algn="ctr"/>
            <a:r>
              <a:rPr lang="en-US" sz="900" dirty="0"/>
              <a:t>85</a:t>
            </a:r>
          </a:p>
        </p:txBody>
      </p:sp>
      <p:sp>
        <p:nvSpPr>
          <p:cNvPr id="64" name="TextBox 63">
            <a:extLst>
              <a:ext uri="{FF2B5EF4-FFF2-40B4-BE49-F238E27FC236}">
                <a16:creationId xmlns:a16="http://schemas.microsoft.com/office/drawing/2014/main" id="{FE5EBF99-A752-1405-A1BD-F41895278A89}"/>
              </a:ext>
            </a:extLst>
          </p:cNvPr>
          <p:cNvSpPr txBox="1"/>
          <p:nvPr/>
        </p:nvSpPr>
        <p:spPr>
          <a:xfrm>
            <a:off x="3640666" y="3406653"/>
            <a:ext cx="570089" cy="230832"/>
          </a:xfrm>
          <a:prstGeom prst="rect">
            <a:avLst/>
          </a:prstGeom>
          <a:noFill/>
        </p:spPr>
        <p:txBody>
          <a:bodyPr wrap="square" rtlCol="0">
            <a:spAutoFit/>
          </a:bodyPr>
          <a:lstStyle/>
          <a:p>
            <a:pPr algn="ctr"/>
            <a:r>
              <a:rPr lang="en-US" sz="900" dirty="0"/>
              <a:t>146</a:t>
            </a:r>
          </a:p>
        </p:txBody>
      </p:sp>
      <p:sp>
        <p:nvSpPr>
          <p:cNvPr id="65" name="TextBox 64">
            <a:extLst>
              <a:ext uri="{FF2B5EF4-FFF2-40B4-BE49-F238E27FC236}">
                <a16:creationId xmlns:a16="http://schemas.microsoft.com/office/drawing/2014/main" id="{932A619D-710B-2261-6571-C44A67A9CCB1}"/>
              </a:ext>
            </a:extLst>
          </p:cNvPr>
          <p:cNvSpPr txBox="1"/>
          <p:nvPr/>
        </p:nvSpPr>
        <p:spPr>
          <a:xfrm>
            <a:off x="3138310" y="3406653"/>
            <a:ext cx="570089" cy="230832"/>
          </a:xfrm>
          <a:prstGeom prst="rect">
            <a:avLst/>
          </a:prstGeom>
          <a:noFill/>
        </p:spPr>
        <p:txBody>
          <a:bodyPr wrap="square" rtlCol="0">
            <a:spAutoFit/>
          </a:bodyPr>
          <a:lstStyle/>
          <a:p>
            <a:pPr algn="ctr"/>
            <a:r>
              <a:rPr lang="en-US" sz="900" dirty="0"/>
              <a:t>146</a:t>
            </a:r>
          </a:p>
        </p:txBody>
      </p:sp>
      <p:sp>
        <p:nvSpPr>
          <p:cNvPr id="72" name="TextBox 71">
            <a:extLst>
              <a:ext uri="{FF2B5EF4-FFF2-40B4-BE49-F238E27FC236}">
                <a16:creationId xmlns:a16="http://schemas.microsoft.com/office/drawing/2014/main" id="{E648BF3C-1C35-06F2-82F9-B8FAF61E6485}"/>
              </a:ext>
            </a:extLst>
          </p:cNvPr>
          <p:cNvSpPr txBox="1"/>
          <p:nvPr/>
        </p:nvSpPr>
        <p:spPr>
          <a:xfrm>
            <a:off x="4645378" y="4408541"/>
            <a:ext cx="570089" cy="230832"/>
          </a:xfrm>
          <a:prstGeom prst="rect">
            <a:avLst/>
          </a:prstGeom>
          <a:noFill/>
        </p:spPr>
        <p:txBody>
          <a:bodyPr wrap="square" rtlCol="0">
            <a:spAutoFit/>
          </a:bodyPr>
          <a:lstStyle/>
          <a:p>
            <a:pPr algn="ctr"/>
            <a:r>
              <a:rPr lang="en-US" sz="900" dirty="0"/>
              <a:t>12</a:t>
            </a:r>
          </a:p>
        </p:txBody>
      </p:sp>
      <p:sp>
        <p:nvSpPr>
          <p:cNvPr id="73" name="TextBox 72">
            <a:extLst>
              <a:ext uri="{FF2B5EF4-FFF2-40B4-BE49-F238E27FC236}">
                <a16:creationId xmlns:a16="http://schemas.microsoft.com/office/drawing/2014/main" id="{036A3F43-C400-4C22-4F93-933CD314F5E9}"/>
              </a:ext>
            </a:extLst>
          </p:cNvPr>
          <p:cNvSpPr txBox="1"/>
          <p:nvPr/>
        </p:nvSpPr>
        <p:spPr>
          <a:xfrm>
            <a:off x="5147734" y="4408541"/>
            <a:ext cx="570089" cy="230832"/>
          </a:xfrm>
          <a:prstGeom prst="rect">
            <a:avLst/>
          </a:prstGeom>
          <a:solidFill>
            <a:schemeClr val="accent6">
              <a:lumMod val="20000"/>
              <a:lumOff val="80000"/>
            </a:schemeClr>
          </a:solidFill>
        </p:spPr>
        <p:txBody>
          <a:bodyPr wrap="square" rtlCol="0">
            <a:spAutoFit/>
          </a:bodyPr>
          <a:lstStyle/>
          <a:p>
            <a:pPr algn="ctr"/>
            <a:r>
              <a:rPr lang="en-US" sz="900" dirty="0"/>
              <a:t>63</a:t>
            </a:r>
          </a:p>
        </p:txBody>
      </p:sp>
      <p:sp>
        <p:nvSpPr>
          <p:cNvPr id="74" name="TextBox 73">
            <a:extLst>
              <a:ext uri="{FF2B5EF4-FFF2-40B4-BE49-F238E27FC236}">
                <a16:creationId xmlns:a16="http://schemas.microsoft.com/office/drawing/2014/main" id="{B0443C33-A772-9539-D1F7-C36CCBBB016A}"/>
              </a:ext>
            </a:extLst>
          </p:cNvPr>
          <p:cNvSpPr txBox="1"/>
          <p:nvPr/>
        </p:nvSpPr>
        <p:spPr>
          <a:xfrm>
            <a:off x="5650090" y="4408541"/>
            <a:ext cx="570089" cy="230832"/>
          </a:xfrm>
          <a:prstGeom prst="rect">
            <a:avLst/>
          </a:prstGeom>
          <a:solidFill>
            <a:schemeClr val="accent4">
              <a:lumMod val="20000"/>
              <a:lumOff val="80000"/>
            </a:schemeClr>
          </a:solidFill>
        </p:spPr>
        <p:txBody>
          <a:bodyPr wrap="square" rtlCol="0">
            <a:spAutoFit/>
          </a:bodyPr>
          <a:lstStyle/>
          <a:p>
            <a:pPr algn="ctr"/>
            <a:r>
              <a:rPr lang="en-US" sz="900" dirty="0"/>
              <a:t>78</a:t>
            </a:r>
          </a:p>
        </p:txBody>
      </p:sp>
      <p:sp>
        <p:nvSpPr>
          <p:cNvPr id="75" name="TextBox 74">
            <a:extLst>
              <a:ext uri="{FF2B5EF4-FFF2-40B4-BE49-F238E27FC236}">
                <a16:creationId xmlns:a16="http://schemas.microsoft.com/office/drawing/2014/main" id="{106E0B0D-EBBA-2297-469C-646D27839DF4}"/>
              </a:ext>
            </a:extLst>
          </p:cNvPr>
          <p:cNvSpPr txBox="1"/>
          <p:nvPr/>
        </p:nvSpPr>
        <p:spPr>
          <a:xfrm>
            <a:off x="6654802" y="4408541"/>
            <a:ext cx="570089" cy="230832"/>
          </a:xfrm>
          <a:prstGeom prst="rect">
            <a:avLst/>
          </a:prstGeom>
          <a:solidFill>
            <a:schemeClr val="accent4">
              <a:lumMod val="20000"/>
              <a:lumOff val="80000"/>
            </a:schemeClr>
          </a:solidFill>
        </p:spPr>
        <p:txBody>
          <a:bodyPr wrap="square" rtlCol="0">
            <a:spAutoFit/>
          </a:bodyPr>
          <a:lstStyle/>
          <a:p>
            <a:pPr algn="ctr"/>
            <a:r>
              <a:rPr lang="en-US" sz="900" dirty="0"/>
              <a:t>47</a:t>
            </a:r>
          </a:p>
        </p:txBody>
      </p:sp>
      <p:sp>
        <p:nvSpPr>
          <p:cNvPr id="76" name="TextBox 75">
            <a:extLst>
              <a:ext uri="{FF2B5EF4-FFF2-40B4-BE49-F238E27FC236}">
                <a16:creationId xmlns:a16="http://schemas.microsoft.com/office/drawing/2014/main" id="{7C91B77C-3A02-F236-A642-7B89DA1F181A}"/>
              </a:ext>
            </a:extLst>
          </p:cNvPr>
          <p:cNvSpPr txBox="1"/>
          <p:nvPr/>
        </p:nvSpPr>
        <p:spPr>
          <a:xfrm>
            <a:off x="7157158" y="4408541"/>
            <a:ext cx="570089" cy="230832"/>
          </a:xfrm>
          <a:prstGeom prst="rect">
            <a:avLst/>
          </a:prstGeom>
          <a:solidFill>
            <a:schemeClr val="accent4">
              <a:lumMod val="20000"/>
              <a:lumOff val="80000"/>
            </a:schemeClr>
          </a:solidFill>
        </p:spPr>
        <p:txBody>
          <a:bodyPr wrap="square" rtlCol="0">
            <a:spAutoFit/>
          </a:bodyPr>
          <a:lstStyle/>
          <a:p>
            <a:pPr algn="ctr"/>
            <a:r>
              <a:rPr lang="en-US" sz="900" dirty="0"/>
              <a:t>89</a:t>
            </a:r>
          </a:p>
        </p:txBody>
      </p:sp>
      <p:sp>
        <p:nvSpPr>
          <p:cNvPr id="77" name="TextBox 76">
            <a:extLst>
              <a:ext uri="{FF2B5EF4-FFF2-40B4-BE49-F238E27FC236}">
                <a16:creationId xmlns:a16="http://schemas.microsoft.com/office/drawing/2014/main" id="{FCE101F1-4196-A741-23E6-43D6D6ED2A62}"/>
              </a:ext>
            </a:extLst>
          </p:cNvPr>
          <p:cNvSpPr txBox="1"/>
          <p:nvPr/>
        </p:nvSpPr>
        <p:spPr>
          <a:xfrm>
            <a:off x="4645378" y="4909484"/>
            <a:ext cx="570089" cy="230832"/>
          </a:xfrm>
          <a:prstGeom prst="rect">
            <a:avLst/>
          </a:prstGeom>
          <a:noFill/>
        </p:spPr>
        <p:txBody>
          <a:bodyPr wrap="square" rtlCol="0">
            <a:spAutoFit/>
          </a:bodyPr>
          <a:lstStyle/>
          <a:p>
            <a:pPr algn="ctr"/>
            <a:r>
              <a:rPr lang="en-US" sz="900" dirty="0"/>
              <a:t>21</a:t>
            </a:r>
          </a:p>
        </p:txBody>
      </p:sp>
      <p:sp>
        <p:nvSpPr>
          <p:cNvPr id="78" name="TextBox 77">
            <a:extLst>
              <a:ext uri="{FF2B5EF4-FFF2-40B4-BE49-F238E27FC236}">
                <a16:creationId xmlns:a16="http://schemas.microsoft.com/office/drawing/2014/main" id="{2825A37F-84F7-9198-157D-BAA9996B904E}"/>
              </a:ext>
            </a:extLst>
          </p:cNvPr>
          <p:cNvSpPr txBox="1"/>
          <p:nvPr/>
        </p:nvSpPr>
        <p:spPr>
          <a:xfrm>
            <a:off x="5147734"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36</a:t>
            </a:r>
          </a:p>
        </p:txBody>
      </p:sp>
      <p:sp>
        <p:nvSpPr>
          <p:cNvPr id="79" name="TextBox 78">
            <a:extLst>
              <a:ext uri="{FF2B5EF4-FFF2-40B4-BE49-F238E27FC236}">
                <a16:creationId xmlns:a16="http://schemas.microsoft.com/office/drawing/2014/main" id="{955FC179-A939-A5F8-FA9A-D593C5130541}"/>
              </a:ext>
            </a:extLst>
          </p:cNvPr>
          <p:cNvSpPr txBox="1"/>
          <p:nvPr/>
        </p:nvSpPr>
        <p:spPr>
          <a:xfrm>
            <a:off x="5650090" y="4909484"/>
            <a:ext cx="570089" cy="230832"/>
          </a:xfrm>
          <a:prstGeom prst="rect">
            <a:avLst/>
          </a:prstGeom>
          <a:solidFill>
            <a:schemeClr val="accent4">
              <a:lumMod val="20000"/>
              <a:lumOff val="80000"/>
            </a:schemeClr>
          </a:solidFill>
        </p:spPr>
        <p:txBody>
          <a:bodyPr wrap="square" rtlCol="0">
            <a:spAutoFit/>
          </a:bodyPr>
          <a:lstStyle/>
          <a:p>
            <a:pPr algn="ctr"/>
            <a:r>
              <a:rPr lang="en-US" sz="900" dirty="0"/>
              <a:t>87</a:t>
            </a:r>
          </a:p>
        </p:txBody>
      </p:sp>
      <p:sp>
        <p:nvSpPr>
          <p:cNvPr id="80" name="TextBox 79">
            <a:extLst>
              <a:ext uri="{FF2B5EF4-FFF2-40B4-BE49-F238E27FC236}">
                <a16:creationId xmlns:a16="http://schemas.microsoft.com/office/drawing/2014/main" id="{D990F337-52C3-8A74-85BE-D3CE335D92E6}"/>
              </a:ext>
            </a:extLst>
          </p:cNvPr>
          <p:cNvSpPr txBox="1"/>
          <p:nvPr/>
        </p:nvSpPr>
        <p:spPr>
          <a:xfrm>
            <a:off x="6654802" y="4909484"/>
            <a:ext cx="570089" cy="230832"/>
          </a:xfrm>
          <a:prstGeom prst="rect">
            <a:avLst/>
          </a:prstGeom>
          <a:solidFill>
            <a:schemeClr val="accent4">
              <a:lumMod val="20000"/>
              <a:lumOff val="80000"/>
            </a:schemeClr>
          </a:solidFill>
        </p:spPr>
        <p:txBody>
          <a:bodyPr wrap="square" rtlCol="0">
            <a:spAutoFit/>
          </a:bodyPr>
          <a:lstStyle/>
          <a:p>
            <a:pPr algn="ctr"/>
            <a:r>
              <a:rPr lang="en-US" sz="900" dirty="0"/>
              <a:t>74</a:t>
            </a:r>
          </a:p>
        </p:txBody>
      </p:sp>
      <p:sp>
        <p:nvSpPr>
          <p:cNvPr id="81" name="TextBox 80">
            <a:extLst>
              <a:ext uri="{FF2B5EF4-FFF2-40B4-BE49-F238E27FC236}">
                <a16:creationId xmlns:a16="http://schemas.microsoft.com/office/drawing/2014/main" id="{DCF02273-EF24-87C0-9B93-11DBECD76452}"/>
              </a:ext>
            </a:extLst>
          </p:cNvPr>
          <p:cNvSpPr txBox="1"/>
          <p:nvPr/>
        </p:nvSpPr>
        <p:spPr>
          <a:xfrm>
            <a:off x="7157158" y="4909484"/>
            <a:ext cx="570089" cy="230832"/>
          </a:xfrm>
          <a:prstGeom prst="rect">
            <a:avLst/>
          </a:prstGeom>
          <a:solidFill>
            <a:schemeClr val="accent4">
              <a:lumMod val="20000"/>
              <a:lumOff val="80000"/>
            </a:schemeClr>
          </a:solidFill>
        </p:spPr>
        <p:txBody>
          <a:bodyPr wrap="square" rtlCol="0">
            <a:spAutoFit/>
          </a:bodyPr>
          <a:lstStyle/>
          <a:p>
            <a:pPr algn="ctr"/>
            <a:r>
              <a:rPr lang="en-US" sz="900" dirty="0"/>
              <a:t>98</a:t>
            </a:r>
          </a:p>
        </p:txBody>
      </p:sp>
      <p:sp>
        <p:nvSpPr>
          <p:cNvPr id="82" name="TextBox 81">
            <a:extLst>
              <a:ext uri="{FF2B5EF4-FFF2-40B4-BE49-F238E27FC236}">
                <a16:creationId xmlns:a16="http://schemas.microsoft.com/office/drawing/2014/main" id="{CF1D97BC-89BC-048C-1B53-CD746C0D576D}"/>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83" name="TextBox 82">
            <a:extLst>
              <a:ext uri="{FF2B5EF4-FFF2-40B4-BE49-F238E27FC236}">
                <a16:creationId xmlns:a16="http://schemas.microsoft.com/office/drawing/2014/main" id="{99AF1055-2FF6-F859-3955-9AF1B14884FA}"/>
              </a:ext>
            </a:extLst>
          </p:cNvPr>
          <p:cNvSpPr txBox="1"/>
          <p:nvPr/>
        </p:nvSpPr>
        <p:spPr>
          <a:xfrm>
            <a:off x="6714071" y="3741226"/>
            <a:ext cx="462845" cy="584775"/>
          </a:xfrm>
          <a:prstGeom prst="rect">
            <a:avLst/>
          </a:prstGeom>
          <a:noFill/>
        </p:spPr>
        <p:txBody>
          <a:bodyPr wrap="square" rtlCol="0">
            <a:spAutoFit/>
          </a:bodyPr>
          <a:lstStyle/>
          <a:p>
            <a:pPr algn="ctr"/>
            <a:r>
              <a:rPr lang="en-US" sz="3200" dirty="0"/>
              <a:t>1</a:t>
            </a:r>
          </a:p>
        </p:txBody>
      </p:sp>
      <p:sp>
        <p:nvSpPr>
          <p:cNvPr id="69" name="TextBox 68">
            <a:extLst>
              <a:ext uri="{FF2B5EF4-FFF2-40B4-BE49-F238E27FC236}">
                <a16:creationId xmlns:a16="http://schemas.microsoft.com/office/drawing/2014/main" id="{DAC44A9E-6978-4260-4378-FABDB4F8377A}"/>
              </a:ext>
            </a:extLst>
          </p:cNvPr>
          <p:cNvSpPr txBox="1"/>
          <p:nvPr/>
        </p:nvSpPr>
        <p:spPr>
          <a:xfrm>
            <a:off x="6214537" y="2734556"/>
            <a:ext cx="462845" cy="584775"/>
          </a:xfrm>
          <a:prstGeom prst="rect">
            <a:avLst/>
          </a:prstGeom>
          <a:noFill/>
        </p:spPr>
        <p:txBody>
          <a:bodyPr wrap="square" rtlCol="0">
            <a:spAutoFit/>
          </a:bodyPr>
          <a:lstStyle/>
          <a:p>
            <a:pPr algn="ctr"/>
            <a:r>
              <a:rPr lang="en-US" sz="3200" dirty="0"/>
              <a:t>1</a:t>
            </a:r>
          </a:p>
        </p:txBody>
      </p:sp>
      <p:sp>
        <p:nvSpPr>
          <p:cNvPr id="70" name="TextBox 69">
            <a:extLst>
              <a:ext uri="{FF2B5EF4-FFF2-40B4-BE49-F238E27FC236}">
                <a16:creationId xmlns:a16="http://schemas.microsoft.com/office/drawing/2014/main" id="{3544D886-676E-C60C-F533-9D70DEC21749}"/>
              </a:ext>
            </a:extLst>
          </p:cNvPr>
          <p:cNvSpPr txBox="1"/>
          <p:nvPr/>
        </p:nvSpPr>
        <p:spPr>
          <a:xfrm>
            <a:off x="6714071" y="2734556"/>
            <a:ext cx="462845" cy="584775"/>
          </a:xfrm>
          <a:prstGeom prst="rect">
            <a:avLst/>
          </a:prstGeom>
          <a:noFill/>
        </p:spPr>
        <p:txBody>
          <a:bodyPr wrap="square" rtlCol="0">
            <a:spAutoFit/>
          </a:bodyPr>
          <a:lstStyle/>
          <a:p>
            <a:pPr algn="ctr"/>
            <a:r>
              <a:rPr lang="en-US" sz="3200" dirty="0"/>
              <a:t>6</a:t>
            </a:r>
          </a:p>
        </p:txBody>
      </p:sp>
      <p:sp>
        <p:nvSpPr>
          <p:cNvPr id="29" name="TextBox 28">
            <a:extLst>
              <a:ext uri="{FF2B5EF4-FFF2-40B4-BE49-F238E27FC236}">
                <a16:creationId xmlns:a16="http://schemas.microsoft.com/office/drawing/2014/main" id="{CADB01C3-150B-7502-D664-45AF9814107C}"/>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8B2000AF-FAF0-1C87-03F3-E797881D1038}"/>
              </a:ext>
            </a:extLst>
          </p:cNvPr>
          <p:cNvSpPr txBox="1"/>
          <p:nvPr/>
        </p:nvSpPr>
        <p:spPr>
          <a:xfrm>
            <a:off x="4216401" y="3741226"/>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93D99EA3-7002-82F0-2D93-77DA6379D3EE}"/>
              </a:ext>
            </a:extLst>
          </p:cNvPr>
          <p:cNvSpPr txBox="1"/>
          <p:nvPr/>
        </p:nvSpPr>
        <p:spPr>
          <a:xfrm>
            <a:off x="6714071" y="1224551"/>
            <a:ext cx="462845" cy="584775"/>
          </a:xfrm>
          <a:prstGeom prst="rect">
            <a:avLst/>
          </a:prstGeom>
          <a:noFill/>
        </p:spPr>
        <p:txBody>
          <a:bodyPr wrap="square" rtlCol="0">
            <a:spAutoFit/>
          </a:bodyPr>
          <a:lstStyle/>
          <a:p>
            <a:pPr algn="ctr"/>
            <a:r>
              <a:rPr lang="en-US" sz="3200" dirty="0"/>
              <a:t>5</a:t>
            </a:r>
          </a:p>
        </p:txBody>
      </p:sp>
      <p:sp>
        <p:nvSpPr>
          <p:cNvPr id="49" name="TextBox 48">
            <a:extLst>
              <a:ext uri="{FF2B5EF4-FFF2-40B4-BE49-F238E27FC236}">
                <a16:creationId xmlns:a16="http://schemas.microsoft.com/office/drawing/2014/main" id="{DDEC6208-A393-A184-745B-A98A2024FD44}"/>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84" name="TextBox 83">
            <a:extLst>
              <a:ext uri="{FF2B5EF4-FFF2-40B4-BE49-F238E27FC236}">
                <a16:creationId xmlns:a16="http://schemas.microsoft.com/office/drawing/2014/main" id="{7F0509D3-1CEA-6F23-F650-D66D7D0D7A1C}"/>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85" name="TextBox 84">
            <a:extLst>
              <a:ext uri="{FF2B5EF4-FFF2-40B4-BE49-F238E27FC236}">
                <a16:creationId xmlns:a16="http://schemas.microsoft.com/office/drawing/2014/main" id="{D949BF4C-8529-840C-B82F-F16B6E0E55D7}"/>
              </a:ext>
            </a:extLst>
          </p:cNvPr>
          <p:cNvSpPr txBox="1"/>
          <p:nvPr/>
        </p:nvSpPr>
        <p:spPr>
          <a:xfrm>
            <a:off x="5215469" y="1224551"/>
            <a:ext cx="462845" cy="584775"/>
          </a:xfrm>
          <a:prstGeom prst="rect">
            <a:avLst/>
          </a:prstGeom>
          <a:noFill/>
        </p:spPr>
        <p:txBody>
          <a:bodyPr wrap="square" rtlCol="0">
            <a:spAutoFit/>
          </a:bodyPr>
          <a:lstStyle/>
          <a:p>
            <a:pPr algn="ctr"/>
            <a:r>
              <a:rPr lang="en-US" sz="3200" dirty="0"/>
              <a:t>4</a:t>
            </a:r>
          </a:p>
        </p:txBody>
      </p:sp>
      <p:sp>
        <p:nvSpPr>
          <p:cNvPr id="86" name="TextBox 85">
            <a:extLst>
              <a:ext uri="{FF2B5EF4-FFF2-40B4-BE49-F238E27FC236}">
                <a16:creationId xmlns:a16="http://schemas.microsoft.com/office/drawing/2014/main" id="{4F98AE51-F2F2-C660-20E9-A1AD86EC5B78}"/>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87" name="TextBox 86">
            <a:extLst>
              <a:ext uri="{FF2B5EF4-FFF2-40B4-BE49-F238E27FC236}">
                <a16:creationId xmlns:a16="http://schemas.microsoft.com/office/drawing/2014/main" id="{462926BE-CC9C-1F11-7951-C45E00C09676}"/>
              </a:ext>
            </a:extLst>
          </p:cNvPr>
          <p:cNvSpPr txBox="1"/>
          <p:nvPr/>
        </p:nvSpPr>
        <p:spPr>
          <a:xfrm>
            <a:off x="4715935" y="1727886"/>
            <a:ext cx="462845" cy="584775"/>
          </a:xfrm>
          <a:prstGeom prst="rect">
            <a:avLst/>
          </a:prstGeom>
          <a:noFill/>
        </p:spPr>
        <p:txBody>
          <a:bodyPr wrap="square" rtlCol="0">
            <a:spAutoFit/>
          </a:bodyPr>
          <a:lstStyle/>
          <a:p>
            <a:pPr algn="ctr"/>
            <a:r>
              <a:rPr lang="en-US" sz="3200" dirty="0"/>
              <a:t>6</a:t>
            </a:r>
          </a:p>
        </p:txBody>
      </p:sp>
      <p:sp>
        <p:nvSpPr>
          <p:cNvPr id="88" name="TextBox 87">
            <a:extLst>
              <a:ext uri="{FF2B5EF4-FFF2-40B4-BE49-F238E27FC236}">
                <a16:creationId xmlns:a16="http://schemas.microsoft.com/office/drawing/2014/main" id="{4C7A3F2B-1E86-F778-7E87-D63894DD922F}"/>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89" name="TextBox 88">
            <a:extLst>
              <a:ext uri="{FF2B5EF4-FFF2-40B4-BE49-F238E27FC236}">
                <a16:creationId xmlns:a16="http://schemas.microsoft.com/office/drawing/2014/main" id="{282B9D98-48A8-EB66-D362-12E5BE91EAB6}"/>
              </a:ext>
            </a:extLst>
          </p:cNvPr>
          <p:cNvSpPr txBox="1"/>
          <p:nvPr/>
        </p:nvSpPr>
        <p:spPr>
          <a:xfrm>
            <a:off x="5215469" y="2734556"/>
            <a:ext cx="462845" cy="584775"/>
          </a:xfrm>
          <a:prstGeom prst="rect">
            <a:avLst/>
          </a:prstGeom>
          <a:noFill/>
        </p:spPr>
        <p:txBody>
          <a:bodyPr wrap="square" rtlCol="0">
            <a:spAutoFit/>
          </a:bodyPr>
          <a:lstStyle/>
          <a:p>
            <a:pPr algn="ctr"/>
            <a:r>
              <a:rPr lang="en-US" sz="3200" dirty="0"/>
              <a:t>7</a:t>
            </a:r>
          </a:p>
        </p:txBody>
      </p:sp>
      <p:sp>
        <p:nvSpPr>
          <p:cNvPr id="90" name="TextBox 89">
            <a:extLst>
              <a:ext uri="{FF2B5EF4-FFF2-40B4-BE49-F238E27FC236}">
                <a16:creationId xmlns:a16="http://schemas.microsoft.com/office/drawing/2014/main" id="{F3B6A853-2037-348E-DEF0-BEF3E9E5A8EC}"/>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91" name="TextBox 90">
            <a:extLst>
              <a:ext uri="{FF2B5EF4-FFF2-40B4-BE49-F238E27FC236}">
                <a16:creationId xmlns:a16="http://schemas.microsoft.com/office/drawing/2014/main" id="{C6AC18BA-CAB7-84D2-18DD-B9F2363F5691}"/>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92" name="TextBox 91">
            <a:extLst>
              <a:ext uri="{FF2B5EF4-FFF2-40B4-BE49-F238E27FC236}">
                <a16:creationId xmlns:a16="http://schemas.microsoft.com/office/drawing/2014/main" id="{1BFDA452-6BE6-92A9-E969-41F56B00E3EC}"/>
              </a:ext>
            </a:extLst>
          </p:cNvPr>
          <p:cNvSpPr txBox="1"/>
          <p:nvPr/>
        </p:nvSpPr>
        <p:spPr>
          <a:xfrm>
            <a:off x="7213604" y="3741226"/>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51418560-2C27-0713-D96B-69D6B557A16B}"/>
              </a:ext>
            </a:extLst>
          </p:cNvPr>
          <p:cNvSpPr txBox="1"/>
          <p:nvPr/>
        </p:nvSpPr>
        <p:spPr>
          <a:xfrm>
            <a:off x="5215469" y="3741226"/>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0BB388BF-181C-1E68-ED6F-DDB3E7D4687D}"/>
              </a:ext>
            </a:extLst>
          </p:cNvPr>
          <p:cNvSpPr txBox="1"/>
          <p:nvPr/>
        </p:nvSpPr>
        <p:spPr>
          <a:xfrm>
            <a:off x="3640666" y="3907597"/>
            <a:ext cx="570089" cy="230832"/>
          </a:xfrm>
          <a:prstGeom prst="rect">
            <a:avLst/>
          </a:prstGeom>
          <a:solidFill>
            <a:schemeClr val="accent2">
              <a:lumMod val="20000"/>
              <a:lumOff val="80000"/>
            </a:schemeClr>
          </a:solidFill>
        </p:spPr>
        <p:txBody>
          <a:bodyPr wrap="square" rtlCol="0">
            <a:spAutoFit/>
          </a:bodyPr>
          <a:lstStyle/>
          <a:p>
            <a:pPr algn="ctr"/>
            <a:r>
              <a:rPr lang="en-US" sz="900" dirty="0"/>
              <a:t>87</a:t>
            </a:r>
          </a:p>
        </p:txBody>
      </p:sp>
      <p:sp>
        <p:nvSpPr>
          <p:cNvPr id="18" name="TextBox 17">
            <a:extLst>
              <a:ext uri="{FF2B5EF4-FFF2-40B4-BE49-F238E27FC236}">
                <a16:creationId xmlns:a16="http://schemas.microsoft.com/office/drawing/2014/main" id="{71627553-9DEB-6B5A-2CE7-81741DAB1296}"/>
              </a:ext>
            </a:extLst>
          </p:cNvPr>
          <p:cNvSpPr txBox="1"/>
          <p:nvPr/>
        </p:nvSpPr>
        <p:spPr>
          <a:xfrm>
            <a:off x="3138310" y="3907597"/>
            <a:ext cx="570089" cy="230832"/>
          </a:xfrm>
          <a:prstGeom prst="rect">
            <a:avLst/>
          </a:prstGeom>
          <a:solidFill>
            <a:schemeClr val="accent2">
              <a:lumMod val="20000"/>
              <a:lumOff val="80000"/>
            </a:schemeClr>
          </a:solidFill>
        </p:spPr>
        <p:txBody>
          <a:bodyPr wrap="square" rtlCol="0">
            <a:spAutoFit/>
          </a:bodyPr>
          <a:lstStyle/>
          <a:p>
            <a:pPr algn="ctr"/>
            <a:r>
              <a:rPr lang="en-US" sz="900" dirty="0"/>
              <a:t>78</a:t>
            </a:r>
          </a:p>
        </p:txBody>
      </p:sp>
    </p:spTree>
    <p:extLst>
      <p:ext uri="{BB962C8B-B14F-4D97-AF65-F5344CB8AC3E}">
        <p14:creationId xmlns:p14="http://schemas.microsoft.com/office/powerpoint/2010/main" val="10402511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B1B81-4FC0-68D1-3330-9BE30E6F796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D454B69-BFD3-BC43-A3E9-41E386F06231}"/>
              </a:ext>
            </a:extLst>
          </p:cNvPr>
          <p:cNvSpPr>
            <a:spLocks noGrp="1"/>
          </p:cNvSpPr>
          <p:nvPr>
            <p:ph sz="half" idx="1"/>
          </p:nvPr>
        </p:nvSpPr>
        <p:spPr/>
        <p:txBody>
          <a:bodyPr>
            <a:normAutofit/>
          </a:bodyPr>
          <a:lstStyle/>
          <a:p>
            <a:r>
              <a:rPr lang="en-US" dirty="0"/>
              <a:t>Only one way to complete the [11 in 3].</a:t>
            </a:r>
          </a:p>
        </p:txBody>
      </p:sp>
      <p:pic>
        <p:nvPicPr>
          <p:cNvPr id="4" name="Picture 3" descr="A grid of sudoku puzzle&#10;&#10;Description automatically generated">
            <a:extLst>
              <a:ext uri="{FF2B5EF4-FFF2-40B4-BE49-F238E27FC236}">
                <a16:creationId xmlns:a16="http://schemas.microsoft.com/office/drawing/2014/main" id="{28BA472E-23F0-A932-D500-924E0A548D1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1F2583B-D208-9BE4-8E7B-2496A707D39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42A77A5-C221-EF05-872F-FF50579DEDB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BF5FAAD-7722-4BFE-3557-6D9AB7C15FCB}"/>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684EE465-FF59-D9D7-81AF-17EF7931D269}"/>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24" name="TextBox 23">
            <a:extLst>
              <a:ext uri="{FF2B5EF4-FFF2-40B4-BE49-F238E27FC236}">
                <a16:creationId xmlns:a16="http://schemas.microsoft.com/office/drawing/2014/main" id="{D1CC8C93-9A71-717F-D0FF-6E70F6D7BF42}"/>
              </a:ext>
            </a:extLst>
          </p:cNvPr>
          <p:cNvSpPr txBox="1"/>
          <p:nvPr/>
        </p:nvSpPr>
        <p:spPr>
          <a:xfrm>
            <a:off x="6152446" y="4408541"/>
            <a:ext cx="570089" cy="230832"/>
          </a:xfrm>
          <a:prstGeom prst="rect">
            <a:avLst/>
          </a:prstGeom>
          <a:solidFill>
            <a:schemeClr val="accent6">
              <a:lumMod val="20000"/>
              <a:lumOff val="80000"/>
            </a:schemeClr>
          </a:solidFill>
        </p:spPr>
        <p:txBody>
          <a:bodyPr wrap="square" rtlCol="0">
            <a:spAutoFit/>
          </a:bodyPr>
          <a:lstStyle/>
          <a:p>
            <a:pPr algn="ctr"/>
            <a:r>
              <a:rPr lang="en-US" sz="900" dirty="0"/>
              <a:t>35</a:t>
            </a:r>
          </a:p>
        </p:txBody>
      </p:sp>
      <p:sp>
        <p:nvSpPr>
          <p:cNvPr id="25" name="TextBox 24">
            <a:extLst>
              <a:ext uri="{FF2B5EF4-FFF2-40B4-BE49-F238E27FC236}">
                <a16:creationId xmlns:a16="http://schemas.microsoft.com/office/drawing/2014/main" id="{EEA2340A-D64A-23D9-2B0B-28F363A3F0D9}"/>
              </a:ext>
            </a:extLst>
          </p:cNvPr>
          <p:cNvSpPr txBox="1"/>
          <p:nvPr/>
        </p:nvSpPr>
        <p:spPr>
          <a:xfrm>
            <a:off x="6152446"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53</a:t>
            </a:r>
          </a:p>
        </p:txBody>
      </p:sp>
      <p:sp>
        <p:nvSpPr>
          <p:cNvPr id="31" name="TextBox 30">
            <a:extLst>
              <a:ext uri="{FF2B5EF4-FFF2-40B4-BE49-F238E27FC236}">
                <a16:creationId xmlns:a16="http://schemas.microsoft.com/office/drawing/2014/main" id="{2CC2CCD0-AC51-2D84-5CF3-CB28BDE01EE9}"/>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D227E579-CF56-618C-BCD0-CA05F0E00033}"/>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F715F572-A817-0F78-F60F-2E5F2E065930}"/>
              </a:ext>
            </a:extLst>
          </p:cNvPr>
          <p:cNvSpPr txBox="1"/>
          <p:nvPr/>
        </p:nvSpPr>
        <p:spPr>
          <a:xfrm>
            <a:off x="6214537"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28F1481F-9F3F-1E7A-9DE5-C5F6A0EEEB80}"/>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D9A75CF0-647F-7E2C-E7CF-B6FFC3623364}"/>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04ED2983-F5E3-A72B-9CE9-DCB332D36D0A}"/>
              </a:ext>
            </a:extLst>
          </p:cNvPr>
          <p:cNvSpPr txBox="1"/>
          <p:nvPr/>
        </p:nvSpPr>
        <p:spPr>
          <a:xfrm>
            <a:off x="6714071" y="72121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90840DB7-431B-7BA6-578D-8437FF7A8DA3}"/>
              </a:ext>
            </a:extLst>
          </p:cNvPr>
          <p:cNvSpPr txBox="1"/>
          <p:nvPr/>
        </p:nvSpPr>
        <p:spPr>
          <a:xfrm>
            <a:off x="7213604" y="72121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65680EAB-BD30-1C7A-D306-A18DD055BFA2}"/>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A4949817-F21E-0C97-04FB-1B36B44E9DC2}"/>
              </a:ext>
            </a:extLst>
          </p:cNvPr>
          <p:cNvSpPr txBox="1"/>
          <p:nvPr/>
        </p:nvSpPr>
        <p:spPr>
          <a:xfrm>
            <a:off x="6214537" y="3237891"/>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98EAF814-D41C-ECAC-C95C-C35E5ED738FB}"/>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D65E8A3E-8D67-DF4C-D30D-0AE61B0E24B5}"/>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5" name="TextBox 34">
            <a:extLst>
              <a:ext uri="{FF2B5EF4-FFF2-40B4-BE49-F238E27FC236}">
                <a16:creationId xmlns:a16="http://schemas.microsoft.com/office/drawing/2014/main" id="{AF191C2A-7D76-B323-5549-3975D2BF4EB7}"/>
              </a:ext>
            </a:extLst>
          </p:cNvPr>
          <p:cNvSpPr txBox="1"/>
          <p:nvPr/>
        </p:nvSpPr>
        <p:spPr>
          <a:xfrm>
            <a:off x="7213604" y="3237891"/>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5B5D0106-CDE4-7A20-C5C6-31527591459E}"/>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3B02187C-3881-AB9A-4152-B35FDA8551DD}"/>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9" name="TextBox 38">
            <a:extLst>
              <a:ext uri="{FF2B5EF4-FFF2-40B4-BE49-F238E27FC236}">
                <a16:creationId xmlns:a16="http://schemas.microsoft.com/office/drawing/2014/main" id="{7F32869C-EE12-3656-115A-9C7DDEF4348A}"/>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BFE981F7-A649-B495-5FED-0C3CD8969C67}"/>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41" name="TextBox 40">
            <a:extLst>
              <a:ext uri="{FF2B5EF4-FFF2-40B4-BE49-F238E27FC236}">
                <a16:creationId xmlns:a16="http://schemas.microsoft.com/office/drawing/2014/main" id="{05E07927-4DDB-1306-7765-ACBD4E49ACC9}"/>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F843D719-E97E-96C1-5F19-A88A185373CE}"/>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43" name="TextBox 42">
            <a:extLst>
              <a:ext uri="{FF2B5EF4-FFF2-40B4-BE49-F238E27FC236}">
                <a16:creationId xmlns:a16="http://schemas.microsoft.com/office/drawing/2014/main" id="{95581C6C-0A7D-7AE8-1AC3-ED527276F62F}"/>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F430251A-DE9F-98EB-7613-55111B99CD70}"/>
              </a:ext>
            </a:extLst>
          </p:cNvPr>
          <p:cNvSpPr txBox="1"/>
          <p:nvPr/>
        </p:nvSpPr>
        <p:spPr>
          <a:xfrm>
            <a:off x="4143022" y="3406653"/>
            <a:ext cx="570089" cy="230832"/>
          </a:xfrm>
          <a:prstGeom prst="rect">
            <a:avLst/>
          </a:prstGeom>
          <a:noFill/>
        </p:spPr>
        <p:txBody>
          <a:bodyPr wrap="square" rtlCol="0">
            <a:spAutoFit/>
          </a:bodyPr>
          <a:lstStyle/>
          <a:p>
            <a:pPr algn="ctr"/>
            <a:r>
              <a:rPr lang="en-US" sz="900" dirty="0"/>
              <a:t>146</a:t>
            </a:r>
          </a:p>
        </p:txBody>
      </p:sp>
      <p:sp>
        <p:nvSpPr>
          <p:cNvPr id="51" name="TextBox 50">
            <a:extLst>
              <a:ext uri="{FF2B5EF4-FFF2-40B4-BE49-F238E27FC236}">
                <a16:creationId xmlns:a16="http://schemas.microsoft.com/office/drawing/2014/main" id="{4A2515DC-8B17-5DF3-DCBF-6A80AD04E072}"/>
              </a:ext>
            </a:extLst>
          </p:cNvPr>
          <p:cNvSpPr txBox="1"/>
          <p:nvPr/>
        </p:nvSpPr>
        <p:spPr>
          <a:xfrm>
            <a:off x="4143022" y="4909484"/>
            <a:ext cx="570089" cy="230832"/>
          </a:xfrm>
          <a:prstGeom prst="rect">
            <a:avLst/>
          </a:prstGeom>
          <a:noFill/>
        </p:spPr>
        <p:txBody>
          <a:bodyPr wrap="square" rtlCol="0">
            <a:spAutoFit/>
          </a:bodyPr>
          <a:lstStyle/>
          <a:p>
            <a:pPr algn="ctr"/>
            <a:r>
              <a:rPr lang="en-US" sz="900" dirty="0"/>
              <a:t>146</a:t>
            </a:r>
          </a:p>
        </p:txBody>
      </p:sp>
      <p:sp>
        <p:nvSpPr>
          <p:cNvPr id="52" name="TextBox 51">
            <a:extLst>
              <a:ext uri="{FF2B5EF4-FFF2-40B4-BE49-F238E27FC236}">
                <a16:creationId xmlns:a16="http://schemas.microsoft.com/office/drawing/2014/main" id="{6AA1B125-5582-C916-42B5-685D41BBB143}"/>
              </a:ext>
            </a:extLst>
          </p:cNvPr>
          <p:cNvSpPr txBox="1"/>
          <p:nvPr/>
        </p:nvSpPr>
        <p:spPr>
          <a:xfrm>
            <a:off x="4216401" y="2231221"/>
            <a:ext cx="462845" cy="584775"/>
          </a:xfrm>
          <a:prstGeom prst="rect">
            <a:avLst/>
          </a:prstGeom>
          <a:noFill/>
        </p:spPr>
        <p:txBody>
          <a:bodyPr wrap="square" rtlCol="0">
            <a:spAutoFit/>
          </a:bodyPr>
          <a:lstStyle/>
          <a:p>
            <a:pPr algn="ctr"/>
            <a:r>
              <a:rPr lang="en-US" sz="3200" dirty="0"/>
              <a:t>7</a:t>
            </a:r>
          </a:p>
        </p:txBody>
      </p:sp>
      <p:sp>
        <p:nvSpPr>
          <p:cNvPr id="46" name="TextBox 45">
            <a:extLst>
              <a:ext uri="{FF2B5EF4-FFF2-40B4-BE49-F238E27FC236}">
                <a16:creationId xmlns:a16="http://schemas.microsoft.com/office/drawing/2014/main" id="{55337014-E65B-A5BF-DD01-9481023F2C26}"/>
              </a:ext>
            </a:extLst>
          </p:cNvPr>
          <p:cNvSpPr txBox="1"/>
          <p:nvPr/>
        </p:nvSpPr>
        <p:spPr>
          <a:xfrm>
            <a:off x="3640666" y="901933"/>
            <a:ext cx="570089" cy="230832"/>
          </a:xfrm>
          <a:prstGeom prst="rect">
            <a:avLst/>
          </a:prstGeom>
          <a:noFill/>
        </p:spPr>
        <p:txBody>
          <a:bodyPr wrap="square" rtlCol="0">
            <a:spAutoFit/>
          </a:bodyPr>
          <a:lstStyle/>
          <a:p>
            <a:pPr algn="ctr"/>
            <a:r>
              <a:rPr lang="en-US" sz="900" dirty="0"/>
              <a:t>64</a:t>
            </a:r>
          </a:p>
        </p:txBody>
      </p:sp>
      <p:sp>
        <p:nvSpPr>
          <p:cNvPr id="53" name="TextBox 52">
            <a:extLst>
              <a:ext uri="{FF2B5EF4-FFF2-40B4-BE49-F238E27FC236}">
                <a16:creationId xmlns:a16="http://schemas.microsoft.com/office/drawing/2014/main" id="{3488E5F7-CA42-F73E-9C7E-A6FA8DBB5369}"/>
              </a:ext>
            </a:extLst>
          </p:cNvPr>
          <p:cNvSpPr txBox="1"/>
          <p:nvPr/>
        </p:nvSpPr>
        <p:spPr>
          <a:xfrm>
            <a:off x="3138310" y="901933"/>
            <a:ext cx="570089" cy="230832"/>
          </a:xfrm>
          <a:prstGeom prst="rect">
            <a:avLst/>
          </a:prstGeom>
          <a:noFill/>
        </p:spPr>
        <p:txBody>
          <a:bodyPr wrap="square" rtlCol="0">
            <a:spAutoFit/>
          </a:bodyPr>
          <a:lstStyle/>
          <a:p>
            <a:pPr algn="ctr"/>
            <a:r>
              <a:rPr lang="en-US" sz="900" dirty="0"/>
              <a:t>46</a:t>
            </a:r>
          </a:p>
        </p:txBody>
      </p:sp>
      <p:sp>
        <p:nvSpPr>
          <p:cNvPr id="54" name="TextBox 53">
            <a:extLst>
              <a:ext uri="{FF2B5EF4-FFF2-40B4-BE49-F238E27FC236}">
                <a16:creationId xmlns:a16="http://schemas.microsoft.com/office/drawing/2014/main" id="{649E7D1F-3316-001D-1BF4-64F0EB2F31F9}"/>
              </a:ext>
            </a:extLst>
          </p:cNvPr>
          <p:cNvSpPr txBox="1"/>
          <p:nvPr/>
        </p:nvSpPr>
        <p:spPr>
          <a:xfrm>
            <a:off x="3640666" y="1402877"/>
            <a:ext cx="570089" cy="230832"/>
          </a:xfrm>
          <a:prstGeom prst="rect">
            <a:avLst/>
          </a:prstGeom>
          <a:noFill/>
        </p:spPr>
        <p:txBody>
          <a:bodyPr wrap="square" rtlCol="0">
            <a:spAutoFit/>
          </a:bodyPr>
          <a:lstStyle/>
          <a:p>
            <a:pPr algn="ctr"/>
            <a:r>
              <a:rPr lang="en-US" sz="900" dirty="0"/>
              <a:t>32</a:t>
            </a:r>
          </a:p>
        </p:txBody>
      </p:sp>
      <p:sp>
        <p:nvSpPr>
          <p:cNvPr id="55" name="TextBox 54">
            <a:extLst>
              <a:ext uri="{FF2B5EF4-FFF2-40B4-BE49-F238E27FC236}">
                <a16:creationId xmlns:a16="http://schemas.microsoft.com/office/drawing/2014/main" id="{1AF9F479-1521-D4C7-3588-AF68A6DBF1CD}"/>
              </a:ext>
            </a:extLst>
          </p:cNvPr>
          <p:cNvSpPr txBox="1"/>
          <p:nvPr/>
        </p:nvSpPr>
        <p:spPr>
          <a:xfrm>
            <a:off x="3138310" y="1402877"/>
            <a:ext cx="570089" cy="230832"/>
          </a:xfrm>
          <a:prstGeom prst="rect">
            <a:avLst/>
          </a:prstGeom>
          <a:noFill/>
        </p:spPr>
        <p:txBody>
          <a:bodyPr wrap="square" rtlCol="0">
            <a:spAutoFit/>
          </a:bodyPr>
          <a:lstStyle/>
          <a:p>
            <a:pPr algn="ctr"/>
            <a:r>
              <a:rPr lang="en-US" sz="900" dirty="0"/>
              <a:t>23</a:t>
            </a:r>
          </a:p>
        </p:txBody>
      </p:sp>
      <p:sp>
        <p:nvSpPr>
          <p:cNvPr id="56" name="TextBox 55">
            <a:extLst>
              <a:ext uri="{FF2B5EF4-FFF2-40B4-BE49-F238E27FC236}">
                <a16:creationId xmlns:a16="http://schemas.microsoft.com/office/drawing/2014/main" id="{28E9A8F4-4C13-2FEA-653E-6C0321078520}"/>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1F551AF4-86FD-78A5-169D-A5E2EBE35169}"/>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57" name="TextBox 56">
            <a:extLst>
              <a:ext uri="{FF2B5EF4-FFF2-40B4-BE49-F238E27FC236}">
                <a16:creationId xmlns:a16="http://schemas.microsoft.com/office/drawing/2014/main" id="{D8C5807E-CD7F-A6E9-11F8-00EFC8CFD443}"/>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14" name="TextBox 13">
            <a:extLst>
              <a:ext uri="{FF2B5EF4-FFF2-40B4-BE49-F238E27FC236}">
                <a16:creationId xmlns:a16="http://schemas.microsoft.com/office/drawing/2014/main" id="{B412DE4D-D9A8-5603-50E0-613F55C8D818}"/>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28" name="TextBox 27">
            <a:extLst>
              <a:ext uri="{FF2B5EF4-FFF2-40B4-BE49-F238E27FC236}">
                <a16:creationId xmlns:a16="http://schemas.microsoft.com/office/drawing/2014/main" id="{2C8D06B7-A4B8-6631-605E-93EB6A298A20}"/>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08F5339F-115A-48C5-1BC9-8E337AD12A9F}"/>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502DDDEC-16EE-0F49-0B93-A93AE134AC61}"/>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61" name="TextBox 60">
            <a:extLst>
              <a:ext uri="{FF2B5EF4-FFF2-40B4-BE49-F238E27FC236}">
                <a16:creationId xmlns:a16="http://schemas.microsoft.com/office/drawing/2014/main" id="{DEB1F9A6-EF5E-0669-B7CF-BFC7B958F054}"/>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62" name="TextBox 61">
            <a:extLst>
              <a:ext uri="{FF2B5EF4-FFF2-40B4-BE49-F238E27FC236}">
                <a16:creationId xmlns:a16="http://schemas.microsoft.com/office/drawing/2014/main" id="{C60EE55E-EB67-0B36-8795-11AF72BC6227}"/>
              </a:ext>
            </a:extLst>
          </p:cNvPr>
          <p:cNvSpPr txBox="1"/>
          <p:nvPr/>
        </p:nvSpPr>
        <p:spPr>
          <a:xfrm>
            <a:off x="5215469" y="3237891"/>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0B340817-41DF-BAF7-1A6A-E9A574C782D0}"/>
              </a:ext>
            </a:extLst>
          </p:cNvPr>
          <p:cNvSpPr txBox="1"/>
          <p:nvPr/>
        </p:nvSpPr>
        <p:spPr>
          <a:xfrm>
            <a:off x="3640666" y="2404765"/>
            <a:ext cx="570089" cy="230832"/>
          </a:xfrm>
          <a:prstGeom prst="rect">
            <a:avLst/>
          </a:prstGeom>
          <a:noFill/>
        </p:spPr>
        <p:txBody>
          <a:bodyPr wrap="square" rtlCol="0">
            <a:spAutoFit/>
          </a:bodyPr>
          <a:lstStyle/>
          <a:p>
            <a:pPr algn="ctr"/>
            <a:r>
              <a:rPr lang="en-US" sz="900" dirty="0"/>
              <a:t>93</a:t>
            </a:r>
          </a:p>
        </p:txBody>
      </p:sp>
      <p:sp>
        <p:nvSpPr>
          <p:cNvPr id="47" name="TextBox 46">
            <a:extLst>
              <a:ext uri="{FF2B5EF4-FFF2-40B4-BE49-F238E27FC236}">
                <a16:creationId xmlns:a16="http://schemas.microsoft.com/office/drawing/2014/main" id="{2A7EF22C-94F0-DF9C-89F7-BAF51C73FF5F}"/>
              </a:ext>
            </a:extLst>
          </p:cNvPr>
          <p:cNvSpPr txBox="1"/>
          <p:nvPr/>
        </p:nvSpPr>
        <p:spPr>
          <a:xfrm>
            <a:off x="3138310" y="2404765"/>
            <a:ext cx="570089" cy="230832"/>
          </a:xfrm>
          <a:prstGeom prst="rect">
            <a:avLst/>
          </a:prstGeom>
          <a:noFill/>
        </p:spPr>
        <p:txBody>
          <a:bodyPr wrap="square" rtlCol="0">
            <a:spAutoFit/>
          </a:bodyPr>
          <a:lstStyle/>
          <a:p>
            <a:pPr algn="ctr"/>
            <a:r>
              <a:rPr lang="en-US" sz="900" dirty="0"/>
              <a:t>39</a:t>
            </a:r>
          </a:p>
        </p:txBody>
      </p:sp>
      <p:sp>
        <p:nvSpPr>
          <p:cNvPr id="64" name="TextBox 63">
            <a:extLst>
              <a:ext uri="{FF2B5EF4-FFF2-40B4-BE49-F238E27FC236}">
                <a16:creationId xmlns:a16="http://schemas.microsoft.com/office/drawing/2014/main" id="{2734EC09-E215-9342-9937-E0DFD42AA614}"/>
              </a:ext>
            </a:extLst>
          </p:cNvPr>
          <p:cNvSpPr txBox="1"/>
          <p:nvPr/>
        </p:nvSpPr>
        <p:spPr>
          <a:xfrm>
            <a:off x="3640666" y="3406653"/>
            <a:ext cx="570089" cy="230832"/>
          </a:xfrm>
          <a:prstGeom prst="rect">
            <a:avLst/>
          </a:prstGeom>
          <a:noFill/>
        </p:spPr>
        <p:txBody>
          <a:bodyPr wrap="square" rtlCol="0">
            <a:spAutoFit/>
          </a:bodyPr>
          <a:lstStyle/>
          <a:p>
            <a:pPr algn="ctr"/>
            <a:r>
              <a:rPr lang="en-US" sz="900" dirty="0"/>
              <a:t>146</a:t>
            </a:r>
          </a:p>
        </p:txBody>
      </p:sp>
      <p:sp>
        <p:nvSpPr>
          <p:cNvPr id="65" name="TextBox 64">
            <a:extLst>
              <a:ext uri="{FF2B5EF4-FFF2-40B4-BE49-F238E27FC236}">
                <a16:creationId xmlns:a16="http://schemas.microsoft.com/office/drawing/2014/main" id="{9FD6E963-E5DB-571F-2BAA-225BD5BAC016}"/>
              </a:ext>
            </a:extLst>
          </p:cNvPr>
          <p:cNvSpPr txBox="1"/>
          <p:nvPr/>
        </p:nvSpPr>
        <p:spPr>
          <a:xfrm>
            <a:off x="3138310" y="3406653"/>
            <a:ext cx="570089" cy="230832"/>
          </a:xfrm>
          <a:prstGeom prst="rect">
            <a:avLst/>
          </a:prstGeom>
          <a:noFill/>
        </p:spPr>
        <p:txBody>
          <a:bodyPr wrap="square" rtlCol="0">
            <a:spAutoFit/>
          </a:bodyPr>
          <a:lstStyle/>
          <a:p>
            <a:pPr algn="ctr"/>
            <a:r>
              <a:rPr lang="en-US" sz="900" dirty="0"/>
              <a:t>146</a:t>
            </a:r>
          </a:p>
        </p:txBody>
      </p:sp>
      <p:sp>
        <p:nvSpPr>
          <p:cNvPr id="72" name="TextBox 71">
            <a:extLst>
              <a:ext uri="{FF2B5EF4-FFF2-40B4-BE49-F238E27FC236}">
                <a16:creationId xmlns:a16="http://schemas.microsoft.com/office/drawing/2014/main" id="{2AF5A098-20A0-6C84-C877-E8CA6D94590D}"/>
              </a:ext>
            </a:extLst>
          </p:cNvPr>
          <p:cNvSpPr txBox="1"/>
          <p:nvPr/>
        </p:nvSpPr>
        <p:spPr>
          <a:xfrm>
            <a:off x="4645378" y="4408541"/>
            <a:ext cx="570089" cy="230832"/>
          </a:xfrm>
          <a:prstGeom prst="rect">
            <a:avLst/>
          </a:prstGeom>
          <a:noFill/>
        </p:spPr>
        <p:txBody>
          <a:bodyPr wrap="square" rtlCol="0">
            <a:spAutoFit/>
          </a:bodyPr>
          <a:lstStyle/>
          <a:p>
            <a:pPr algn="ctr"/>
            <a:r>
              <a:rPr lang="en-US" sz="900" dirty="0"/>
              <a:t>12</a:t>
            </a:r>
          </a:p>
        </p:txBody>
      </p:sp>
      <p:sp>
        <p:nvSpPr>
          <p:cNvPr id="73" name="TextBox 72">
            <a:extLst>
              <a:ext uri="{FF2B5EF4-FFF2-40B4-BE49-F238E27FC236}">
                <a16:creationId xmlns:a16="http://schemas.microsoft.com/office/drawing/2014/main" id="{A2650B44-C785-1409-B062-93C10B5ABC18}"/>
              </a:ext>
            </a:extLst>
          </p:cNvPr>
          <p:cNvSpPr txBox="1"/>
          <p:nvPr/>
        </p:nvSpPr>
        <p:spPr>
          <a:xfrm>
            <a:off x="5147734" y="4408541"/>
            <a:ext cx="570089" cy="230832"/>
          </a:xfrm>
          <a:prstGeom prst="rect">
            <a:avLst/>
          </a:prstGeom>
          <a:solidFill>
            <a:schemeClr val="accent6">
              <a:lumMod val="20000"/>
              <a:lumOff val="80000"/>
            </a:schemeClr>
          </a:solidFill>
        </p:spPr>
        <p:txBody>
          <a:bodyPr wrap="square" rtlCol="0">
            <a:spAutoFit/>
          </a:bodyPr>
          <a:lstStyle/>
          <a:p>
            <a:pPr algn="ctr"/>
            <a:r>
              <a:rPr lang="en-US" sz="900" dirty="0"/>
              <a:t>63</a:t>
            </a:r>
          </a:p>
        </p:txBody>
      </p:sp>
      <p:sp>
        <p:nvSpPr>
          <p:cNvPr id="74" name="TextBox 73">
            <a:extLst>
              <a:ext uri="{FF2B5EF4-FFF2-40B4-BE49-F238E27FC236}">
                <a16:creationId xmlns:a16="http://schemas.microsoft.com/office/drawing/2014/main" id="{8E84D38E-3863-8F6F-C6DE-D6A5D8730C96}"/>
              </a:ext>
            </a:extLst>
          </p:cNvPr>
          <p:cNvSpPr txBox="1"/>
          <p:nvPr/>
        </p:nvSpPr>
        <p:spPr>
          <a:xfrm>
            <a:off x="5650090" y="4408541"/>
            <a:ext cx="570089" cy="230832"/>
          </a:xfrm>
          <a:prstGeom prst="rect">
            <a:avLst/>
          </a:prstGeom>
          <a:solidFill>
            <a:schemeClr val="accent4">
              <a:lumMod val="20000"/>
              <a:lumOff val="80000"/>
            </a:schemeClr>
          </a:solidFill>
        </p:spPr>
        <p:txBody>
          <a:bodyPr wrap="square" rtlCol="0">
            <a:spAutoFit/>
          </a:bodyPr>
          <a:lstStyle/>
          <a:p>
            <a:pPr algn="ctr"/>
            <a:r>
              <a:rPr lang="en-US" sz="900" dirty="0"/>
              <a:t>78</a:t>
            </a:r>
          </a:p>
        </p:txBody>
      </p:sp>
      <p:sp>
        <p:nvSpPr>
          <p:cNvPr id="75" name="TextBox 74">
            <a:extLst>
              <a:ext uri="{FF2B5EF4-FFF2-40B4-BE49-F238E27FC236}">
                <a16:creationId xmlns:a16="http://schemas.microsoft.com/office/drawing/2014/main" id="{7400E5AD-44D0-D12C-D718-48BFFBA470AB}"/>
              </a:ext>
            </a:extLst>
          </p:cNvPr>
          <p:cNvSpPr txBox="1"/>
          <p:nvPr/>
        </p:nvSpPr>
        <p:spPr>
          <a:xfrm>
            <a:off x="6654802" y="4408541"/>
            <a:ext cx="570089" cy="230832"/>
          </a:xfrm>
          <a:prstGeom prst="rect">
            <a:avLst/>
          </a:prstGeom>
          <a:solidFill>
            <a:schemeClr val="accent4">
              <a:lumMod val="20000"/>
              <a:lumOff val="80000"/>
            </a:schemeClr>
          </a:solidFill>
        </p:spPr>
        <p:txBody>
          <a:bodyPr wrap="square" rtlCol="0">
            <a:spAutoFit/>
          </a:bodyPr>
          <a:lstStyle/>
          <a:p>
            <a:pPr algn="ctr"/>
            <a:r>
              <a:rPr lang="en-US" sz="900" dirty="0"/>
              <a:t>47</a:t>
            </a:r>
          </a:p>
        </p:txBody>
      </p:sp>
      <p:sp>
        <p:nvSpPr>
          <p:cNvPr id="76" name="TextBox 75">
            <a:extLst>
              <a:ext uri="{FF2B5EF4-FFF2-40B4-BE49-F238E27FC236}">
                <a16:creationId xmlns:a16="http://schemas.microsoft.com/office/drawing/2014/main" id="{9F0F9A76-1C57-8F8A-0B93-C3B5CFD72034}"/>
              </a:ext>
            </a:extLst>
          </p:cNvPr>
          <p:cNvSpPr txBox="1"/>
          <p:nvPr/>
        </p:nvSpPr>
        <p:spPr>
          <a:xfrm>
            <a:off x="7157158" y="4408541"/>
            <a:ext cx="570089" cy="230832"/>
          </a:xfrm>
          <a:prstGeom prst="rect">
            <a:avLst/>
          </a:prstGeom>
          <a:solidFill>
            <a:schemeClr val="accent4">
              <a:lumMod val="20000"/>
              <a:lumOff val="80000"/>
            </a:schemeClr>
          </a:solidFill>
        </p:spPr>
        <p:txBody>
          <a:bodyPr wrap="square" rtlCol="0">
            <a:spAutoFit/>
          </a:bodyPr>
          <a:lstStyle/>
          <a:p>
            <a:pPr algn="ctr"/>
            <a:r>
              <a:rPr lang="en-US" sz="900" dirty="0"/>
              <a:t>89</a:t>
            </a:r>
          </a:p>
        </p:txBody>
      </p:sp>
      <p:sp>
        <p:nvSpPr>
          <p:cNvPr id="77" name="TextBox 76">
            <a:extLst>
              <a:ext uri="{FF2B5EF4-FFF2-40B4-BE49-F238E27FC236}">
                <a16:creationId xmlns:a16="http://schemas.microsoft.com/office/drawing/2014/main" id="{F326C915-D458-E3CE-88AE-A02011F1DB0B}"/>
              </a:ext>
            </a:extLst>
          </p:cNvPr>
          <p:cNvSpPr txBox="1"/>
          <p:nvPr/>
        </p:nvSpPr>
        <p:spPr>
          <a:xfrm>
            <a:off x="4645378" y="4909484"/>
            <a:ext cx="570089" cy="230832"/>
          </a:xfrm>
          <a:prstGeom prst="rect">
            <a:avLst/>
          </a:prstGeom>
          <a:noFill/>
        </p:spPr>
        <p:txBody>
          <a:bodyPr wrap="square" rtlCol="0">
            <a:spAutoFit/>
          </a:bodyPr>
          <a:lstStyle/>
          <a:p>
            <a:pPr algn="ctr"/>
            <a:r>
              <a:rPr lang="en-US" sz="900" dirty="0"/>
              <a:t>21</a:t>
            </a:r>
          </a:p>
        </p:txBody>
      </p:sp>
      <p:sp>
        <p:nvSpPr>
          <p:cNvPr id="78" name="TextBox 77">
            <a:extLst>
              <a:ext uri="{FF2B5EF4-FFF2-40B4-BE49-F238E27FC236}">
                <a16:creationId xmlns:a16="http://schemas.microsoft.com/office/drawing/2014/main" id="{A985685F-D44A-D281-38AF-629CC52532D7}"/>
              </a:ext>
            </a:extLst>
          </p:cNvPr>
          <p:cNvSpPr txBox="1"/>
          <p:nvPr/>
        </p:nvSpPr>
        <p:spPr>
          <a:xfrm>
            <a:off x="5147734"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36</a:t>
            </a:r>
          </a:p>
        </p:txBody>
      </p:sp>
      <p:sp>
        <p:nvSpPr>
          <p:cNvPr id="79" name="TextBox 78">
            <a:extLst>
              <a:ext uri="{FF2B5EF4-FFF2-40B4-BE49-F238E27FC236}">
                <a16:creationId xmlns:a16="http://schemas.microsoft.com/office/drawing/2014/main" id="{DB49C82E-6299-8EC8-63F6-71FB55291B36}"/>
              </a:ext>
            </a:extLst>
          </p:cNvPr>
          <p:cNvSpPr txBox="1"/>
          <p:nvPr/>
        </p:nvSpPr>
        <p:spPr>
          <a:xfrm>
            <a:off x="5650090" y="4909484"/>
            <a:ext cx="570089" cy="230832"/>
          </a:xfrm>
          <a:prstGeom prst="rect">
            <a:avLst/>
          </a:prstGeom>
          <a:solidFill>
            <a:schemeClr val="accent4">
              <a:lumMod val="20000"/>
              <a:lumOff val="80000"/>
            </a:schemeClr>
          </a:solidFill>
        </p:spPr>
        <p:txBody>
          <a:bodyPr wrap="square" rtlCol="0">
            <a:spAutoFit/>
          </a:bodyPr>
          <a:lstStyle/>
          <a:p>
            <a:pPr algn="ctr"/>
            <a:r>
              <a:rPr lang="en-US" sz="900" dirty="0"/>
              <a:t>87</a:t>
            </a:r>
          </a:p>
        </p:txBody>
      </p:sp>
      <p:sp>
        <p:nvSpPr>
          <p:cNvPr id="80" name="TextBox 79">
            <a:extLst>
              <a:ext uri="{FF2B5EF4-FFF2-40B4-BE49-F238E27FC236}">
                <a16:creationId xmlns:a16="http://schemas.microsoft.com/office/drawing/2014/main" id="{85503A97-98F8-080F-219C-731BC85CBDE2}"/>
              </a:ext>
            </a:extLst>
          </p:cNvPr>
          <p:cNvSpPr txBox="1"/>
          <p:nvPr/>
        </p:nvSpPr>
        <p:spPr>
          <a:xfrm>
            <a:off x="6654802" y="4909484"/>
            <a:ext cx="570089" cy="230832"/>
          </a:xfrm>
          <a:prstGeom prst="rect">
            <a:avLst/>
          </a:prstGeom>
          <a:solidFill>
            <a:schemeClr val="accent4">
              <a:lumMod val="20000"/>
              <a:lumOff val="80000"/>
            </a:schemeClr>
          </a:solidFill>
        </p:spPr>
        <p:txBody>
          <a:bodyPr wrap="square" rtlCol="0">
            <a:spAutoFit/>
          </a:bodyPr>
          <a:lstStyle/>
          <a:p>
            <a:pPr algn="ctr"/>
            <a:r>
              <a:rPr lang="en-US" sz="900" dirty="0"/>
              <a:t>74</a:t>
            </a:r>
          </a:p>
        </p:txBody>
      </p:sp>
      <p:sp>
        <p:nvSpPr>
          <p:cNvPr id="81" name="TextBox 80">
            <a:extLst>
              <a:ext uri="{FF2B5EF4-FFF2-40B4-BE49-F238E27FC236}">
                <a16:creationId xmlns:a16="http://schemas.microsoft.com/office/drawing/2014/main" id="{A00A232B-CACF-E579-4049-FC1CAC69F05B}"/>
              </a:ext>
            </a:extLst>
          </p:cNvPr>
          <p:cNvSpPr txBox="1"/>
          <p:nvPr/>
        </p:nvSpPr>
        <p:spPr>
          <a:xfrm>
            <a:off x="7157158" y="4909484"/>
            <a:ext cx="570089" cy="230832"/>
          </a:xfrm>
          <a:prstGeom prst="rect">
            <a:avLst/>
          </a:prstGeom>
          <a:solidFill>
            <a:schemeClr val="accent4">
              <a:lumMod val="20000"/>
              <a:lumOff val="80000"/>
            </a:schemeClr>
          </a:solidFill>
        </p:spPr>
        <p:txBody>
          <a:bodyPr wrap="square" rtlCol="0">
            <a:spAutoFit/>
          </a:bodyPr>
          <a:lstStyle/>
          <a:p>
            <a:pPr algn="ctr"/>
            <a:r>
              <a:rPr lang="en-US" sz="900" dirty="0"/>
              <a:t>98</a:t>
            </a:r>
          </a:p>
        </p:txBody>
      </p:sp>
      <p:sp>
        <p:nvSpPr>
          <p:cNvPr id="82" name="TextBox 81">
            <a:extLst>
              <a:ext uri="{FF2B5EF4-FFF2-40B4-BE49-F238E27FC236}">
                <a16:creationId xmlns:a16="http://schemas.microsoft.com/office/drawing/2014/main" id="{ACB26E21-A5D6-CFC8-1F15-D03A5C9CDB1D}"/>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83" name="TextBox 82">
            <a:extLst>
              <a:ext uri="{FF2B5EF4-FFF2-40B4-BE49-F238E27FC236}">
                <a16:creationId xmlns:a16="http://schemas.microsoft.com/office/drawing/2014/main" id="{54AB931F-50AB-C2D0-3BCB-496C4067C398}"/>
              </a:ext>
            </a:extLst>
          </p:cNvPr>
          <p:cNvSpPr txBox="1"/>
          <p:nvPr/>
        </p:nvSpPr>
        <p:spPr>
          <a:xfrm>
            <a:off x="6714071" y="3741226"/>
            <a:ext cx="462845" cy="584775"/>
          </a:xfrm>
          <a:prstGeom prst="rect">
            <a:avLst/>
          </a:prstGeom>
          <a:noFill/>
        </p:spPr>
        <p:txBody>
          <a:bodyPr wrap="square" rtlCol="0">
            <a:spAutoFit/>
          </a:bodyPr>
          <a:lstStyle/>
          <a:p>
            <a:pPr algn="ctr"/>
            <a:r>
              <a:rPr lang="en-US" sz="3200" dirty="0"/>
              <a:t>1</a:t>
            </a:r>
          </a:p>
        </p:txBody>
      </p:sp>
      <p:sp>
        <p:nvSpPr>
          <p:cNvPr id="69" name="TextBox 68">
            <a:extLst>
              <a:ext uri="{FF2B5EF4-FFF2-40B4-BE49-F238E27FC236}">
                <a16:creationId xmlns:a16="http://schemas.microsoft.com/office/drawing/2014/main" id="{F13FEAF9-3AEF-8843-5999-9D980B2B9D40}"/>
              </a:ext>
            </a:extLst>
          </p:cNvPr>
          <p:cNvSpPr txBox="1"/>
          <p:nvPr/>
        </p:nvSpPr>
        <p:spPr>
          <a:xfrm>
            <a:off x="6214537" y="2734556"/>
            <a:ext cx="462845" cy="584775"/>
          </a:xfrm>
          <a:prstGeom prst="rect">
            <a:avLst/>
          </a:prstGeom>
          <a:noFill/>
        </p:spPr>
        <p:txBody>
          <a:bodyPr wrap="square" rtlCol="0">
            <a:spAutoFit/>
          </a:bodyPr>
          <a:lstStyle/>
          <a:p>
            <a:pPr algn="ctr"/>
            <a:r>
              <a:rPr lang="en-US" sz="3200" dirty="0"/>
              <a:t>1</a:t>
            </a:r>
          </a:p>
        </p:txBody>
      </p:sp>
      <p:sp>
        <p:nvSpPr>
          <p:cNvPr id="70" name="TextBox 69">
            <a:extLst>
              <a:ext uri="{FF2B5EF4-FFF2-40B4-BE49-F238E27FC236}">
                <a16:creationId xmlns:a16="http://schemas.microsoft.com/office/drawing/2014/main" id="{6CFDB296-2B20-A8C0-E9D9-7C56A62D35D0}"/>
              </a:ext>
            </a:extLst>
          </p:cNvPr>
          <p:cNvSpPr txBox="1"/>
          <p:nvPr/>
        </p:nvSpPr>
        <p:spPr>
          <a:xfrm>
            <a:off x="6714071" y="2734556"/>
            <a:ext cx="462845" cy="584775"/>
          </a:xfrm>
          <a:prstGeom prst="rect">
            <a:avLst/>
          </a:prstGeom>
          <a:noFill/>
        </p:spPr>
        <p:txBody>
          <a:bodyPr wrap="square" rtlCol="0">
            <a:spAutoFit/>
          </a:bodyPr>
          <a:lstStyle/>
          <a:p>
            <a:pPr algn="ctr"/>
            <a:r>
              <a:rPr lang="en-US" sz="3200" dirty="0"/>
              <a:t>6</a:t>
            </a:r>
          </a:p>
        </p:txBody>
      </p:sp>
      <p:sp>
        <p:nvSpPr>
          <p:cNvPr id="29" name="TextBox 28">
            <a:extLst>
              <a:ext uri="{FF2B5EF4-FFF2-40B4-BE49-F238E27FC236}">
                <a16:creationId xmlns:a16="http://schemas.microsoft.com/office/drawing/2014/main" id="{BD5A4B3D-E9DB-FD19-C8E4-0CC398949DF9}"/>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DE27991C-1A92-8879-84AC-FFB725DDB3AB}"/>
              </a:ext>
            </a:extLst>
          </p:cNvPr>
          <p:cNvSpPr txBox="1"/>
          <p:nvPr/>
        </p:nvSpPr>
        <p:spPr>
          <a:xfrm>
            <a:off x="4216401" y="3741226"/>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B7245C13-0876-E74D-1B0A-60C3C8723EEF}"/>
              </a:ext>
            </a:extLst>
          </p:cNvPr>
          <p:cNvSpPr txBox="1"/>
          <p:nvPr/>
        </p:nvSpPr>
        <p:spPr>
          <a:xfrm>
            <a:off x="6714071" y="1224551"/>
            <a:ext cx="462845" cy="584775"/>
          </a:xfrm>
          <a:prstGeom prst="rect">
            <a:avLst/>
          </a:prstGeom>
          <a:noFill/>
        </p:spPr>
        <p:txBody>
          <a:bodyPr wrap="square" rtlCol="0">
            <a:spAutoFit/>
          </a:bodyPr>
          <a:lstStyle/>
          <a:p>
            <a:pPr algn="ctr"/>
            <a:r>
              <a:rPr lang="en-US" sz="3200" dirty="0"/>
              <a:t>5</a:t>
            </a:r>
          </a:p>
        </p:txBody>
      </p:sp>
      <p:sp>
        <p:nvSpPr>
          <p:cNvPr id="49" name="TextBox 48">
            <a:extLst>
              <a:ext uri="{FF2B5EF4-FFF2-40B4-BE49-F238E27FC236}">
                <a16:creationId xmlns:a16="http://schemas.microsoft.com/office/drawing/2014/main" id="{74BF31F6-51E6-B092-C1A6-F9218128D5AC}"/>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84" name="TextBox 83">
            <a:extLst>
              <a:ext uri="{FF2B5EF4-FFF2-40B4-BE49-F238E27FC236}">
                <a16:creationId xmlns:a16="http://schemas.microsoft.com/office/drawing/2014/main" id="{04F118E2-8C6E-D9FF-5A72-9D2675A1C4FA}"/>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85" name="TextBox 84">
            <a:extLst>
              <a:ext uri="{FF2B5EF4-FFF2-40B4-BE49-F238E27FC236}">
                <a16:creationId xmlns:a16="http://schemas.microsoft.com/office/drawing/2014/main" id="{80783719-A7A7-262C-645C-C4A3EA21149F}"/>
              </a:ext>
            </a:extLst>
          </p:cNvPr>
          <p:cNvSpPr txBox="1"/>
          <p:nvPr/>
        </p:nvSpPr>
        <p:spPr>
          <a:xfrm>
            <a:off x="5215469" y="1224551"/>
            <a:ext cx="462845" cy="584775"/>
          </a:xfrm>
          <a:prstGeom prst="rect">
            <a:avLst/>
          </a:prstGeom>
          <a:noFill/>
        </p:spPr>
        <p:txBody>
          <a:bodyPr wrap="square" rtlCol="0">
            <a:spAutoFit/>
          </a:bodyPr>
          <a:lstStyle/>
          <a:p>
            <a:pPr algn="ctr"/>
            <a:r>
              <a:rPr lang="en-US" sz="3200" dirty="0"/>
              <a:t>4</a:t>
            </a:r>
          </a:p>
        </p:txBody>
      </p:sp>
      <p:sp>
        <p:nvSpPr>
          <p:cNvPr id="86" name="TextBox 85">
            <a:extLst>
              <a:ext uri="{FF2B5EF4-FFF2-40B4-BE49-F238E27FC236}">
                <a16:creationId xmlns:a16="http://schemas.microsoft.com/office/drawing/2014/main" id="{3B0B4DC0-B9CC-3D85-F55C-ACC9ACF5EA5E}"/>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87" name="TextBox 86">
            <a:extLst>
              <a:ext uri="{FF2B5EF4-FFF2-40B4-BE49-F238E27FC236}">
                <a16:creationId xmlns:a16="http://schemas.microsoft.com/office/drawing/2014/main" id="{F06B3EE8-73E9-A849-1CE4-967CD597D5AB}"/>
              </a:ext>
            </a:extLst>
          </p:cNvPr>
          <p:cNvSpPr txBox="1"/>
          <p:nvPr/>
        </p:nvSpPr>
        <p:spPr>
          <a:xfrm>
            <a:off x="4715935" y="1727886"/>
            <a:ext cx="462845" cy="584775"/>
          </a:xfrm>
          <a:prstGeom prst="rect">
            <a:avLst/>
          </a:prstGeom>
          <a:noFill/>
        </p:spPr>
        <p:txBody>
          <a:bodyPr wrap="square" rtlCol="0">
            <a:spAutoFit/>
          </a:bodyPr>
          <a:lstStyle/>
          <a:p>
            <a:pPr algn="ctr"/>
            <a:r>
              <a:rPr lang="en-US" sz="3200" dirty="0"/>
              <a:t>6</a:t>
            </a:r>
          </a:p>
        </p:txBody>
      </p:sp>
      <p:sp>
        <p:nvSpPr>
          <p:cNvPr id="88" name="TextBox 87">
            <a:extLst>
              <a:ext uri="{FF2B5EF4-FFF2-40B4-BE49-F238E27FC236}">
                <a16:creationId xmlns:a16="http://schemas.microsoft.com/office/drawing/2014/main" id="{327D7271-81F0-F16A-2F2D-966BC2361714}"/>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89" name="TextBox 88">
            <a:extLst>
              <a:ext uri="{FF2B5EF4-FFF2-40B4-BE49-F238E27FC236}">
                <a16:creationId xmlns:a16="http://schemas.microsoft.com/office/drawing/2014/main" id="{FC6B3612-5314-D80B-CE96-D4A4B01DE2B4}"/>
              </a:ext>
            </a:extLst>
          </p:cNvPr>
          <p:cNvSpPr txBox="1"/>
          <p:nvPr/>
        </p:nvSpPr>
        <p:spPr>
          <a:xfrm>
            <a:off x="5215469" y="2734556"/>
            <a:ext cx="462845" cy="584775"/>
          </a:xfrm>
          <a:prstGeom prst="rect">
            <a:avLst/>
          </a:prstGeom>
          <a:noFill/>
        </p:spPr>
        <p:txBody>
          <a:bodyPr wrap="square" rtlCol="0">
            <a:spAutoFit/>
          </a:bodyPr>
          <a:lstStyle/>
          <a:p>
            <a:pPr algn="ctr"/>
            <a:r>
              <a:rPr lang="en-US" sz="3200" dirty="0"/>
              <a:t>7</a:t>
            </a:r>
          </a:p>
        </p:txBody>
      </p:sp>
      <p:sp>
        <p:nvSpPr>
          <p:cNvPr id="90" name="TextBox 89">
            <a:extLst>
              <a:ext uri="{FF2B5EF4-FFF2-40B4-BE49-F238E27FC236}">
                <a16:creationId xmlns:a16="http://schemas.microsoft.com/office/drawing/2014/main" id="{73930FBF-1735-685F-6876-7BB06B4432FE}"/>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91" name="TextBox 90">
            <a:extLst>
              <a:ext uri="{FF2B5EF4-FFF2-40B4-BE49-F238E27FC236}">
                <a16:creationId xmlns:a16="http://schemas.microsoft.com/office/drawing/2014/main" id="{193EEB3D-B94D-AABC-52C6-0FBFF59D8F77}"/>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92" name="TextBox 91">
            <a:extLst>
              <a:ext uri="{FF2B5EF4-FFF2-40B4-BE49-F238E27FC236}">
                <a16:creationId xmlns:a16="http://schemas.microsoft.com/office/drawing/2014/main" id="{61EB87D6-1F94-F0CF-7244-2C77DD051B44}"/>
              </a:ext>
            </a:extLst>
          </p:cNvPr>
          <p:cNvSpPr txBox="1"/>
          <p:nvPr/>
        </p:nvSpPr>
        <p:spPr>
          <a:xfrm>
            <a:off x="7213604" y="3741226"/>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13A46D05-CB75-30FA-48D9-216DD8F76684}"/>
              </a:ext>
            </a:extLst>
          </p:cNvPr>
          <p:cNvSpPr txBox="1"/>
          <p:nvPr/>
        </p:nvSpPr>
        <p:spPr>
          <a:xfrm>
            <a:off x="5215469" y="3741226"/>
            <a:ext cx="462845" cy="584775"/>
          </a:xfrm>
          <a:prstGeom prst="rect">
            <a:avLst/>
          </a:prstGeom>
          <a:noFill/>
        </p:spPr>
        <p:txBody>
          <a:bodyPr wrap="square" rtlCol="0">
            <a:spAutoFit/>
          </a:bodyPr>
          <a:lstStyle/>
          <a:p>
            <a:pPr algn="ctr"/>
            <a:r>
              <a:rPr lang="en-US" sz="3200" dirty="0"/>
              <a:t>9</a:t>
            </a:r>
          </a:p>
        </p:txBody>
      </p:sp>
      <p:sp>
        <p:nvSpPr>
          <p:cNvPr id="19" name="TextBox 18">
            <a:extLst>
              <a:ext uri="{FF2B5EF4-FFF2-40B4-BE49-F238E27FC236}">
                <a16:creationId xmlns:a16="http://schemas.microsoft.com/office/drawing/2014/main" id="{CB7FEBB1-D8C7-C702-BC1E-005B18DF7E09}"/>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4F81C9CA-482F-9C46-B19F-BC3D933BA721}"/>
              </a:ext>
            </a:extLst>
          </p:cNvPr>
          <p:cNvSpPr txBox="1"/>
          <p:nvPr/>
        </p:nvSpPr>
        <p:spPr>
          <a:xfrm>
            <a:off x="4216401" y="4244561"/>
            <a:ext cx="462845" cy="584775"/>
          </a:xfrm>
          <a:prstGeom prst="rect">
            <a:avLst/>
          </a:prstGeom>
          <a:noFill/>
        </p:spPr>
        <p:txBody>
          <a:bodyPr wrap="square" rtlCol="0">
            <a:spAutoFit/>
          </a:bodyPr>
          <a:lstStyle/>
          <a:p>
            <a:pPr algn="ctr"/>
            <a:r>
              <a:rPr lang="en-US" sz="3200" dirty="0"/>
              <a:t>1</a:t>
            </a:r>
          </a:p>
        </p:txBody>
      </p:sp>
      <p:sp>
        <p:nvSpPr>
          <p:cNvPr id="23" name="TextBox 22">
            <a:extLst>
              <a:ext uri="{FF2B5EF4-FFF2-40B4-BE49-F238E27FC236}">
                <a16:creationId xmlns:a16="http://schemas.microsoft.com/office/drawing/2014/main" id="{D44B215E-D398-8B33-32D4-0DED4D07E134}"/>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36" name="TextBox 35">
            <a:extLst>
              <a:ext uri="{FF2B5EF4-FFF2-40B4-BE49-F238E27FC236}">
                <a16:creationId xmlns:a16="http://schemas.microsoft.com/office/drawing/2014/main" id="{6BC5828A-3C14-8E98-9149-5429B69F131A}"/>
              </a:ext>
            </a:extLst>
          </p:cNvPr>
          <p:cNvSpPr txBox="1"/>
          <p:nvPr/>
        </p:nvSpPr>
        <p:spPr>
          <a:xfrm>
            <a:off x="3716867" y="1727886"/>
            <a:ext cx="462845" cy="584775"/>
          </a:xfrm>
          <a:prstGeom prst="rect">
            <a:avLst/>
          </a:prstGeom>
          <a:noFill/>
        </p:spPr>
        <p:txBody>
          <a:bodyPr wrap="square" rtlCol="0">
            <a:spAutoFit/>
          </a:bodyPr>
          <a:lstStyle/>
          <a:p>
            <a:pPr algn="ctr"/>
            <a:r>
              <a:rPr lang="en-US" sz="3200" dirty="0"/>
              <a:t>1</a:t>
            </a:r>
          </a:p>
        </p:txBody>
      </p:sp>
      <p:sp>
        <p:nvSpPr>
          <p:cNvPr id="44" name="TextBox 43">
            <a:extLst>
              <a:ext uri="{FF2B5EF4-FFF2-40B4-BE49-F238E27FC236}">
                <a16:creationId xmlns:a16="http://schemas.microsoft.com/office/drawing/2014/main" id="{C883A205-7CD6-7486-24D1-7605A761004D}"/>
              </a:ext>
            </a:extLst>
          </p:cNvPr>
          <p:cNvSpPr txBox="1"/>
          <p:nvPr/>
        </p:nvSpPr>
        <p:spPr>
          <a:xfrm>
            <a:off x="3217333" y="2734556"/>
            <a:ext cx="462845" cy="584775"/>
          </a:xfrm>
          <a:prstGeom prst="rect">
            <a:avLst/>
          </a:prstGeom>
          <a:noFill/>
        </p:spPr>
        <p:txBody>
          <a:bodyPr wrap="square" rtlCol="0">
            <a:spAutoFit/>
          </a:bodyPr>
          <a:lstStyle/>
          <a:p>
            <a:pPr algn="ctr"/>
            <a:r>
              <a:rPr lang="en-US" sz="3200" dirty="0"/>
              <a:t>5</a:t>
            </a:r>
          </a:p>
        </p:txBody>
      </p:sp>
      <p:sp>
        <p:nvSpPr>
          <p:cNvPr id="66" name="TextBox 65">
            <a:extLst>
              <a:ext uri="{FF2B5EF4-FFF2-40B4-BE49-F238E27FC236}">
                <a16:creationId xmlns:a16="http://schemas.microsoft.com/office/drawing/2014/main" id="{BED1BBC1-96FD-C8ED-8973-E05E0A07A917}"/>
              </a:ext>
            </a:extLst>
          </p:cNvPr>
          <p:cNvSpPr txBox="1"/>
          <p:nvPr/>
        </p:nvSpPr>
        <p:spPr>
          <a:xfrm>
            <a:off x="3716867" y="2734556"/>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49857858-6E9E-BB4F-EC64-D044FFD395D1}"/>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6234234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9DBFA-CE44-6C78-F247-5A8C1CBBD20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F204AE1-05BD-670D-A735-0AFF6071FDBE}"/>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5B54F301-0003-1876-2AE5-7F94D853857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75CA916-0976-2D81-CDB5-2CD7E602FE0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CCCF833-E6B3-1BC0-B6D1-BFF6243202D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C79FDEE-C907-F054-3116-66C51050927B}"/>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9928E1C2-A5FD-A774-AF78-7C8B64D28947}"/>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24" name="TextBox 23">
            <a:extLst>
              <a:ext uri="{FF2B5EF4-FFF2-40B4-BE49-F238E27FC236}">
                <a16:creationId xmlns:a16="http://schemas.microsoft.com/office/drawing/2014/main" id="{94C4C6B7-34CA-C37D-E8EB-53BBAA2CB398}"/>
              </a:ext>
            </a:extLst>
          </p:cNvPr>
          <p:cNvSpPr txBox="1"/>
          <p:nvPr/>
        </p:nvSpPr>
        <p:spPr>
          <a:xfrm>
            <a:off x="6152446" y="4408541"/>
            <a:ext cx="570089" cy="230832"/>
          </a:xfrm>
          <a:prstGeom prst="rect">
            <a:avLst/>
          </a:prstGeom>
          <a:solidFill>
            <a:schemeClr val="accent6">
              <a:lumMod val="20000"/>
              <a:lumOff val="80000"/>
            </a:schemeClr>
          </a:solidFill>
        </p:spPr>
        <p:txBody>
          <a:bodyPr wrap="square" rtlCol="0">
            <a:spAutoFit/>
          </a:bodyPr>
          <a:lstStyle/>
          <a:p>
            <a:pPr algn="ctr"/>
            <a:r>
              <a:rPr lang="en-US" sz="900" dirty="0"/>
              <a:t>35</a:t>
            </a:r>
          </a:p>
        </p:txBody>
      </p:sp>
      <p:sp>
        <p:nvSpPr>
          <p:cNvPr id="25" name="TextBox 24">
            <a:extLst>
              <a:ext uri="{FF2B5EF4-FFF2-40B4-BE49-F238E27FC236}">
                <a16:creationId xmlns:a16="http://schemas.microsoft.com/office/drawing/2014/main" id="{838A8A0E-E439-40DA-BECD-3660A8CC7ED6}"/>
              </a:ext>
            </a:extLst>
          </p:cNvPr>
          <p:cNvSpPr txBox="1"/>
          <p:nvPr/>
        </p:nvSpPr>
        <p:spPr>
          <a:xfrm>
            <a:off x="6152446"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53</a:t>
            </a:r>
          </a:p>
        </p:txBody>
      </p:sp>
      <p:sp>
        <p:nvSpPr>
          <p:cNvPr id="31" name="TextBox 30">
            <a:extLst>
              <a:ext uri="{FF2B5EF4-FFF2-40B4-BE49-F238E27FC236}">
                <a16:creationId xmlns:a16="http://schemas.microsoft.com/office/drawing/2014/main" id="{9CE3C11C-D2F4-338A-E026-F3B84E148096}"/>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0A341B4F-1438-9157-28C8-5577F91C3D41}"/>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995F2D46-6504-233D-A280-74CB529E1D2E}"/>
              </a:ext>
            </a:extLst>
          </p:cNvPr>
          <p:cNvSpPr txBox="1"/>
          <p:nvPr/>
        </p:nvSpPr>
        <p:spPr>
          <a:xfrm>
            <a:off x="6214537"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8039ED83-2840-B416-3CB3-CA67B93E35B5}"/>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AAA7E852-ADB6-E46A-42B5-158037F605D2}"/>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D5DFEBDC-B635-47F6-B11D-DAABE13A032C}"/>
              </a:ext>
            </a:extLst>
          </p:cNvPr>
          <p:cNvSpPr txBox="1"/>
          <p:nvPr/>
        </p:nvSpPr>
        <p:spPr>
          <a:xfrm>
            <a:off x="6714071" y="72121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014E2B3D-A6D3-5C48-4627-3740440B6822}"/>
              </a:ext>
            </a:extLst>
          </p:cNvPr>
          <p:cNvSpPr txBox="1"/>
          <p:nvPr/>
        </p:nvSpPr>
        <p:spPr>
          <a:xfrm>
            <a:off x="7213604" y="72121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E9244183-0AA5-3E6B-CDBA-DA860016A6C2}"/>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5BA01007-5B99-4E1C-5553-BBA3AA921E4A}"/>
              </a:ext>
            </a:extLst>
          </p:cNvPr>
          <p:cNvSpPr txBox="1"/>
          <p:nvPr/>
        </p:nvSpPr>
        <p:spPr>
          <a:xfrm>
            <a:off x="6214537" y="3237891"/>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E6A27B90-041D-8F19-476F-7377A35CEA91}"/>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C5230410-AE33-964E-22AF-BDA5DD5F3BC2}"/>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5" name="TextBox 34">
            <a:extLst>
              <a:ext uri="{FF2B5EF4-FFF2-40B4-BE49-F238E27FC236}">
                <a16:creationId xmlns:a16="http://schemas.microsoft.com/office/drawing/2014/main" id="{A373447E-FE7F-6A0B-9FA1-9347FEC4E933}"/>
              </a:ext>
            </a:extLst>
          </p:cNvPr>
          <p:cNvSpPr txBox="1"/>
          <p:nvPr/>
        </p:nvSpPr>
        <p:spPr>
          <a:xfrm>
            <a:off x="7213604" y="3237891"/>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9852C376-CC1B-4BA5-BC5C-55DB5F777408}"/>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3C682FB5-5DA3-8EFF-73C9-09B90B0E1073}"/>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9" name="TextBox 38">
            <a:extLst>
              <a:ext uri="{FF2B5EF4-FFF2-40B4-BE49-F238E27FC236}">
                <a16:creationId xmlns:a16="http://schemas.microsoft.com/office/drawing/2014/main" id="{F40DEC56-4EB5-2D04-BA78-4FC1115125FD}"/>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805F4019-9A0A-DE58-B2FB-B8C738D9E0A5}"/>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41" name="TextBox 40">
            <a:extLst>
              <a:ext uri="{FF2B5EF4-FFF2-40B4-BE49-F238E27FC236}">
                <a16:creationId xmlns:a16="http://schemas.microsoft.com/office/drawing/2014/main" id="{89B0D5A7-AB28-EC0C-C243-C1AE084785FE}"/>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4A4D8718-99BA-607E-1822-6FBEAE75174C}"/>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43" name="TextBox 42">
            <a:extLst>
              <a:ext uri="{FF2B5EF4-FFF2-40B4-BE49-F238E27FC236}">
                <a16:creationId xmlns:a16="http://schemas.microsoft.com/office/drawing/2014/main" id="{A80DF7EA-FA09-F47B-CFF5-D502F13DDE04}"/>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4BD25404-96C9-0764-5DD6-686CD71F72EA}"/>
              </a:ext>
            </a:extLst>
          </p:cNvPr>
          <p:cNvSpPr txBox="1"/>
          <p:nvPr/>
        </p:nvSpPr>
        <p:spPr>
          <a:xfrm>
            <a:off x="4143022" y="3406653"/>
            <a:ext cx="570089" cy="230832"/>
          </a:xfrm>
          <a:prstGeom prst="rect">
            <a:avLst/>
          </a:prstGeom>
          <a:solidFill>
            <a:schemeClr val="accent1">
              <a:lumMod val="20000"/>
              <a:lumOff val="80000"/>
            </a:schemeClr>
          </a:solidFill>
        </p:spPr>
        <p:txBody>
          <a:bodyPr wrap="square" rtlCol="0">
            <a:spAutoFit/>
          </a:bodyPr>
          <a:lstStyle/>
          <a:p>
            <a:pPr algn="ctr"/>
            <a:r>
              <a:rPr lang="en-US" sz="900" dirty="0"/>
              <a:t>64</a:t>
            </a:r>
          </a:p>
        </p:txBody>
      </p:sp>
      <p:sp>
        <p:nvSpPr>
          <p:cNvPr id="51" name="TextBox 50">
            <a:extLst>
              <a:ext uri="{FF2B5EF4-FFF2-40B4-BE49-F238E27FC236}">
                <a16:creationId xmlns:a16="http://schemas.microsoft.com/office/drawing/2014/main" id="{2BC5F9F1-6D44-DF59-0547-99445A634EE3}"/>
              </a:ext>
            </a:extLst>
          </p:cNvPr>
          <p:cNvSpPr txBox="1"/>
          <p:nvPr/>
        </p:nvSpPr>
        <p:spPr>
          <a:xfrm>
            <a:off x="4143022" y="4909484"/>
            <a:ext cx="570089" cy="230832"/>
          </a:xfrm>
          <a:prstGeom prst="rect">
            <a:avLst/>
          </a:prstGeom>
          <a:solidFill>
            <a:schemeClr val="accent1">
              <a:lumMod val="20000"/>
              <a:lumOff val="80000"/>
            </a:schemeClr>
          </a:solidFill>
        </p:spPr>
        <p:txBody>
          <a:bodyPr wrap="square" rtlCol="0">
            <a:spAutoFit/>
          </a:bodyPr>
          <a:lstStyle/>
          <a:p>
            <a:pPr algn="ctr"/>
            <a:r>
              <a:rPr lang="en-US" sz="900" dirty="0"/>
              <a:t>46</a:t>
            </a:r>
          </a:p>
        </p:txBody>
      </p:sp>
      <p:sp>
        <p:nvSpPr>
          <p:cNvPr id="52" name="TextBox 51">
            <a:extLst>
              <a:ext uri="{FF2B5EF4-FFF2-40B4-BE49-F238E27FC236}">
                <a16:creationId xmlns:a16="http://schemas.microsoft.com/office/drawing/2014/main" id="{91423AE2-F7A7-9585-0E5C-088FECE821AA}"/>
              </a:ext>
            </a:extLst>
          </p:cNvPr>
          <p:cNvSpPr txBox="1"/>
          <p:nvPr/>
        </p:nvSpPr>
        <p:spPr>
          <a:xfrm>
            <a:off x="4216401" y="2231221"/>
            <a:ext cx="462845" cy="584775"/>
          </a:xfrm>
          <a:prstGeom prst="rect">
            <a:avLst/>
          </a:prstGeom>
          <a:noFill/>
        </p:spPr>
        <p:txBody>
          <a:bodyPr wrap="square" rtlCol="0">
            <a:spAutoFit/>
          </a:bodyPr>
          <a:lstStyle/>
          <a:p>
            <a:pPr algn="ctr"/>
            <a:r>
              <a:rPr lang="en-US" sz="3200" dirty="0"/>
              <a:t>7</a:t>
            </a:r>
          </a:p>
        </p:txBody>
      </p:sp>
      <p:sp>
        <p:nvSpPr>
          <p:cNvPr id="46" name="TextBox 45">
            <a:extLst>
              <a:ext uri="{FF2B5EF4-FFF2-40B4-BE49-F238E27FC236}">
                <a16:creationId xmlns:a16="http://schemas.microsoft.com/office/drawing/2014/main" id="{A46D6AEE-0AA2-35A8-4DA5-68AC6DB59B86}"/>
              </a:ext>
            </a:extLst>
          </p:cNvPr>
          <p:cNvSpPr txBox="1"/>
          <p:nvPr/>
        </p:nvSpPr>
        <p:spPr>
          <a:xfrm>
            <a:off x="3640666" y="901933"/>
            <a:ext cx="570089" cy="230832"/>
          </a:xfrm>
          <a:prstGeom prst="rect">
            <a:avLst/>
          </a:prstGeom>
          <a:solidFill>
            <a:schemeClr val="accent1">
              <a:lumMod val="20000"/>
              <a:lumOff val="80000"/>
            </a:schemeClr>
          </a:solidFill>
        </p:spPr>
        <p:txBody>
          <a:bodyPr wrap="square" rtlCol="0">
            <a:spAutoFit/>
          </a:bodyPr>
          <a:lstStyle/>
          <a:p>
            <a:pPr algn="ctr"/>
            <a:r>
              <a:rPr lang="en-US" sz="900" dirty="0"/>
              <a:t>64</a:t>
            </a:r>
          </a:p>
        </p:txBody>
      </p:sp>
      <p:sp>
        <p:nvSpPr>
          <p:cNvPr id="53" name="TextBox 52">
            <a:extLst>
              <a:ext uri="{FF2B5EF4-FFF2-40B4-BE49-F238E27FC236}">
                <a16:creationId xmlns:a16="http://schemas.microsoft.com/office/drawing/2014/main" id="{45DE6D60-9C53-D188-7885-AF80C56914CA}"/>
              </a:ext>
            </a:extLst>
          </p:cNvPr>
          <p:cNvSpPr txBox="1"/>
          <p:nvPr/>
        </p:nvSpPr>
        <p:spPr>
          <a:xfrm>
            <a:off x="3138310" y="901933"/>
            <a:ext cx="570089" cy="230832"/>
          </a:xfrm>
          <a:prstGeom prst="rect">
            <a:avLst/>
          </a:prstGeom>
          <a:solidFill>
            <a:schemeClr val="accent1">
              <a:lumMod val="20000"/>
              <a:lumOff val="80000"/>
            </a:schemeClr>
          </a:solidFill>
        </p:spPr>
        <p:txBody>
          <a:bodyPr wrap="square" rtlCol="0">
            <a:spAutoFit/>
          </a:bodyPr>
          <a:lstStyle/>
          <a:p>
            <a:pPr algn="ctr"/>
            <a:r>
              <a:rPr lang="en-US" sz="900" dirty="0"/>
              <a:t>46</a:t>
            </a:r>
          </a:p>
        </p:txBody>
      </p:sp>
      <p:sp>
        <p:nvSpPr>
          <p:cNvPr id="54" name="TextBox 53">
            <a:extLst>
              <a:ext uri="{FF2B5EF4-FFF2-40B4-BE49-F238E27FC236}">
                <a16:creationId xmlns:a16="http://schemas.microsoft.com/office/drawing/2014/main" id="{EC4A144E-0149-BC80-2EA6-F611EA6E1DE8}"/>
              </a:ext>
            </a:extLst>
          </p:cNvPr>
          <p:cNvSpPr txBox="1"/>
          <p:nvPr/>
        </p:nvSpPr>
        <p:spPr>
          <a:xfrm>
            <a:off x="3640666"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32</a:t>
            </a:r>
          </a:p>
        </p:txBody>
      </p:sp>
      <p:sp>
        <p:nvSpPr>
          <p:cNvPr id="55" name="TextBox 54">
            <a:extLst>
              <a:ext uri="{FF2B5EF4-FFF2-40B4-BE49-F238E27FC236}">
                <a16:creationId xmlns:a16="http://schemas.microsoft.com/office/drawing/2014/main" id="{37346E19-FDE8-97EE-AC27-A348904D3DC0}"/>
              </a:ext>
            </a:extLst>
          </p:cNvPr>
          <p:cNvSpPr txBox="1"/>
          <p:nvPr/>
        </p:nvSpPr>
        <p:spPr>
          <a:xfrm>
            <a:off x="3138310"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23</a:t>
            </a:r>
          </a:p>
        </p:txBody>
      </p:sp>
      <p:sp>
        <p:nvSpPr>
          <p:cNvPr id="56" name="TextBox 55">
            <a:extLst>
              <a:ext uri="{FF2B5EF4-FFF2-40B4-BE49-F238E27FC236}">
                <a16:creationId xmlns:a16="http://schemas.microsoft.com/office/drawing/2014/main" id="{43C5A22C-B1C1-2220-6931-351A527EAA02}"/>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CC205DB9-7D83-AD95-A77A-23BAACF29297}"/>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57" name="TextBox 56">
            <a:extLst>
              <a:ext uri="{FF2B5EF4-FFF2-40B4-BE49-F238E27FC236}">
                <a16:creationId xmlns:a16="http://schemas.microsoft.com/office/drawing/2014/main" id="{01B3B7EE-3E88-4381-700D-57AC465A0803}"/>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14" name="TextBox 13">
            <a:extLst>
              <a:ext uri="{FF2B5EF4-FFF2-40B4-BE49-F238E27FC236}">
                <a16:creationId xmlns:a16="http://schemas.microsoft.com/office/drawing/2014/main" id="{8B325F16-D56A-C248-353D-94A4E66909C8}"/>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28" name="TextBox 27">
            <a:extLst>
              <a:ext uri="{FF2B5EF4-FFF2-40B4-BE49-F238E27FC236}">
                <a16:creationId xmlns:a16="http://schemas.microsoft.com/office/drawing/2014/main" id="{1A064870-72D2-9076-5C68-1D2B3C3FA7E0}"/>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0F9A8CBD-0B3C-4FEC-5BBB-F8C1C64AD545}"/>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92467D03-A5C7-1B38-3989-35BFB6B16DB8}"/>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61" name="TextBox 60">
            <a:extLst>
              <a:ext uri="{FF2B5EF4-FFF2-40B4-BE49-F238E27FC236}">
                <a16:creationId xmlns:a16="http://schemas.microsoft.com/office/drawing/2014/main" id="{2D0EB1E4-C7DD-847A-0C9E-B0E8937A7101}"/>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62" name="TextBox 61">
            <a:extLst>
              <a:ext uri="{FF2B5EF4-FFF2-40B4-BE49-F238E27FC236}">
                <a16:creationId xmlns:a16="http://schemas.microsoft.com/office/drawing/2014/main" id="{78234225-AB57-9ABE-8E98-CFABB2B2B065}"/>
              </a:ext>
            </a:extLst>
          </p:cNvPr>
          <p:cNvSpPr txBox="1"/>
          <p:nvPr/>
        </p:nvSpPr>
        <p:spPr>
          <a:xfrm>
            <a:off x="5215469" y="3237891"/>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926458ED-AA60-5D9C-2905-9252D0E6CB6F}"/>
              </a:ext>
            </a:extLst>
          </p:cNvPr>
          <p:cNvSpPr txBox="1"/>
          <p:nvPr/>
        </p:nvSpPr>
        <p:spPr>
          <a:xfrm>
            <a:off x="3640666" y="2404765"/>
            <a:ext cx="570089" cy="230832"/>
          </a:xfrm>
          <a:prstGeom prst="rect">
            <a:avLst/>
          </a:prstGeom>
          <a:solidFill>
            <a:schemeClr val="accent5">
              <a:lumMod val="20000"/>
              <a:lumOff val="80000"/>
            </a:schemeClr>
          </a:solidFill>
        </p:spPr>
        <p:txBody>
          <a:bodyPr wrap="square" rtlCol="0">
            <a:spAutoFit/>
          </a:bodyPr>
          <a:lstStyle/>
          <a:p>
            <a:pPr algn="ctr"/>
            <a:r>
              <a:rPr lang="en-US" sz="900" dirty="0"/>
              <a:t>93</a:t>
            </a:r>
          </a:p>
        </p:txBody>
      </p:sp>
      <p:sp>
        <p:nvSpPr>
          <p:cNvPr id="47" name="TextBox 46">
            <a:extLst>
              <a:ext uri="{FF2B5EF4-FFF2-40B4-BE49-F238E27FC236}">
                <a16:creationId xmlns:a16="http://schemas.microsoft.com/office/drawing/2014/main" id="{9F9B493D-F357-151E-2E92-5907EAD1D0D0}"/>
              </a:ext>
            </a:extLst>
          </p:cNvPr>
          <p:cNvSpPr txBox="1"/>
          <p:nvPr/>
        </p:nvSpPr>
        <p:spPr>
          <a:xfrm>
            <a:off x="3138310" y="2404765"/>
            <a:ext cx="570089" cy="230832"/>
          </a:xfrm>
          <a:prstGeom prst="rect">
            <a:avLst/>
          </a:prstGeom>
          <a:solidFill>
            <a:schemeClr val="accent5">
              <a:lumMod val="20000"/>
              <a:lumOff val="80000"/>
            </a:schemeClr>
          </a:solidFill>
        </p:spPr>
        <p:txBody>
          <a:bodyPr wrap="square" rtlCol="0">
            <a:spAutoFit/>
          </a:bodyPr>
          <a:lstStyle/>
          <a:p>
            <a:pPr algn="ctr"/>
            <a:r>
              <a:rPr lang="en-US" sz="900" dirty="0"/>
              <a:t>39</a:t>
            </a:r>
          </a:p>
        </p:txBody>
      </p:sp>
      <p:sp>
        <p:nvSpPr>
          <p:cNvPr id="64" name="TextBox 63">
            <a:extLst>
              <a:ext uri="{FF2B5EF4-FFF2-40B4-BE49-F238E27FC236}">
                <a16:creationId xmlns:a16="http://schemas.microsoft.com/office/drawing/2014/main" id="{F601C007-A45B-9921-C027-29808435E3E5}"/>
              </a:ext>
            </a:extLst>
          </p:cNvPr>
          <p:cNvSpPr txBox="1"/>
          <p:nvPr/>
        </p:nvSpPr>
        <p:spPr>
          <a:xfrm>
            <a:off x="3640666" y="3406653"/>
            <a:ext cx="570089" cy="230832"/>
          </a:xfrm>
          <a:prstGeom prst="rect">
            <a:avLst/>
          </a:prstGeom>
          <a:solidFill>
            <a:schemeClr val="accent1">
              <a:lumMod val="20000"/>
              <a:lumOff val="80000"/>
            </a:schemeClr>
          </a:solidFill>
        </p:spPr>
        <p:txBody>
          <a:bodyPr wrap="square" rtlCol="0">
            <a:spAutoFit/>
          </a:bodyPr>
          <a:lstStyle/>
          <a:p>
            <a:pPr algn="ctr"/>
            <a:r>
              <a:rPr lang="en-US" sz="900" dirty="0"/>
              <a:t>46</a:t>
            </a:r>
          </a:p>
        </p:txBody>
      </p:sp>
      <p:sp>
        <p:nvSpPr>
          <p:cNvPr id="65" name="TextBox 64">
            <a:extLst>
              <a:ext uri="{FF2B5EF4-FFF2-40B4-BE49-F238E27FC236}">
                <a16:creationId xmlns:a16="http://schemas.microsoft.com/office/drawing/2014/main" id="{DC81FEDD-C7A2-6121-C43F-5902DA9FFC05}"/>
              </a:ext>
            </a:extLst>
          </p:cNvPr>
          <p:cNvSpPr txBox="1"/>
          <p:nvPr/>
        </p:nvSpPr>
        <p:spPr>
          <a:xfrm>
            <a:off x="3138310" y="3406653"/>
            <a:ext cx="570089" cy="230832"/>
          </a:xfrm>
          <a:prstGeom prst="rect">
            <a:avLst/>
          </a:prstGeom>
          <a:noFill/>
        </p:spPr>
        <p:txBody>
          <a:bodyPr wrap="square" rtlCol="0">
            <a:spAutoFit/>
          </a:bodyPr>
          <a:lstStyle/>
          <a:p>
            <a:pPr algn="ctr"/>
            <a:r>
              <a:rPr lang="en-US" sz="900" dirty="0"/>
              <a:t>146</a:t>
            </a:r>
          </a:p>
        </p:txBody>
      </p:sp>
      <p:sp>
        <p:nvSpPr>
          <p:cNvPr id="73" name="TextBox 72">
            <a:extLst>
              <a:ext uri="{FF2B5EF4-FFF2-40B4-BE49-F238E27FC236}">
                <a16:creationId xmlns:a16="http://schemas.microsoft.com/office/drawing/2014/main" id="{0EFCF715-2EF5-55B6-C39B-DD06EE58FA7F}"/>
              </a:ext>
            </a:extLst>
          </p:cNvPr>
          <p:cNvSpPr txBox="1"/>
          <p:nvPr/>
        </p:nvSpPr>
        <p:spPr>
          <a:xfrm>
            <a:off x="5147734" y="4408541"/>
            <a:ext cx="570089" cy="230832"/>
          </a:xfrm>
          <a:prstGeom prst="rect">
            <a:avLst/>
          </a:prstGeom>
          <a:solidFill>
            <a:schemeClr val="accent6">
              <a:lumMod val="20000"/>
              <a:lumOff val="80000"/>
            </a:schemeClr>
          </a:solidFill>
        </p:spPr>
        <p:txBody>
          <a:bodyPr wrap="square" rtlCol="0">
            <a:spAutoFit/>
          </a:bodyPr>
          <a:lstStyle/>
          <a:p>
            <a:pPr algn="ctr"/>
            <a:r>
              <a:rPr lang="en-US" sz="900" dirty="0"/>
              <a:t>63</a:t>
            </a:r>
          </a:p>
        </p:txBody>
      </p:sp>
      <p:sp>
        <p:nvSpPr>
          <p:cNvPr id="74" name="TextBox 73">
            <a:extLst>
              <a:ext uri="{FF2B5EF4-FFF2-40B4-BE49-F238E27FC236}">
                <a16:creationId xmlns:a16="http://schemas.microsoft.com/office/drawing/2014/main" id="{3F53554C-06D3-0ADC-2400-4B3164D09E94}"/>
              </a:ext>
            </a:extLst>
          </p:cNvPr>
          <p:cNvSpPr txBox="1"/>
          <p:nvPr/>
        </p:nvSpPr>
        <p:spPr>
          <a:xfrm>
            <a:off x="5650090" y="4408541"/>
            <a:ext cx="570089" cy="230832"/>
          </a:xfrm>
          <a:prstGeom prst="rect">
            <a:avLst/>
          </a:prstGeom>
          <a:solidFill>
            <a:schemeClr val="accent4">
              <a:lumMod val="20000"/>
              <a:lumOff val="80000"/>
            </a:schemeClr>
          </a:solidFill>
        </p:spPr>
        <p:txBody>
          <a:bodyPr wrap="square" rtlCol="0">
            <a:spAutoFit/>
          </a:bodyPr>
          <a:lstStyle/>
          <a:p>
            <a:pPr algn="ctr"/>
            <a:r>
              <a:rPr lang="en-US" sz="900" dirty="0"/>
              <a:t>78</a:t>
            </a:r>
          </a:p>
        </p:txBody>
      </p:sp>
      <p:sp>
        <p:nvSpPr>
          <p:cNvPr id="75" name="TextBox 74">
            <a:extLst>
              <a:ext uri="{FF2B5EF4-FFF2-40B4-BE49-F238E27FC236}">
                <a16:creationId xmlns:a16="http://schemas.microsoft.com/office/drawing/2014/main" id="{B1862BB0-2C8E-0C65-AB24-5790611F9A4A}"/>
              </a:ext>
            </a:extLst>
          </p:cNvPr>
          <p:cNvSpPr txBox="1"/>
          <p:nvPr/>
        </p:nvSpPr>
        <p:spPr>
          <a:xfrm>
            <a:off x="6654802" y="4408541"/>
            <a:ext cx="570089" cy="230832"/>
          </a:xfrm>
          <a:prstGeom prst="rect">
            <a:avLst/>
          </a:prstGeom>
          <a:solidFill>
            <a:schemeClr val="accent4">
              <a:lumMod val="20000"/>
              <a:lumOff val="80000"/>
            </a:schemeClr>
          </a:solidFill>
        </p:spPr>
        <p:txBody>
          <a:bodyPr wrap="square" rtlCol="0">
            <a:spAutoFit/>
          </a:bodyPr>
          <a:lstStyle/>
          <a:p>
            <a:pPr algn="ctr"/>
            <a:r>
              <a:rPr lang="en-US" sz="900" dirty="0"/>
              <a:t>47</a:t>
            </a:r>
          </a:p>
        </p:txBody>
      </p:sp>
      <p:sp>
        <p:nvSpPr>
          <p:cNvPr id="76" name="TextBox 75">
            <a:extLst>
              <a:ext uri="{FF2B5EF4-FFF2-40B4-BE49-F238E27FC236}">
                <a16:creationId xmlns:a16="http://schemas.microsoft.com/office/drawing/2014/main" id="{A9BFFCA2-5288-CDCF-06CC-617D294367EB}"/>
              </a:ext>
            </a:extLst>
          </p:cNvPr>
          <p:cNvSpPr txBox="1"/>
          <p:nvPr/>
        </p:nvSpPr>
        <p:spPr>
          <a:xfrm>
            <a:off x="7157158" y="4408541"/>
            <a:ext cx="570089" cy="230832"/>
          </a:xfrm>
          <a:prstGeom prst="rect">
            <a:avLst/>
          </a:prstGeom>
          <a:solidFill>
            <a:schemeClr val="accent4">
              <a:lumMod val="20000"/>
              <a:lumOff val="80000"/>
            </a:schemeClr>
          </a:solidFill>
        </p:spPr>
        <p:txBody>
          <a:bodyPr wrap="square" rtlCol="0">
            <a:spAutoFit/>
          </a:bodyPr>
          <a:lstStyle/>
          <a:p>
            <a:pPr algn="ctr"/>
            <a:r>
              <a:rPr lang="en-US" sz="900" dirty="0"/>
              <a:t>89</a:t>
            </a:r>
          </a:p>
        </p:txBody>
      </p:sp>
      <p:sp>
        <p:nvSpPr>
          <p:cNvPr id="78" name="TextBox 77">
            <a:extLst>
              <a:ext uri="{FF2B5EF4-FFF2-40B4-BE49-F238E27FC236}">
                <a16:creationId xmlns:a16="http://schemas.microsoft.com/office/drawing/2014/main" id="{5AFBFEC8-E437-8470-BBC1-9751EACC1D32}"/>
              </a:ext>
            </a:extLst>
          </p:cNvPr>
          <p:cNvSpPr txBox="1"/>
          <p:nvPr/>
        </p:nvSpPr>
        <p:spPr>
          <a:xfrm>
            <a:off x="5147734"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36</a:t>
            </a:r>
          </a:p>
        </p:txBody>
      </p:sp>
      <p:sp>
        <p:nvSpPr>
          <p:cNvPr id="79" name="TextBox 78">
            <a:extLst>
              <a:ext uri="{FF2B5EF4-FFF2-40B4-BE49-F238E27FC236}">
                <a16:creationId xmlns:a16="http://schemas.microsoft.com/office/drawing/2014/main" id="{DA543CA0-94BE-5492-46BD-4401DFC768D7}"/>
              </a:ext>
            </a:extLst>
          </p:cNvPr>
          <p:cNvSpPr txBox="1"/>
          <p:nvPr/>
        </p:nvSpPr>
        <p:spPr>
          <a:xfrm>
            <a:off x="5650090" y="4909484"/>
            <a:ext cx="570089" cy="230832"/>
          </a:xfrm>
          <a:prstGeom prst="rect">
            <a:avLst/>
          </a:prstGeom>
          <a:solidFill>
            <a:schemeClr val="accent4">
              <a:lumMod val="20000"/>
              <a:lumOff val="80000"/>
            </a:schemeClr>
          </a:solidFill>
        </p:spPr>
        <p:txBody>
          <a:bodyPr wrap="square" rtlCol="0">
            <a:spAutoFit/>
          </a:bodyPr>
          <a:lstStyle/>
          <a:p>
            <a:pPr algn="ctr"/>
            <a:r>
              <a:rPr lang="en-US" sz="900" dirty="0"/>
              <a:t>87</a:t>
            </a:r>
          </a:p>
        </p:txBody>
      </p:sp>
      <p:sp>
        <p:nvSpPr>
          <p:cNvPr id="80" name="TextBox 79">
            <a:extLst>
              <a:ext uri="{FF2B5EF4-FFF2-40B4-BE49-F238E27FC236}">
                <a16:creationId xmlns:a16="http://schemas.microsoft.com/office/drawing/2014/main" id="{B76C5F9B-6A3A-6044-B85C-58BAC4DF770A}"/>
              </a:ext>
            </a:extLst>
          </p:cNvPr>
          <p:cNvSpPr txBox="1"/>
          <p:nvPr/>
        </p:nvSpPr>
        <p:spPr>
          <a:xfrm>
            <a:off x="6654802" y="4909484"/>
            <a:ext cx="570089" cy="230832"/>
          </a:xfrm>
          <a:prstGeom prst="rect">
            <a:avLst/>
          </a:prstGeom>
          <a:solidFill>
            <a:schemeClr val="accent4">
              <a:lumMod val="20000"/>
              <a:lumOff val="80000"/>
            </a:schemeClr>
          </a:solidFill>
        </p:spPr>
        <p:txBody>
          <a:bodyPr wrap="square" rtlCol="0">
            <a:spAutoFit/>
          </a:bodyPr>
          <a:lstStyle/>
          <a:p>
            <a:pPr algn="ctr"/>
            <a:r>
              <a:rPr lang="en-US" sz="900" dirty="0"/>
              <a:t>74</a:t>
            </a:r>
          </a:p>
        </p:txBody>
      </p:sp>
      <p:sp>
        <p:nvSpPr>
          <p:cNvPr id="81" name="TextBox 80">
            <a:extLst>
              <a:ext uri="{FF2B5EF4-FFF2-40B4-BE49-F238E27FC236}">
                <a16:creationId xmlns:a16="http://schemas.microsoft.com/office/drawing/2014/main" id="{2D5FB1AA-8702-0BE8-C536-BAA5BAF54E53}"/>
              </a:ext>
            </a:extLst>
          </p:cNvPr>
          <p:cNvSpPr txBox="1"/>
          <p:nvPr/>
        </p:nvSpPr>
        <p:spPr>
          <a:xfrm>
            <a:off x="7157158" y="4909484"/>
            <a:ext cx="570089" cy="230832"/>
          </a:xfrm>
          <a:prstGeom prst="rect">
            <a:avLst/>
          </a:prstGeom>
          <a:solidFill>
            <a:schemeClr val="accent4">
              <a:lumMod val="20000"/>
              <a:lumOff val="80000"/>
            </a:schemeClr>
          </a:solidFill>
        </p:spPr>
        <p:txBody>
          <a:bodyPr wrap="square" rtlCol="0">
            <a:spAutoFit/>
          </a:bodyPr>
          <a:lstStyle/>
          <a:p>
            <a:pPr algn="ctr"/>
            <a:r>
              <a:rPr lang="en-US" sz="900" dirty="0"/>
              <a:t>98</a:t>
            </a:r>
          </a:p>
        </p:txBody>
      </p:sp>
      <p:sp>
        <p:nvSpPr>
          <p:cNvPr id="82" name="TextBox 81">
            <a:extLst>
              <a:ext uri="{FF2B5EF4-FFF2-40B4-BE49-F238E27FC236}">
                <a16:creationId xmlns:a16="http://schemas.microsoft.com/office/drawing/2014/main" id="{447AE810-3DFE-9F63-F89D-2C2744081882}"/>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83" name="TextBox 82">
            <a:extLst>
              <a:ext uri="{FF2B5EF4-FFF2-40B4-BE49-F238E27FC236}">
                <a16:creationId xmlns:a16="http://schemas.microsoft.com/office/drawing/2014/main" id="{C2EFE779-6334-EA23-7FFD-F4FFF7D3241C}"/>
              </a:ext>
            </a:extLst>
          </p:cNvPr>
          <p:cNvSpPr txBox="1"/>
          <p:nvPr/>
        </p:nvSpPr>
        <p:spPr>
          <a:xfrm>
            <a:off x="6714071" y="3741226"/>
            <a:ext cx="462845" cy="584775"/>
          </a:xfrm>
          <a:prstGeom prst="rect">
            <a:avLst/>
          </a:prstGeom>
          <a:noFill/>
        </p:spPr>
        <p:txBody>
          <a:bodyPr wrap="square" rtlCol="0">
            <a:spAutoFit/>
          </a:bodyPr>
          <a:lstStyle/>
          <a:p>
            <a:pPr algn="ctr"/>
            <a:r>
              <a:rPr lang="en-US" sz="3200" dirty="0"/>
              <a:t>1</a:t>
            </a:r>
          </a:p>
        </p:txBody>
      </p:sp>
      <p:sp>
        <p:nvSpPr>
          <p:cNvPr id="69" name="TextBox 68">
            <a:extLst>
              <a:ext uri="{FF2B5EF4-FFF2-40B4-BE49-F238E27FC236}">
                <a16:creationId xmlns:a16="http://schemas.microsoft.com/office/drawing/2014/main" id="{A7CEE7C7-7E41-7FB0-82EB-944B258A850B}"/>
              </a:ext>
            </a:extLst>
          </p:cNvPr>
          <p:cNvSpPr txBox="1"/>
          <p:nvPr/>
        </p:nvSpPr>
        <p:spPr>
          <a:xfrm>
            <a:off x="6214537" y="2734556"/>
            <a:ext cx="462845" cy="584775"/>
          </a:xfrm>
          <a:prstGeom prst="rect">
            <a:avLst/>
          </a:prstGeom>
          <a:noFill/>
        </p:spPr>
        <p:txBody>
          <a:bodyPr wrap="square" rtlCol="0">
            <a:spAutoFit/>
          </a:bodyPr>
          <a:lstStyle/>
          <a:p>
            <a:pPr algn="ctr"/>
            <a:r>
              <a:rPr lang="en-US" sz="3200" dirty="0"/>
              <a:t>1</a:t>
            </a:r>
          </a:p>
        </p:txBody>
      </p:sp>
      <p:sp>
        <p:nvSpPr>
          <p:cNvPr id="70" name="TextBox 69">
            <a:extLst>
              <a:ext uri="{FF2B5EF4-FFF2-40B4-BE49-F238E27FC236}">
                <a16:creationId xmlns:a16="http://schemas.microsoft.com/office/drawing/2014/main" id="{EE5D6431-818F-C100-EDC7-C8B75C0DA3E2}"/>
              </a:ext>
            </a:extLst>
          </p:cNvPr>
          <p:cNvSpPr txBox="1"/>
          <p:nvPr/>
        </p:nvSpPr>
        <p:spPr>
          <a:xfrm>
            <a:off x="6714071" y="2734556"/>
            <a:ext cx="462845" cy="584775"/>
          </a:xfrm>
          <a:prstGeom prst="rect">
            <a:avLst/>
          </a:prstGeom>
          <a:noFill/>
        </p:spPr>
        <p:txBody>
          <a:bodyPr wrap="square" rtlCol="0">
            <a:spAutoFit/>
          </a:bodyPr>
          <a:lstStyle/>
          <a:p>
            <a:pPr algn="ctr"/>
            <a:r>
              <a:rPr lang="en-US" sz="3200" dirty="0"/>
              <a:t>6</a:t>
            </a:r>
          </a:p>
        </p:txBody>
      </p:sp>
      <p:sp>
        <p:nvSpPr>
          <p:cNvPr id="29" name="TextBox 28">
            <a:extLst>
              <a:ext uri="{FF2B5EF4-FFF2-40B4-BE49-F238E27FC236}">
                <a16:creationId xmlns:a16="http://schemas.microsoft.com/office/drawing/2014/main" id="{354912FA-2716-5EA9-5FF2-700FD153B95E}"/>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105AEC0A-DD5C-7D4E-0D81-EDF7F8B37BC4}"/>
              </a:ext>
            </a:extLst>
          </p:cNvPr>
          <p:cNvSpPr txBox="1"/>
          <p:nvPr/>
        </p:nvSpPr>
        <p:spPr>
          <a:xfrm>
            <a:off x="4216401" y="3741226"/>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87281258-755C-1A5F-4BC8-BECF2855445C}"/>
              </a:ext>
            </a:extLst>
          </p:cNvPr>
          <p:cNvSpPr txBox="1"/>
          <p:nvPr/>
        </p:nvSpPr>
        <p:spPr>
          <a:xfrm>
            <a:off x="6714071" y="1224551"/>
            <a:ext cx="462845" cy="584775"/>
          </a:xfrm>
          <a:prstGeom prst="rect">
            <a:avLst/>
          </a:prstGeom>
          <a:noFill/>
        </p:spPr>
        <p:txBody>
          <a:bodyPr wrap="square" rtlCol="0">
            <a:spAutoFit/>
          </a:bodyPr>
          <a:lstStyle/>
          <a:p>
            <a:pPr algn="ctr"/>
            <a:r>
              <a:rPr lang="en-US" sz="3200" dirty="0"/>
              <a:t>5</a:t>
            </a:r>
          </a:p>
        </p:txBody>
      </p:sp>
      <p:sp>
        <p:nvSpPr>
          <p:cNvPr id="49" name="TextBox 48">
            <a:extLst>
              <a:ext uri="{FF2B5EF4-FFF2-40B4-BE49-F238E27FC236}">
                <a16:creationId xmlns:a16="http://schemas.microsoft.com/office/drawing/2014/main" id="{D6110D7C-FA5D-30C3-F321-31618AD0179F}"/>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84" name="TextBox 83">
            <a:extLst>
              <a:ext uri="{FF2B5EF4-FFF2-40B4-BE49-F238E27FC236}">
                <a16:creationId xmlns:a16="http://schemas.microsoft.com/office/drawing/2014/main" id="{B9E728A8-35A5-03E8-052C-912BE382ED63}"/>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85" name="TextBox 84">
            <a:extLst>
              <a:ext uri="{FF2B5EF4-FFF2-40B4-BE49-F238E27FC236}">
                <a16:creationId xmlns:a16="http://schemas.microsoft.com/office/drawing/2014/main" id="{73F64B13-7DE8-BD07-B913-868B8A3706D4}"/>
              </a:ext>
            </a:extLst>
          </p:cNvPr>
          <p:cNvSpPr txBox="1"/>
          <p:nvPr/>
        </p:nvSpPr>
        <p:spPr>
          <a:xfrm>
            <a:off x="5215469" y="1224551"/>
            <a:ext cx="462845" cy="584775"/>
          </a:xfrm>
          <a:prstGeom prst="rect">
            <a:avLst/>
          </a:prstGeom>
          <a:noFill/>
        </p:spPr>
        <p:txBody>
          <a:bodyPr wrap="square" rtlCol="0">
            <a:spAutoFit/>
          </a:bodyPr>
          <a:lstStyle/>
          <a:p>
            <a:pPr algn="ctr"/>
            <a:r>
              <a:rPr lang="en-US" sz="3200" dirty="0"/>
              <a:t>4</a:t>
            </a:r>
          </a:p>
        </p:txBody>
      </p:sp>
      <p:sp>
        <p:nvSpPr>
          <p:cNvPr id="86" name="TextBox 85">
            <a:extLst>
              <a:ext uri="{FF2B5EF4-FFF2-40B4-BE49-F238E27FC236}">
                <a16:creationId xmlns:a16="http://schemas.microsoft.com/office/drawing/2014/main" id="{3A6D6A42-B6AA-432C-A014-492AEF9C7AC9}"/>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87" name="TextBox 86">
            <a:extLst>
              <a:ext uri="{FF2B5EF4-FFF2-40B4-BE49-F238E27FC236}">
                <a16:creationId xmlns:a16="http://schemas.microsoft.com/office/drawing/2014/main" id="{17FCABC9-5C2B-FF01-100D-B8A2F7D040B3}"/>
              </a:ext>
            </a:extLst>
          </p:cNvPr>
          <p:cNvSpPr txBox="1"/>
          <p:nvPr/>
        </p:nvSpPr>
        <p:spPr>
          <a:xfrm>
            <a:off x="4715935" y="1727886"/>
            <a:ext cx="462845" cy="584775"/>
          </a:xfrm>
          <a:prstGeom prst="rect">
            <a:avLst/>
          </a:prstGeom>
          <a:noFill/>
        </p:spPr>
        <p:txBody>
          <a:bodyPr wrap="square" rtlCol="0">
            <a:spAutoFit/>
          </a:bodyPr>
          <a:lstStyle/>
          <a:p>
            <a:pPr algn="ctr"/>
            <a:r>
              <a:rPr lang="en-US" sz="3200" dirty="0"/>
              <a:t>6</a:t>
            </a:r>
          </a:p>
        </p:txBody>
      </p:sp>
      <p:sp>
        <p:nvSpPr>
          <p:cNvPr id="88" name="TextBox 87">
            <a:extLst>
              <a:ext uri="{FF2B5EF4-FFF2-40B4-BE49-F238E27FC236}">
                <a16:creationId xmlns:a16="http://schemas.microsoft.com/office/drawing/2014/main" id="{CF2DF252-04AA-CB8F-6626-A8E9541B8E71}"/>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89" name="TextBox 88">
            <a:extLst>
              <a:ext uri="{FF2B5EF4-FFF2-40B4-BE49-F238E27FC236}">
                <a16:creationId xmlns:a16="http://schemas.microsoft.com/office/drawing/2014/main" id="{CCB175FD-B552-4595-9098-53292DB04E0D}"/>
              </a:ext>
            </a:extLst>
          </p:cNvPr>
          <p:cNvSpPr txBox="1"/>
          <p:nvPr/>
        </p:nvSpPr>
        <p:spPr>
          <a:xfrm>
            <a:off x="5215469" y="2734556"/>
            <a:ext cx="462845" cy="584775"/>
          </a:xfrm>
          <a:prstGeom prst="rect">
            <a:avLst/>
          </a:prstGeom>
          <a:noFill/>
        </p:spPr>
        <p:txBody>
          <a:bodyPr wrap="square" rtlCol="0">
            <a:spAutoFit/>
          </a:bodyPr>
          <a:lstStyle/>
          <a:p>
            <a:pPr algn="ctr"/>
            <a:r>
              <a:rPr lang="en-US" sz="3200" dirty="0"/>
              <a:t>7</a:t>
            </a:r>
          </a:p>
        </p:txBody>
      </p:sp>
      <p:sp>
        <p:nvSpPr>
          <p:cNvPr id="90" name="TextBox 89">
            <a:extLst>
              <a:ext uri="{FF2B5EF4-FFF2-40B4-BE49-F238E27FC236}">
                <a16:creationId xmlns:a16="http://schemas.microsoft.com/office/drawing/2014/main" id="{7CE3EA59-A22E-3E65-71A0-A990BBAB727C}"/>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91" name="TextBox 90">
            <a:extLst>
              <a:ext uri="{FF2B5EF4-FFF2-40B4-BE49-F238E27FC236}">
                <a16:creationId xmlns:a16="http://schemas.microsoft.com/office/drawing/2014/main" id="{38625B81-4788-174D-BD1A-E43175A626BE}"/>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92" name="TextBox 91">
            <a:extLst>
              <a:ext uri="{FF2B5EF4-FFF2-40B4-BE49-F238E27FC236}">
                <a16:creationId xmlns:a16="http://schemas.microsoft.com/office/drawing/2014/main" id="{B8BCE49B-AA55-9ADD-E7A0-C197861BF779}"/>
              </a:ext>
            </a:extLst>
          </p:cNvPr>
          <p:cNvSpPr txBox="1"/>
          <p:nvPr/>
        </p:nvSpPr>
        <p:spPr>
          <a:xfrm>
            <a:off x="7213604" y="3741226"/>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B992BA18-1822-4D08-3F99-2029C430CC5B}"/>
              </a:ext>
            </a:extLst>
          </p:cNvPr>
          <p:cNvSpPr txBox="1"/>
          <p:nvPr/>
        </p:nvSpPr>
        <p:spPr>
          <a:xfrm>
            <a:off x="5215469" y="3741226"/>
            <a:ext cx="462845" cy="584775"/>
          </a:xfrm>
          <a:prstGeom prst="rect">
            <a:avLst/>
          </a:prstGeom>
          <a:noFill/>
        </p:spPr>
        <p:txBody>
          <a:bodyPr wrap="square" rtlCol="0">
            <a:spAutoFit/>
          </a:bodyPr>
          <a:lstStyle/>
          <a:p>
            <a:pPr algn="ctr"/>
            <a:r>
              <a:rPr lang="en-US" sz="3200" dirty="0"/>
              <a:t>9</a:t>
            </a:r>
          </a:p>
        </p:txBody>
      </p:sp>
      <p:sp>
        <p:nvSpPr>
          <p:cNvPr id="19" name="TextBox 18">
            <a:extLst>
              <a:ext uri="{FF2B5EF4-FFF2-40B4-BE49-F238E27FC236}">
                <a16:creationId xmlns:a16="http://schemas.microsoft.com/office/drawing/2014/main" id="{B24BE584-77A1-6DFE-9FB5-6E6E9A2FD8BD}"/>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DCC4DC74-AAD2-1601-BDA3-200B5E3CE6AA}"/>
              </a:ext>
            </a:extLst>
          </p:cNvPr>
          <p:cNvSpPr txBox="1"/>
          <p:nvPr/>
        </p:nvSpPr>
        <p:spPr>
          <a:xfrm>
            <a:off x="4216401" y="4244561"/>
            <a:ext cx="462845" cy="584775"/>
          </a:xfrm>
          <a:prstGeom prst="rect">
            <a:avLst/>
          </a:prstGeom>
          <a:noFill/>
        </p:spPr>
        <p:txBody>
          <a:bodyPr wrap="square" rtlCol="0">
            <a:spAutoFit/>
          </a:bodyPr>
          <a:lstStyle/>
          <a:p>
            <a:pPr algn="ctr"/>
            <a:r>
              <a:rPr lang="en-US" sz="3200" dirty="0"/>
              <a:t>1</a:t>
            </a:r>
          </a:p>
        </p:txBody>
      </p:sp>
      <p:sp>
        <p:nvSpPr>
          <p:cNvPr id="23" name="TextBox 22">
            <a:extLst>
              <a:ext uri="{FF2B5EF4-FFF2-40B4-BE49-F238E27FC236}">
                <a16:creationId xmlns:a16="http://schemas.microsoft.com/office/drawing/2014/main" id="{325F9FF2-C768-DACD-B9FA-26B34481E710}"/>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36" name="TextBox 35">
            <a:extLst>
              <a:ext uri="{FF2B5EF4-FFF2-40B4-BE49-F238E27FC236}">
                <a16:creationId xmlns:a16="http://schemas.microsoft.com/office/drawing/2014/main" id="{64C01FDA-8582-E322-0BD0-CE55B4E3A21A}"/>
              </a:ext>
            </a:extLst>
          </p:cNvPr>
          <p:cNvSpPr txBox="1"/>
          <p:nvPr/>
        </p:nvSpPr>
        <p:spPr>
          <a:xfrm>
            <a:off x="3716867" y="1727886"/>
            <a:ext cx="462845" cy="584775"/>
          </a:xfrm>
          <a:prstGeom prst="rect">
            <a:avLst/>
          </a:prstGeom>
          <a:noFill/>
        </p:spPr>
        <p:txBody>
          <a:bodyPr wrap="square" rtlCol="0">
            <a:spAutoFit/>
          </a:bodyPr>
          <a:lstStyle/>
          <a:p>
            <a:pPr algn="ctr"/>
            <a:r>
              <a:rPr lang="en-US" sz="3200" dirty="0"/>
              <a:t>1</a:t>
            </a:r>
          </a:p>
        </p:txBody>
      </p:sp>
      <p:sp>
        <p:nvSpPr>
          <p:cNvPr id="44" name="TextBox 43">
            <a:extLst>
              <a:ext uri="{FF2B5EF4-FFF2-40B4-BE49-F238E27FC236}">
                <a16:creationId xmlns:a16="http://schemas.microsoft.com/office/drawing/2014/main" id="{DDA914B9-2018-6F0D-6499-705B9497EAE4}"/>
              </a:ext>
            </a:extLst>
          </p:cNvPr>
          <p:cNvSpPr txBox="1"/>
          <p:nvPr/>
        </p:nvSpPr>
        <p:spPr>
          <a:xfrm>
            <a:off x="3217333" y="2734556"/>
            <a:ext cx="462845" cy="584775"/>
          </a:xfrm>
          <a:prstGeom prst="rect">
            <a:avLst/>
          </a:prstGeom>
          <a:noFill/>
        </p:spPr>
        <p:txBody>
          <a:bodyPr wrap="square" rtlCol="0">
            <a:spAutoFit/>
          </a:bodyPr>
          <a:lstStyle/>
          <a:p>
            <a:pPr algn="ctr"/>
            <a:r>
              <a:rPr lang="en-US" sz="3200" dirty="0"/>
              <a:t>5</a:t>
            </a:r>
          </a:p>
        </p:txBody>
      </p:sp>
      <p:sp>
        <p:nvSpPr>
          <p:cNvPr id="66" name="TextBox 65">
            <a:extLst>
              <a:ext uri="{FF2B5EF4-FFF2-40B4-BE49-F238E27FC236}">
                <a16:creationId xmlns:a16="http://schemas.microsoft.com/office/drawing/2014/main" id="{92523169-AF76-A50E-8D77-50D9E47C438F}"/>
              </a:ext>
            </a:extLst>
          </p:cNvPr>
          <p:cNvSpPr txBox="1"/>
          <p:nvPr/>
        </p:nvSpPr>
        <p:spPr>
          <a:xfrm>
            <a:off x="3716867" y="2734556"/>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8CACA052-8611-F598-4799-2D4AE812F991}"/>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A3BD02DA-6E79-C3D3-048F-DA639D01333F}"/>
              </a:ext>
            </a:extLst>
          </p:cNvPr>
          <p:cNvSpPr txBox="1"/>
          <p:nvPr/>
        </p:nvSpPr>
        <p:spPr>
          <a:xfrm>
            <a:off x="4715935" y="4244561"/>
            <a:ext cx="462845" cy="584775"/>
          </a:xfrm>
          <a:prstGeom prst="rect">
            <a:avLst/>
          </a:prstGeom>
          <a:noFill/>
        </p:spPr>
        <p:txBody>
          <a:bodyPr wrap="square" rtlCol="0">
            <a:spAutoFit/>
          </a:bodyPr>
          <a:lstStyle/>
          <a:p>
            <a:pPr algn="ctr"/>
            <a:r>
              <a:rPr lang="en-US" sz="3200" dirty="0"/>
              <a:t>2</a:t>
            </a:r>
          </a:p>
        </p:txBody>
      </p:sp>
      <p:sp>
        <p:nvSpPr>
          <p:cNvPr id="18" name="TextBox 17">
            <a:extLst>
              <a:ext uri="{FF2B5EF4-FFF2-40B4-BE49-F238E27FC236}">
                <a16:creationId xmlns:a16="http://schemas.microsoft.com/office/drawing/2014/main" id="{1F7C7C50-C57B-B57F-01DB-CEC8D8951A90}"/>
              </a:ext>
            </a:extLst>
          </p:cNvPr>
          <p:cNvSpPr txBox="1"/>
          <p:nvPr/>
        </p:nvSpPr>
        <p:spPr>
          <a:xfrm>
            <a:off x="4715935" y="4747898"/>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17247169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4C359-3796-805E-476F-D4C47164937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BB440CA-A31F-0E0B-A08A-7B77030B00C5}"/>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84EB264A-3C01-76C1-C727-79DBC8BE743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230E132-62EA-9611-1675-6ABFAA804CF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2F5EB20-2450-2303-2AAF-25613BC4FC7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6642B2A-097C-74B7-5881-395D052ECD9F}"/>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8BD3C7D0-462D-6848-544C-79C6B31FC550}"/>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24" name="TextBox 23">
            <a:extLst>
              <a:ext uri="{FF2B5EF4-FFF2-40B4-BE49-F238E27FC236}">
                <a16:creationId xmlns:a16="http://schemas.microsoft.com/office/drawing/2014/main" id="{9B5AA030-DD72-2779-503F-B6C460EA432F}"/>
              </a:ext>
            </a:extLst>
          </p:cNvPr>
          <p:cNvSpPr txBox="1"/>
          <p:nvPr/>
        </p:nvSpPr>
        <p:spPr>
          <a:xfrm>
            <a:off x="6152446" y="4408541"/>
            <a:ext cx="570089" cy="230832"/>
          </a:xfrm>
          <a:prstGeom prst="rect">
            <a:avLst/>
          </a:prstGeom>
          <a:solidFill>
            <a:schemeClr val="accent6">
              <a:lumMod val="20000"/>
              <a:lumOff val="80000"/>
            </a:schemeClr>
          </a:solidFill>
        </p:spPr>
        <p:txBody>
          <a:bodyPr wrap="square" rtlCol="0">
            <a:spAutoFit/>
          </a:bodyPr>
          <a:lstStyle/>
          <a:p>
            <a:pPr algn="ctr"/>
            <a:r>
              <a:rPr lang="en-US" sz="900" dirty="0"/>
              <a:t>35</a:t>
            </a:r>
          </a:p>
        </p:txBody>
      </p:sp>
      <p:sp>
        <p:nvSpPr>
          <p:cNvPr id="25" name="TextBox 24">
            <a:extLst>
              <a:ext uri="{FF2B5EF4-FFF2-40B4-BE49-F238E27FC236}">
                <a16:creationId xmlns:a16="http://schemas.microsoft.com/office/drawing/2014/main" id="{5F88E430-FC8F-2A49-5DDC-9A1541426CEF}"/>
              </a:ext>
            </a:extLst>
          </p:cNvPr>
          <p:cNvSpPr txBox="1"/>
          <p:nvPr/>
        </p:nvSpPr>
        <p:spPr>
          <a:xfrm>
            <a:off x="6152446"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53</a:t>
            </a:r>
          </a:p>
        </p:txBody>
      </p:sp>
      <p:sp>
        <p:nvSpPr>
          <p:cNvPr id="31" name="TextBox 30">
            <a:extLst>
              <a:ext uri="{FF2B5EF4-FFF2-40B4-BE49-F238E27FC236}">
                <a16:creationId xmlns:a16="http://schemas.microsoft.com/office/drawing/2014/main" id="{9D37F54F-1254-D263-6346-E96C3C41FE7B}"/>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1399ECCD-1C7B-2857-AFAA-1F4BA2500C02}"/>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D57D9747-5D47-DF7F-7AE4-7EF7AB3C3241}"/>
              </a:ext>
            </a:extLst>
          </p:cNvPr>
          <p:cNvSpPr txBox="1"/>
          <p:nvPr/>
        </p:nvSpPr>
        <p:spPr>
          <a:xfrm>
            <a:off x="6214537"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94CBED52-1B59-E94B-488C-D0255F221B6D}"/>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198704F7-6F44-0BCF-F7DF-27DE493EE510}"/>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387954E3-10CF-E212-3F32-E04BDDCF3830}"/>
              </a:ext>
            </a:extLst>
          </p:cNvPr>
          <p:cNvSpPr txBox="1"/>
          <p:nvPr/>
        </p:nvSpPr>
        <p:spPr>
          <a:xfrm>
            <a:off x="6714071" y="72121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7320CFC7-5F6F-DC8A-5C5E-1F7AD2D1FBAB}"/>
              </a:ext>
            </a:extLst>
          </p:cNvPr>
          <p:cNvSpPr txBox="1"/>
          <p:nvPr/>
        </p:nvSpPr>
        <p:spPr>
          <a:xfrm>
            <a:off x="7213604" y="72121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D1A92F31-3120-6B6F-C400-E066C3B2812A}"/>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24571470-C487-27A8-B837-1E84940EF80A}"/>
              </a:ext>
            </a:extLst>
          </p:cNvPr>
          <p:cNvSpPr txBox="1"/>
          <p:nvPr/>
        </p:nvSpPr>
        <p:spPr>
          <a:xfrm>
            <a:off x="6214537" y="3237891"/>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75C41FB4-6891-4A01-A767-71B804E016E1}"/>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B444F4C9-EE55-BD8F-4CEF-9695169CFDEA}"/>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5" name="TextBox 34">
            <a:extLst>
              <a:ext uri="{FF2B5EF4-FFF2-40B4-BE49-F238E27FC236}">
                <a16:creationId xmlns:a16="http://schemas.microsoft.com/office/drawing/2014/main" id="{BB5677D4-5621-77CE-AB4A-F4EBA344CFC1}"/>
              </a:ext>
            </a:extLst>
          </p:cNvPr>
          <p:cNvSpPr txBox="1"/>
          <p:nvPr/>
        </p:nvSpPr>
        <p:spPr>
          <a:xfrm>
            <a:off x="7213604" y="3237891"/>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C13D9B88-0F9C-E5B2-54C2-CF103E5E21BA}"/>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0DC74A9C-061C-FDAF-9CF5-46832030C704}"/>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9" name="TextBox 38">
            <a:extLst>
              <a:ext uri="{FF2B5EF4-FFF2-40B4-BE49-F238E27FC236}">
                <a16:creationId xmlns:a16="http://schemas.microsoft.com/office/drawing/2014/main" id="{0B0EB818-E260-B683-30C1-FEB6FDD60443}"/>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93C592C3-2A98-B324-22DD-B3B8B66AFA09}"/>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41" name="TextBox 40">
            <a:extLst>
              <a:ext uri="{FF2B5EF4-FFF2-40B4-BE49-F238E27FC236}">
                <a16:creationId xmlns:a16="http://schemas.microsoft.com/office/drawing/2014/main" id="{D5EC9953-2A0E-80AA-3743-D2F69AE9CFF3}"/>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4F733CE7-9DC6-8A6F-B355-3E90726B48F2}"/>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43" name="TextBox 42">
            <a:extLst>
              <a:ext uri="{FF2B5EF4-FFF2-40B4-BE49-F238E27FC236}">
                <a16:creationId xmlns:a16="http://schemas.microsoft.com/office/drawing/2014/main" id="{5D2C2223-92A1-25B3-5993-19DB6287B8FF}"/>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FD2777E0-1C34-8C88-9231-CF9BF6EB8659}"/>
              </a:ext>
            </a:extLst>
          </p:cNvPr>
          <p:cNvSpPr txBox="1"/>
          <p:nvPr/>
        </p:nvSpPr>
        <p:spPr>
          <a:xfrm>
            <a:off x="4143022" y="3406653"/>
            <a:ext cx="570089" cy="230832"/>
          </a:xfrm>
          <a:prstGeom prst="rect">
            <a:avLst/>
          </a:prstGeom>
          <a:solidFill>
            <a:schemeClr val="accent1">
              <a:lumMod val="20000"/>
              <a:lumOff val="80000"/>
            </a:schemeClr>
          </a:solidFill>
        </p:spPr>
        <p:txBody>
          <a:bodyPr wrap="square" rtlCol="0">
            <a:spAutoFit/>
          </a:bodyPr>
          <a:lstStyle/>
          <a:p>
            <a:pPr algn="ctr"/>
            <a:r>
              <a:rPr lang="en-US" sz="900" dirty="0"/>
              <a:t>64</a:t>
            </a:r>
          </a:p>
        </p:txBody>
      </p:sp>
      <p:sp>
        <p:nvSpPr>
          <p:cNvPr id="51" name="TextBox 50">
            <a:extLst>
              <a:ext uri="{FF2B5EF4-FFF2-40B4-BE49-F238E27FC236}">
                <a16:creationId xmlns:a16="http://schemas.microsoft.com/office/drawing/2014/main" id="{1F0F6735-9553-9F76-FC87-9CD301B185F1}"/>
              </a:ext>
            </a:extLst>
          </p:cNvPr>
          <p:cNvSpPr txBox="1"/>
          <p:nvPr/>
        </p:nvSpPr>
        <p:spPr>
          <a:xfrm>
            <a:off x="4143022" y="4909484"/>
            <a:ext cx="570089" cy="230832"/>
          </a:xfrm>
          <a:prstGeom prst="rect">
            <a:avLst/>
          </a:prstGeom>
          <a:solidFill>
            <a:schemeClr val="accent1">
              <a:lumMod val="20000"/>
              <a:lumOff val="80000"/>
            </a:schemeClr>
          </a:solidFill>
        </p:spPr>
        <p:txBody>
          <a:bodyPr wrap="square" rtlCol="0">
            <a:spAutoFit/>
          </a:bodyPr>
          <a:lstStyle/>
          <a:p>
            <a:pPr algn="ctr"/>
            <a:r>
              <a:rPr lang="en-US" sz="900" dirty="0"/>
              <a:t>46</a:t>
            </a:r>
          </a:p>
        </p:txBody>
      </p:sp>
      <p:sp>
        <p:nvSpPr>
          <p:cNvPr id="52" name="TextBox 51">
            <a:extLst>
              <a:ext uri="{FF2B5EF4-FFF2-40B4-BE49-F238E27FC236}">
                <a16:creationId xmlns:a16="http://schemas.microsoft.com/office/drawing/2014/main" id="{64E532E5-5341-DA0C-DC21-225B1A17B9CD}"/>
              </a:ext>
            </a:extLst>
          </p:cNvPr>
          <p:cNvSpPr txBox="1"/>
          <p:nvPr/>
        </p:nvSpPr>
        <p:spPr>
          <a:xfrm>
            <a:off x="4216401" y="2231221"/>
            <a:ext cx="462845" cy="584775"/>
          </a:xfrm>
          <a:prstGeom prst="rect">
            <a:avLst/>
          </a:prstGeom>
          <a:noFill/>
        </p:spPr>
        <p:txBody>
          <a:bodyPr wrap="square" rtlCol="0">
            <a:spAutoFit/>
          </a:bodyPr>
          <a:lstStyle/>
          <a:p>
            <a:pPr algn="ctr"/>
            <a:r>
              <a:rPr lang="en-US" sz="3200" dirty="0"/>
              <a:t>7</a:t>
            </a:r>
          </a:p>
        </p:txBody>
      </p:sp>
      <p:sp>
        <p:nvSpPr>
          <p:cNvPr id="46" name="TextBox 45">
            <a:extLst>
              <a:ext uri="{FF2B5EF4-FFF2-40B4-BE49-F238E27FC236}">
                <a16:creationId xmlns:a16="http://schemas.microsoft.com/office/drawing/2014/main" id="{927A89A1-1CA3-1BEE-9762-5CE36CFE25AC}"/>
              </a:ext>
            </a:extLst>
          </p:cNvPr>
          <p:cNvSpPr txBox="1"/>
          <p:nvPr/>
        </p:nvSpPr>
        <p:spPr>
          <a:xfrm>
            <a:off x="3640666" y="901933"/>
            <a:ext cx="570089" cy="230832"/>
          </a:xfrm>
          <a:prstGeom prst="rect">
            <a:avLst/>
          </a:prstGeom>
          <a:solidFill>
            <a:schemeClr val="accent1">
              <a:lumMod val="20000"/>
              <a:lumOff val="80000"/>
            </a:schemeClr>
          </a:solidFill>
        </p:spPr>
        <p:txBody>
          <a:bodyPr wrap="square" rtlCol="0">
            <a:spAutoFit/>
          </a:bodyPr>
          <a:lstStyle/>
          <a:p>
            <a:pPr algn="ctr"/>
            <a:r>
              <a:rPr lang="en-US" sz="900" dirty="0"/>
              <a:t>64</a:t>
            </a:r>
          </a:p>
        </p:txBody>
      </p:sp>
      <p:sp>
        <p:nvSpPr>
          <p:cNvPr id="53" name="TextBox 52">
            <a:extLst>
              <a:ext uri="{FF2B5EF4-FFF2-40B4-BE49-F238E27FC236}">
                <a16:creationId xmlns:a16="http://schemas.microsoft.com/office/drawing/2014/main" id="{F18850A1-C725-B960-84F6-E843F01E5E00}"/>
              </a:ext>
            </a:extLst>
          </p:cNvPr>
          <p:cNvSpPr txBox="1"/>
          <p:nvPr/>
        </p:nvSpPr>
        <p:spPr>
          <a:xfrm>
            <a:off x="3138310" y="901933"/>
            <a:ext cx="570089" cy="230832"/>
          </a:xfrm>
          <a:prstGeom prst="rect">
            <a:avLst/>
          </a:prstGeom>
          <a:solidFill>
            <a:schemeClr val="accent1">
              <a:lumMod val="20000"/>
              <a:lumOff val="80000"/>
            </a:schemeClr>
          </a:solidFill>
        </p:spPr>
        <p:txBody>
          <a:bodyPr wrap="square" rtlCol="0">
            <a:spAutoFit/>
          </a:bodyPr>
          <a:lstStyle/>
          <a:p>
            <a:pPr algn="ctr"/>
            <a:r>
              <a:rPr lang="en-US" sz="900" dirty="0"/>
              <a:t>46</a:t>
            </a:r>
          </a:p>
        </p:txBody>
      </p:sp>
      <p:sp>
        <p:nvSpPr>
          <p:cNvPr id="54" name="TextBox 53">
            <a:extLst>
              <a:ext uri="{FF2B5EF4-FFF2-40B4-BE49-F238E27FC236}">
                <a16:creationId xmlns:a16="http://schemas.microsoft.com/office/drawing/2014/main" id="{A5156C2A-D5C7-7BCF-D3DC-7614C4EF543C}"/>
              </a:ext>
            </a:extLst>
          </p:cNvPr>
          <p:cNvSpPr txBox="1"/>
          <p:nvPr/>
        </p:nvSpPr>
        <p:spPr>
          <a:xfrm>
            <a:off x="3640666"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32</a:t>
            </a:r>
          </a:p>
        </p:txBody>
      </p:sp>
      <p:sp>
        <p:nvSpPr>
          <p:cNvPr id="55" name="TextBox 54">
            <a:extLst>
              <a:ext uri="{FF2B5EF4-FFF2-40B4-BE49-F238E27FC236}">
                <a16:creationId xmlns:a16="http://schemas.microsoft.com/office/drawing/2014/main" id="{CBC63029-419E-3570-46FD-B786E8F3CBD1}"/>
              </a:ext>
            </a:extLst>
          </p:cNvPr>
          <p:cNvSpPr txBox="1"/>
          <p:nvPr/>
        </p:nvSpPr>
        <p:spPr>
          <a:xfrm>
            <a:off x="3138310"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23</a:t>
            </a:r>
          </a:p>
        </p:txBody>
      </p:sp>
      <p:sp>
        <p:nvSpPr>
          <p:cNvPr id="56" name="TextBox 55">
            <a:extLst>
              <a:ext uri="{FF2B5EF4-FFF2-40B4-BE49-F238E27FC236}">
                <a16:creationId xmlns:a16="http://schemas.microsoft.com/office/drawing/2014/main" id="{855FA0DE-5A15-55EB-D35F-71FBC9812BA1}"/>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1149B19C-9218-C618-818B-0117992DD489}"/>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57" name="TextBox 56">
            <a:extLst>
              <a:ext uri="{FF2B5EF4-FFF2-40B4-BE49-F238E27FC236}">
                <a16:creationId xmlns:a16="http://schemas.microsoft.com/office/drawing/2014/main" id="{D0606A37-7488-CA83-11A3-878CF3F4C1A4}"/>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14" name="TextBox 13">
            <a:extLst>
              <a:ext uri="{FF2B5EF4-FFF2-40B4-BE49-F238E27FC236}">
                <a16:creationId xmlns:a16="http://schemas.microsoft.com/office/drawing/2014/main" id="{2C33AB49-52CB-51AC-2FE9-51BEB5541A55}"/>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28" name="TextBox 27">
            <a:extLst>
              <a:ext uri="{FF2B5EF4-FFF2-40B4-BE49-F238E27FC236}">
                <a16:creationId xmlns:a16="http://schemas.microsoft.com/office/drawing/2014/main" id="{A88225A3-C306-883C-BAD2-93DB97CA01AF}"/>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209E093D-6E06-E465-EEF4-C27735474DE2}"/>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255EA4DC-CB70-74A0-0BF4-4A42C3EE0367}"/>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61" name="TextBox 60">
            <a:extLst>
              <a:ext uri="{FF2B5EF4-FFF2-40B4-BE49-F238E27FC236}">
                <a16:creationId xmlns:a16="http://schemas.microsoft.com/office/drawing/2014/main" id="{89520FDE-5904-E8A7-BA8F-AFE37E244EE5}"/>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62" name="TextBox 61">
            <a:extLst>
              <a:ext uri="{FF2B5EF4-FFF2-40B4-BE49-F238E27FC236}">
                <a16:creationId xmlns:a16="http://schemas.microsoft.com/office/drawing/2014/main" id="{AC102566-08AF-C8D8-C591-7F41FEECFA87}"/>
              </a:ext>
            </a:extLst>
          </p:cNvPr>
          <p:cNvSpPr txBox="1"/>
          <p:nvPr/>
        </p:nvSpPr>
        <p:spPr>
          <a:xfrm>
            <a:off x="5215469" y="3237891"/>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5F9BF577-41FE-E915-0362-1FC177491415}"/>
              </a:ext>
            </a:extLst>
          </p:cNvPr>
          <p:cNvSpPr txBox="1"/>
          <p:nvPr/>
        </p:nvSpPr>
        <p:spPr>
          <a:xfrm>
            <a:off x="3640666" y="2404765"/>
            <a:ext cx="570089" cy="230832"/>
          </a:xfrm>
          <a:prstGeom prst="rect">
            <a:avLst/>
          </a:prstGeom>
          <a:solidFill>
            <a:schemeClr val="accent5">
              <a:lumMod val="20000"/>
              <a:lumOff val="80000"/>
            </a:schemeClr>
          </a:solidFill>
        </p:spPr>
        <p:txBody>
          <a:bodyPr wrap="square" rtlCol="0">
            <a:spAutoFit/>
          </a:bodyPr>
          <a:lstStyle/>
          <a:p>
            <a:pPr algn="ctr"/>
            <a:r>
              <a:rPr lang="en-US" sz="900" dirty="0"/>
              <a:t>93</a:t>
            </a:r>
          </a:p>
        </p:txBody>
      </p:sp>
      <p:sp>
        <p:nvSpPr>
          <p:cNvPr id="47" name="TextBox 46">
            <a:extLst>
              <a:ext uri="{FF2B5EF4-FFF2-40B4-BE49-F238E27FC236}">
                <a16:creationId xmlns:a16="http://schemas.microsoft.com/office/drawing/2014/main" id="{350A2293-7591-37D5-6FF9-398A317C7B79}"/>
              </a:ext>
            </a:extLst>
          </p:cNvPr>
          <p:cNvSpPr txBox="1"/>
          <p:nvPr/>
        </p:nvSpPr>
        <p:spPr>
          <a:xfrm>
            <a:off x="3138310" y="2404765"/>
            <a:ext cx="570089" cy="230832"/>
          </a:xfrm>
          <a:prstGeom prst="rect">
            <a:avLst/>
          </a:prstGeom>
          <a:solidFill>
            <a:schemeClr val="accent5">
              <a:lumMod val="20000"/>
              <a:lumOff val="80000"/>
            </a:schemeClr>
          </a:solidFill>
        </p:spPr>
        <p:txBody>
          <a:bodyPr wrap="square" rtlCol="0">
            <a:spAutoFit/>
          </a:bodyPr>
          <a:lstStyle/>
          <a:p>
            <a:pPr algn="ctr"/>
            <a:r>
              <a:rPr lang="en-US" sz="900" dirty="0"/>
              <a:t>39</a:t>
            </a:r>
          </a:p>
        </p:txBody>
      </p:sp>
      <p:sp>
        <p:nvSpPr>
          <p:cNvPr id="64" name="TextBox 63">
            <a:extLst>
              <a:ext uri="{FF2B5EF4-FFF2-40B4-BE49-F238E27FC236}">
                <a16:creationId xmlns:a16="http://schemas.microsoft.com/office/drawing/2014/main" id="{D889C7FF-4B4F-A579-2F47-4F014CF2C0E8}"/>
              </a:ext>
            </a:extLst>
          </p:cNvPr>
          <p:cNvSpPr txBox="1"/>
          <p:nvPr/>
        </p:nvSpPr>
        <p:spPr>
          <a:xfrm>
            <a:off x="3640666" y="3406653"/>
            <a:ext cx="570089" cy="230832"/>
          </a:xfrm>
          <a:prstGeom prst="rect">
            <a:avLst/>
          </a:prstGeom>
          <a:solidFill>
            <a:schemeClr val="accent1">
              <a:lumMod val="20000"/>
              <a:lumOff val="80000"/>
            </a:schemeClr>
          </a:solidFill>
        </p:spPr>
        <p:txBody>
          <a:bodyPr wrap="square" rtlCol="0">
            <a:spAutoFit/>
          </a:bodyPr>
          <a:lstStyle/>
          <a:p>
            <a:pPr algn="ctr"/>
            <a:r>
              <a:rPr lang="en-US" sz="900" dirty="0"/>
              <a:t>46</a:t>
            </a:r>
          </a:p>
        </p:txBody>
      </p:sp>
      <p:sp>
        <p:nvSpPr>
          <p:cNvPr id="73" name="TextBox 72">
            <a:extLst>
              <a:ext uri="{FF2B5EF4-FFF2-40B4-BE49-F238E27FC236}">
                <a16:creationId xmlns:a16="http://schemas.microsoft.com/office/drawing/2014/main" id="{BAFCF506-1F34-16BE-5A50-6F01C82AFF1D}"/>
              </a:ext>
            </a:extLst>
          </p:cNvPr>
          <p:cNvSpPr txBox="1"/>
          <p:nvPr/>
        </p:nvSpPr>
        <p:spPr>
          <a:xfrm>
            <a:off x="5147734" y="4408541"/>
            <a:ext cx="570089" cy="230832"/>
          </a:xfrm>
          <a:prstGeom prst="rect">
            <a:avLst/>
          </a:prstGeom>
          <a:solidFill>
            <a:schemeClr val="accent6">
              <a:lumMod val="20000"/>
              <a:lumOff val="80000"/>
            </a:schemeClr>
          </a:solidFill>
        </p:spPr>
        <p:txBody>
          <a:bodyPr wrap="square" rtlCol="0">
            <a:spAutoFit/>
          </a:bodyPr>
          <a:lstStyle/>
          <a:p>
            <a:pPr algn="ctr"/>
            <a:r>
              <a:rPr lang="en-US" sz="900" dirty="0"/>
              <a:t>63</a:t>
            </a:r>
          </a:p>
        </p:txBody>
      </p:sp>
      <p:sp>
        <p:nvSpPr>
          <p:cNvPr id="74" name="TextBox 73">
            <a:extLst>
              <a:ext uri="{FF2B5EF4-FFF2-40B4-BE49-F238E27FC236}">
                <a16:creationId xmlns:a16="http://schemas.microsoft.com/office/drawing/2014/main" id="{18A3C61D-90E9-C9B3-818C-A37FF43DE074}"/>
              </a:ext>
            </a:extLst>
          </p:cNvPr>
          <p:cNvSpPr txBox="1"/>
          <p:nvPr/>
        </p:nvSpPr>
        <p:spPr>
          <a:xfrm>
            <a:off x="5650090" y="4408541"/>
            <a:ext cx="570089" cy="230832"/>
          </a:xfrm>
          <a:prstGeom prst="rect">
            <a:avLst/>
          </a:prstGeom>
          <a:solidFill>
            <a:schemeClr val="accent4">
              <a:lumMod val="20000"/>
              <a:lumOff val="80000"/>
            </a:schemeClr>
          </a:solidFill>
        </p:spPr>
        <p:txBody>
          <a:bodyPr wrap="square" rtlCol="0">
            <a:spAutoFit/>
          </a:bodyPr>
          <a:lstStyle/>
          <a:p>
            <a:pPr algn="ctr"/>
            <a:r>
              <a:rPr lang="en-US" sz="900" dirty="0"/>
              <a:t>78</a:t>
            </a:r>
          </a:p>
        </p:txBody>
      </p:sp>
      <p:sp>
        <p:nvSpPr>
          <p:cNvPr id="75" name="TextBox 74">
            <a:extLst>
              <a:ext uri="{FF2B5EF4-FFF2-40B4-BE49-F238E27FC236}">
                <a16:creationId xmlns:a16="http://schemas.microsoft.com/office/drawing/2014/main" id="{205F765C-21A3-DF39-36AB-535F4F85A09C}"/>
              </a:ext>
            </a:extLst>
          </p:cNvPr>
          <p:cNvSpPr txBox="1"/>
          <p:nvPr/>
        </p:nvSpPr>
        <p:spPr>
          <a:xfrm>
            <a:off x="6654802" y="4408541"/>
            <a:ext cx="570089" cy="230832"/>
          </a:xfrm>
          <a:prstGeom prst="rect">
            <a:avLst/>
          </a:prstGeom>
          <a:solidFill>
            <a:schemeClr val="accent4">
              <a:lumMod val="20000"/>
              <a:lumOff val="80000"/>
            </a:schemeClr>
          </a:solidFill>
        </p:spPr>
        <p:txBody>
          <a:bodyPr wrap="square" rtlCol="0">
            <a:spAutoFit/>
          </a:bodyPr>
          <a:lstStyle/>
          <a:p>
            <a:pPr algn="ctr"/>
            <a:r>
              <a:rPr lang="en-US" sz="900" dirty="0"/>
              <a:t>47</a:t>
            </a:r>
          </a:p>
        </p:txBody>
      </p:sp>
      <p:sp>
        <p:nvSpPr>
          <p:cNvPr id="76" name="TextBox 75">
            <a:extLst>
              <a:ext uri="{FF2B5EF4-FFF2-40B4-BE49-F238E27FC236}">
                <a16:creationId xmlns:a16="http://schemas.microsoft.com/office/drawing/2014/main" id="{797C6EBB-8932-BEAF-234B-D2F384D6055D}"/>
              </a:ext>
            </a:extLst>
          </p:cNvPr>
          <p:cNvSpPr txBox="1"/>
          <p:nvPr/>
        </p:nvSpPr>
        <p:spPr>
          <a:xfrm>
            <a:off x="7157158" y="4408541"/>
            <a:ext cx="570089" cy="230832"/>
          </a:xfrm>
          <a:prstGeom prst="rect">
            <a:avLst/>
          </a:prstGeom>
          <a:solidFill>
            <a:schemeClr val="accent4">
              <a:lumMod val="20000"/>
              <a:lumOff val="80000"/>
            </a:schemeClr>
          </a:solidFill>
        </p:spPr>
        <p:txBody>
          <a:bodyPr wrap="square" rtlCol="0">
            <a:spAutoFit/>
          </a:bodyPr>
          <a:lstStyle/>
          <a:p>
            <a:pPr algn="ctr"/>
            <a:r>
              <a:rPr lang="en-US" sz="900" dirty="0"/>
              <a:t>89</a:t>
            </a:r>
          </a:p>
        </p:txBody>
      </p:sp>
      <p:sp>
        <p:nvSpPr>
          <p:cNvPr id="78" name="TextBox 77">
            <a:extLst>
              <a:ext uri="{FF2B5EF4-FFF2-40B4-BE49-F238E27FC236}">
                <a16:creationId xmlns:a16="http://schemas.microsoft.com/office/drawing/2014/main" id="{EEFF34EF-4A0B-F1C2-C090-4EFE6C596C43}"/>
              </a:ext>
            </a:extLst>
          </p:cNvPr>
          <p:cNvSpPr txBox="1"/>
          <p:nvPr/>
        </p:nvSpPr>
        <p:spPr>
          <a:xfrm>
            <a:off x="5147734"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36</a:t>
            </a:r>
          </a:p>
        </p:txBody>
      </p:sp>
      <p:sp>
        <p:nvSpPr>
          <p:cNvPr id="79" name="TextBox 78">
            <a:extLst>
              <a:ext uri="{FF2B5EF4-FFF2-40B4-BE49-F238E27FC236}">
                <a16:creationId xmlns:a16="http://schemas.microsoft.com/office/drawing/2014/main" id="{6601714E-9480-E68C-F136-0113ADB512B5}"/>
              </a:ext>
            </a:extLst>
          </p:cNvPr>
          <p:cNvSpPr txBox="1"/>
          <p:nvPr/>
        </p:nvSpPr>
        <p:spPr>
          <a:xfrm>
            <a:off x="5650090" y="4909484"/>
            <a:ext cx="570089" cy="230832"/>
          </a:xfrm>
          <a:prstGeom prst="rect">
            <a:avLst/>
          </a:prstGeom>
          <a:solidFill>
            <a:schemeClr val="accent4">
              <a:lumMod val="20000"/>
              <a:lumOff val="80000"/>
            </a:schemeClr>
          </a:solidFill>
        </p:spPr>
        <p:txBody>
          <a:bodyPr wrap="square" rtlCol="0">
            <a:spAutoFit/>
          </a:bodyPr>
          <a:lstStyle/>
          <a:p>
            <a:pPr algn="ctr"/>
            <a:r>
              <a:rPr lang="en-US" sz="900" dirty="0"/>
              <a:t>87</a:t>
            </a:r>
          </a:p>
        </p:txBody>
      </p:sp>
      <p:sp>
        <p:nvSpPr>
          <p:cNvPr id="80" name="TextBox 79">
            <a:extLst>
              <a:ext uri="{FF2B5EF4-FFF2-40B4-BE49-F238E27FC236}">
                <a16:creationId xmlns:a16="http://schemas.microsoft.com/office/drawing/2014/main" id="{E1A76D39-7C2D-1AAE-C548-FCBDFB9773DC}"/>
              </a:ext>
            </a:extLst>
          </p:cNvPr>
          <p:cNvSpPr txBox="1"/>
          <p:nvPr/>
        </p:nvSpPr>
        <p:spPr>
          <a:xfrm>
            <a:off x="6654802" y="4909484"/>
            <a:ext cx="570089" cy="230832"/>
          </a:xfrm>
          <a:prstGeom prst="rect">
            <a:avLst/>
          </a:prstGeom>
          <a:solidFill>
            <a:schemeClr val="accent4">
              <a:lumMod val="20000"/>
              <a:lumOff val="80000"/>
            </a:schemeClr>
          </a:solidFill>
        </p:spPr>
        <p:txBody>
          <a:bodyPr wrap="square" rtlCol="0">
            <a:spAutoFit/>
          </a:bodyPr>
          <a:lstStyle/>
          <a:p>
            <a:pPr algn="ctr"/>
            <a:r>
              <a:rPr lang="en-US" sz="900" dirty="0"/>
              <a:t>74</a:t>
            </a:r>
          </a:p>
        </p:txBody>
      </p:sp>
      <p:sp>
        <p:nvSpPr>
          <p:cNvPr id="81" name="TextBox 80">
            <a:extLst>
              <a:ext uri="{FF2B5EF4-FFF2-40B4-BE49-F238E27FC236}">
                <a16:creationId xmlns:a16="http://schemas.microsoft.com/office/drawing/2014/main" id="{485F9BB2-2906-BCFA-C6CF-8EA3E7A389EE}"/>
              </a:ext>
            </a:extLst>
          </p:cNvPr>
          <p:cNvSpPr txBox="1"/>
          <p:nvPr/>
        </p:nvSpPr>
        <p:spPr>
          <a:xfrm>
            <a:off x="7157158" y="4909484"/>
            <a:ext cx="570089" cy="230832"/>
          </a:xfrm>
          <a:prstGeom prst="rect">
            <a:avLst/>
          </a:prstGeom>
          <a:solidFill>
            <a:schemeClr val="accent4">
              <a:lumMod val="20000"/>
              <a:lumOff val="80000"/>
            </a:schemeClr>
          </a:solidFill>
        </p:spPr>
        <p:txBody>
          <a:bodyPr wrap="square" rtlCol="0">
            <a:spAutoFit/>
          </a:bodyPr>
          <a:lstStyle/>
          <a:p>
            <a:pPr algn="ctr"/>
            <a:r>
              <a:rPr lang="en-US" sz="900" dirty="0"/>
              <a:t>98</a:t>
            </a:r>
          </a:p>
        </p:txBody>
      </p:sp>
      <p:sp>
        <p:nvSpPr>
          <p:cNvPr id="82" name="TextBox 81">
            <a:extLst>
              <a:ext uri="{FF2B5EF4-FFF2-40B4-BE49-F238E27FC236}">
                <a16:creationId xmlns:a16="http://schemas.microsoft.com/office/drawing/2014/main" id="{2C55CD88-019C-3805-494A-0C9DACEEC081}"/>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83" name="TextBox 82">
            <a:extLst>
              <a:ext uri="{FF2B5EF4-FFF2-40B4-BE49-F238E27FC236}">
                <a16:creationId xmlns:a16="http://schemas.microsoft.com/office/drawing/2014/main" id="{74760C4A-AA2E-FBB3-DB4C-2F7F4211542F}"/>
              </a:ext>
            </a:extLst>
          </p:cNvPr>
          <p:cNvSpPr txBox="1"/>
          <p:nvPr/>
        </p:nvSpPr>
        <p:spPr>
          <a:xfrm>
            <a:off x="6714071" y="3741226"/>
            <a:ext cx="462845" cy="584775"/>
          </a:xfrm>
          <a:prstGeom prst="rect">
            <a:avLst/>
          </a:prstGeom>
          <a:noFill/>
        </p:spPr>
        <p:txBody>
          <a:bodyPr wrap="square" rtlCol="0">
            <a:spAutoFit/>
          </a:bodyPr>
          <a:lstStyle/>
          <a:p>
            <a:pPr algn="ctr"/>
            <a:r>
              <a:rPr lang="en-US" sz="3200" dirty="0"/>
              <a:t>1</a:t>
            </a:r>
          </a:p>
        </p:txBody>
      </p:sp>
      <p:sp>
        <p:nvSpPr>
          <p:cNvPr id="69" name="TextBox 68">
            <a:extLst>
              <a:ext uri="{FF2B5EF4-FFF2-40B4-BE49-F238E27FC236}">
                <a16:creationId xmlns:a16="http://schemas.microsoft.com/office/drawing/2014/main" id="{B3766C7C-3740-8881-DA04-2ACA26C2A645}"/>
              </a:ext>
            </a:extLst>
          </p:cNvPr>
          <p:cNvSpPr txBox="1"/>
          <p:nvPr/>
        </p:nvSpPr>
        <p:spPr>
          <a:xfrm>
            <a:off x="6214537" y="2734556"/>
            <a:ext cx="462845" cy="584775"/>
          </a:xfrm>
          <a:prstGeom prst="rect">
            <a:avLst/>
          </a:prstGeom>
          <a:noFill/>
        </p:spPr>
        <p:txBody>
          <a:bodyPr wrap="square" rtlCol="0">
            <a:spAutoFit/>
          </a:bodyPr>
          <a:lstStyle/>
          <a:p>
            <a:pPr algn="ctr"/>
            <a:r>
              <a:rPr lang="en-US" sz="3200" dirty="0"/>
              <a:t>1</a:t>
            </a:r>
          </a:p>
        </p:txBody>
      </p:sp>
      <p:sp>
        <p:nvSpPr>
          <p:cNvPr id="70" name="TextBox 69">
            <a:extLst>
              <a:ext uri="{FF2B5EF4-FFF2-40B4-BE49-F238E27FC236}">
                <a16:creationId xmlns:a16="http://schemas.microsoft.com/office/drawing/2014/main" id="{B9C2D1F2-421D-E493-67B9-AA856F222592}"/>
              </a:ext>
            </a:extLst>
          </p:cNvPr>
          <p:cNvSpPr txBox="1"/>
          <p:nvPr/>
        </p:nvSpPr>
        <p:spPr>
          <a:xfrm>
            <a:off x="6714071" y="2734556"/>
            <a:ext cx="462845" cy="584775"/>
          </a:xfrm>
          <a:prstGeom prst="rect">
            <a:avLst/>
          </a:prstGeom>
          <a:noFill/>
        </p:spPr>
        <p:txBody>
          <a:bodyPr wrap="square" rtlCol="0">
            <a:spAutoFit/>
          </a:bodyPr>
          <a:lstStyle/>
          <a:p>
            <a:pPr algn="ctr"/>
            <a:r>
              <a:rPr lang="en-US" sz="3200" dirty="0"/>
              <a:t>6</a:t>
            </a:r>
          </a:p>
        </p:txBody>
      </p:sp>
      <p:sp>
        <p:nvSpPr>
          <p:cNvPr id="29" name="TextBox 28">
            <a:extLst>
              <a:ext uri="{FF2B5EF4-FFF2-40B4-BE49-F238E27FC236}">
                <a16:creationId xmlns:a16="http://schemas.microsoft.com/office/drawing/2014/main" id="{17C8333C-00B9-A0CD-E390-6FF735057E39}"/>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D3862FE2-4B33-1100-B118-2F99903D1C83}"/>
              </a:ext>
            </a:extLst>
          </p:cNvPr>
          <p:cNvSpPr txBox="1"/>
          <p:nvPr/>
        </p:nvSpPr>
        <p:spPr>
          <a:xfrm>
            <a:off x="4216401" y="3741226"/>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99B593A0-B7A4-200B-3036-81EDDE25FB34}"/>
              </a:ext>
            </a:extLst>
          </p:cNvPr>
          <p:cNvSpPr txBox="1"/>
          <p:nvPr/>
        </p:nvSpPr>
        <p:spPr>
          <a:xfrm>
            <a:off x="6714071" y="1224551"/>
            <a:ext cx="462845" cy="584775"/>
          </a:xfrm>
          <a:prstGeom prst="rect">
            <a:avLst/>
          </a:prstGeom>
          <a:noFill/>
        </p:spPr>
        <p:txBody>
          <a:bodyPr wrap="square" rtlCol="0">
            <a:spAutoFit/>
          </a:bodyPr>
          <a:lstStyle/>
          <a:p>
            <a:pPr algn="ctr"/>
            <a:r>
              <a:rPr lang="en-US" sz="3200" dirty="0"/>
              <a:t>5</a:t>
            </a:r>
          </a:p>
        </p:txBody>
      </p:sp>
      <p:sp>
        <p:nvSpPr>
          <p:cNvPr id="49" name="TextBox 48">
            <a:extLst>
              <a:ext uri="{FF2B5EF4-FFF2-40B4-BE49-F238E27FC236}">
                <a16:creationId xmlns:a16="http://schemas.microsoft.com/office/drawing/2014/main" id="{24DE14B1-D1ED-FC02-7FDD-158E5B190E9F}"/>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84" name="TextBox 83">
            <a:extLst>
              <a:ext uri="{FF2B5EF4-FFF2-40B4-BE49-F238E27FC236}">
                <a16:creationId xmlns:a16="http://schemas.microsoft.com/office/drawing/2014/main" id="{AC7BF6EE-DBBA-B2D9-2DBF-7A3BD1DF40F8}"/>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85" name="TextBox 84">
            <a:extLst>
              <a:ext uri="{FF2B5EF4-FFF2-40B4-BE49-F238E27FC236}">
                <a16:creationId xmlns:a16="http://schemas.microsoft.com/office/drawing/2014/main" id="{5FEB2E56-B83B-20CD-6475-79E0EC5DEB1E}"/>
              </a:ext>
            </a:extLst>
          </p:cNvPr>
          <p:cNvSpPr txBox="1"/>
          <p:nvPr/>
        </p:nvSpPr>
        <p:spPr>
          <a:xfrm>
            <a:off x="5215469" y="1224551"/>
            <a:ext cx="462845" cy="584775"/>
          </a:xfrm>
          <a:prstGeom prst="rect">
            <a:avLst/>
          </a:prstGeom>
          <a:noFill/>
        </p:spPr>
        <p:txBody>
          <a:bodyPr wrap="square" rtlCol="0">
            <a:spAutoFit/>
          </a:bodyPr>
          <a:lstStyle/>
          <a:p>
            <a:pPr algn="ctr"/>
            <a:r>
              <a:rPr lang="en-US" sz="3200" dirty="0"/>
              <a:t>4</a:t>
            </a:r>
          </a:p>
        </p:txBody>
      </p:sp>
      <p:sp>
        <p:nvSpPr>
          <p:cNvPr id="86" name="TextBox 85">
            <a:extLst>
              <a:ext uri="{FF2B5EF4-FFF2-40B4-BE49-F238E27FC236}">
                <a16:creationId xmlns:a16="http://schemas.microsoft.com/office/drawing/2014/main" id="{3AAF3F9F-A7D8-841B-134D-EF9E4D6448C6}"/>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87" name="TextBox 86">
            <a:extLst>
              <a:ext uri="{FF2B5EF4-FFF2-40B4-BE49-F238E27FC236}">
                <a16:creationId xmlns:a16="http://schemas.microsoft.com/office/drawing/2014/main" id="{076CC7BB-7619-4713-8A4F-0285F1AA6D49}"/>
              </a:ext>
            </a:extLst>
          </p:cNvPr>
          <p:cNvSpPr txBox="1"/>
          <p:nvPr/>
        </p:nvSpPr>
        <p:spPr>
          <a:xfrm>
            <a:off x="4715935" y="1727886"/>
            <a:ext cx="462845" cy="584775"/>
          </a:xfrm>
          <a:prstGeom prst="rect">
            <a:avLst/>
          </a:prstGeom>
          <a:noFill/>
        </p:spPr>
        <p:txBody>
          <a:bodyPr wrap="square" rtlCol="0">
            <a:spAutoFit/>
          </a:bodyPr>
          <a:lstStyle/>
          <a:p>
            <a:pPr algn="ctr"/>
            <a:r>
              <a:rPr lang="en-US" sz="3200" dirty="0"/>
              <a:t>6</a:t>
            </a:r>
          </a:p>
        </p:txBody>
      </p:sp>
      <p:sp>
        <p:nvSpPr>
          <p:cNvPr id="88" name="TextBox 87">
            <a:extLst>
              <a:ext uri="{FF2B5EF4-FFF2-40B4-BE49-F238E27FC236}">
                <a16:creationId xmlns:a16="http://schemas.microsoft.com/office/drawing/2014/main" id="{5A65474A-FF67-F21D-A01E-80FB95D373DA}"/>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89" name="TextBox 88">
            <a:extLst>
              <a:ext uri="{FF2B5EF4-FFF2-40B4-BE49-F238E27FC236}">
                <a16:creationId xmlns:a16="http://schemas.microsoft.com/office/drawing/2014/main" id="{B4BDA81D-C140-19B9-A5E9-B0715249AFE4}"/>
              </a:ext>
            </a:extLst>
          </p:cNvPr>
          <p:cNvSpPr txBox="1"/>
          <p:nvPr/>
        </p:nvSpPr>
        <p:spPr>
          <a:xfrm>
            <a:off x="5215469" y="2734556"/>
            <a:ext cx="462845" cy="584775"/>
          </a:xfrm>
          <a:prstGeom prst="rect">
            <a:avLst/>
          </a:prstGeom>
          <a:noFill/>
        </p:spPr>
        <p:txBody>
          <a:bodyPr wrap="square" rtlCol="0">
            <a:spAutoFit/>
          </a:bodyPr>
          <a:lstStyle/>
          <a:p>
            <a:pPr algn="ctr"/>
            <a:r>
              <a:rPr lang="en-US" sz="3200" dirty="0"/>
              <a:t>7</a:t>
            </a:r>
          </a:p>
        </p:txBody>
      </p:sp>
      <p:sp>
        <p:nvSpPr>
          <p:cNvPr id="90" name="TextBox 89">
            <a:extLst>
              <a:ext uri="{FF2B5EF4-FFF2-40B4-BE49-F238E27FC236}">
                <a16:creationId xmlns:a16="http://schemas.microsoft.com/office/drawing/2014/main" id="{C5979EB7-B33F-614D-1610-2B818DE8E5D9}"/>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91" name="TextBox 90">
            <a:extLst>
              <a:ext uri="{FF2B5EF4-FFF2-40B4-BE49-F238E27FC236}">
                <a16:creationId xmlns:a16="http://schemas.microsoft.com/office/drawing/2014/main" id="{C7379614-D353-F15E-5E6B-0D0CE2D3CC60}"/>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92" name="TextBox 91">
            <a:extLst>
              <a:ext uri="{FF2B5EF4-FFF2-40B4-BE49-F238E27FC236}">
                <a16:creationId xmlns:a16="http://schemas.microsoft.com/office/drawing/2014/main" id="{C5045A39-A011-4F33-49E5-57AB8744D1B2}"/>
              </a:ext>
            </a:extLst>
          </p:cNvPr>
          <p:cNvSpPr txBox="1"/>
          <p:nvPr/>
        </p:nvSpPr>
        <p:spPr>
          <a:xfrm>
            <a:off x="7213604" y="3741226"/>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76D7E96B-1F17-9594-F3FD-88784FED84B4}"/>
              </a:ext>
            </a:extLst>
          </p:cNvPr>
          <p:cNvSpPr txBox="1"/>
          <p:nvPr/>
        </p:nvSpPr>
        <p:spPr>
          <a:xfrm>
            <a:off x="5215469" y="3741226"/>
            <a:ext cx="462845" cy="584775"/>
          </a:xfrm>
          <a:prstGeom prst="rect">
            <a:avLst/>
          </a:prstGeom>
          <a:noFill/>
        </p:spPr>
        <p:txBody>
          <a:bodyPr wrap="square" rtlCol="0">
            <a:spAutoFit/>
          </a:bodyPr>
          <a:lstStyle/>
          <a:p>
            <a:pPr algn="ctr"/>
            <a:r>
              <a:rPr lang="en-US" sz="3200" dirty="0"/>
              <a:t>9</a:t>
            </a:r>
          </a:p>
        </p:txBody>
      </p:sp>
      <p:sp>
        <p:nvSpPr>
          <p:cNvPr id="19" name="TextBox 18">
            <a:extLst>
              <a:ext uri="{FF2B5EF4-FFF2-40B4-BE49-F238E27FC236}">
                <a16:creationId xmlns:a16="http://schemas.microsoft.com/office/drawing/2014/main" id="{4CB50FD9-D149-5662-E1AC-AAFC0A4F68D1}"/>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09575B13-47A1-9AFF-4DA5-A103F5DE978D}"/>
              </a:ext>
            </a:extLst>
          </p:cNvPr>
          <p:cNvSpPr txBox="1"/>
          <p:nvPr/>
        </p:nvSpPr>
        <p:spPr>
          <a:xfrm>
            <a:off x="4216401" y="4244561"/>
            <a:ext cx="462845" cy="584775"/>
          </a:xfrm>
          <a:prstGeom prst="rect">
            <a:avLst/>
          </a:prstGeom>
          <a:noFill/>
        </p:spPr>
        <p:txBody>
          <a:bodyPr wrap="square" rtlCol="0">
            <a:spAutoFit/>
          </a:bodyPr>
          <a:lstStyle/>
          <a:p>
            <a:pPr algn="ctr"/>
            <a:r>
              <a:rPr lang="en-US" sz="3200" dirty="0"/>
              <a:t>1</a:t>
            </a:r>
          </a:p>
        </p:txBody>
      </p:sp>
      <p:sp>
        <p:nvSpPr>
          <p:cNvPr id="23" name="TextBox 22">
            <a:extLst>
              <a:ext uri="{FF2B5EF4-FFF2-40B4-BE49-F238E27FC236}">
                <a16:creationId xmlns:a16="http://schemas.microsoft.com/office/drawing/2014/main" id="{5A9A6652-8289-A06E-4C69-C4B93300E26B}"/>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36" name="TextBox 35">
            <a:extLst>
              <a:ext uri="{FF2B5EF4-FFF2-40B4-BE49-F238E27FC236}">
                <a16:creationId xmlns:a16="http://schemas.microsoft.com/office/drawing/2014/main" id="{453F90C4-06A2-1BDF-8668-4C1245A07DAC}"/>
              </a:ext>
            </a:extLst>
          </p:cNvPr>
          <p:cNvSpPr txBox="1"/>
          <p:nvPr/>
        </p:nvSpPr>
        <p:spPr>
          <a:xfrm>
            <a:off x="3716867" y="1727886"/>
            <a:ext cx="462845" cy="584775"/>
          </a:xfrm>
          <a:prstGeom prst="rect">
            <a:avLst/>
          </a:prstGeom>
          <a:noFill/>
        </p:spPr>
        <p:txBody>
          <a:bodyPr wrap="square" rtlCol="0">
            <a:spAutoFit/>
          </a:bodyPr>
          <a:lstStyle/>
          <a:p>
            <a:pPr algn="ctr"/>
            <a:r>
              <a:rPr lang="en-US" sz="3200" dirty="0"/>
              <a:t>1</a:t>
            </a:r>
          </a:p>
        </p:txBody>
      </p:sp>
      <p:sp>
        <p:nvSpPr>
          <p:cNvPr id="44" name="TextBox 43">
            <a:extLst>
              <a:ext uri="{FF2B5EF4-FFF2-40B4-BE49-F238E27FC236}">
                <a16:creationId xmlns:a16="http://schemas.microsoft.com/office/drawing/2014/main" id="{F33890A0-BD80-E7A7-695A-D6BCEA1BF6CE}"/>
              </a:ext>
            </a:extLst>
          </p:cNvPr>
          <p:cNvSpPr txBox="1"/>
          <p:nvPr/>
        </p:nvSpPr>
        <p:spPr>
          <a:xfrm>
            <a:off x="3217333" y="2734556"/>
            <a:ext cx="462845" cy="584775"/>
          </a:xfrm>
          <a:prstGeom prst="rect">
            <a:avLst/>
          </a:prstGeom>
          <a:noFill/>
        </p:spPr>
        <p:txBody>
          <a:bodyPr wrap="square" rtlCol="0">
            <a:spAutoFit/>
          </a:bodyPr>
          <a:lstStyle/>
          <a:p>
            <a:pPr algn="ctr"/>
            <a:r>
              <a:rPr lang="en-US" sz="3200" dirty="0"/>
              <a:t>5</a:t>
            </a:r>
          </a:p>
        </p:txBody>
      </p:sp>
      <p:sp>
        <p:nvSpPr>
          <p:cNvPr id="66" name="TextBox 65">
            <a:extLst>
              <a:ext uri="{FF2B5EF4-FFF2-40B4-BE49-F238E27FC236}">
                <a16:creationId xmlns:a16="http://schemas.microsoft.com/office/drawing/2014/main" id="{B29B9C13-C2D6-FAE0-2554-AD6A04523E53}"/>
              </a:ext>
            </a:extLst>
          </p:cNvPr>
          <p:cNvSpPr txBox="1"/>
          <p:nvPr/>
        </p:nvSpPr>
        <p:spPr>
          <a:xfrm>
            <a:off x="3716867" y="2734556"/>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05CECA83-2C09-71E8-247C-28226392E1F1}"/>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6E42E54F-2642-9944-6BB7-E13F228ECEED}"/>
              </a:ext>
            </a:extLst>
          </p:cNvPr>
          <p:cNvSpPr txBox="1"/>
          <p:nvPr/>
        </p:nvSpPr>
        <p:spPr>
          <a:xfrm>
            <a:off x="4715935" y="4244561"/>
            <a:ext cx="462845" cy="584775"/>
          </a:xfrm>
          <a:prstGeom prst="rect">
            <a:avLst/>
          </a:prstGeom>
          <a:noFill/>
        </p:spPr>
        <p:txBody>
          <a:bodyPr wrap="square" rtlCol="0">
            <a:spAutoFit/>
          </a:bodyPr>
          <a:lstStyle/>
          <a:p>
            <a:pPr algn="ctr"/>
            <a:r>
              <a:rPr lang="en-US" sz="3200" dirty="0"/>
              <a:t>2</a:t>
            </a:r>
          </a:p>
        </p:txBody>
      </p:sp>
      <p:sp>
        <p:nvSpPr>
          <p:cNvPr id="18" name="TextBox 17">
            <a:extLst>
              <a:ext uri="{FF2B5EF4-FFF2-40B4-BE49-F238E27FC236}">
                <a16:creationId xmlns:a16="http://schemas.microsoft.com/office/drawing/2014/main" id="{CABF128A-6638-D0C7-D86C-0B7671FB9C50}"/>
              </a:ext>
            </a:extLst>
          </p:cNvPr>
          <p:cNvSpPr txBox="1"/>
          <p:nvPr/>
        </p:nvSpPr>
        <p:spPr>
          <a:xfrm>
            <a:off x="4715935" y="4747898"/>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B5D985F9-4506-91C4-8AA4-7E10C378F8F4}"/>
              </a:ext>
            </a:extLst>
          </p:cNvPr>
          <p:cNvSpPr txBox="1"/>
          <p:nvPr/>
        </p:nvSpPr>
        <p:spPr>
          <a:xfrm>
            <a:off x="3217333" y="3237891"/>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8474264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B9BE4-A6D1-6592-6813-21577209C68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C0B69F9-00F2-0570-C89D-03FFDFFFDEF3}"/>
              </a:ext>
            </a:extLst>
          </p:cNvPr>
          <p:cNvSpPr>
            <a:spLocks noGrp="1"/>
          </p:cNvSpPr>
          <p:nvPr>
            <p:ph sz="half" idx="1"/>
          </p:nvPr>
        </p:nvSpPr>
        <p:spPr/>
        <p:txBody>
          <a:bodyPr>
            <a:normAutofit/>
          </a:bodyPr>
          <a:lstStyle/>
          <a:p>
            <a:r>
              <a:rPr lang="en-US" dirty="0"/>
              <a:t>In the lower left block, 45–(8+11+18) = 8, in 2.  It must be 26 because 44 is disallowed.</a:t>
            </a:r>
          </a:p>
        </p:txBody>
      </p:sp>
      <p:pic>
        <p:nvPicPr>
          <p:cNvPr id="4" name="Picture 3" descr="A grid of sudoku puzzle&#10;&#10;Description automatically generated">
            <a:extLst>
              <a:ext uri="{FF2B5EF4-FFF2-40B4-BE49-F238E27FC236}">
                <a16:creationId xmlns:a16="http://schemas.microsoft.com/office/drawing/2014/main" id="{0FBBD263-58A0-CAAB-367E-BF34B5CDAE3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917C200-F88E-9004-F621-6EDE9CEB9E9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F15B248-299D-9B06-DE94-02305D8DEC1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0EF1776-0122-C5D9-8444-20A31B979FCF}"/>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8F42F25A-E212-CD3A-941B-85C61729DBEC}"/>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24" name="TextBox 23">
            <a:extLst>
              <a:ext uri="{FF2B5EF4-FFF2-40B4-BE49-F238E27FC236}">
                <a16:creationId xmlns:a16="http://schemas.microsoft.com/office/drawing/2014/main" id="{28615BD6-5784-292A-2620-0444A7854471}"/>
              </a:ext>
            </a:extLst>
          </p:cNvPr>
          <p:cNvSpPr txBox="1"/>
          <p:nvPr/>
        </p:nvSpPr>
        <p:spPr>
          <a:xfrm>
            <a:off x="6152446" y="4408541"/>
            <a:ext cx="570089" cy="230832"/>
          </a:xfrm>
          <a:prstGeom prst="rect">
            <a:avLst/>
          </a:prstGeom>
          <a:solidFill>
            <a:schemeClr val="accent6">
              <a:lumMod val="20000"/>
              <a:lumOff val="80000"/>
            </a:schemeClr>
          </a:solidFill>
        </p:spPr>
        <p:txBody>
          <a:bodyPr wrap="square" rtlCol="0">
            <a:spAutoFit/>
          </a:bodyPr>
          <a:lstStyle/>
          <a:p>
            <a:pPr algn="ctr"/>
            <a:r>
              <a:rPr lang="en-US" sz="900" dirty="0"/>
              <a:t>35</a:t>
            </a:r>
          </a:p>
        </p:txBody>
      </p:sp>
      <p:sp>
        <p:nvSpPr>
          <p:cNvPr id="25" name="TextBox 24">
            <a:extLst>
              <a:ext uri="{FF2B5EF4-FFF2-40B4-BE49-F238E27FC236}">
                <a16:creationId xmlns:a16="http://schemas.microsoft.com/office/drawing/2014/main" id="{FFC32441-61BE-276F-9136-CE289B5B12EB}"/>
              </a:ext>
            </a:extLst>
          </p:cNvPr>
          <p:cNvSpPr txBox="1"/>
          <p:nvPr/>
        </p:nvSpPr>
        <p:spPr>
          <a:xfrm>
            <a:off x="6152446"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53</a:t>
            </a:r>
          </a:p>
        </p:txBody>
      </p:sp>
      <p:sp>
        <p:nvSpPr>
          <p:cNvPr id="31" name="TextBox 30">
            <a:extLst>
              <a:ext uri="{FF2B5EF4-FFF2-40B4-BE49-F238E27FC236}">
                <a16:creationId xmlns:a16="http://schemas.microsoft.com/office/drawing/2014/main" id="{C71D584E-3DEC-8F03-656C-B494BE738ECD}"/>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E413AB21-DE9E-2074-6F90-15BA96681AB8}"/>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D010AC12-AE48-A77F-CE15-658DD5AEA475}"/>
              </a:ext>
            </a:extLst>
          </p:cNvPr>
          <p:cNvSpPr txBox="1"/>
          <p:nvPr/>
        </p:nvSpPr>
        <p:spPr>
          <a:xfrm>
            <a:off x="6214537"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67DBA6F1-B0AD-5E5D-4E4A-4B2294468C13}"/>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D97B8EDE-F940-89DD-31C6-02BB1C038455}"/>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36D386B2-0E4F-ABEC-EDA9-ABF45308B772}"/>
              </a:ext>
            </a:extLst>
          </p:cNvPr>
          <p:cNvSpPr txBox="1"/>
          <p:nvPr/>
        </p:nvSpPr>
        <p:spPr>
          <a:xfrm>
            <a:off x="6714071" y="72121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8D044E44-0365-F4B3-FBAD-530B54CF5357}"/>
              </a:ext>
            </a:extLst>
          </p:cNvPr>
          <p:cNvSpPr txBox="1"/>
          <p:nvPr/>
        </p:nvSpPr>
        <p:spPr>
          <a:xfrm>
            <a:off x="7213604" y="72121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CE750D3B-9382-8F36-1982-FA5D17B24A67}"/>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DF7F5E4B-2C40-2C34-1C49-2A0C58374D6E}"/>
              </a:ext>
            </a:extLst>
          </p:cNvPr>
          <p:cNvSpPr txBox="1"/>
          <p:nvPr/>
        </p:nvSpPr>
        <p:spPr>
          <a:xfrm>
            <a:off x="6214537" y="3237891"/>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699863A2-5F33-6318-C6E0-1CDD12E97753}"/>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6DE76F62-C49E-D39B-678E-CAC0DBE9FFDB}"/>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5" name="TextBox 34">
            <a:extLst>
              <a:ext uri="{FF2B5EF4-FFF2-40B4-BE49-F238E27FC236}">
                <a16:creationId xmlns:a16="http://schemas.microsoft.com/office/drawing/2014/main" id="{3E9C5038-B208-39FB-0B80-2EC17AAED0F1}"/>
              </a:ext>
            </a:extLst>
          </p:cNvPr>
          <p:cNvSpPr txBox="1"/>
          <p:nvPr/>
        </p:nvSpPr>
        <p:spPr>
          <a:xfrm>
            <a:off x="7213604" y="3237891"/>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C80D8FFA-120E-B6E4-67AF-D2DFC39511FE}"/>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B37CD410-2A07-4709-A534-427CD8102F80}"/>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9" name="TextBox 38">
            <a:extLst>
              <a:ext uri="{FF2B5EF4-FFF2-40B4-BE49-F238E27FC236}">
                <a16:creationId xmlns:a16="http://schemas.microsoft.com/office/drawing/2014/main" id="{72B96201-34CD-E7FD-064C-DF2DFE3CDCEF}"/>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CFF955AF-2A5B-7009-82FA-04CF4D21E72A}"/>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41" name="TextBox 40">
            <a:extLst>
              <a:ext uri="{FF2B5EF4-FFF2-40B4-BE49-F238E27FC236}">
                <a16:creationId xmlns:a16="http://schemas.microsoft.com/office/drawing/2014/main" id="{DFD568D3-3213-A1C9-278A-DBC9FB5749E6}"/>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2DC1AAD7-F307-C39A-1EC9-9AB3B1FC4386}"/>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43" name="TextBox 42">
            <a:extLst>
              <a:ext uri="{FF2B5EF4-FFF2-40B4-BE49-F238E27FC236}">
                <a16:creationId xmlns:a16="http://schemas.microsoft.com/office/drawing/2014/main" id="{CBE7F4D3-37FF-F5E9-ED83-02AD89956BA8}"/>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28990A99-5E21-DF0A-BA4A-9D8FDD601CCD}"/>
              </a:ext>
            </a:extLst>
          </p:cNvPr>
          <p:cNvSpPr txBox="1"/>
          <p:nvPr/>
        </p:nvSpPr>
        <p:spPr>
          <a:xfrm>
            <a:off x="4143022" y="3406653"/>
            <a:ext cx="570089" cy="230832"/>
          </a:xfrm>
          <a:prstGeom prst="rect">
            <a:avLst/>
          </a:prstGeom>
          <a:solidFill>
            <a:schemeClr val="accent1">
              <a:lumMod val="20000"/>
              <a:lumOff val="80000"/>
            </a:schemeClr>
          </a:solidFill>
        </p:spPr>
        <p:txBody>
          <a:bodyPr wrap="square" rtlCol="0">
            <a:spAutoFit/>
          </a:bodyPr>
          <a:lstStyle/>
          <a:p>
            <a:pPr algn="ctr"/>
            <a:r>
              <a:rPr lang="en-US" sz="900" dirty="0"/>
              <a:t>64</a:t>
            </a:r>
          </a:p>
        </p:txBody>
      </p:sp>
      <p:sp>
        <p:nvSpPr>
          <p:cNvPr id="52" name="TextBox 51">
            <a:extLst>
              <a:ext uri="{FF2B5EF4-FFF2-40B4-BE49-F238E27FC236}">
                <a16:creationId xmlns:a16="http://schemas.microsoft.com/office/drawing/2014/main" id="{60F8B179-007F-924F-9B00-38D6395637AF}"/>
              </a:ext>
            </a:extLst>
          </p:cNvPr>
          <p:cNvSpPr txBox="1"/>
          <p:nvPr/>
        </p:nvSpPr>
        <p:spPr>
          <a:xfrm>
            <a:off x="4216401" y="2231221"/>
            <a:ext cx="462845" cy="584775"/>
          </a:xfrm>
          <a:prstGeom prst="rect">
            <a:avLst/>
          </a:prstGeom>
          <a:noFill/>
        </p:spPr>
        <p:txBody>
          <a:bodyPr wrap="square" rtlCol="0">
            <a:spAutoFit/>
          </a:bodyPr>
          <a:lstStyle/>
          <a:p>
            <a:pPr algn="ctr"/>
            <a:r>
              <a:rPr lang="en-US" sz="3200" dirty="0"/>
              <a:t>7</a:t>
            </a:r>
          </a:p>
        </p:txBody>
      </p:sp>
      <p:sp>
        <p:nvSpPr>
          <p:cNvPr id="46" name="TextBox 45">
            <a:extLst>
              <a:ext uri="{FF2B5EF4-FFF2-40B4-BE49-F238E27FC236}">
                <a16:creationId xmlns:a16="http://schemas.microsoft.com/office/drawing/2014/main" id="{60CDBCD5-57D5-9626-D623-BE4048D6C556}"/>
              </a:ext>
            </a:extLst>
          </p:cNvPr>
          <p:cNvSpPr txBox="1"/>
          <p:nvPr/>
        </p:nvSpPr>
        <p:spPr>
          <a:xfrm>
            <a:off x="3640666" y="901933"/>
            <a:ext cx="570089" cy="230832"/>
          </a:xfrm>
          <a:prstGeom prst="rect">
            <a:avLst/>
          </a:prstGeom>
          <a:solidFill>
            <a:schemeClr val="accent1">
              <a:lumMod val="20000"/>
              <a:lumOff val="80000"/>
            </a:schemeClr>
          </a:solidFill>
        </p:spPr>
        <p:txBody>
          <a:bodyPr wrap="square" rtlCol="0">
            <a:spAutoFit/>
          </a:bodyPr>
          <a:lstStyle/>
          <a:p>
            <a:pPr algn="ctr"/>
            <a:r>
              <a:rPr lang="en-US" sz="900" dirty="0"/>
              <a:t>64</a:t>
            </a:r>
          </a:p>
        </p:txBody>
      </p:sp>
      <p:sp>
        <p:nvSpPr>
          <p:cNvPr id="53" name="TextBox 52">
            <a:extLst>
              <a:ext uri="{FF2B5EF4-FFF2-40B4-BE49-F238E27FC236}">
                <a16:creationId xmlns:a16="http://schemas.microsoft.com/office/drawing/2014/main" id="{97970337-B322-A7AF-0C4B-08CCBA99FF3B}"/>
              </a:ext>
            </a:extLst>
          </p:cNvPr>
          <p:cNvSpPr txBox="1"/>
          <p:nvPr/>
        </p:nvSpPr>
        <p:spPr>
          <a:xfrm>
            <a:off x="3138310" y="901933"/>
            <a:ext cx="570089" cy="230832"/>
          </a:xfrm>
          <a:prstGeom prst="rect">
            <a:avLst/>
          </a:prstGeom>
          <a:solidFill>
            <a:schemeClr val="accent1">
              <a:lumMod val="20000"/>
              <a:lumOff val="80000"/>
            </a:schemeClr>
          </a:solidFill>
        </p:spPr>
        <p:txBody>
          <a:bodyPr wrap="square" rtlCol="0">
            <a:spAutoFit/>
          </a:bodyPr>
          <a:lstStyle/>
          <a:p>
            <a:pPr algn="ctr"/>
            <a:r>
              <a:rPr lang="en-US" sz="900" dirty="0"/>
              <a:t>46</a:t>
            </a:r>
          </a:p>
        </p:txBody>
      </p:sp>
      <p:sp>
        <p:nvSpPr>
          <p:cNvPr id="54" name="TextBox 53">
            <a:extLst>
              <a:ext uri="{FF2B5EF4-FFF2-40B4-BE49-F238E27FC236}">
                <a16:creationId xmlns:a16="http://schemas.microsoft.com/office/drawing/2014/main" id="{424FF744-3F56-CD28-1932-2360364EA5AE}"/>
              </a:ext>
            </a:extLst>
          </p:cNvPr>
          <p:cNvSpPr txBox="1"/>
          <p:nvPr/>
        </p:nvSpPr>
        <p:spPr>
          <a:xfrm>
            <a:off x="3640666"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32</a:t>
            </a:r>
          </a:p>
        </p:txBody>
      </p:sp>
      <p:sp>
        <p:nvSpPr>
          <p:cNvPr id="55" name="TextBox 54">
            <a:extLst>
              <a:ext uri="{FF2B5EF4-FFF2-40B4-BE49-F238E27FC236}">
                <a16:creationId xmlns:a16="http://schemas.microsoft.com/office/drawing/2014/main" id="{7B2D3D70-D656-DBC9-BFB3-26E3EE59E9B0}"/>
              </a:ext>
            </a:extLst>
          </p:cNvPr>
          <p:cNvSpPr txBox="1"/>
          <p:nvPr/>
        </p:nvSpPr>
        <p:spPr>
          <a:xfrm>
            <a:off x="3138310"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23</a:t>
            </a:r>
          </a:p>
        </p:txBody>
      </p:sp>
      <p:sp>
        <p:nvSpPr>
          <p:cNvPr id="56" name="TextBox 55">
            <a:extLst>
              <a:ext uri="{FF2B5EF4-FFF2-40B4-BE49-F238E27FC236}">
                <a16:creationId xmlns:a16="http://schemas.microsoft.com/office/drawing/2014/main" id="{92142B14-DC35-D205-F151-9815F25D67C7}"/>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672137DF-5E63-F77D-827E-2996B4C91B98}"/>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57" name="TextBox 56">
            <a:extLst>
              <a:ext uri="{FF2B5EF4-FFF2-40B4-BE49-F238E27FC236}">
                <a16:creationId xmlns:a16="http://schemas.microsoft.com/office/drawing/2014/main" id="{DE8546B5-998F-9AEE-B16A-69C80A2BA860}"/>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14" name="TextBox 13">
            <a:extLst>
              <a:ext uri="{FF2B5EF4-FFF2-40B4-BE49-F238E27FC236}">
                <a16:creationId xmlns:a16="http://schemas.microsoft.com/office/drawing/2014/main" id="{7DDEEE50-0602-DF9F-C58E-1AF007DAAE92}"/>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28" name="TextBox 27">
            <a:extLst>
              <a:ext uri="{FF2B5EF4-FFF2-40B4-BE49-F238E27FC236}">
                <a16:creationId xmlns:a16="http://schemas.microsoft.com/office/drawing/2014/main" id="{33F1C5D5-6B98-CA43-60A4-AD7C6F8085D7}"/>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638286C8-3971-F687-390E-44C248DDEA6F}"/>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F99D3996-F59F-C595-F1C1-B06DFD8F88BD}"/>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61" name="TextBox 60">
            <a:extLst>
              <a:ext uri="{FF2B5EF4-FFF2-40B4-BE49-F238E27FC236}">
                <a16:creationId xmlns:a16="http://schemas.microsoft.com/office/drawing/2014/main" id="{F2D6F963-3B64-C497-23DC-506EBE2C800D}"/>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62" name="TextBox 61">
            <a:extLst>
              <a:ext uri="{FF2B5EF4-FFF2-40B4-BE49-F238E27FC236}">
                <a16:creationId xmlns:a16="http://schemas.microsoft.com/office/drawing/2014/main" id="{1EC09855-B128-8739-153B-73A0FFEE4574}"/>
              </a:ext>
            </a:extLst>
          </p:cNvPr>
          <p:cNvSpPr txBox="1"/>
          <p:nvPr/>
        </p:nvSpPr>
        <p:spPr>
          <a:xfrm>
            <a:off x="5215469" y="3237891"/>
            <a:ext cx="462845" cy="584775"/>
          </a:xfrm>
          <a:prstGeom prst="rect">
            <a:avLst/>
          </a:prstGeom>
          <a:noFill/>
        </p:spPr>
        <p:txBody>
          <a:bodyPr wrap="square" rtlCol="0">
            <a:spAutoFit/>
          </a:bodyPr>
          <a:lstStyle/>
          <a:p>
            <a:pPr algn="ctr"/>
            <a:r>
              <a:rPr lang="en-US" sz="3200" dirty="0"/>
              <a:t>2</a:t>
            </a:r>
          </a:p>
        </p:txBody>
      </p:sp>
      <p:sp>
        <p:nvSpPr>
          <p:cNvPr id="45" name="TextBox 44">
            <a:extLst>
              <a:ext uri="{FF2B5EF4-FFF2-40B4-BE49-F238E27FC236}">
                <a16:creationId xmlns:a16="http://schemas.microsoft.com/office/drawing/2014/main" id="{4750050C-52B6-BC82-C57A-322016BAE41D}"/>
              </a:ext>
            </a:extLst>
          </p:cNvPr>
          <p:cNvSpPr txBox="1"/>
          <p:nvPr/>
        </p:nvSpPr>
        <p:spPr>
          <a:xfrm>
            <a:off x="3640666" y="2404765"/>
            <a:ext cx="570089" cy="230832"/>
          </a:xfrm>
          <a:prstGeom prst="rect">
            <a:avLst/>
          </a:prstGeom>
          <a:solidFill>
            <a:schemeClr val="accent5">
              <a:lumMod val="20000"/>
              <a:lumOff val="80000"/>
            </a:schemeClr>
          </a:solidFill>
        </p:spPr>
        <p:txBody>
          <a:bodyPr wrap="square" rtlCol="0">
            <a:spAutoFit/>
          </a:bodyPr>
          <a:lstStyle/>
          <a:p>
            <a:pPr algn="ctr"/>
            <a:r>
              <a:rPr lang="en-US" sz="900" dirty="0"/>
              <a:t>93</a:t>
            </a:r>
          </a:p>
        </p:txBody>
      </p:sp>
      <p:sp>
        <p:nvSpPr>
          <p:cNvPr id="47" name="TextBox 46">
            <a:extLst>
              <a:ext uri="{FF2B5EF4-FFF2-40B4-BE49-F238E27FC236}">
                <a16:creationId xmlns:a16="http://schemas.microsoft.com/office/drawing/2014/main" id="{1108C9A8-B227-5907-575B-0CF9A178BC11}"/>
              </a:ext>
            </a:extLst>
          </p:cNvPr>
          <p:cNvSpPr txBox="1"/>
          <p:nvPr/>
        </p:nvSpPr>
        <p:spPr>
          <a:xfrm>
            <a:off x="3138310" y="2404765"/>
            <a:ext cx="570089" cy="230832"/>
          </a:xfrm>
          <a:prstGeom prst="rect">
            <a:avLst/>
          </a:prstGeom>
          <a:solidFill>
            <a:schemeClr val="accent5">
              <a:lumMod val="20000"/>
              <a:lumOff val="80000"/>
            </a:schemeClr>
          </a:solidFill>
        </p:spPr>
        <p:txBody>
          <a:bodyPr wrap="square" rtlCol="0">
            <a:spAutoFit/>
          </a:bodyPr>
          <a:lstStyle/>
          <a:p>
            <a:pPr algn="ctr"/>
            <a:r>
              <a:rPr lang="en-US" sz="900" dirty="0"/>
              <a:t>39</a:t>
            </a:r>
          </a:p>
        </p:txBody>
      </p:sp>
      <p:sp>
        <p:nvSpPr>
          <p:cNvPr id="64" name="TextBox 63">
            <a:extLst>
              <a:ext uri="{FF2B5EF4-FFF2-40B4-BE49-F238E27FC236}">
                <a16:creationId xmlns:a16="http://schemas.microsoft.com/office/drawing/2014/main" id="{5C9DAED2-98F7-14F9-3035-09640FCD8D1A}"/>
              </a:ext>
            </a:extLst>
          </p:cNvPr>
          <p:cNvSpPr txBox="1"/>
          <p:nvPr/>
        </p:nvSpPr>
        <p:spPr>
          <a:xfrm>
            <a:off x="3640666" y="3406653"/>
            <a:ext cx="570089" cy="230832"/>
          </a:xfrm>
          <a:prstGeom prst="rect">
            <a:avLst/>
          </a:prstGeom>
          <a:solidFill>
            <a:schemeClr val="accent1">
              <a:lumMod val="20000"/>
              <a:lumOff val="80000"/>
            </a:schemeClr>
          </a:solidFill>
        </p:spPr>
        <p:txBody>
          <a:bodyPr wrap="square" rtlCol="0">
            <a:spAutoFit/>
          </a:bodyPr>
          <a:lstStyle/>
          <a:p>
            <a:pPr algn="ctr"/>
            <a:r>
              <a:rPr lang="en-US" sz="900" dirty="0"/>
              <a:t>46</a:t>
            </a:r>
          </a:p>
        </p:txBody>
      </p:sp>
      <p:sp>
        <p:nvSpPr>
          <p:cNvPr id="73" name="TextBox 72">
            <a:extLst>
              <a:ext uri="{FF2B5EF4-FFF2-40B4-BE49-F238E27FC236}">
                <a16:creationId xmlns:a16="http://schemas.microsoft.com/office/drawing/2014/main" id="{39755EC4-7078-DC5F-42E7-ADD31419124C}"/>
              </a:ext>
            </a:extLst>
          </p:cNvPr>
          <p:cNvSpPr txBox="1"/>
          <p:nvPr/>
        </p:nvSpPr>
        <p:spPr>
          <a:xfrm>
            <a:off x="5147734" y="4408541"/>
            <a:ext cx="570089" cy="230832"/>
          </a:xfrm>
          <a:prstGeom prst="rect">
            <a:avLst/>
          </a:prstGeom>
          <a:solidFill>
            <a:schemeClr val="accent6">
              <a:lumMod val="20000"/>
              <a:lumOff val="80000"/>
            </a:schemeClr>
          </a:solidFill>
        </p:spPr>
        <p:txBody>
          <a:bodyPr wrap="square" rtlCol="0">
            <a:spAutoFit/>
          </a:bodyPr>
          <a:lstStyle/>
          <a:p>
            <a:pPr algn="ctr"/>
            <a:r>
              <a:rPr lang="en-US" sz="900" dirty="0"/>
              <a:t>63</a:t>
            </a:r>
          </a:p>
        </p:txBody>
      </p:sp>
      <p:sp>
        <p:nvSpPr>
          <p:cNvPr id="74" name="TextBox 73">
            <a:extLst>
              <a:ext uri="{FF2B5EF4-FFF2-40B4-BE49-F238E27FC236}">
                <a16:creationId xmlns:a16="http://schemas.microsoft.com/office/drawing/2014/main" id="{6F83838F-6758-4462-1787-2BCACD839037}"/>
              </a:ext>
            </a:extLst>
          </p:cNvPr>
          <p:cNvSpPr txBox="1"/>
          <p:nvPr/>
        </p:nvSpPr>
        <p:spPr>
          <a:xfrm>
            <a:off x="5650090" y="4408541"/>
            <a:ext cx="570089" cy="230832"/>
          </a:xfrm>
          <a:prstGeom prst="rect">
            <a:avLst/>
          </a:prstGeom>
          <a:solidFill>
            <a:schemeClr val="accent4">
              <a:lumMod val="20000"/>
              <a:lumOff val="80000"/>
            </a:schemeClr>
          </a:solidFill>
        </p:spPr>
        <p:txBody>
          <a:bodyPr wrap="square" rtlCol="0">
            <a:spAutoFit/>
          </a:bodyPr>
          <a:lstStyle/>
          <a:p>
            <a:pPr algn="ctr"/>
            <a:r>
              <a:rPr lang="en-US" sz="900" dirty="0"/>
              <a:t>78</a:t>
            </a:r>
          </a:p>
        </p:txBody>
      </p:sp>
      <p:sp>
        <p:nvSpPr>
          <p:cNvPr id="75" name="TextBox 74">
            <a:extLst>
              <a:ext uri="{FF2B5EF4-FFF2-40B4-BE49-F238E27FC236}">
                <a16:creationId xmlns:a16="http://schemas.microsoft.com/office/drawing/2014/main" id="{B38B45BB-871B-D1B1-5EC8-7674D2B95420}"/>
              </a:ext>
            </a:extLst>
          </p:cNvPr>
          <p:cNvSpPr txBox="1"/>
          <p:nvPr/>
        </p:nvSpPr>
        <p:spPr>
          <a:xfrm>
            <a:off x="6654802" y="4408541"/>
            <a:ext cx="570089" cy="230832"/>
          </a:xfrm>
          <a:prstGeom prst="rect">
            <a:avLst/>
          </a:prstGeom>
          <a:solidFill>
            <a:schemeClr val="accent4">
              <a:lumMod val="20000"/>
              <a:lumOff val="80000"/>
            </a:schemeClr>
          </a:solidFill>
        </p:spPr>
        <p:txBody>
          <a:bodyPr wrap="square" rtlCol="0">
            <a:spAutoFit/>
          </a:bodyPr>
          <a:lstStyle/>
          <a:p>
            <a:pPr algn="ctr"/>
            <a:r>
              <a:rPr lang="en-US" sz="900" dirty="0"/>
              <a:t>47</a:t>
            </a:r>
          </a:p>
        </p:txBody>
      </p:sp>
      <p:sp>
        <p:nvSpPr>
          <p:cNvPr id="76" name="TextBox 75">
            <a:extLst>
              <a:ext uri="{FF2B5EF4-FFF2-40B4-BE49-F238E27FC236}">
                <a16:creationId xmlns:a16="http://schemas.microsoft.com/office/drawing/2014/main" id="{8BD59649-8534-8BED-039D-29F40FB52318}"/>
              </a:ext>
            </a:extLst>
          </p:cNvPr>
          <p:cNvSpPr txBox="1"/>
          <p:nvPr/>
        </p:nvSpPr>
        <p:spPr>
          <a:xfrm>
            <a:off x="7157158" y="4408541"/>
            <a:ext cx="570089" cy="230832"/>
          </a:xfrm>
          <a:prstGeom prst="rect">
            <a:avLst/>
          </a:prstGeom>
          <a:solidFill>
            <a:schemeClr val="accent4">
              <a:lumMod val="20000"/>
              <a:lumOff val="80000"/>
            </a:schemeClr>
          </a:solidFill>
        </p:spPr>
        <p:txBody>
          <a:bodyPr wrap="square" rtlCol="0">
            <a:spAutoFit/>
          </a:bodyPr>
          <a:lstStyle/>
          <a:p>
            <a:pPr algn="ctr"/>
            <a:r>
              <a:rPr lang="en-US" sz="900" dirty="0"/>
              <a:t>89</a:t>
            </a:r>
          </a:p>
        </p:txBody>
      </p:sp>
      <p:sp>
        <p:nvSpPr>
          <p:cNvPr id="78" name="TextBox 77">
            <a:extLst>
              <a:ext uri="{FF2B5EF4-FFF2-40B4-BE49-F238E27FC236}">
                <a16:creationId xmlns:a16="http://schemas.microsoft.com/office/drawing/2014/main" id="{00897ADA-A46C-36D3-E487-B7A89414672E}"/>
              </a:ext>
            </a:extLst>
          </p:cNvPr>
          <p:cNvSpPr txBox="1"/>
          <p:nvPr/>
        </p:nvSpPr>
        <p:spPr>
          <a:xfrm>
            <a:off x="5147734"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36</a:t>
            </a:r>
          </a:p>
        </p:txBody>
      </p:sp>
      <p:sp>
        <p:nvSpPr>
          <p:cNvPr id="79" name="TextBox 78">
            <a:extLst>
              <a:ext uri="{FF2B5EF4-FFF2-40B4-BE49-F238E27FC236}">
                <a16:creationId xmlns:a16="http://schemas.microsoft.com/office/drawing/2014/main" id="{F34AE243-9941-8D5C-370F-D49D7F744686}"/>
              </a:ext>
            </a:extLst>
          </p:cNvPr>
          <p:cNvSpPr txBox="1"/>
          <p:nvPr/>
        </p:nvSpPr>
        <p:spPr>
          <a:xfrm>
            <a:off x="5650090" y="4909484"/>
            <a:ext cx="570089" cy="230832"/>
          </a:xfrm>
          <a:prstGeom prst="rect">
            <a:avLst/>
          </a:prstGeom>
          <a:solidFill>
            <a:schemeClr val="accent4">
              <a:lumMod val="20000"/>
              <a:lumOff val="80000"/>
            </a:schemeClr>
          </a:solidFill>
        </p:spPr>
        <p:txBody>
          <a:bodyPr wrap="square" rtlCol="0">
            <a:spAutoFit/>
          </a:bodyPr>
          <a:lstStyle/>
          <a:p>
            <a:pPr algn="ctr"/>
            <a:r>
              <a:rPr lang="en-US" sz="900" dirty="0"/>
              <a:t>87</a:t>
            </a:r>
          </a:p>
        </p:txBody>
      </p:sp>
      <p:sp>
        <p:nvSpPr>
          <p:cNvPr id="80" name="TextBox 79">
            <a:extLst>
              <a:ext uri="{FF2B5EF4-FFF2-40B4-BE49-F238E27FC236}">
                <a16:creationId xmlns:a16="http://schemas.microsoft.com/office/drawing/2014/main" id="{3D411FEB-8AAF-1A0B-049E-FFAEA36B8A0C}"/>
              </a:ext>
            </a:extLst>
          </p:cNvPr>
          <p:cNvSpPr txBox="1"/>
          <p:nvPr/>
        </p:nvSpPr>
        <p:spPr>
          <a:xfrm>
            <a:off x="6654802" y="4909484"/>
            <a:ext cx="570089" cy="230832"/>
          </a:xfrm>
          <a:prstGeom prst="rect">
            <a:avLst/>
          </a:prstGeom>
          <a:solidFill>
            <a:schemeClr val="accent4">
              <a:lumMod val="20000"/>
              <a:lumOff val="80000"/>
            </a:schemeClr>
          </a:solidFill>
        </p:spPr>
        <p:txBody>
          <a:bodyPr wrap="square" rtlCol="0">
            <a:spAutoFit/>
          </a:bodyPr>
          <a:lstStyle/>
          <a:p>
            <a:pPr algn="ctr"/>
            <a:r>
              <a:rPr lang="en-US" sz="900" dirty="0"/>
              <a:t>74</a:t>
            </a:r>
          </a:p>
        </p:txBody>
      </p:sp>
      <p:sp>
        <p:nvSpPr>
          <p:cNvPr id="81" name="TextBox 80">
            <a:extLst>
              <a:ext uri="{FF2B5EF4-FFF2-40B4-BE49-F238E27FC236}">
                <a16:creationId xmlns:a16="http://schemas.microsoft.com/office/drawing/2014/main" id="{773F2648-9AEB-F49F-A60B-CC2FF1920B8F}"/>
              </a:ext>
            </a:extLst>
          </p:cNvPr>
          <p:cNvSpPr txBox="1"/>
          <p:nvPr/>
        </p:nvSpPr>
        <p:spPr>
          <a:xfrm>
            <a:off x="7157158" y="4909484"/>
            <a:ext cx="570089" cy="230832"/>
          </a:xfrm>
          <a:prstGeom prst="rect">
            <a:avLst/>
          </a:prstGeom>
          <a:solidFill>
            <a:schemeClr val="accent4">
              <a:lumMod val="20000"/>
              <a:lumOff val="80000"/>
            </a:schemeClr>
          </a:solidFill>
        </p:spPr>
        <p:txBody>
          <a:bodyPr wrap="square" rtlCol="0">
            <a:spAutoFit/>
          </a:bodyPr>
          <a:lstStyle/>
          <a:p>
            <a:pPr algn="ctr"/>
            <a:r>
              <a:rPr lang="en-US" sz="900" dirty="0"/>
              <a:t>98</a:t>
            </a:r>
          </a:p>
        </p:txBody>
      </p:sp>
      <p:sp>
        <p:nvSpPr>
          <p:cNvPr id="82" name="TextBox 81">
            <a:extLst>
              <a:ext uri="{FF2B5EF4-FFF2-40B4-BE49-F238E27FC236}">
                <a16:creationId xmlns:a16="http://schemas.microsoft.com/office/drawing/2014/main" id="{8E33A9C7-40D7-4C3B-43D4-9BF36B7135AD}"/>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83" name="TextBox 82">
            <a:extLst>
              <a:ext uri="{FF2B5EF4-FFF2-40B4-BE49-F238E27FC236}">
                <a16:creationId xmlns:a16="http://schemas.microsoft.com/office/drawing/2014/main" id="{87F8E80F-D491-6F53-5B8F-CFFCDBA1E91F}"/>
              </a:ext>
            </a:extLst>
          </p:cNvPr>
          <p:cNvSpPr txBox="1"/>
          <p:nvPr/>
        </p:nvSpPr>
        <p:spPr>
          <a:xfrm>
            <a:off x="6714071" y="3741226"/>
            <a:ext cx="462845" cy="584775"/>
          </a:xfrm>
          <a:prstGeom prst="rect">
            <a:avLst/>
          </a:prstGeom>
          <a:noFill/>
        </p:spPr>
        <p:txBody>
          <a:bodyPr wrap="square" rtlCol="0">
            <a:spAutoFit/>
          </a:bodyPr>
          <a:lstStyle/>
          <a:p>
            <a:pPr algn="ctr"/>
            <a:r>
              <a:rPr lang="en-US" sz="3200" dirty="0"/>
              <a:t>1</a:t>
            </a:r>
          </a:p>
        </p:txBody>
      </p:sp>
      <p:sp>
        <p:nvSpPr>
          <p:cNvPr id="69" name="TextBox 68">
            <a:extLst>
              <a:ext uri="{FF2B5EF4-FFF2-40B4-BE49-F238E27FC236}">
                <a16:creationId xmlns:a16="http://schemas.microsoft.com/office/drawing/2014/main" id="{548DE70D-9880-1C8F-BA0C-2A57379A284D}"/>
              </a:ext>
            </a:extLst>
          </p:cNvPr>
          <p:cNvSpPr txBox="1"/>
          <p:nvPr/>
        </p:nvSpPr>
        <p:spPr>
          <a:xfrm>
            <a:off x="6214537" y="2734556"/>
            <a:ext cx="462845" cy="584775"/>
          </a:xfrm>
          <a:prstGeom prst="rect">
            <a:avLst/>
          </a:prstGeom>
          <a:noFill/>
        </p:spPr>
        <p:txBody>
          <a:bodyPr wrap="square" rtlCol="0">
            <a:spAutoFit/>
          </a:bodyPr>
          <a:lstStyle/>
          <a:p>
            <a:pPr algn="ctr"/>
            <a:r>
              <a:rPr lang="en-US" sz="3200" dirty="0"/>
              <a:t>1</a:t>
            </a:r>
          </a:p>
        </p:txBody>
      </p:sp>
      <p:sp>
        <p:nvSpPr>
          <p:cNvPr id="70" name="TextBox 69">
            <a:extLst>
              <a:ext uri="{FF2B5EF4-FFF2-40B4-BE49-F238E27FC236}">
                <a16:creationId xmlns:a16="http://schemas.microsoft.com/office/drawing/2014/main" id="{EED5EA0F-F006-B74E-F375-F9F336F8942C}"/>
              </a:ext>
            </a:extLst>
          </p:cNvPr>
          <p:cNvSpPr txBox="1"/>
          <p:nvPr/>
        </p:nvSpPr>
        <p:spPr>
          <a:xfrm>
            <a:off x="6714071" y="2734556"/>
            <a:ext cx="462845" cy="584775"/>
          </a:xfrm>
          <a:prstGeom prst="rect">
            <a:avLst/>
          </a:prstGeom>
          <a:noFill/>
        </p:spPr>
        <p:txBody>
          <a:bodyPr wrap="square" rtlCol="0">
            <a:spAutoFit/>
          </a:bodyPr>
          <a:lstStyle/>
          <a:p>
            <a:pPr algn="ctr"/>
            <a:r>
              <a:rPr lang="en-US" sz="3200" dirty="0"/>
              <a:t>6</a:t>
            </a:r>
          </a:p>
        </p:txBody>
      </p:sp>
      <p:sp>
        <p:nvSpPr>
          <p:cNvPr id="29" name="TextBox 28">
            <a:extLst>
              <a:ext uri="{FF2B5EF4-FFF2-40B4-BE49-F238E27FC236}">
                <a16:creationId xmlns:a16="http://schemas.microsoft.com/office/drawing/2014/main" id="{509A3D5C-F08C-2D9B-16BA-727A56CCDB5B}"/>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4AD93DF7-BA02-9D28-A1C6-C6600AF1D7E7}"/>
              </a:ext>
            </a:extLst>
          </p:cNvPr>
          <p:cNvSpPr txBox="1"/>
          <p:nvPr/>
        </p:nvSpPr>
        <p:spPr>
          <a:xfrm>
            <a:off x="4216401" y="3741226"/>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F74D577E-6F43-10DE-6EE4-8873E8D8A340}"/>
              </a:ext>
            </a:extLst>
          </p:cNvPr>
          <p:cNvSpPr txBox="1"/>
          <p:nvPr/>
        </p:nvSpPr>
        <p:spPr>
          <a:xfrm>
            <a:off x="6714071" y="1224551"/>
            <a:ext cx="462845" cy="584775"/>
          </a:xfrm>
          <a:prstGeom prst="rect">
            <a:avLst/>
          </a:prstGeom>
          <a:noFill/>
        </p:spPr>
        <p:txBody>
          <a:bodyPr wrap="square" rtlCol="0">
            <a:spAutoFit/>
          </a:bodyPr>
          <a:lstStyle/>
          <a:p>
            <a:pPr algn="ctr"/>
            <a:r>
              <a:rPr lang="en-US" sz="3200" dirty="0"/>
              <a:t>5</a:t>
            </a:r>
          </a:p>
        </p:txBody>
      </p:sp>
      <p:sp>
        <p:nvSpPr>
          <p:cNvPr id="49" name="TextBox 48">
            <a:extLst>
              <a:ext uri="{FF2B5EF4-FFF2-40B4-BE49-F238E27FC236}">
                <a16:creationId xmlns:a16="http://schemas.microsoft.com/office/drawing/2014/main" id="{7FEDDEAA-F345-4DBA-EA12-6D35F9D4E6B1}"/>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84" name="TextBox 83">
            <a:extLst>
              <a:ext uri="{FF2B5EF4-FFF2-40B4-BE49-F238E27FC236}">
                <a16:creationId xmlns:a16="http://schemas.microsoft.com/office/drawing/2014/main" id="{C556A9D4-203A-B241-56DE-FC490A331A3C}"/>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85" name="TextBox 84">
            <a:extLst>
              <a:ext uri="{FF2B5EF4-FFF2-40B4-BE49-F238E27FC236}">
                <a16:creationId xmlns:a16="http://schemas.microsoft.com/office/drawing/2014/main" id="{8EFB73EB-E539-A0DE-2A3E-316380389C85}"/>
              </a:ext>
            </a:extLst>
          </p:cNvPr>
          <p:cNvSpPr txBox="1"/>
          <p:nvPr/>
        </p:nvSpPr>
        <p:spPr>
          <a:xfrm>
            <a:off x="5215469" y="1224551"/>
            <a:ext cx="462845" cy="584775"/>
          </a:xfrm>
          <a:prstGeom prst="rect">
            <a:avLst/>
          </a:prstGeom>
          <a:noFill/>
        </p:spPr>
        <p:txBody>
          <a:bodyPr wrap="square" rtlCol="0">
            <a:spAutoFit/>
          </a:bodyPr>
          <a:lstStyle/>
          <a:p>
            <a:pPr algn="ctr"/>
            <a:r>
              <a:rPr lang="en-US" sz="3200" dirty="0"/>
              <a:t>4</a:t>
            </a:r>
          </a:p>
        </p:txBody>
      </p:sp>
      <p:sp>
        <p:nvSpPr>
          <p:cNvPr id="86" name="TextBox 85">
            <a:extLst>
              <a:ext uri="{FF2B5EF4-FFF2-40B4-BE49-F238E27FC236}">
                <a16:creationId xmlns:a16="http://schemas.microsoft.com/office/drawing/2014/main" id="{2AE031E6-3EC9-1BF1-C677-5447569B56E6}"/>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87" name="TextBox 86">
            <a:extLst>
              <a:ext uri="{FF2B5EF4-FFF2-40B4-BE49-F238E27FC236}">
                <a16:creationId xmlns:a16="http://schemas.microsoft.com/office/drawing/2014/main" id="{65F3C24A-20B8-AAC8-D683-9F9A98C086FD}"/>
              </a:ext>
            </a:extLst>
          </p:cNvPr>
          <p:cNvSpPr txBox="1"/>
          <p:nvPr/>
        </p:nvSpPr>
        <p:spPr>
          <a:xfrm>
            <a:off x="4715935" y="1727886"/>
            <a:ext cx="462845" cy="584775"/>
          </a:xfrm>
          <a:prstGeom prst="rect">
            <a:avLst/>
          </a:prstGeom>
          <a:noFill/>
        </p:spPr>
        <p:txBody>
          <a:bodyPr wrap="square" rtlCol="0">
            <a:spAutoFit/>
          </a:bodyPr>
          <a:lstStyle/>
          <a:p>
            <a:pPr algn="ctr"/>
            <a:r>
              <a:rPr lang="en-US" sz="3200" dirty="0"/>
              <a:t>6</a:t>
            </a:r>
          </a:p>
        </p:txBody>
      </p:sp>
      <p:sp>
        <p:nvSpPr>
          <p:cNvPr id="88" name="TextBox 87">
            <a:extLst>
              <a:ext uri="{FF2B5EF4-FFF2-40B4-BE49-F238E27FC236}">
                <a16:creationId xmlns:a16="http://schemas.microsoft.com/office/drawing/2014/main" id="{B0F6F3EF-DDBC-F37C-3299-B3DCEAD7F39C}"/>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89" name="TextBox 88">
            <a:extLst>
              <a:ext uri="{FF2B5EF4-FFF2-40B4-BE49-F238E27FC236}">
                <a16:creationId xmlns:a16="http://schemas.microsoft.com/office/drawing/2014/main" id="{F5F18E97-91CA-A37D-2C05-910BAF35144A}"/>
              </a:ext>
            </a:extLst>
          </p:cNvPr>
          <p:cNvSpPr txBox="1"/>
          <p:nvPr/>
        </p:nvSpPr>
        <p:spPr>
          <a:xfrm>
            <a:off x="5215469" y="2734556"/>
            <a:ext cx="462845" cy="584775"/>
          </a:xfrm>
          <a:prstGeom prst="rect">
            <a:avLst/>
          </a:prstGeom>
          <a:noFill/>
        </p:spPr>
        <p:txBody>
          <a:bodyPr wrap="square" rtlCol="0">
            <a:spAutoFit/>
          </a:bodyPr>
          <a:lstStyle/>
          <a:p>
            <a:pPr algn="ctr"/>
            <a:r>
              <a:rPr lang="en-US" sz="3200" dirty="0"/>
              <a:t>7</a:t>
            </a:r>
          </a:p>
        </p:txBody>
      </p:sp>
      <p:sp>
        <p:nvSpPr>
          <p:cNvPr id="90" name="TextBox 89">
            <a:extLst>
              <a:ext uri="{FF2B5EF4-FFF2-40B4-BE49-F238E27FC236}">
                <a16:creationId xmlns:a16="http://schemas.microsoft.com/office/drawing/2014/main" id="{3C280970-E894-17BC-D70D-35DE27943B6C}"/>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91" name="TextBox 90">
            <a:extLst>
              <a:ext uri="{FF2B5EF4-FFF2-40B4-BE49-F238E27FC236}">
                <a16:creationId xmlns:a16="http://schemas.microsoft.com/office/drawing/2014/main" id="{7B7D70CD-BDC9-7C1A-C641-DD6154D68C69}"/>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92" name="TextBox 91">
            <a:extLst>
              <a:ext uri="{FF2B5EF4-FFF2-40B4-BE49-F238E27FC236}">
                <a16:creationId xmlns:a16="http://schemas.microsoft.com/office/drawing/2014/main" id="{A587EF7D-A7A8-D78D-A435-E6E9F951B5F8}"/>
              </a:ext>
            </a:extLst>
          </p:cNvPr>
          <p:cNvSpPr txBox="1"/>
          <p:nvPr/>
        </p:nvSpPr>
        <p:spPr>
          <a:xfrm>
            <a:off x="7213604" y="3741226"/>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F70BB068-20BA-9BF4-93D6-22519E1C35E4}"/>
              </a:ext>
            </a:extLst>
          </p:cNvPr>
          <p:cNvSpPr txBox="1"/>
          <p:nvPr/>
        </p:nvSpPr>
        <p:spPr>
          <a:xfrm>
            <a:off x="5215469" y="3741226"/>
            <a:ext cx="462845" cy="584775"/>
          </a:xfrm>
          <a:prstGeom prst="rect">
            <a:avLst/>
          </a:prstGeom>
          <a:noFill/>
        </p:spPr>
        <p:txBody>
          <a:bodyPr wrap="square" rtlCol="0">
            <a:spAutoFit/>
          </a:bodyPr>
          <a:lstStyle/>
          <a:p>
            <a:pPr algn="ctr"/>
            <a:r>
              <a:rPr lang="en-US" sz="3200" dirty="0"/>
              <a:t>9</a:t>
            </a:r>
          </a:p>
        </p:txBody>
      </p:sp>
      <p:sp>
        <p:nvSpPr>
          <p:cNvPr id="19" name="TextBox 18">
            <a:extLst>
              <a:ext uri="{FF2B5EF4-FFF2-40B4-BE49-F238E27FC236}">
                <a16:creationId xmlns:a16="http://schemas.microsoft.com/office/drawing/2014/main" id="{2496073F-E6BD-D83B-F2BF-AD4BF3714A66}"/>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BA6B3079-9EAD-20C3-8F0D-C4CE8EE281BA}"/>
              </a:ext>
            </a:extLst>
          </p:cNvPr>
          <p:cNvSpPr txBox="1"/>
          <p:nvPr/>
        </p:nvSpPr>
        <p:spPr>
          <a:xfrm>
            <a:off x="4216401" y="4244561"/>
            <a:ext cx="462845" cy="584775"/>
          </a:xfrm>
          <a:prstGeom prst="rect">
            <a:avLst/>
          </a:prstGeom>
          <a:noFill/>
        </p:spPr>
        <p:txBody>
          <a:bodyPr wrap="square" rtlCol="0">
            <a:spAutoFit/>
          </a:bodyPr>
          <a:lstStyle/>
          <a:p>
            <a:pPr algn="ctr"/>
            <a:r>
              <a:rPr lang="en-US" sz="3200" dirty="0"/>
              <a:t>1</a:t>
            </a:r>
          </a:p>
        </p:txBody>
      </p:sp>
      <p:sp>
        <p:nvSpPr>
          <p:cNvPr id="23" name="TextBox 22">
            <a:extLst>
              <a:ext uri="{FF2B5EF4-FFF2-40B4-BE49-F238E27FC236}">
                <a16:creationId xmlns:a16="http://schemas.microsoft.com/office/drawing/2014/main" id="{4F16B65A-9DFA-0365-1F61-61FDE04E6290}"/>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36" name="TextBox 35">
            <a:extLst>
              <a:ext uri="{FF2B5EF4-FFF2-40B4-BE49-F238E27FC236}">
                <a16:creationId xmlns:a16="http://schemas.microsoft.com/office/drawing/2014/main" id="{5F2902B3-2A03-9AE9-F231-0CEFD22BB193}"/>
              </a:ext>
            </a:extLst>
          </p:cNvPr>
          <p:cNvSpPr txBox="1"/>
          <p:nvPr/>
        </p:nvSpPr>
        <p:spPr>
          <a:xfrm>
            <a:off x="3716867" y="1727886"/>
            <a:ext cx="462845" cy="584775"/>
          </a:xfrm>
          <a:prstGeom prst="rect">
            <a:avLst/>
          </a:prstGeom>
          <a:noFill/>
        </p:spPr>
        <p:txBody>
          <a:bodyPr wrap="square" rtlCol="0">
            <a:spAutoFit/>
          </a:bodyPr>
          <a:lstStyle/>
          <a:p>
            <a:pPr algn="ctr"/>
            <a:r>
              <a:rPr lang="en-US" sz="3200" dirty="0"/>
              <a:t>1</a:t>
            </a:r>
          </a:p>
        </p:txBody>
      </p:sp>
      <p:sp>
        <p:nvSpPr>
          <p:cNvPr id="44" name="TextBox 43">
            <a:extLst>
              <a:ext uri="{FF2B5EF4-FFF2-40B4-BE49-F238E27FC236}">
                <a16:creationId xmlns:a16="http://schemas.microsoft.com/office/drawing/2014/main" id="{5C5341B9-B622-E45C-4A07-4C72B8C81EE5}"/>
              </a:ext>
            </a:extLst>
          </p:cNvPr>
          <p:cNvSpPr txBox="1"/>
          <p:nvPr/>
        </p:nvSpPr>
        <p:spPr>
          <a:xfrm>
            <a:off x="3217333" y="2734556"/>
            <a:ext cx="462845" cy="584775"/>
          </a:xfrm>
          <a:prstGeom prst="rect">
            <a:avLst/>
          </a:prstGeom>
          <a:noFill/>
        </p:spPr>
        <p:txBody>
          <a:bodyPr wrap="square" rtlCol="0">
            <a:spAutoFit/>
          </a:bodyPr>
          <a:lstStyle/>
          <a:p>
            <a:pPr algn="ctr"/>
            <a:r>
              <a:rPr lang="en-US" sz="3200" dirty="0"/>
              <a:t>5</a:t>
            </a:r>
          </a:p>
        </p:txBody>
      </p:sp>
      <p:sp>
        <p:nvSpPr>
          <p:cNvPr id="66" name="TextBox 65">
            <a:extLst>
              <a:ext uri="{FF2B5EF4-FFF2-40B4-BE49-F238E27FC236}">
                <a16:creationId xmlns:a16="http://schemas.microsoft.com/office/drawing/2014/main" id="{C453C1F1-3B10-FE64-D6FC-0ABD0EA5B4C0}"/>
              </a:ext>
            </a:extLst>
          </p:cNvPr>
          <p:cNvSpPr txBox="1"/>
          <p:nvPr/>
        </p:nvSpPr>
        <p:spPr>
          <a:xfrm>
            <a:off x="3716867" y="2734556"/>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006A9F11-FFD1-0682-9B38-99D51706304B}"/>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1C6519AC-FC65-CB59-3509-4896B122BF6C}"/>
              </a:ext>
            </a:extLst>
          </p:cNvPr>
          <p:cNvSpPr txBox="1"/>
          <p:nvPr/>
        </p:nvSpPr>
        <p:spPr>
          <a:xfrm>
            <a:off x="4715935" y="4244561"/>
            <a:ext cx="462845" cy="584775"/>
          </a:xfrm>
          <a:prstGeom prst="rect">
            <a:avLst/>
          </a:prstGeom>
          <a:noFill/>
        </p:spPr>
        <p:txBody>
          <a:bodyPr wrap="square" rtlCol="0">
            <a:spAutoFit/>
          </a:bodyPr>
          <a:lstStyle/>
          <a:p>
            <a:pPr algn="ctr"/>
            <a:r>
              <a:rPr lang="en-US" sz="3200" dirty="0"/>
              <a:t>2</a:t>
            </a:r>
          </a:p>
        </p:txBody>
      </p:sp>
      <p:sp>
        <p:nvSpPr>
          <p:cNvPr id="18" name="TextBox 17">
            <a:extLst>
              <a:ext uri="{FF2B5EF4-FFF2-40B4-BE49-F238E27FC236}">
                <a16:creationId xmlns:a16="http://schemas.microsoft.com/office/drawing/2014/main" id="{C7F52CF6-5052-DD4A-0FBC-122890B9CCF0}"/>
              </a:ext>
            </a:extLst>
          </p:cNvPr>
          <p:cNvSpPr txBox="1"/>
          <p:nvPr/>
        </p:nvSpPr>
        <p:spPr>
          <a:xfrm>
            <a:off x="4715935" y="4747898"/>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7F659DE8-6C88-57F4-F0F0-D77BBA7DD8A0}"/>
              </a:ext>
            </a:extLst>
          </p:cNvPr>
          <p:cNvSpPr txBox="1"/>
          <p:nvPr/>
        </p:nvSpPr>
        <p:spPr>
          <a:xfrm>
            <a:off x="3217333" y="3237891"/>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E837B40A-8B57-9F80-59DD-B72D41CFD711}"/>
              </a:ext>
            </a:extLst>
          </p:cNvPr>
          <p:cNvSpPr txBox="1"/>
          <p:nvPr/>
        </p:nvSpPr>
        <p:spPr>
          <a:xfrm>
            <a:off x="3217333" y="4747898"/>
            <a:ext cx="462845" cy="584775"/>
          </a:xfrm>
          <a:prstGeom prst="rect">
            <a:avLst/>
          </a:prstGeom>
          <a:noFill/>
        </p:spPr>
        <p:txBody>
          <a:bodyPr wrap="square" rtlCol="0">
            <a:spAutoFit/>
          </a:bodyPr>
          <a:lstStyle/>
          <a:p>
            <a:pPr algn="ctr"/>
            <a:r>
              <a:rPr lang="en-US" sz="3200" dirty="0"/>
              <a:t>2</a:t>
            </a:r>
          </a:p>
        </p:txBody>
      </p:sp>
      <p:sp>
        <p:nvSpPr>
          <p:cNvPr id="50" name="TextBox 49">
            <a:extLst>
              <a:ext uri="{FF2B5EF4-FFF2-40B4-BE49-F238E27FC236}">
                <a16:creationId xmlns:a16="http://schemas.microsoft.com/office/drawing/2014/main" id="{1F7DE243-8407-7A95-3406-734BE8783592}"/>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9358457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48BD1-4DAA-AF47-0818-3188C707D50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E52467C-CBFE-C865-77F4-6CA1663F7DEB}"/>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EE9CD376-5958-2DCE-2954-50A29301C63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6C05BAE-9280-66B7-D4DF-75511577A14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2C5139C-ADF3-0BB6-6827-8CF5D230B45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97B8ADB-718F-1882-68CF-D17630460029}"/>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A5FC2F68-D5D1-BB4F-383E-984C37C97A53}"/>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31" name="TextBox 30">
            <a:extLst>
              <a:ext uri="{FF2B5EF4-FFF2-40B4-BE49-F238E27FC236}">
                <a16:creationId xmlns:a16="http://schemas.microsoft.com/office/drawing/2014/main" id="{C190E9E7-1A24-59FD-B0AC-753C4A338406}"/>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332A4B8A-328B-C734-7772-CD26E3EF35C2}"/>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F58EE354-3D16-6208-70C2-D119BBD18678}"/>
              </a:ext>
            </a:extLst>
          </p:cNvPr>
          <p:cNvSpPr txBox="1"/>
          <p:nvPr/>
        </p:nvSpPr>
        <p:spPr>
          <a:xfrm>
            <a:off x="6214537"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29017015-765C-F2D6-BAA5-779D508E9555}"/>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6039339A-9588-7621-C725-09B9FC08CC28}"/>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A922C307-54D7-D220-7B8A-83A091263AE2}"/>
              </a:ext>
            </a:extLst>
          </p:cNvPr>
          <p:cNvSpPr txBox="1"/>
          <p:nvPr/>
        </p:nvSpPr>
        <p:spPr>
          <a:xfrm>
            <a:off x="6714071" y="72121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294F1C5D-BD8D-C9ED-8706-4C8D7A8AD343}"/>
              </a:ext>
            </a:extLst>
          </p:cNvPr>
          <p:cNvSpPr txBox="1"/>
          <p:nvPr/>
        </p:nvSpPr>
        <p:spPr>
          <a:xfrm>
            <a:off x="7213604" y="72121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9BE5FA41-E358-A765-959E-C7263028AFE7}"/>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A018C088-7CA9-F9D3-D860-101208D681F2}"/>
              </a:ext>
            </a:extLst>
          </p:cNvPr>
          <p:cNvSpPr txBox="1"/>
          <p:nvPr/>
        </p:nvSpPr>
        <p:spPr>
          <a:xfrm>
            <a:off x="6214537" y="3237891"/>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5BE449ED-8A23-05FA-3517-2D639A4D75BA}"/>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5817B652-E2AC-A284-4289-2C050610AB59}"/>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5" name="TextBox 34">
            <a:extLst>
              <a:ext uri="{FF2B5EF4-FFF2-40B4-BE49-F238E27FC236}">
                <a16:creationId xmlns:a16="http://schemas.microsoft.com/office/drawing/2014/main" id="{3E867C3E-EB6F-683D-FDB1-FC23EBC54545}"/>
              </a:ext>
            </a:extLst>
          </p:cNvPr>
          <p:cNvSpPr txBox="1"/>
          <p:nvPr/>
        </p:nvSpPr>
        <p:spPr>
          <a:xfrm>
            <a:off x="7213604" y="3237891"/>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DA96D7D3-A1F7-E9C8-DAFC-B9A0716C7840}"/>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4317AE0A-4322-A80B-916F-528C6DA8ADE1}"/>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9" name="TextBox 38">
            <a:extLst>
              <a:ext uri="{FF2B5EF4-FFF2-40B4-BE49-F238E27FC236}">
                <a16:creationId xmlns:a16="http://schemas.microsoft.com/office/drawing/2014/main" id="{AE6BC759-A0BB-0CCA-3DEA-121BED646EA1}"/>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10E6BC53-C102-90C7-3C43-1DBC0601031B}"/>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41" name="TextBox 40">
            <a:extLst>
              <a:ext uri="{FF2B5EF4-FFF2-40B4-BE49-F238E27FC236}">
                <a16:creationId xmlns:a16="http://schemas.microsoft.com/office/drawing/2014/main" id="{295621C1-A6C8-85D5-01B2-B51F250FB6E6}"/>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7F6CCBF5-2F86-0312-A138-6E119CC95F12}"/>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43" name="TextBox 42">
            <a:extLst>
              <a:ext uri="{FF2B5EF4-FFF2-40B4-BE49-F238E27FC236}">
                <a16:creationId xmlns:a16="http://schemas.microsoft.com/office/drawing/2014/main" id="{5154634E-740C-F1C2-9404-923A7E40603D}"/>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52" name="TextBox 51">
            <a:extLst>
              <a:ext uri="{FF2B5EF4-FFF2-40B4-BE49-F238E27FC236}">
                <a16:creationId xmlns:a16="http://schemas.microsoft.com/office/drawing/2014/main" id="{2E02AD9E-8DD9-6F6B-6219-F4B774B82586}"/>
              </a:ext>
            </a:extLst>
          </p:cNvPr>
          <p:cNvSpPr txBox="1"/>
          <p:nvPr/>
        </p:nvSpPr>
        <p:spPr>
          <a:xfrm>
            <a:off x="4216401" y="2231221"/>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B6A49F60-E8DE-CE9B-14AE-B88A7DAB6872}"/>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A4F350B3-95A1-D70C-BCE2-870B4B1B66A7}"/>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57" name="TextBox 56">
            <a:extLst>
              <a:ext uri="{FF2B5EF4-FFF2-40B4-BE49-F238E27FC236}">
                <a16:creationId xmlns:a16="http://schemas.microsoft.com/office/drawing/2014/main" id="{BBEBA9DC-0EA1-58BC-92BB-CA0F82F895C5}"/>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14" name="TextBox 13">
            <a:extLst>
              <a:ext uri="{FF2B5EF4-FFF2-40B4-BE49-F238E27FC236}">
                <a16:creationId xmlns:a16="http://schemas.microsoft.com/office/drawing/2014/main" id="{F85AA11C-24A1-7CAC-2A4D-828DB0712176}"/>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28" name="TextBox 27">
            <a:extLst>
              <a:ext uri="{FF2B5EF4-FFF2-40B4-BE49-F238E27FC236}">
                <a16:creationId xmlns:a16="http://schemas.microsoft.com/office/drawing/2014/main" id="{A75B8629-8A2E-A217-C2E8-2902B69EC5A5}"/>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F6A859DC-364E-0031-950C-33148F86AEBF}"/>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CEC4498C-D12D-4019-548C-6420482ED999}"/>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61" name="TextBox 60">
            <a:extLst>
              <a:ext uri="{FF2B5EF4-FFF2-40B4-BE49-F238E27FC236}">
                <a16:creationId xmlns:a16="http://schemas.microsoft.com/office/drawing/2014/main" id="{F9EC1A0B-C894-0966-BE16-30035B583346}"/>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62" name="TextBox 61">
            <a:extLst>
              <a:ext uri="{FF2B5EF4-FFF2-40B4-BE49-F238E27FC236}">
                <a16:creationId xmlns:a16="http://schemas.microsoft.com/office/drawing/2014/main" id="{8BB6E0DD-E6FF-8087-E9BF-51C54758BFE2}"/>
              </a:ext>
            </a:extLst>
          </p:cNvPr>
          <p:cNvSpPr txBox="1"/>
          <p:nvPr/>
        </p:nvSpPr>
        <p:spPr>
          <a:xfrm>
            <a:off x="5215469" y="3237891"/>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771EE314-558C-F551-C458-34ADE9314DE2}"/>
              </a:ext>
            </a:extLst>
          </p:cNvPr>
          <p:cNvSpPr txBox="1"/>
          <p:nvPr/>
        </p:nvSpPr>
        <p:spPr>
          <a:xfrm>
            <a:off x="5650090" y="4408541"/>
            <a:ext cx="570089" cy="230832"/>
          </a:xfrm>
          <a:prstGeom prst="rect">
            <a:avLst/>
          </a:prstGeom>
          <a:solidFill>
            <a:schemeClr val="accent4">
              <a:lumMod val="20000"/>
              <a:lumOff val="80000"/>
            </a:schemeClr>
          </a:solidFill>
        </p:spPr>
        <p:txBody>
          <a:bodyPr wrap="square" rtlCol="0">
            <a:spAutoFit/>
          </a:bodyPr>
          <a:lstStyle/>
          <a:p>
            <a:pPr algn="ctr"/>
            <a:r>
              <a:rPr lang="en-US" sz="900" dirty="0"/>
              <a:t>78</a:t>
            </a:r>
          </a:p>
        </p:txBody>
      </p:sp>
      <p:sp>
        <p:nvSpPr>
          <p:cNvPr id="75" name="TextBox 74">
            <a:extLst>
              <a:ext uri="{FF2B5EF4-FFF2-40B4-BE49-F238E27FC236}">
                <a16:creationId xmlns:a16="http://schemas.microsoft.com/office/drawing/2014/main" id="{1571566B-DE1D-B7EC-F1C8-7B2062573E3A}"/>
              </a:ext>
            </a:extLst>
          </p:cNvPr>
          <p:cNvSpPr txBox="1"/>
          <p:nvPr/>
        </p:nvSpPr>
        <p:spPr>
          <a:xfrm>
            <a:off x="6654802" y="4408541"/>
            <a:ext cx="570089" cy="230832"/>
          </a:xfrm>
          <a:prstGeom prst="rect">
            <a:avLst/>
          </a:prstGeom>
          <a:solidFill>
            <a:schemeClr val="accent4">
              <a:lumMod val="20000"/>
              <a:lumOff val="80000"/>
            </a:schemeClr>
          </a:solidFill>
        </p:spPr>
        <p:txBody>
          <a:bodyPr wrap="square" rtlCol="0">
            <a:spAutoFit/>
          </a:bodyPr>
          <a:lstStyle/>
          <a:p>
            <a:pPr algn="ctr"/>
            <a:r>
              <a:rPr lang="en-US" sz="900" dirty="0"/>
              <a:t>47</a:t>
            </a:r>
          </a:p>
        </p:txBody>
      </p:sp>
      <p:sp>
        <p:nvSpPr>
          <p:cNvPr id="76" name="TextBox 75">
            <a:extLst>
              <a:ext uri="{FF2B5EF4-FFF2-40B4-BE49-F238E27FC236}">
                <a16:creationId xmlns:a16="http://schemas.microsoft.com/office/drawing/2014/main" id="{824751DA-5B53-C48B-7384-E20967CC2C28}"/>
              </a:ext>
            </a:extLst>
          </p:cNvPr>
          <p:cNvSpPr txBox="1"/>
          <p:nvPr/>
        </p:nvSpPr>
        <p:spPr>
          <a:xfrm>
            <a:off x="7157158" y="4408541"/>
            <a:ext cx="570089" cy="230832"/>
          </a:xfrm>
          <a:prstGeom prst="rect">
            <a:avLst/>
          </a:prstGeom>
          <a:solidFill>
            <a:schemeClr val="accent4">
              <a:lumMod val="20000"/>
              <a:lumOff val="80000"/>
            </a:schemeClr>
          </a:solidFill>
        </p:spPr>
        <p:txBody>
          <a:bodyPr wrap="square" rtlCol="0">
            <a:spAutoFit/>
          </a:bodyPr>
          <a:lstStyle/>
          <a:p>
            <a:pPr algn="ctr"/>
            <a:r>
              <a:rPr lang="en-US" sz="900" dirty="0"/>
              <a:t>89</a:t>
            </a:r>
          </a:p>
        </p:txBody>
      </p:sp>
      <p:sp>
        <p:nvSpPr>
          <p:cNvPr id="79" name="TextBox 78">
            <a:extLst>
              <a:ext uri="{FF2B5EF4-FFF2-40B4-BE49-F238E27FC236}">
                <a16:creationId xmlns:a16="http://schemas.microsoft.com/office/drawing/2014/main" id="{5471085C-A5C2-9751-7DD7-18D380DC6BD7}"/>
              </a:ext>
            </a:extLst>
          </p:cNvPr>
          <p:cNvSpPr txBox="1"/>
          <p:nvPr/>
        </p:nvSpPr>
        <p:spPr>
          <a:xfrm>
            <a:off x="5650090" y="4909484"/>
            <a:ext cx="570089" cy="230832"/>
          </a:xfrm>
          <a:prstGeom prst="rect">
            <a:avLst/>
          </a:prstGeom>
          <a:solidFill>
            <a:schemeClr val="accent4">
              <a:lumMod val="20000"/>
              <a:lumOff val="80000"/>
            </a:schemeClr>
          </a:solidFill>
        </p:spPr>
        <p:txBody>
          <a:bodyPr wrap="square" rtlCol="0">
            <a:spAutoFit/>
          </a:bodyPr>
          <a:lstStyle/>
          <a:p>
            <a:pPr algn="ctr"/>
            <a:r>
              <a:rPr lang="en-US" sz="900" dirty="0"/>
              <a:t>87</a:t>
            </a:r>
          </a:p>
        </p:txBody>
      </p:sp>
      <p:sp>
        <p:nvSpPr>
          <p:cNvPr id="80" name="TextBox 79">
            <a:extLst>
              <a:ext uri="{FF2B5EF4-FFF2-40B4-BE49-F238E27FC236}">
                <a16:creationId xmlns:a16="http://schemas.microsoft.com/office/drawing/2014/main" id="{449FD646-2E32-E5CA-AB5F-7E4D2E285F49}"/>
              </a:ext>
            </a:extLst>
          </p:cNvPr>
          <p:cNvSpPr txBox="1"/>
          <p:nvPr/>
        </p:nvSpPr>
        <p:spPr>
          <a:xfrm>
            <a:off x="6654802" y="4909484"/>
            <a:ext cx="570089" cy="230832"/>
          </a:xfrm>
          <a:prstGeom prst="rect">
            <a:avLst/>
          </a:prstGeom>
          <a:solidFill>
            <a:schemeClr val="accent4">
              <a:lumMod val="20000"/>
              <a:lumOff val="80000"/>
            </a:schemeClr>
          </a:solidFill>
        </p:spPr>
        <p:txBody>
          <a:bodyPr wrap="square" rtlCol="0">
            <a:spAutoFit/>
          </a:bodyPr>
          <a:lstStyle/>
          <a:p>
            <a:pPr algn="ctr"/>
            <a:r>
              <a:rPr lang="en-US" sz="900" dirty="0"/>
              <a:t>74</a:t>
            </a:r>
          </a:p>
        </p:txBody>
      </p:sp>
      <p:sp>
        <p:nvSpPr>
          <p:cNvPr id="81" name="TextBox 80">
            <a:extLst>
              <a:ext uri="{FF2B5EF4-FFF2-40B4-BE49-F238E27FC236}">
                <a16:creationId xmlns:a16="http://schemas.microsoft.com/office/drawing/2014/main" id="{81A4D7AF-EC9D-91EC-B94F-F5DDA0952498}"/>
              </a:ext>
            </a:extLst>
          </p:cNvPr>
          <p:cNvSpPr txBox="1"/>
          <p:nvPr/>
        </p:nvSpPr>
        <p:spPr>
          <a:xfrm>
            <a:off x="7157158" y="4909484"/>
            <a:ext cx="570089" cy="230832"/>
          </a:xfrm>
          <a:prstGeom prst="rect">
            <a:avLst/>
          </a:prstGeom>
          <a:solidFill>
            <a:schemeClr val="accent4">
              <a:lumMod val="20000"/>
              <a:lumOff val="80000"/>
            </a:schemeClr>
          </a:solidFill>
        </p:spPr>
        <p:txBody>
          <a:bodyPr wrap="square" rtlCol="0">
            <a:spAutoFit/>
          </a:bodyPr>
          <a:lstStyle/>
          <a:p>
            <a:pPr algn="ctr"/>
            <a:r>
              <a:rPr lang="en-US" sz="900" dirty="0"/>
              <a:t>98</a:t>
            </a:r>
          </a:p>
        </p:txBody>
      </p:sp>
      <p:sp>
        <p:nvSpPr>
          <p:cNvPr id="82" name="TextBox 81">
            <a:extLst>
              <a:ext uri="{FF2B5EF4-FFF2-40B4-BE49-F238E27FC236}">
                <a16:creationId xmlns:a16="http://schemas.microsoft.com/office/drawing/2014/main" id="{2AA0CC19-9103-96F1-C16F-14B350ABDD63}"/>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83" name="TextBox 82">
            <a:extLst>
              <a:ext uri="{FF2B5EF4-FFF2-40B4-BE49-F238E27FC236}">
                <a16:creationId xmlns:a16="http://schemas.microsoft.com/office/drawing/2014/main" id="{BF6E68FC-604F-39AC-03E0-2B2BE4FEF8EF}"/>
              </a:ext>
            </a:extLst>
          </p:cNvPr>
          <p:cNvSpPr txBox="1"/>
          <p:nvPr/>
        </p:nvSpPr>
        <p:spPr>
          <a:xfrm>
            <a:off x="6714071" y="3741226"/>
            <a:ext cx="462845" cy="584775"/>
          </a:xfrm>
          <a:prstGeom prst="rect">
            <a:avLst/>
          </a:prstGeom>
          <a:noFill/>
        </p:spPr>
        <p:txBody>
          <a:bodyPr wrap="square" rtlCol="0">
            <a:spAutoFit/>
          </a:bodyPr>
          <a:lstStyle/>
          <a:p>
            <a:pPr algn="ctr"/>
            <a:r>
              <a:rPr lang="en-US" sz="3200" dirty="0"/>
              <a:t>1</a:t>
            </a:r>
          </a:p>
        </p:txBody>
      </p:sp>
      <p:sp>
        <p:nvSpPr>
          <p:cNvPr id="69" name="TextBox 68">
            <a:extLst>
              <a:ext uri="{FF2B5EF4-FFF2-40B4-BE49-F238E27FC236}">
                <a16:creationId xmlns:a16="http://schemas.microsoft.com/office/drawing/2014/main" id="{00A88A03-DA8E-6369-B209-7DD5F9B47853}"/>
              </a:ext>
            </a:extLst>
          </p:cNvPr>
          <p:cNvSpPr txBox="1"/>
          <p:nvPr/>
        </p:nvSpPr>
        <p:spPr>
          <a:xfrm>
            <a:off x="6214537" y="2734556"/>
            <a:ext cx="462845" cy="584775"/>
          </a:xfrm>
          <a:prstGeom prst="rect">
            <a:avLst/>
          </a:prstGeom>
          <a:noFill/>
        </p:spPr>
        <p:txBody>
          <a:bodyPr wrap="square" rtlCol="0">
            <a:spAutoFit/>
          </a:bodyPr>
          <a:lstStyle/>
          <a:p>
            <a:pPr algn="ctr"/>
            <a:r>
              <a:rPr lang="en-US" sz="3200" dirty="0"/>
              <a:t>1</a:t>
            </a:r>
          </a:p>
        </p:txBody>
      </p:sp>
      <p:sp>
        <p:nvSpPr>
          <p:cNvPr id="70" name="TextBox 69">
            <a:extLst>
              <a:ext uri="{FF2B5EF4-FFF2-40B4-BE49-F238E27FC236}">
                <a16:creationId xmlns:a16="http://schemas.microsoft.com/office/drawing/2014/main" id="{C0DDC209-E19A-9FA4-A6DC-0AB765B09DB9}"/>
              </a:ext>
            </a:extLst>
          </p:cNvPr>
          <p:cNvSpPr txBox="1"/>
          <p:nvPr/>
        </p:nvSpPr>
        <p:spPr>
          <a:xfrm>
            <a:off x="6714071" y="2734556"/>
            <a:ext cx="462845" cy="584775"/>
          </a:xfrm>
          <a:prstGeom prst="rect">
            <a:avLst/>
          </a:prstGeom>
          <a:noFill/>
        </p:spPr>
        <p:txBody>
          <a:bodyPr wrap="square" rtlCol="0">
            <a:spAutoFit/>
          </a:bodyPr>
          <a:lstStyle/>
          <a:p>
            <a:pPr algn="ctr"/>
            <a:r>
              <a:rPr lang="en-US" sz="3200" dirty="0"/>
              <a:t>6</a:t>
            </a:r>
          </a:p>
        </p:txBody>
      </p:sp>
      <p:sp>
        <p:nvSpPr>
          <p:cNvPr id="29" name="TextBox 28">
            <a:extLst>
              <a:ext uri="{FF2B5EF4-FFF2-40B4-BE49-F238E27FC236}">
                <a16:creationId xmlns:a16="http://schemas.microsoft.com/office/drawing/2014/main" id="{5FF28E2A-433E-25DD-7C56-21B36C510087}"/>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BADB43F1-51D3-4443-D6C3-593380344E0F}"/>
              </a:ext>
            </a:extLst>
          </p:cNvPr>
          <p:cNvSpPr txBox="1"/>
          <p:nvPr/>
        </p:nvSpPr>
        <p:spPr>
          <a:xfrm>
            <a:off x="4216401" y="3741226"/>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AF6296B1-486A-BACC-588B-404955F05356}"/>
              </a:ext>
            </a:extLst>
          </p:cNvPr>
          <p:cNvSpPr txBox="1"/>
          <p:nvPr/>
        </p:nvSpPr>
        <p:spPr>
          <a:xfrm>
            <a:off x="6714071" y="1224551"/>
            <a:ext cx="462845" cy="584775"/>
          </a:xfrm>
          <a:prstGeom prst="rect">
            <a:avLst/>
          </a:prstGeom>
          <a:noFill/>
        </p:spPr>
        <p:txBody>
          <a:bodyPr wrap="square" rtlCol="0">
            <a:spAutoFit/>
          </a:bodyPr>
          <a:lstStyle/>
          <a:p>
            <a:pPr algn="ctr"/>
            <a:r>
              <a:rPr lang="en-US" sz="3200" dirty="0"/>
              <a:t>5</a:t>
            </a:r>
          </a:p>
        </p:txBody>
      </p:sp>
      <p:sp>
        <p:nvSpPr>
          <p:cNvPr id="49" name="TextBox 48">
            <a:extLst>
              <a:ext uri="{FF2B5EF4-FFF2-40B4-BE49-F238E27FC236}">
                <a16:creationId xmlns:a16="http://schemas.microsoft.com/office/drawing/2014/main" id="{6D811A21-C7F5-8834-8DEF-0B3F980CB40B}"/>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84" name="TextBox 83">
            <a:extLst>
              <a:ext uri="{FF2B5EF4-FFF2-40B4-BE49-F238E27FC236}">
                <a16:creationId xmlns:a16="http://schemas.microsoft.com/office/drawing/2014/main" id="{C1C687FD-897D-D021-BF38-C63835658801}"/>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85" name="TextBox 84">
            <a:extLst>
              <a:ext uri="{FF2B5EF4-FFF2-40B4-BE49-F238E27FC236}">
                <a16:creationId xmlns:a16="http://schemas.microsoft.com/office/drawing/2014/main" id="{FEF10271-CBBC-DC4B-994B-59F842B1C57C}"/>
              </a:ext>
            </a:extLst>
          </p:cNvPr>
          <p:cNvSpPr txBox="1"/>
          <p:nvPr/>
        </p:nvSpPr>
        <p:spPr>
          <a:xfrm>
            <a:off x="5215469" y="1224551"/>
            <a:ext cx="462845" cy="584775"/>
          </a:xfrm>
          <a:prstGeom prst="rect">
            <a:avLst/>
          </a:prstGeom>
          <a:noFill/>
        </p:spPr>
        <p:txBody>
          <a:bodyPr wrap="square" rtlCol="0">
            <a:spAutoFit/>
          </a:bodyPr>
          <a:lstStyle/>
          <a:p>
            <a:pPr algn="ctr"/>
            <a:r>
              <a:rPr lang="en-US" sz="3200" dirty="0"/>
              <a:t>4</a:t>
            </a:r>
          </a:p>
        </p:txBody>
      </p:sp>
      <p:sp>
        <p:nvSpPr>
          <p:cNvPr id="86" name="TextBox 85">
            <a:extLst>
              <a:ext uri="{FF2B5EF4-FFF2-40B4-BE49-F238E27FC236}">
                <a16:creationId xmlns:a16="http://schemas.microsoft.com/office/drawing/2014/main" id="{CA894ECF-A8C8-CB47-F77D-5AA875DD4405}"/>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87" name="TextBox 86">
            <a:extLst>
              <a:ext uri="{FF2B5EF4-FFF2-40B4-BE49-F238E27FC236}">
                <a16:creationId xmlns:a16="http://schemas.microsoft.com/office/drawing/2014/main" id="{9399241D-EBC0-C549-0B1A-F04CF92791F1}"/>
              </a:ext>
            </a:extLst>
          </p:cNvPr>
          <p:cNvSpPr txBox="1"/>
          <p:nvPr/>
        </p:nvSpPr>
        <p:spPr>
          <a:xfrm>
            <a:off x="4715935" y="1727886"/>
            <a:ext cx="462845" cy="584775"/>
          </a:xfrm>
          <a:prstGeom prst="rect">
            <a:avLst/>
          </a:prstGeom>
          <a:noFill/>
        </p:spPr>
        <p:txBody>
          <a:bodyPr wrap="square" rtlCol="0">
            <a:spAutoFit/>
          </a:bodyPr>
          <a:lstStyle/>
          <a:p>
            <a:pPr algn="ctr"/>
            <a:r>
              <a:rPr lang="en-US" sz="3200" dirty="0"/>
              <a:t>6</a:t>
            </a:r>
          </a:p>
        </p:txBody>
      </p:sp>
      <p:sp>
        <p:nvSpPr>
          <p:cNvPr id="88" name="TextBox 87">
            <a:extLst>
              <a:ext uri="{FF2B5EF4-FFF2-40B4-BE49-F238E27FC236}">
                <a16:creationId xmlns:a16="http://schemas.microsoft.com/office/drawing/2014/main" id="{D9EDF332-A425-2939-C4B1-89EE4BC2A8F9}"/>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89" name="TextBox 88">
            <a:extLst>
              <a:ext uri="{FF2B5EF4-FFF2-40B4-BE49-F238E27FC236}">
                <a16:creationId xmlns:a16="http://schemas.microsoft.com/office/drawing/2014/main" id="{A61298DA-5304-B508-FDB7-AA4C1ADB752F}"/>
              </a:ext>
            </a:extLst>
          </p:cNvPr>
          <p:cNvSpPr txBox="1"/>
          <p:nvPr/>
        </p:nvSpPr>
        <p:spPr>
          <a:xfrm>
            <a:off x="5215469" y="2734556"/>
            <a:ext cx="462845" cy="584775"/>
          </a:xfrm>
          <a:prstGeom prst="rect">
            <a:avLst/>
          </a:prstGeom>
          <a:noFill/>
        </p:spPr>
        <p:txBody>
          <a:bodyPr wrap="square" rtlCol="0">
            <a:spAutoFit/>
          </a:bodyPr>
          <a:lstStyle/>
          <a:p>
            <a:pPr algn="ctr"/>
            <a:r>
              <a:rPr lang="en-US" sz="3200" dirty="0"/>
              <a:t>7</a:t>
            </a:r>
          </a:p>
        </p:txBody>
      </p:sp>
      <p:sp>
        <p:nvSpPr>
          <p:cNvPr id="90" name="TextBox 89">
            <a:extLst>
              <a:ext uri="{FF2B5EF4-FFF2-40B4-BE49-F238E27FC236}">
                <a16:creationId xmlns:a16="http://schemas.microsoft.com/office/drawing/2014/main" id="{A3B878BB-5BFF-2FB0-44D3-B62EB4D2A69E}"/>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91" name="TextBox 90">
            <a:extLst>
              <a:ext uri="{FF2B5EF4-FFF2-40B4-BE49-F238E27FC236}">
                <a16:creationId xmlns:a16="http://schemas.microsoft.com/office/drawing/2014/main" id="{CD1BABE7-6EB2-3DF0-FF5D-2D1F4D8C6E37}"/>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92" name="TextBox 91">
            <a:extLst>
              <a:ext uri="{FF2B5EF4-FFF2-40B4-BE49-F238E27FC236}">
                <a16:creationId xmlns:a16="http://schemas.microsoft.com/office/drawing/2014/main" id="{F3240DB2-0AF2-7C63-1CFF-18F2DA12028C}"/>
              </a:ext>
            </a:extLst>
          </p:cNvPr>
          <p:cNvSpPr txBox="1"/>
          <p:nvPr/>
        </p:nvSpPr>
        <p:spPr>
          <a:xfrm>
            <a:off x="7213604" y="3741226"/>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5CD2226E-9B23-A66C-A3B4-AA26BE388319}"/>
              </a:ext>
            </a:extLst>
          </p:cNvPr>
          <p:cNvSpPr txBox="1"/>
          <p:nvPr/>
        </p:nvSpPr>
        <p:spPr>
          <a:xfrm>
            <a:off x="5215469" y="3741226"/>
            <a:ext cx="462845" cy="584775"/>
          </a:xfrm>
          <a:prstGeom prst="rect">
            <a:avLst/>
          </a:prstGeom>
          <a:noFill/>
        </p:spPr>
        <p:txBody>
          <a:bodyPr wrap="square" rtlCol="0">
            <a:spAutoFit/>
          </a:bodyPr>
          <a:lstStyle/>
          <a:p>
            <a:pPr algn="ctr"/>
            <a:r>
              <a:rPr lang="en-US" sz="3200" dirty="0"/>
              <a:t>9</a:t>
            </a:r>
          </a:p>
        </p:txBody>
      </p:sp>
      <p:sp>
        <p:nvSpPr>
          <p:cNvPr id="19" name="TextBox 18">
            <a:extLst>
              <a:ext uri="{FF2B5EF4-FFF2-40B4-BE49-F238E27FC236}">
                <a16:creationId xmlns:a16="http://schemas.microsoft.com/office/drawing/2014/main" id="{963E2648-6436-0D4B-3029-C935796D8332}"/>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44BC2369-7466-6A27-5F23-6E4C38382043}"/>
              </a:ext>
            </a:extLst>
          </p:cNvPr>
          <p:cNvSpPr txBox="1"/>
          <p:nvPr/>
        </p:nvSpPr>
        <p:spPr>
          <a:xfrm>
            <a:off x="4216401" y="4244561"/>
            <a:ext cx="462845" cy="584775"/>
          </a:xfrm>
          <a:prstGeom prst="rect">
            <a:avLst/>
          </a:prstGeom>
          <a:noFill/>
        </p:spPr>
        <p:txBody>
          <a:bodyPr wrap="square" rtlCol="0">
            <a:spAutoFit/>
          </a:bodyPr>
          <a:lstStyle/>
          <a:p>
            <a:pPr algn="ctr"/>
            <a:r>
              <a:rPr lang="en-US" sz="3200" dirty="0"/>
              <a:t>1</a:t>
            </a:r>
          </a:p>
        </p:txBody>
      </p:sp>
      <p:sp>
        <p:nvSpPr>
          <p:cNvPr id="23" name="TextBox 22">
            <a:extLst>
              <a:ext uri="{FF2B5EF4-FFF2-40B4-BE49-F238E27FC236}">
                <a16:creationId xmlns:a16="http://schemas.microsoft.com/office/drawing/2014/main" id="{C34E26F2-E2CE-EFF2-CACF-33D1227FAADF}"/>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36" name="TextBox 35">
            <a:extLst>
              <a:ext uri="{FF2B5EF4-FFF2-40B4-BE49-F238E27FC236}">
                <a16:creationId xmlns:a16="http://schemas.microsoft.com/office/drawing/2014/main" id="{A8AB9C97-B3E1-5887-476E-B54A120CF977}"/>
              </a:ext>
            </a:extLst>
          </p:cNvPr>
          <p:cNvSpPr txBox="1"/>
          <p:nvPr/>
        </p:nvSpPr>
        <p:spPr>
          <a:xfrm>
            <a:off x="3716867" y="1727886"/>
            <a:ext cx="462845" cy="584775"/>
          </a:xfrm>
          <a:prstGeom prst="rect">
            <a:avLst/>
          </a:prstGeom>
          <a:noFill/>
        </p:spPr>
        <p:txBody>
          <a:bodyPr wrap="square" rtlCol="0">
            <a:spAutoFit/>
          </a:bodyPr>
          <a:lstStyle/>
          <a:p>
            <a:pPr algn="ctr"/>
            <a:r>
              <a:rPr lang="en-US" sz="3200" dirty="0"/>
              <a:t>1</a:t>
            </a:r>
          </a:p>
        </p:txBody>
      </p:sp>
      <p:sp>
        <p:nvSpPr>
          <p:cNvPr id="44" name="TextBox 43">
            <a:extLst>
              <a:ext uri="{FF2B5EF4-FFF2-40B4-BE49-F238E27FC236}">
                <a16:creationId xmlns:a16="http://schemas.microsoft.com/office/drawing/2014/main" id="{49920C8B-78AD-7747-DDD1-0B701CAD5096}"/>
              </a:ext>
            </a:extLst>
          </p:cNvPr>
          <p:cNvSpPr txBox="1"/>
          <p:nvPr/>
        </p:nvSpPr>
        <p:spPr>
          <a:xfrm>
            <a:off x="3217333" y="2734556"/>
            <a:ext cx="462845" cy="584775"/>
          </a:xfrm>
          <a:prstGeom prst="rect">
            <a:avLst/>
          </a:prstGeom>
          <a:noFill/>
        </p:spPr>
        <p:txBody>
          <a:bodyPr wrap="square" rtlCol="0">
            <a:spAutoFit/>
          </a:bodyPr>
          <a:lstStyle/>
          <a:p>
            <a:pPr algn="ctr"/>
            <a:r>
              <a:rPr lang="en-US" sz="3200" dirty="0"/>
              <a:t>5</a:t>
            </a:r>
          </a:p>
        </p:txBody>
      </p:sp>
      <p:sp>
        <p:nvSpPr>
          <p:cNvPr id="66" name="TextBox 65">
            <a:extLst>
              <a:ext uri="{FF2B5EF4-FFF2-40B4-BE49-F238E27FC236}">
                <a16:creationId xmlns:a16="http://schemas.microsoft.com/office/drawing/2014/main" id="{7BD7A5B9-B3C3-7F88-9898-5A46D3911657}"/>
              </a:ext>
            </a:extLst>
          </p:cNvPr>
          <p:cNvSpPr txBox="1"/>
          <p:nvPr/>
        </p:nvSpPr>
        <p:spPr>
          <a:xfrm>
            <a:off x="3716867" y="2734556"/>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4626491A-8782-9F17-2AE1-5C098A338604}"/>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95F3AFF6-67B1-C532-19DB-CB64B790CBEE}"/>
              </a:ext>
            </a:extLst>
          </p:cNvPr>
          <p:cNvSpPr txBox="1"/>
          <p:nvPr/>
        </p:nvSpPr>
        <p:spPr>
          <a:xfrm>
            <a:off x="4715935" y="4244561"/>
            <a:ext cx="462845" cy="584775"/>
          </a:xfrm>
          <a:prstGeom prst="rect">
            <a:avLst/>
          </a:prstGeom>
          <a:noFill/>
        </p:spPr>
        <p:txBody>
          <a:bodyPr wrap="square" rtlCol="0">
            <a:spAutoFit/>
          </a:bodyPr>
          <a:lstStyle/>
          <a:p>
            <a:pPr algn="ctr"/>
            <a:r>
              <a:rPr lang="en-US" sz="3200" dirty="0"/>
              <a:t>2</a:t>
            </a:r>
          </a:p>
        </p:txBody>
      </p:sp>
      <p:sp>
        <p:nvSpPr>
          <p:cNvPr id="18" name="TextBox 17">
            <a:extLst>
              <a:ext uri="{FF2B5EF4-FFF2-40B4-BE49-F238E27FC236}">
                <a16:creationId xmlns:a16="http://schemas.microsoft.com/office/drawing/2014/main" id="{A4743939-DBF1-1C4E-C3E6-86A7AC84247D}"/>
              </a:ext>
            </a:extLst>
          </p:cNvPr>
          <p:cNvSpPr txBox="1"/>
          <p:nvPr/>
        </p:nvSpPr>
        <p:spPr>
          <a:xfrm>
            <a:off x="4715935" y="4747898"/>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800F45E3-EB59-2479-8BC4-031483B4225E}"/>
              </a:ext>
            </a:extLst>
          </p:cNvPr>
          <p:cNvSpPr txBox="1"/>
          <p:nvPr/>
        </p:nvSpPr>
        <p:spPr>
          <a:xfrm>
            <a:off x="3217333" y="3237891"/>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3CF5D016-874E-5533-9510-F1B5039E48F2}"/>
              </a:ext>
            </a:extLst>
          </p:cNvPr>
          <p:cNvSpPr txBox="1"/>
          <p:nvPr/>
        </p:nvSpPr>
        <p:spPr>
          <a:xfrm>
            <a:off x="3217333" y="4747898"/>
            <a:ext cx="462845" cy="584775"/>
          </a:xfrm>
          <a:prstGeom prst="rect">
            <a:avLst/>
          </a:prstGeom>
          <a:noFill/>
        </p:spPr>
        <p:txBody>
          <a:bodyPr wrap="square" rtlCol="0">
            <a:spAutoFit/>
          </a:bodyPr>
          <a:lstStyle/>
          <a:p>
            <a:pPr algn="ctr"/>
            <a:r>
              <a:rPr lang="en-US" sz="3200" dirty="0"/>
              <a:t>2</a:t>
            </a:r>
          </a:p>
        </p:txBody>
      </p:sp>
      <p:sp>
        <p:nvSpPr>
          <p:cNvPr id="50" name="TextBox 49">
            <a:extLst>
              <a:ext uri="{FF2B5EF4-FFF2-40B4-BE49-F238E27FC236}">
                <a16:creationId xmlns:a16="http://schemas.microsoft.com/office/drawing/2014/main" id="{FD1B161F-3A95-5674-3BC8-666CCD7DC6D6}"/>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FB4CDC7F-1B5D-0DC7-21CC-0E1F1D8CD85A}"/>
              </a:ext>
            </a:extLst>
          </p:cNvPr>
          <p:cNvSpPr txBox="1"/>
          <p:nvPr/>
        </p:nvSpPr>
        <p:spPr>
          <a:xfrm>
            <a:off x="5215469" y="4252952"/>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B84B5F49-BE39-C1CA-A3D6-AF154DDE058E}"/>
              </a:ext>
            </a:extLst>
          </p:cNvPr>
          <p:cNvSpPr txBox="1"/>
          <p:nvPr/>
        </p:nvSpPr>
        <p:spPr>
          <a:xfrm>
            <a:off x="6214537" y="4252952"/>
            <a:ext cx="462845" cy="584775"/>
          </a:xfrm>
          <a:prstGeom prst="rect">
            <a:avLst/>
          </a:prstGeom>
          <a:noFill/>
        </p:spPr>
        <p:txBody>
          <a:bodyPr wrap="square" rtlCol="0">
            <a:spAutoFit/>
          </a:bodyPr>
          <a:lstStyle/>
          <a:p>
            <a:pPr algn="ctr"/>
            <a:r>
              <a:rPr lang="en-US" sz="3200" dirty="0"/>
              <a:t>3</a:t>
            </a:r>
          </a:p>
        </p:txBody>
      </p:sp>
      <p:sp>
        <p:nvSpPr>
          <p:cNvPr id="63" name="TextBox 62">
            <a:extLst>
              <a:ext uri="{FF2B5EF4-FFF2-40B4-BE49-F238E27FC236}">
                <a16:creationId xmlns:a16="http://schemas.microsoft.com/office/drawing/2014/main" id="{52C2C079-1CDC-45E3-3D38-81EBC40FEE6B}"/>
              </a:ext>
            </a:extLst>
          </p:cNvPr>
          <p:cNvSpPr txBox="1"/>
          <p:nvPr/>
        </p:nvSpPr>
        <p:spPr>
          <a:xfrm>
            <a:off x="5215469" y="4756289"/>
            <a:ext cx="462845" cy="584775"/>
          </a:xfrm>
          <a:prstGeom prst="rect">
            <a:avLst/>
          </a:prstGeom>
          <a:noFill/>
        </p:spPr>
        <p:txBody>
          <a:bodyPr wrap="square" rtlCol="0">
            <a:spAutoFit/>
          </a:bodyPr>
          <a:lstStyle/>
          <a:p>
            <a:pPr algn="ctr"/>
            <a:r>
              <a:rPr lang="en-US" sz="3200" dirty="0"/>
              <a:t>3</a:t>
            </a:r>
          </a:p>
        </p:txBody>
      </p:sp>
      <p:sp>
        <p:nvSpPr>
          <p:cNvPr id="65" name="TextBox 64">
            <a:extLst>
              <a:ext uri="{FF2B5EF4-FFF2-40B4-BE49-F238E27FC236}">
                <a16:creationId xmlns:a16="http://schemas.microsoft.com/office/drawing/2014/main" id="{3410BEAE-4F75-81E8-66DA-E38BA72E6054}"/>
              </a:ext>
            </a:extLst>
          </p:cNvPr>
          <p:cNvSpPr txBox="1"/>
          <p:nvPr/>
        </p:nvSpPr>
        <p:spPr>
          <a:xfrm>
            <a:off x="6214537" y="4747898"/>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78C2CA7C-0313-979F-C9C2-11380AA046A2}"/>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71" name="TextBox 70">
            <a:extLst>
              <a:ext uri="{FF2B5EF4-FFF2-40B4-BE49-F238E27FC236}">
                <a16:creationId xmlns:a16="http://schemas.microsoft.com/office/drawing/2014/main" id="{99BCF327-B0A7-7E17-B357-810C4F06BDDD}"/>
              </a:ext>
            </a:extLst>
          </p:cNvPr>
          <p:cNvSpPr txBox="1"/>
          <p:nvPr/>
        </p:nvSpPr>
        <p:spPr>
          <a:xfrm>
            <a:off x="3716867" y="1224551"/>
            <a:ext cx="462845" cy="584775"/>
          </a:xfrm>
          <a:prstGeom prst="rect">
            <a:avLst/>
          </a:prstGeom>
          <a:noFill/>
        </p:spPr>
        <p:txBody>
          <a:bodyPr wrap="square" rtlCol="0">
            <a:spAutoFit/>
          </a:bodyPr>
          <a:lstStyle/>
          <a:p>
            <a:pPr algn="ctr"/>
            <a:r>
              <a:rPr lang="en-US" sz="3200" dirty="0"/>
              <a:t>2</a:t>
            </a:r>
          </a:p>
        </p:txBody>
      </p:sp>
      <p:sp>
        <p:nvSpPr>
          <p:cNvPr id="72" name="TextBox 71">
            <a:extLst>
              <a:ext uri="{FF2B5EF4-FFF2-40B4-BE49-F238E27FC236}">
                <a16:creationId xmlns:a16="http://schemas.microsoft.com/office/drawing/2014/main" id="{CAECF844-EE26-F66F-5ED5-A1EE3B582409}"/>
              </a:ext>
            </a:extLst>
          </p:cNvPr>
          <p:cNvSpPr txBox="1"/>
          <p:nvPr/>
        </p:nvSpPr>
        <p:spPr>
          <a:xfrm>
            <a:off x="3217333" y="2231221"/>
            <a:ext cx="462845" cy="584775"/>
          </a:xfrm>
          <a:prstGeom prst="rect">
            <a:avLst/>
          </a:prstGeom>
          <a:noFill/>
        </p:spPr>
        <p:txBody>
          <a:bodyPr wrap="square" rtlCol="0">
            <a:spAutoFit/>
          </a:bodyPr>
          <a:lstStyle/>
          <a:p>
            <a:pPr algn="ctr"/>
            <a:r>
              <a:rPr lang="en-US" sz="3200" dirty="0"/>
              <a:t>9</a:t>
            </a:r>
          </a:p>
        </p:txBody>
      </p:sp>
      <p:sp>
        <p:nvSpPr>
          <p:cNvPr id="77" name="TextBox 76">
            <a:extLst>
              <a:ext uri="{FF2B5EF4-FFF2-40B4-BE49-F238E27FC236}">
                <a16:creationId xmlns:a16="http://schemas.microsoft.com/office/drawing/2014/main" id="{F5476E33-910D-A9D5-1A50-D05D708A961B}"/>
              </a:ext>
            </a:extLst>
          </p:cNvPr>
          <p:cNvSpPr txBox="1"/>
          <p:nvPr/>
        </p:nvSpPr>
        <p:spPr>
          <a:xfrm>
            <a:off x="3716867" y="2231221"/>
            <a:ext cx="462845" cy="584775"/>
          </a:xfrm>
          <a:prstGeom prst="rect">
            <a:avLst/>
          </a:prstGeom>
          <a:noFill/>
        </p:spPr>
        <p:txBody>
          <a:bodyPr wrap="square" rtlCol="0">
            <a:spAutoFit/>
          </a:bodyPr>
          <a:lstStyle/>
          <a:p>
            <a:pPr algn="ctr"/>
            <a:r>
              <a:rPr lang="en-US" sz="3200" dirty="0"/>
              <a:t>3</a:t>
            </a:r>
          </a:p>
        </p:txBody>
      </p:sp>
      <p:sp>
        <p:nvSpPr>
          <p:cNvPr id="93" name="TextBox 92">
            <a:extLst>
              <a:ext uri="{FF2B5EF4-FFF2-40B4-BE49-F238E27FC236}">
                <a16:creationId xmlns:a16="http://schemas.microsoft.com/office/drawing/2014/main" id="{0F6EF5B2-59EB-B177-6E4F-45991D88B787}"/>
              </a:ext>
            </a:extLst>
          </p:cNvPr>
          <p:cNvSpPr txBox="1"/>
          <p:nvPr/>
        </p:nvSpPr>
        <p:spPr>
          <a:xfrm>
            <a:off x="3716867" y="3237891"/>
            <a:ext cx="462845" cy="584775"/>
          </a:xfrm>
          <a:prstGeom prst="rect">
            <a:avLst/>
          </a:prstGeom>
          <a:noFill/>
        </p:spPr>
        <p:txBody>
          <a:bodyPr wrap="square" rtlCol="0">
            <a:spAutoFit/>
          </a:bodyPr>
          <a:lstStyle/>
          <a:p>
            <a:pPr algn="ctr"/>
            <a:r>
              <a:rPr lang="en-US" sz="3200" dirty="0"/>
              <a:t>6</a:t>
            </a:r>
          </a:p>
        </p:txBody>
      </p:sp>
      <p:sp>
        <p:nvSpPr>
          <p:cNvPr id="94" name="TextBox 93">
            <a:extLst>
              <a:ext uri="{FF2B5EF4-FFF2-40B4-BE49-F238E27FC236}">
                <a16:creationId xmlns:a16="http://schemas.microsoft.com/office/drawing/2014/main" id="{07AC6A2D-1750-2D0D-2E1F-60A4F1AFDD37}"/>
              </a:ext>
            </a:extLst>
          </p:cNvPr>
          <p:cNvSpPr txBox="1"/>
          <p:nvPr/>
        </p:nvSpPr>
        <p:spPr>
          <a:xfrm>
            <a:off x="4216401" y="3237891"/>
            <a:ext cx="462845" cy="584775"/>
          </a:xfrm>
          <a:prstGeom prst="rect">
            <a:avLst/>
          </a:prstGeom>
          <a:noFill/>
        </p:spPr>
        <p:txBody>
          <a:bodyPr wrap="square" rtlCol="0">
            <a:spAutoFit/>
          </a:bodyPr>
          <a:lstStyle/>
          <a:p>
            <a:pPr algn="ctr"/>
            <a:r>
              <a:rPr lang="en-US" sz="3200" dirty="0"/>
              <a:t>4</a:t>
            </a:r>
          </a:p>
        </p:txBody>
      </p:sp>
      <p:sp>
        <p:nvSpPr>
          <p:cNvPr id="95" name="TextBox 94">
            <a:extLst>
              <a:ext uri="{FF2B5EF4-FFF2-40B4-BE49-F238E27FC236}">
                <a16:creationId xmlns:a16="http://schemas.microsoft.com/office/drawing/2014/main" id="{9944D531-E420-B4CD-CE9E-09E379F01973}"/>
              </a:ext>
            </a:extLst>
          </p:cNvPr>
          <p:cNvSpPr txBox="1"/>
          <p:nvPr/>
        </p:nvSpPr>
        <p:spPr>
          <a:xfrm>
            <a:off x="3217333" y="721216"/>
            <a:ext cx="462845" cy="584775"/>
          </a:xfrm>
          <a:prstGeom prst="rect">
            <a:avLst/>
          </a:prstGeom>
          <a:noFill/>
        </p:spPr>
        <p:txBody>
          <a:bodyPr wrap="square" rtlCol="0">
            <a:spAutoFit/>
          </a:bodyPr>
          <a:lstStyle/>
          <a:p>
            <a:pPr algn="ctr"/>
            <a:r>
              <a:rPr lang="en-US" sz="3200" dirty="0"/>
              <a:t>6</a:t>
            </a:r>
          </a:p>
        </p:txBody>
      </p:sp>
      <p:sp>
        <p:nvSpPr>
          <p:cNvPr id="96" name="TextBox 95">
            <a:extLst>
              <a:ext uri="{FF2B5EF4-FFF2-40B4-BE49-F238E27FC236}">
                <a16:creationId xmlns:a16="http://schemas.microsoft.com/office/drawing/2014/main" id="{61AC5ECB-8FFE-2A4C-789D-7DAD6A0B8B20}"/>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6234148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94AE1-7D59-4DC3-7B3A-3D8274E805E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14CADAA-95EB-FC8F-9831-57F087440D5C}"/>
              </a:ext>
            </a:extLst>
          </p:cNvPr>
          <p:cNvSpPr>
            <a:spLocks noGrp="1"/>
          </p:cNvSpPr>
          <p:nvPr>
            <p:ph sz="half" idx="1"/>
          </p:nvPr>
        </p:nvSpPr>
        <p:spPr/>
        <p:txBody>
          <a:bodyPr>
            <a:normAutofit/>
          </a:bodyPr>
          <a:lstStyle/>
          <a:p>
            <a:r>
              <a:rPr lang="en-US" dirty="0"/>
              <a:t>Complete Column 1.</a:t>
            </a:r>
          </a:p>
        </p:txBody>
      </p:sp>
      <p:pic>
        <p:nvPicPr>
          <p:cNvPr id="4" name="Picture 3" descr="A grid of sudoku puzzle&#10;&#10;Description automatically generated">
            <a:extLst>
              <a:ext uri="{FF2B5EF4-FFF2-40B4-BE49-F238E27FC236}">
                <a16:creationId xmlns:a16="http://schemas.microsoft.com/office/drawing/2014/main" id="{F811FD5E-8524-5AB0-6745-359A57309A2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5842FFC-471A-BCAD-24DB-39633B67878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C0B8CD7-F904-A441-9C3D-384F0A931C5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E60B3DC-459D-5105-3EE0-389A562418A6}"/>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24136F87-9CAF-A810-380E-2DCCE01F5A0B}"/>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31" name="TextBox 30">
            <a:extLst>
              <a:ext uri="{FF2B5EF4-FFF2-40B4-BE49-F238E27FC236}">
                <a16:creationId xmlns:a16="http://schemas.microsoft.com/office/drawing/2014/main" id="{898492A9-C688-DB70-7BAC-D05292FC1248}"/>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9FD54160-CD22-564B-D94E-65ACA59E8CAB}"/>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A580AE6E-3747-C17F-0728-38603A06B901}"/>
              </a:ext>
            </a:extLst>
          </p:cNvPr>
          <p:cNvSpPr txBox="1"/>
          <p:nvPr/>
        </p:nvSpPr>
        <p:spPr>
          <a:xfrm>
            <a:off x="6214537"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2E202953-BFFF-56E7-3486-2D391609C5DF}"/>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1A4D041F-71E1-EE71-3B7A-5E605EA1D129}"/>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B614D1A7-EC01-CE63-B353-4812585D9962}"/>
              </a:ext>
            </a:extLst>
          </p:cNvPr>
          <p:cNvSpPr txBox="1"/>
          <p:nvPr/>
        </p:nvSpPr>
        <p:spPr>
          <a:xfrm>
            <a:off x="6714071" y="72121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576233F7-6218-0580-D499-9BD931D97F7B}"/>
              </a:ext>
            </a:extLst>
          </p:cNvPr>
          <p:cNvSpPr txBox="1"/>
          <p:nvPr/>
        </p:nvSpPr>
        <p:spPr>
          <a:xfrm>
            <a:off x="7213604" y="72121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2878F24E-D4CA-9567-F7D6-A5D7EBFB631D}"/>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0C047BAE-469E-FB8E-6EC5-CBB68E5E3D34}"/>
              </a:ext>
            </a:extLst>
          </p:cNvPr>
          <p:cNvSpPr txBox="1"/>
          <p:nvPr/>
        </p:nvSpPr>
        <p:spPr>
          <a:xfrm>
            <a:off x="6214537" y="3237891"/>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EEAFA178-1E83-EA04-D5EA-16EB24CE21E3}"/>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8F0355E1-68DE-B008-3EDE-50B62C37ADD2}"/>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5" name="TextBox 34">
            <a:extLst>
              <a:ext uri="{FF2B5EF4-FFF2-40B4-BE49-F238E27FC236}">
                <a16:creationId xmlns:a16="http://schemas.microsoft.com/office/drawing/2014/main" id="{3A34281D-19B9-46E5-3095-72F3190ACBE1}"/>
              </a:ext>
            </a:extLst>
          </p:cNvPr>
          <p:cNvSpPr txBox="1"/>
          <p:nvPr/>
        </p:nvSpPr>
        <p:spPr>
          <a:xfrm>
            <a:off x="7213604" y="3237891"/>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83E2FDE7-E239-ECA9-DA24-20AB0BB2D471}"/>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7D480169-D55B-4EC9-EC47-DAD0BD121077}"/>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9" name="TextBox 38">
            <a:extLst>
              <a:ext uri="{FF2B5EF4-FFF2-40B4-BE49-F238E27FC236}">
                <a16:creationId xmlns:a16="http://schemas.microsoft.com/office/drawing/2014/main" id="{01857FCB-8282-910D-FCC6-35FC26CDDCFA}"/>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0C9AF878-55CD-DD46-E12E-15020CD76210}"/>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41" name="TextBox 40">
            <a:extLst>
              <a:ext uri="{FF2B5EF4-FFF2-40B4-BE49-F238E27FC236}">
                <a16:creationId xmlns:a16="http://schemas.microsoft.com/office/drawing/2014/main" id="{432954AF-1BBD-67C3-E216-CEB969B851A6}"/>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3E00B416-844E-AA64-65F8-6BDCEA950E81}"/>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43" name="TextBox 42">
            <a:extLst>
              <a:ext uri="{FF2B5EF4-FFF2-40B4-BE49-F238E27FC236}">
                <a16:creationId xmlns:a16="http://schemas.microsoft.com/office/drawing/2014/main" id="{42E5939F-6F56-451F-B084-9BA67E571AD3}"/>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52" name="TextBox 51">
            <a:extLst>
              <a:ext uri="{FF2B5EF4-FFF2-40B4-BE49-F238E27FC236}">
                <a16:creationId xmlns:a16="http://schemas.microsoft.com/office/drawing/2014/main" id="{F060D266-6308-2BD0-3D35-57D8A1B1B7F8}"/>
              </a:ext>
            </a:extLst>
          </p:cNvPr>
          <p:cNvSpPr txBox="1"/>
          <p:nvPr/>
        </p:nvSpPr>
        <p:spPr>
          <a:xfrm>
            <a:off x="4216401" y="2231221"/>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59F7FFC0-5C50-86B5-AC40-08DF0C7AAACF}"/>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85F50AA7-E69D-8A92-041B-9A52229E4929}"/>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57" name="TextBox 56">
            <a:extLst>
              <a:ext uri="{FF2B5EF4-FFF2-40B4-BE49-F238E27FC236}">
                <a16:creationId xmlns:a16="http://schemas.microsoft.com/office/drawing/2014/main" id="{29ECB582-E0D7-B8C3-E281-B24BB1996D32}"/>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14" name="TextBox 13">
            <a:extLst>
              <a:ext uri="{FF2B5EF4-FFF2-40B4-BE49-F238E27FC236}">
                <a16:creationId xmlns:a16="http://schemas.microsoft.com/office/drawing/2014/main" id="{092126B4-382B-2D85-C43E-673BFC34D38B}"/>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28" name="TextBox 27">
            <a:extLst>
              <a:ext uri="{FF2B5EF4-FFF2-40B4-BE49-F238E27FC236}">
                <a16:creationId xmlns:a16="http://schemas.microsoft.com/office/drawing/2014/main" id="{6830BF26-C97F-64E1-0142-540C80F23897}"/>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1EC86D54-79F2-897B-F5F9-F162AFBC571E}"/>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DEA3000D-DD4D-BFB4-86B3-885D98D189DA}"/>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61" name="TextBox 60">
            <a:extLst>
              <a:ext uri="{FF2B5EF4-FFF2-40B4-BE49-F238E27FC236}">
                <a16:creationId xmlns:a16="http://schemas.microsoft.com/office/drawing/2014/main" id="{4A099A53-DEDB-7248-B6FC-1DCFB5F11856}"/>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62" name="TextBox 61">
            <a:extLst>
              <a:ext uri="{FF2B5EF4-FFF2-40B4-BE49-F238E27FC236}">
                <a16:creationId xmlns:a16="http://schemas.microsoft.com/office/drawing/2014/main" id="{BA015A4D-84C5-D832-30DB-BE42C3251606}"/>
              </a:ext>
            </a:extLst>
          </p:cNvPr>
          <p:cNvSpPr txBox="1"/>
          <p:nvPr/>
        </p:nvSpPr>
        <p:spPr>
          <a:xfrm>
            <a:off x="5215469" y="3237891"/>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6ADDF481-509A-2FB7-B6B5-9EFAC3660F94}"/>
              </a:ext>
            </a:extLst>
          </p:cNvPr>
          <p:cNvSpPr txBox="1"/>
          <p:nvPr/>
        </p:nvSpPr>
        <p:spPr>
          <a:xfrm>
            <a:off x="5650090" y="4408541"/>
            <a:ext cx="570089" cy="230832"/>
          </a:xfrm>
          <a:prstGeom prst="rect">
            <a:avLst/>
          </a:prstGeom>
          <a:solidFill>
            <a:schemeClr val="accent4">
              <a:lumMod val="20000"/>
              <a:lumOff val="80000"/>
            </a:schemeClr>
          </a:solidFill>
        </p:spPr>
        <p:txBody>
          <a:bodyPr wrap="square" rtlCol="0">
            <a:spAutoFit/>
          </a:bodyPr>
          <a:lstStyle/>
          <a:p>
            <a:pPr algn="ctr"/>
            <a:r>
              <a:rPr lang="en-US" sz="900" dirty="0"/>
              <a:t>78</a:t>
            </a:r>
          </a:p>
        </p:txBody>
      </p:sp>
      <p:sp>
        <p:nvSpPr>
          <p:cNvPr id="75" name="TextBox 74">
            <a:extLst>
              <a:ext uri="{FF2B5EF4-FFF2-40B4-BE49-F238E27FC236}">
                <a16:creationId xmlns:a16="http://schemas.microsoft.com/office/drawing/2014/main" id="{3657860D-924A-5F03-F4BA-B99744580C66}"/>
              </a:ext>
            </a:extLst>
          </p:cNvPr>
          <p:cNvSpPr txBox="1"/>
          <p:nvPr/>
        </p:nvSpPr>
        <p:spPr>
          <a:xfrm>
            <a:off x="6654802" y="4408541"/>
            <a:ext cx="570089" cy="230832"/>
          </a:xfrm>
          <a:prstGeom prst="rect">
            <a:avLst/>
          </a:prstGeom>
          <a:solidFill>
            <a:schemeClr val="accent4">
              <a:lumMod val="20000"/>
              <a:lumOff val="80000"/>
            </a:schemeClr>
          </a:solidFill>
        </p:spPr>
        <p:txBody>
          <a:bodyPr wrap="square" rtlCol="0">
            <a:spAutoFit/>
          </a:bodyPr>
          <a:lstStyle/>
          <a:p>
            <a:pPr algn="ctr"/>
            <a:r>
              <a:rPr lang="en-US" sz="900" dirty="0"/>
              <a:t>47</a:t>
            </a:r>
          </a:p>
        </p:txBody>
      </p:sp>
      <p:sp>
        <p:nvSpPr>
          <p:cNvPr id="76" name="TextBox 75">
            <a:extLst>
              <a:ext uri="{FF2B5EF4-FFF2-40B4-BE49-F238E27FC236}">
                <a16:creationId xmlns:a16="http://schemas.microsoft.com/office/drawing/2014/main" id="{FBD507E5-02D0-D2E4-5743-9CE3B09DFF8D}"/>
              </a:ext>
            </a:extLst>
          </p:cNvPr>
          <p:cNvSpPr txBox="1"/>
          <p:nvPr/>
        </p:nvSpPr>
        <p:spPr>
          <a:xfrm>
            <a:off x="7157158" y="4408541"/>
            <a:ext cx="570089" cy="230832"/>
          </a:xfrm>
          <a:prstGeom prst="rect">
            <a:avLst/>
          </a:prstGeom>
          <a:solidFill>
            <a:schemeClr val="accent4">
              <a:lumMod val="20000"/>
              <a:lumOff val="80000"/>
            </a:schemeClr>
          </a:solidFill>
        </p:spPr>
        <p:txBody>
          <a:bodyPr wrap="square" rtlCol="0">
            <a:spAutoFit/>
          </a:bodyPr>
          <a:lstStyle/>
          <a:p>
            <a:pPr algn="ctr"/>
            <a:r>
              <a:rPr lang="en-US" sz="900" dirty="0"/>
              <a:t>89</a:t>
            </a:r>
          </a:p>
        </p:txBody>
      </p:sp>
      <p:sp>
        <p:nvSpPr>
          <p:cNvPr id="79" name="TextBox 78">
            <a:extLst>
              <a:ext uri="{FF2B5EF4-FFF2-40B4-BE49-F238E27FC236}">
                <a16:creationId xmlns:a16="http://schemas.microsoft.com/office/drawing/2014/main" id="{48911567-9FC4-1416-57EF-E472D0B4C3ED}"/>
              </a:ext>
            </a:extLst>
          </p:cNvPr>
          <p:cNvSpPr txBox="1"/>
          <p:nvPr/>
        </p:nvSpPr>
        <p:spPr>
          <a:xfrm>
            <a:off x="5650090" y="4909484"/>
            <a:ext cx="570089" cy="230832"/>
          </a:xfrm>
          <a:prstGeom prst="rect">
            <a:avLst/>
          </a:prstGeom>
          <a:solidFill>
            <a:schemeClr val="accent4">
              <a:lumMod val="20000"/>
              <a:lumOff val="80000"/>
            </a:schemeClr>
          </a:solidFill>
        </p:spPr>
        <p:txBody>
          <a:bodyPr wrap="square" rtlCol="0">
            <a:spAutoFit/>
          </a:bodyPr>
          <a:lstStyle/>
          <a:p>
            <a:pPr algn="ctr"/>
            <a:r>
              <a:rPr lang="en-US" sz="900" dirty="0"/>
              <a:t>87</a:t>
            </a:r>
          </a:p>
        </p:txBody>
      </p:sp>
      <p:sp>
        <p:nvSpPr>
          <p:cNvPr id="80" name="TextBox 79">
            <a:extLst>
              <a:ext uri="{FF2B5EF4-FFF2-40B4-BE49-F238E27FC236}">
                <a16:creationId xmlns:a16="http://schemas.microsoft.com/office/drawing/2014/main" id="{AE31A70C-2DBE-DC1E-8E51-AFE0D6DBC1B5}"/>
              </a:ext>
            </a:extLst>
          </p:cNvPr>
          <p:cNvSpPr txBox="1"/>
          <p:nvPr/>
        </p:nvSpPr>
        <p:spPr>
          <a:xfrm>
            <a:off x="6654802" y="4909484"/>
            <a:ext cx="570089" cy="230832"/>
          </a:xfrm>
          <a:prstGeom prst="rect">
            <a:avLst/>
          </a:prstGeom>
          <a:solidFill>
            <a:schemeClr val="accent4">
              <a:lumMod val="20000"/>
              <a:lumOff val="80000"/>
            </a:schemeClr>
          </a:solidFill>
        </p:spPr>
        <p:txBody>
          <a:bodyPr wrap="square" rtlCol="0">
            <a:spAutoFit/>
          </a:bodyPr>
          <a:lstStyle/>
          <a:p>
            <a:pPr algn="ctr"/>
            <a:r>
              <a:rPr lang="en-US" sz="900" dirty="0"/>
              <a:t>74</a:t>
            </a:r>
          </a:p>
        </p:txBody>
      </p:sp>
      <p:sp>
        <p:nvSpPr>
          <p:cNvPr id="81" name="TextBox 80">
            <a:extLst>
              <a:ext uri="{FF2B5EF4-FFF2-40B4-BE49-F238E27FC236}">
                <a16:creationId xmlns:a16="http://schemas.microsoft.com/office/drawing/2014/main" id="{83E12D3B-8D84-A4CB-2EE7-2F620105D3F5}"/>
              </a:ext>
            </a:extLst>
          </p:cNvPr>
          <p:cNvSpPr txBox="1"/>
          <p:nvPr/>
        </p:nvSpPr>
        <p:spPr>
          <a:xfrm>
            <a:off x="7157158" y="4909484"/>
            <a:ext cx="570089" cy="230832"/>
          </a:xfrm>
          <a:prstGeom prst="rect">
            <a:avLst/>
          </a:prstGeom>
          <a:solidFill>
            <a:schemeClr val="accent4">
              <a:lumMod val="20000"/>
              <a:lumOff val="80000"/>
            </a:schemeClr>
          </a:solidFill>
        </p:spPr>
        <p:txBody>
          <a:bodyPr wrap="square" rtlCol="0">
            <a:spAutoFit/>
          </a:bodyPr>
          <a:lstStyle/>
          <a:p>
            <a:pPr algn="ctr"/>
            <a:r>
              <a:rPr lang="en-US" sz="900" dirty="0"/>
              <a:t>98</a:t>
            </a:r>
          </a:p>
        </p:txBody>
      </p:sp>
      <p:sp>
        <p:nvSpPr>
          <p:cNvPr id="82" name="TextBox 81">
            <a:extLst>
              <a:ext uri="{FF2B5EF4-FFF2-40B4-BE49-F238E27FC236}">
                <a16:creationId xmlns:a16="http://schemas.microsoft.com/office/drawing/2014/main" id="{DF52AB7C-8E92-1055-892A-50B1B0256C2E}"/>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83" name="TextBox 82">
            <a:extLst>
              <a:ext uri="{FF2B5EF4-FFF2-40B4-BE49-F238E27FC236}">
                <a16:creationId xmlns:a16="http://schemas.microsoft.com/office/drawing/2014/main" id="{95F9F491-3B83-5C85-EEEB-C3CB9980C1EF}"/>
              </a:ext>
            </a:extLst>
          </p:cNvPr>
          <p:cNvSpPr txBox="1"/>
          <p:nvPr/>
        </p:nvSpPr>
        <p:spPr>
          <a:xfrm>
            <a:off x="6714071" y="3741226"/>
            <a:ext cx="462845" cy="584775"/>
          </a:xfrm>
          <a:prstGeom prst="rect">
            <a:avLst/>
          </a:prstGeom>
          <a:noFill/>
        </p:spPr>
        <p:txBody>
          <a:bodyPr wrap="square" rtlCol="0">
            <a:spAutoFit/>
          </a:bodyPr>
          <a:lstStyle/>
          <a:p>
            <a:pPr algn="ctr"/>
            <a:r>
              <a:rPr lang="en-US" sz="3200" dirty="0"/>
              <a:t>1</a:t>
            </a:r>
          </a:p>
        </p:txBody>
      </p:sp>
      <p:sp>
        <p:nvSpPr>
          <p:cNvPr id="69" name="TextBox 68">
            <a:extLst>
              <a:ext uri="{FF2B5EF4-FFF2-40B4-BE49-F238E27FC236}">
                <a16:creationId xmlns:a16="http://schemas.microsoft.com/office/drawing/2014/main" id="{A3CE73B2-2ECC-3B30-6354-CB0BA64A9214}"/>
              </a:ext>
            </a:extLst>
          </p:cNvPr>
          <p:cNvSpPr txBox="1"/>
          <p:nvPr/>
        </p:nvSpPr>
        <p:spPr>
          <a:xfrm>
            <a:off x="6214537" y="2734556"/>
            <a:ext cx="462845" cy="584775"/>
          </a:xfrm>
          <a:prstGeom prst="rect">
            <a:avLst/>
          </a:prstGeom>
          <a:noFill/>
        </p:spPr>
        <p:txBody>
          <a:bodyPr wrap="square" rtlCol="0">
            <a:spAutoFit/>
          </a:bodyPr>
          <a:lstStyle/>
          <a:p>
            <a:pPr algn="ctr"/>
            <a:r>
              <a:rPr lang="en-US" sz="3200" dirty="0"/>
              <a:t>1</a:t>
            </a:r>
          </a:p>
        </p:txBody>
      </p:sp>
      <p:sp>
        <p:nvSpPr>
          <p:cNvPr id="70" name="TextBox 69">
            <a:extLst>
              <a:ext uri="{FF2B5EF4-FFF2-40B4-BE49-F238E27FC236}">
                <a16:creationId xmlns:a16="http://schemas.microsoft.com/office/drawing/2014/main" id="{27D2EBCB-97D9-A495-F356-EAFD665D224C}"/>
              </a:ext>
            </a:extLst>
          </p:cNvPr>
          <p:cNvSpPr txBox="1"/>
          <p:nvPr/>
        </p:nvSpPr>
        <p:spPr>
          <a:xfrm>
            <a:off x="6714071" y="2734556"/>
            <a:ext cx="462845" cy="584775"/>
          </a:xfrm>
          <a:prstGeom prst="rect">
            <a:avLst/>
          </a:prstGeom>
          <a:noFill/>
        </p:spPr>
        <p:txBody>
          <a:bodyPr wrap="square" rtlCol="0">
            <a:spAutoFit/>
          </a:bodyPr>
          <a:lstStyle/>
          <a:p>
            <a:pPr algn="ctr"/>
            <a:r>
              <a:rPr lang="en-US" sz="3200" dirty="0"/>
              <a:t>6</a:t>
            </a:r>
          </a:p>
        </p:txBody>
      </p:sp>
      <p:sp>
        <p:nvSpPr>
          <p:cNvPr id="29" name="TextBox 28">
            <a:extLst>
              <a:ext uri="{FF2B5EF4-FFF2-40B4-BE49-F238E27FC236}">
                <a16:creationId xmlns:a16="http://schemas.microsoft.com/office/drawing/2014/main" id="{BAF9656B-E73E-BF49-F01C-BDF079A8F1A3}"/>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3D289C5A-2AF7-2836-6DF4-AA353EDE7BD4}"/>
              </a:ext>
            </a:extLst>
          </p:cNvPr>
          <p:cNvSpPr txBox="1"/>
          <p:nvPr/>
        </p:nvSpPr>
        <p:spPr>
          <a:xfrm>
            <a:off x="4216401" y="3741226"/>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C7863E2F-C539-AD48-958C-73EC57A54AF6}"/>
              </a:ext>
            </a:extLst>
          </p:cNvPr>
          <p:cNvSpPr txBox="1"/>
          <p:nvPr/>
        </p:nvSpPr>
        <p:spPr>
          <a:xfrm>
            <a:off x="6714071" y="1224551"/>
            <a:ext cx="462845" cy="584775"/>
          </a:xfrm>
          <a:prstGeom prst="rect">
            <a:avLst/>
          </a:prstGeom>
          <a:noFill/>
        </p:spPr>
        <p:txBody>
          <a:bodyPr wrap="square" rtlCol="0">
            <a:spAutoFit/>
          </a:bodyPr>
          <a:lstStyle/>
          <a:p>
            <a:pPr algn="ctr"/>
            <a:r>
              <a:rPr lang="en-US" sz="3200" dirty="0"/>
              <a:t>5</a:t>
            </a:r>
          </a:p>
        </p:txBody>
      </p:sp>
      <p:sp>
        <p:nvSpPr>
          <p:cNvPr id="49" name="TextBox 48">
            <a:extLst>
              <a:ext uri="{FF2B5EF4-FFF2-40B4-BE49-F238E27FC236}">
                <a16:creationId xmlns:a16="http://schemas.microsoft.com/office/drawing/2014/main" id="{C679C011-6BDC-1CC1-DCA5-7A9ADC6F7E85}"/>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84" name="TextBox 83">
            <a:extLst>
              <a:ext uri="{FF2B5EF4-FFF2-40B4-BE49-F238E27FC236}">
                <a16:creationId xmlns:a16="http://schemas.microsoft.com/office/drawing/2014/main" id="{95F77EEF-7273-30E8-F368-D88FBCBF5F41}"/>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85" name="TextBox 84">
            <a:extLst>
              <a:ext uri="{FF2B5EF4-FFF2-40B4-BE49-F238E27FC236}">
                <a16:creationId xmlns:a16="http://schemas.microsoft.com/office/drawing/2014/main" id="{6C6C8F8F-B75E-92D5-BE96-50A483FC7B7A}"/>
              </a:ext>
            </a:extLst>
          </p:cNvPr>
          <p:cNvSpPr txBox="1"/>
          <p:nvPr/>
        </p:nvSpPr>
        <p:spPr>
          <a:xfrm>
            <a:off x="5215469" y="1224551"/>
            <a:ext cx="462845" cy="584775"/>
          </a:xfrm>
          <a:prstGeom prst="rect">
            <a:avLst/>
          </a:prstGeom>
          <a:noFill/>
        </p:spPr>
        <p:txBody>
          <a:bodyPr wrap="square" rtlCol="0">
            <a:spAutoFit/>
          </a:bodyPr>
          <a:lstStyle/>
          <a:p>
            <a:pPr algn="ctr"/>
            <a:r>
              <a:rPr lang="en-US" sz="3200" dirty="0"/>
              <a:t>4</a:t>
            </a:r>
          </a:p>
        </p:txBody>
      </p:sp>
      <p:sp>
        <p:nvSpPr>
          <p:cNvPr id="86" name="TextBox 85">
            <a:extLst>
              <a:ext uri="{FF2B5EF4-FFF2-40B4-BE49-F238E27FC236}">
                <a16:creationId xmlns:a16="http://schemas.microsoft.com/office/drawing/2014/main" id="{5355FF73-BFD1-D1FE-7081-6546DD12D085}"/>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87" name="TextBox 86">
            <a:extLst>
              <a:ext uri="{FF2B5EF4-FFF2-40B4-BE49-F238E27FC236}">
                <a16:creationId xmlns:a16="http://schemas.microsoft.com/office/drawing/2014/main" id="{3510FFD1-9B1B-90AC-409A-862DC8C345D6}"/>
              </a:ext>
            </a:extLst>
          </p:cNvPr>
          <p:cNvSpPr txBox="1"/>
          <p:nvPr/>
        </p:nvSpPr>
        <p:spPr>
          <a:xfrm>
            <a:off x="4715935" y="1727886"/>
            <a:ext cx="462845" cy="584775"/>
          </a:xfrm>
          <a:prstGeom prst="rect">
            <a:avLst/>
          </a:prstGeom>
          <a:noFill/>
        </p:spPr>
        <p:txBody>
          <a:bodyPr wrap="square" rtlCol="0">
            <a:spAutoFit/>
          </a:bodyPr>
          <a:lstStyle/>
          <a:p>
            <a:pPr algn="ctr"/>
            <a:r>
              <a:rPr lang="en-US" sz="3200" dirty="0"/>
              <a:t>6</a:t>
            </a:r>
          </a:p>
        </p:txBody>
      </p:sp>
      <p:sp>
        <p:nvSpPr>
          <p:cNvPr id="88" name="TextBox 87">
            <a:extLst>
              <a:ext uri="{FF2B5EF4-FFF2-40B4-BE49-F238E27FC236}">
                <a16:creationId xmlns:a16="http://schemas.microsoft.com/office/drawing/2014/main" id="{95D08496-FD89-F1AE-2B8F-6C4614EDA10E}"/>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89" name="TextBox 88">
            <a:extLst>
              <a:ext uri="{FF2B5EF4-FFF2-40B4-BE49-F238E27FC236}">
                <a16:creationId xmlns:a16="http://schemas.microsoft.com/office/drawing/2014/main" id="{09F4FD99-3B5B-8D61-8D5E-642E5C810C42}"/>
              </a:ext>
            </a:extLst>
          </p:cNvPr>
          <p:cNvSpPr txBox="1"/>
          <p:nvPr/>
        </p:nvSpPr>
        <p:spPr>
          <a:xfrm>
            <a:off x="5215469" y="2734556"/>
            <a:ext cx="462845" cy="584775"/>
          </a:xfrm>
          <a:prstGeom prst="rect">
            <a:avLst/>
          </a:prstGeom>
          <a:noFill/>
        </p:spPr>
        <p:txBody>
          <a:bodyPr wrap="square" rtlCol="0">
            <a:spAutoFit/>
          </a:bodyPr>
          <a:lstStyle/>
          <a:p>
            <a:pPr algn="ctr"/>
            <a:r>
              <a:rPr lang="en-US" sz="3200" dirty="0"/>
              <a:t>7</a:t>
            </a:r>
          </a:p>
        </p:txBody>
      </p:sp>
      <p:sp>
        <p:nvSpPr>
          <p:cNvPr id="90" name="TextBox 89">
            <a:extLst>
              <a:ext uri="{FF2B5EF4-FFF2-40B4-BE49-F238E27FC236}">
                <a16:creationId xmlns:a16="http://schemas.microsoft.com/office/drawing/2014/main" id="{08082DC2-8F0F-82C8-076D-94E1070C55CB}"/>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91" name="TextBox 90">
            <a:extLst>
              <a:ext uri="{FF2B5EF4-FFF2-40B4-BE49-F238E27FC236}">
                <a16:creationId xmlns:a16="http://schemas.microsoft.com/office/drawing/2014/main" id="{FC911233-913A-C66B-73A1-F3B477A29593}"/>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92" name="TextBox 91">
            <a:extLst>
              <a:ext uri="{FF2B5EF4-FFF2-40B4-BE49-F238E27FC236}">
                <a16:creationId xmlns:a16="http://schemas.microsoft.com/office/drawing/2014/main" id="{5C43A98B-EAD1-8766-321C-1CD90388EE06}"/>
              </a:ext>
            </a:extLst>
          </p:cNvPr>
          <p:cNvSpPr txBox="1"/>
          <p:nvPr/>
        </p:nvSpPr>
        <p:spPr>
          <a:xfrm>
            <a:off x="7213604" y="3741226"/>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A30E713B-F95B-7B84-8FD1-3A6047307BF4}"/>
              </a:ext>
            </a:extLst>
          </p:cNvPr>
          <p:cNvSpPr txBox="1"/>
          <p:nvPr/>
        </p:nvSpPr>
        <p:spPr>
          <a:xfrm>
            <a:off x="5215469" y="3741226"/>
            <a:ext cx="462845" cy="584775"/>
          </a:xfrm>
          <a:prstGeom prst="rect">
            <a:avLst/>
          </a:prstGeom>
          <a:noFill/>
        </p:spPr>
        <p:txBody>
          <a:bodyPr wrap="square" rtlCol="0">
            <a:spAutoFit/>
          </a:bodyPr>
          <a:lstStyle/>
          <a:p>
            <a:pPr algn="ctr"/>
            <a:r>
              <a:rPr lang="en-US" sz="3200" dirty="0"/>
              <a:t>9</a:t>
            </a:r>
          </a:p>
        </p:txBody>
      </p:sp>
      <p:sp>
        <p:nvSpPr>
          <p:cNvPr id="19" name="TextBox 18">
            <a:extLst>
              <a:ext uri="{FF2B5EF4-FFF2-40B4-BE49-F238E27FC236}">
                <a16:creationId xmlns:a16="http://schemas.microsoft.com/office/drawing/2014/main" id="{069D28D7-E51C-351B-6AD3-7588E3F8995A}"/>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8D237D22-03AF-C399-F427-50B9C0033BA0}"/>
              </a:ext>
            </a:extLst>
          </p:cNvPr>
          <p:cNvSpPr txBox="1"/>
          <p:nvPr/>
        </p:nvSpPr>
        <p:spPr>
          <a:xfrm>
            <a:off x="4216401" y="4244561"/>
            <a:ext cx="462845" cy="584775"/>
          </a:xfrm>
          <a:prstGeom prst="rect">
            <a:avLst/>
          </a:prstGeom>
          <a:noFill/>
        </p:spPr>
        <p:txBody>
          <a:bodyPr wrap="square" rtlCol="0">
            <a:spAutoFit/>
          </a:bodyPr>
          <a:lstStyle/>
          <a:p>
            <a:pPr algn="ctr"/>
            <a:r>
              <a:rPr lang="en-US" sz="3200" dirty="0"/>
              <a:t>1</a:t>
            </a:r>
          </a:p>
        </p:txBody>
      </p:sp>
      <p:sp>
        <p:nvSpPr>
          <p:cNvPr id="23" name="TextBox 22">
            <a:extLst>
              <a:ext uri="{FF2B5EF4-FFF2-40B4-BE49-F238E27FC236}">
                <a16:creationId xmlns:a16="http://schemas.microsoft.com/office/drawing/2014/main" id="{477A48B0-FC9F-3AEA-2E52-8CEC57F3C6DD}"/>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36" name="TextBox 35">
            <a:extLst>
              <a:ext uri="{FF2B5EF4-FFF2-40B4-BE49-F238E27FC236}">
                <a16:creationId xmlns:a16="http://schemas.microsoft.com/office/drawing/2014/main" id="{6ABB879D-71A8-2C31-0210-3B7A95F122F2}"/>
              </a:ext>
            </a:extLst>
          </p:cNvPr>
          <p:cNvSpPr txBox="1"/>
          <p:nvPr/>
        </p:nvSpPr>
        <p:spPr>
          <a:xfrm>
            <a:off x="3716867" y="1727886"/>
            <a:ext cx="462845" cy="584775"/>
          </a:xfrm>
          <a:prstGeom prst="rect">
            <a:avLst/>
          </a:prstGeom>
          <a:noFill/>
        </p:spPr>
        <p:txBody>
          <a:bodyPr wrap="square" rtlCol="0">
            <a:spAutoFit/>
          </a:bodyPr>
          <a:lstStyle/>
          <a:p>
            <a:pPr algn="ctr"/>
            <a:r>
              <a:rPr lang="en-US" sz="3200" dirty="0"/>
              <a:t>1</a:t>
            </a:r>
          </a:p>
        </p:txBody>
      </p:sp>
      <p:sp>
        <p:nvSpPr>
          <p:cNvPr id="44" name="TextBox 43">
            <a:extLst>
              <a:ext uri="{FF2B5EF4-FFF2-40B4-BE49-F238E27FC236}">
                <a16:creationId xmlns:a16="http://schemas.microsoft.com/office/drawing/2014/main" id="{3670D9A8-0D3D-7075-417D-FB77A4AED7B8}"/>
              </a:ext>
            </a:extLst>
          </p:cNvPr>
          <p:cNvSpPr txBox="1"/>
          <p:nvPr/>
        </p:nvSpPr>
        <p:spPr>
          <a:xfrm>
            <a:off x="3217333" y="2734556"/>
            <a:ext cx="462845" cy="584775"/>
          </a:xfrm>
          <a:prstGeom prst="rect">
            <a:avLst/>
          </a:prstGeom>
          <a:noFill/>
        </p:spPr>
        <p:txBody>
          <a:bodyPr wrap="square" rtlCol="0">
            <a:spAutoFit/>
          </a:bodyPr>
          <a:lstStyle/>
          <a:p>
            <a:pPr algn="ctr"/>
            <a:r>
              <a:rPr lang="en-US" sz="3200" dirty="0"/>
              <a:t>5</a:t>
            </a:r>
          </a:p>
        </p:txBody>
      </p:sp>
      <p:sp>
        <p:nvSpPr>
          <p:cNvPr id="66" name="TextBox 65">
            <a:extLst>
              <a:ext uri="{FF2B5EF4-FFF2-40B4-BE49-F238E27FC236}">
                <a16:creationId xmlns:a16="http://schemas.microsoft.com/office/drawing/2014/main" id="{EF32B06B-A379-F3C0-FCF4-00DC19402463}"/>
              </a:ext>
            </a:extLst>
          </p:cNvPr>
          <p:cNvSpPr txBox="1"/>
          <p:nvPr/>
        </p:nvSpPr>
        <p:spPr>
          <a:xfrm>
            <a:off x="3716867" y="2734556"/>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B082DEC1-1682-748E-AAA3-736C6C484BEA}"/>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183FF271-1070-E5D8-7A4C-2FCE689E05E8}"/>
              </a:ext>
            </a:extLst>
          </p:cNvPr>
          <p:cNvSpPr txBox="1"/>
          <p:nvPr/>
        </p:nvSpPr>
        <p:spPr>
          <a:xfrm>
            <a:off x="4715935" y="4244561"/>
            <a:ext cx="462845" cy="584775"/>
          </a:xfrm>
          <a:prstGeom prst="rect">
            <a:avLst/>
          </a:prstGeom>
          <a:noFill/>
        </p:spPr>
        <p:txBody>
          <a:bodyPr wrap="square" rtlCol="0">
            <a:spAutoFit/>
          </a:bodyPr>
          <a:lstStyle/>
          <a:p>
            <a:pPr algn="ctr"/>
            <a:r>
              <a:rPr lang="en-US" sz="3200" dirty="0"/>
              <a:t>2</a:t>
            </a:r>
          </a:p>
        </p:txBody>
      </p:sp>
      <p:sp>
        <p:nvSpPr>
          <p:cNvPr id="18" name="TextBox 17">
            <a:extLst>
              <a:ext uri="{FF2B5EF4-FFF2-40B4-BE49-F238E27FC236}">
                <a16:creationId xmlns:a16="http://schemas.microsoft.com/office/drawing/2014/main" id="{1704BB19-6834-A3CC-AA7D-F06048A6A79C}"/>
              </a:ext>
            </a:extLst>
          </p:cNvPr>
          <p:cNvSpPr txBox="1"/>
          <p:nvPr/>
        </p:nvSpPr>
        <p:spPr>
          <a:xfrm>
            <a:off x="4715935" y="4747898"/>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80272C1C-7656-40FB-0B2D-A6A6573DD96D}"/>
              </a:ext>
            </a:extLst>
          </p:cNvPr>
          <p:cNvSpPr txBox="1"/>
          <p:nvPr/>
        </p:nvSpPr>
        <p:spPr>
          <a:xfrm>
            <a:off x="3217333" y="3237891"/>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7BA42810-EC0F-517A-BF1D-6CCFAB7442E0}"/>
              </a:ext>
            </a:extLst>
          </p:cNvPr>
          <p:cNvSpPr txBox="1"/>
          <p:nvPr/>
        </p:nvSpPr>
        <p:spPr>
          <a:xfrm>
            <a:off x="3217333" y="4747898"/>
            <a:ext cx="462845" cy="584775"/>
          </a:xfrm>
          <a:prstGeom prst="rect">
            <a:avLst/>
          </a:prstGeom>
          <a:noFill/>
        </p:spPr>
        <p:txBody>
          <a:bodyPr wrap="square" rtlCol="0">
            <a:spAutoFit/>
          </a:bodyPr>
          <a:lstStyle/>
          <a:p>
            <a:pPr algn="ctr"/>
            <a:r>
              <a:rPr lang="en-US" sz="3200" dirty="0"/>
              <a:t>2</a:t>
            </a:r>
          </a:p>
        </p:txBody>
      </p:sp>
      <p:sp>
        <p:nvSpPr>
          <p:cNvPr id="50" name="TextBox 49">
            <a:extLst>
              <a:ext uri="{FF2B5EF4-FFF2-40B4-BE49-F238E27FC236}">
                <a16:creationId xmlns:a16="http://schemas.microsoft.com/office/drawing/2014/main" id="{975A2C02-3F63-5556-81FB-4B72EB5134E7}"/>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156A99C8-DA15-A516-D756-1BE53E759F3A}"/>
              </a:ext>
            </a:extLst>
          </p:cNvPr>
          <p:cNvSpPr txBox="1"/>
          <p:nvPr/>
        </p:nvSpPr>
        <p:spPr>
          <a:xfrm>
            <a:off x="5215469" y="4252952"/>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989716EC-DF1F-450C-1BA9-3DBD437ADFF6}"/>
              </a:ext>
            </a:extLst>
          </p:cNvPr>
          <p:cNvSpPr txBox="1"/>
          <p:nvPr/>
        </p:nvSpPr>
        <p:spPr>
          <a:xfrm>
            <a:off x="6214537" y="4252952"/>
            <a:ext cx="462845" cy="584775"/>
          </a:xfrm>
          <a:prstGeom prst="rect">
            <a:avLst/>
          </a:prstGeom>
          <a:noFill/>
        </p:spPr>
        <p:txBody>
          <a:bodyPr wrap="square" rtlCol="0">
            <a:spAutoFit/>
          </a:bodyPr>
          <a:lstStyle/>
          <a:p>
            <a:pPr algn="ctr"/>
            <a:r>
              <a:rPr lang="en-US" sz="3200" dirty="0"/>
              <a:t>3</a:t>
            </a:r>
          </a:p>
        </p:txBody>
      </p:sp>
      <p:sp>
        <p:nvSpPr>
          <p:cNvPr id="63" name="TextBox 62">
            <a:extLst>
              <a:ext uri="{FF2B5EF4-FFF2-40B4-BE49-F238E27FC236}">
                <a16:creationId xmlns:a16="http://schemas.microsoft.com/office/drawing/2014/main" id="{5D6580AC-212D-6603-2C47-4433F22D6B41}"/>
              </a:ext>
            </a:extLst>
          </p:cNvPr>
          <p:cNvSpPr txBox="1"/>
          <p:nvPr/>
        </p:nvSpPr>
        <p:spPr>
          <a:xfrm>
            <a:off x="5215469" y="4756289"/>
            <a:ext cx="462845" cy="584775"/>
          </a:xfrm>
          <a:prstGeom prst="rect">
            <a:avLst/>
          </a:prstGeom>
          <a:noFill/>
        </p:spPr>
        <p:txBody>
          <a:bodyPr wrap="square" rtlCol="0">
            <a:spAutoFit/>
          </a:bodyPr>
          <a:lstStyle/>
          <a:p>
            <a:pPr algn="ctr"/>
            <a:r>
              <a:rPr lang="en-US" sz="3200" dirty="0"/>
              <a:t>3</a:t>
            </a:r>
          </a:p>
        </p:txBody>
      </p:sp>
      <p:sp>
        <p:nvSpPr>
          <p:cNvPr id="65" name="TextBox 64">
            <a:extLst>
              <a:ext uri="{FF2B5EF4-FFF2-40B4-BE49-F238E27FC236}">
                <a16:creationId xmlns:a16="http://schemas.microsoft.com/office/drawing/2014/main" id="{0FE017AD-E1BF-AE4D-B8DB-EFC5D97CB8CA}"/>
              </a:ext>
            </a:extLst>
          </p:cNvPr>
          <p:cNvSpPr txBox="1"/>
          <p:nvPr/>
        </p:nvSpPr>
        <p:spPr>
          <a:xfrm>
            <a:off x="6214537" y="4747898"/>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6BB86478-DA54-0E14-622C-FBD56264E447}"/>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71" name="TextBox 70">
            <a:extLst>
              <a:ext uri="{FF2B5EF4-FFF2-40B4-BE49-F238E27FC236}">
                <a16:creationId xmlns:a16="http://schemas.microsoft.com/office/drawing/2014/main" id="{89A5120B-CAA1-195B-F89A-51EEC9CF9B53}"/>
              </a:ext>
            </a:extLst>
          </p:cNvPr>
          <p:cNvSpPr txBox="1"/>
          <p:nvPr/>
        </p:nvSpPr>
        <p:spPr>
          <a:xfrm>
            <a:off x="3716867" y="1224551"/>
            <a:ext cx="462845" cy="584775"/>
          </a:xfrm>
          <a:prstGeom prst="rect">
            <a:avLst/>
          </a:prstGeom>
          <a:noFill/>
        </p:spPr>
        <p:txBody>
          <a:bodyPr wrap="square" rtlCol="0">
            <a:spAutoFit/>
          </a:bodyPr>
          <a:lstStyle/>
          <a:p>
            <a:pPr algn="ctr"/>
            <a:r>
              <a:rPr lang="en-US" sz="3200" dirty="0"/>
              <a:t>2</a:t>
            </a:r>
          </a:p>
        </p:txBody>
      </p:sp>
      <p:sp>
        <p:nvSpPr>
          <p:cNvPr id="72" name="TextBox 71">
            <a:extLst>
              <a:ext uri="{FF2B5EF4-FFF2-40B4-BE49-F238E27FC236}">
                <a16:creationId xmlns:a16="http://schemas.microsoft.com/office/drawing/2014/main" id="{13044750-0999-C13B-6556-84FE132A3C07}"/>
              </a:ext>
            </a:extLst>
          </p:cNvPr>
          <p:cNvSpPr txBox="1"/>
          <p:nvPr/>
        </p:nvSpPr>
        <p:spPr>
          <a:xfrm>
            <a:off x="3217333" y="2231221"/>
            <a:ext cx="462845" cy="584775"/>
          </a:xfrm>
          <a:prstGeom prst="rect">
            <a:avLst/>
          </a:prstGeom>
          <a:noFill/>
        </p:spPr>
        <p:txBody>
          <a:bodyPr wrap="square" rtlCol="0">
            <a:spAutoFit/>
          </a:bodyPr>
          <a:lstStyle/>
          <a:p>
            <a:pPr algn="ctr"/>
            <a:r>
              <a:rPr lang="en-US" sz="3200" dirty="0"/>
              <a:t>9</a:t>
            </a:r>
          </a:p>
        </p:txBody>
      </p:sp>
      <p:sp>
        <p:nvSpPr>
          <p:cNvPr id="77" name="TextBox 76">
            <a:extLst>
              <a:ext uri="{FF2B5EF4-FFF2-40B4-BE49-F238E27FC236}">
                <a16:creationId xmlns:a16="http://schemas.microsoft.com/office/drawing/2014/main" id="{EF224DC1-EE73-A6FB-B1CD-6FA4C5CC18E6}"/>
              </a:ext>
            </a:extLst>
          </p:cNvPr>
          <p:cNvSpPr txBox="1"/>
          <p:nvPr/>
        </p:nvSpPr>
        <p:spPr>
          <a:xfrm>
            <a:off x="3716867" y="2231221"/>
            <a:ext cx="462845" cy="584775"/>
          </a:xfrm>
          <a:prstGeom prst="rect">
            <a:avLst/>
          </a:prstGeom>
          <a:noFill/>
        </p:spPr>
        <p:txBody>
          <a:bodyPr wrap="square" rtlCol="0">
            <a:spAutoFit/>
          </a:bodyPr>
          <a:lstStyle/>
          <a:p>
            <a:pPr algn="ctr"/>
            <a:r>
              <a:rPr lang="en-US" sz="3200" dirty="0"/>
              <a:t>3</a:t>
            </a:r>
          </a:p>
        </p:txBody>
      </p:sp>
      <p:sp>
        <p:nvSpPr>
          <p:cNvPr id="93" name="TextBox 92">
            <a:extLst>
              <a:ext uri="{FF2B5EF4-FFF2-40B4-BE49-F238E27FC236}">
                <a16:creationId xmlns:a16="http://schemas.microsoft.com/office/drawing/2014/main" id="{C25FA150-1F2D-A949-EBAD-10D00C1C31EA}"/>
              </a:ext>
            </a:extLst>
          </p:cNvPr>
          <p:cNvSpPr txBox="1"/>
          <p:nvPr/>
        </p:nvSpPr>
        <p:spPr>
          <a:xfrm>
            <a:off x="3716867" y="3237891"/>
            <a:ext cx="462845" cy="584775"/>
          </a:xfrm>
          <a:prstGeom prst="rect">
            <a:avLst/>
          </a:prstGeom>
          <a:noFill/>
        </p:spPr>
        <p:txBody>
          <a:bodyPr wrap="square" rtlCol="0">
            <a:spAutoFit/>
          </a:bodyPr>
          <a:lstStyle/>
          <a:p>
            <a:pPr algn="ctr"/>
            <a:r>
              <a:rPr lang="en-US" sz="3200" dirty="0"/>
              <a:t>6</a:t>
            </a:r>
          </a:p>
        </p:txBody>
      </p:sp>
      <p:sp>
        <p:nvSpPr>
          <p:cNvPr id="94" name="TextBox 93">
            <a:extLst>
              <a:ext uri="{FF2B5EF4-FFF2-40B4-BE49-F238E27FC236}">
                <a16:creationId xmlns:a16="http://schemas.microsoft.com/office/drawing/2014/main" id="{4A38A0A1-93FC-04C7-CB15-866C706D5029}"/>
              </a:ext>
            </a:extLst>
          </p:cNvPr>
          <p:cNvSpPr txBox="1"/>
          <p:nvPr/>
        </p:nvSpPr>
        <p:spPr>
          <a:xfrm>
            <a:off x="4216401" y="3237891"/>
            <a:ext cx="462845" cy="584775"/>
          </a:xfrm>
          <a:prstGeom prst="rect">
            <a:avLst/>
          </a:prstGeom>
          <a:noFill/>
        </p:spPr>
        <p:txBody>
          <a:bodyPr wrap="square" rtlCol="0">
            <a:spAutoFit/>
          </a:bodyPr>
          <a:lstStyle/>
          <a:p>
            <a:pPr algn="ctr"/>
            <a:r>
              <a:rPr lang="en-US" sz="3200" dirty="0"/>
              <a:t>4</a:t>
            </a:r>
          </a:p>
        </p:txBody>
      </p:sp>
      <p:sp>
        <p:nvSpPr>
          <p:cNvPr id="95" name="TextBox 94">
            <a:extLst>
              <a:ext uri="{FF2B5EF4-FFF2-40B4-BE49-F238E27FC236}">
                <a16:creationId xmlns:a16="http://schemas.microsoft.com/office/drawing/2014/main" id="{D66182AB-56E6-2CA9-1F98-D2C2F6BD6423}"/>
              </a:ext>
            </a:extLst>
          </p:cNvPr>
          <p:cNvSpPr txBox="1"/>
          <p:nvPr/>
        </p:nvSpPr>
        <p:spPr>
          <a:xfrm>
            <a:off x="3217333" y="721216"/>
            <a:ext cx="462845" cy="584775"/>
          </a:xfrm>
          <a:prstGeom prst="rect">
            <a:avLst/>
          </a:prstGeom>
          <a:noFill/>
        </p:spPr>
        <p:txBody>
          <a:bodyPr wrap="square" rtlCol="0">
            <a:spAutoFit/>
          </a:bodyPr>
          <a:lstStyle/>
          <a:p>
            <a:pPr algn="ctr"/>
            <a:r>
              <a:rPr lang="en-US" sz="3200" dirty="0"/>
              <a:t>6</a:t>
            </a:r>
          </a:p>
        </p:txBody>
      </p:sp>
      <p:sp>
        <p:nvSpPr>
          <p:cNvPr id="96" name="TextBox 95">
            <a:extLst>
              <a:ext uri="{FF2B5EF4-FFF2-40B4-BE49-F238E27FC236}">
                <a16:creationId xmlns:a16="http://schemas.microsoft.com/office/drawing/2014/main" id="{64E12DE1-9454-F2FF-9436-48DF2ED1DECC}"/>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24" name="TextBox 23">
            <a:extLst>
              <a:ext uri="{FF2B5EF4-FFF2-40B4-BE49-F238E27FC236}">
                <a16:creationId xmlns:a16="http://schemas.microsoft.com/office/drawing/2014/main" id="{8EBD0E82-9F7F-7F21-BA8C-4E0E02421195}"/>
              </a:ext>
            </a:extLst>
          </p:cNvPr>
          <p:cNvSpPr txBox="1"/>
          <p:nvPr/>
        </p:nvSpPr>
        <p:spPr>
          <a:xfrm>
            <a:off x="3217333" y="4244561"/>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400684509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D55CD-9742-523B-B00A-58B8896CA11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FC69DF9-FFF9-B293-52D0-454493547983}"/>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07A361A6-0BDB-B8C5-FB04-560E19DDB87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CE23236-68E6-8E13-606B-E6EF077BA9E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1DB18CF-5A6E-7A0E-23EB-36690F97E30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3631B5F-18E1-9285-20DF-9A68BB9BBFEF}"/>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AB6C833E-0E17-A60B-7240-522590BCF299}"/>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31" name="TextBox 30">
            <a:extLst>
              <a:ext uri="{FF2B5EF4-FFF2-40B4-BE49-F238E27FC236}">
                <a16:creationId xmlns:a16="http://schemas.microsoft.com/office/drawing/2014/main" id="{FBC51A23-F319-7A5A-1D92-4B5B47FDCF3C}"/>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CFEFA72D-0852-AEC3-3A83-9B1660443FF1}"/>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D963DF4F-CFDE-685C-A5E2-F9ECEF3AB83B}"/>
              </a:ext>
            </a:extLst>
          </p:cNvPr>
          <p:cNvSpPr txBox="1"/>
          <p:nvPr/>
        </p:nvSpPr>
        <p:spPr>
          <a:xfrm>
            <a:off x="6214537"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A96DD187-19F0-7CF9-F67A-162109108CBB}"/>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CC2A6749-B15C-00AA-E6EC-EAEDDCA5B61C}"/>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10FCF0E6-5A1D-B40A-C713-6BD8D398BF23}"/>
              </a:ext>
            </a:extLst>
          </p:cNvPr>
          <p:cNvSpPr txBox="1"/>
          <p:nvPr/>
        </p:nvSpPr>
        <p:spPr>
          <a:xfrm>
            <a:off x="6714071" y="72121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8A2EC54D-4B0F-5A12-2F56-0A4696D4C8BB}"/>
              </a:ext>
            </a:extLst>
          </p:cNvPr>
          <p:cNvSpPr txBox="1"/>
          <p:nvPr/>
        </p:nvSpPr>
        <p:spPr>
          <a:xfrm>
            <a:off x="7213604" y="72121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A56A8E41-6079-DF37-F13E-E256F1BDBD8B}"/>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C53A760A-9F45-263F-9DFC-0C17C90BF70E}"/>
              </a:ext>
            </a:extLst>
          </p:cNvPr>
          <p:cNvSpPr txBox="1"/>
          <p:nvPr/>
        </p:nvSpPr>
        <p:spPr>
          <a:xfrm>
            <a:off x="6214537" y="3237891"/>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3755BA61-E242-EFC5-F455-8B0DF97C919A}"/>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DE4DBD0D-AE75-0E39-7988-2411FEB0C069}"/>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5" name="TextBox 34">
            <a:extLst>
              <a:ext uri="{FF2B5EF4-FFF2-40B4-BE49-F238E27FC236}">
                <a16:creationId xmlns:a16="http://schemas.microsoft.com/office/drawing/2014/main" id="{9B6C820A-5E59-A820-3CFB-6C3802A57EF0}"/>
              </a:ext>
            </a:extLst>
          </p:cNvPr>
          <p:cNvSpPr txBox="1"/>
          <p:nvPr/>
        </p:nvSpPr>
        <p:spPr>
          <a:xfrm>
            <a:off x="7213604" y="3237891"/>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AE047860-7621-E541-23F8-6578315C5CD8}"/>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FC18A12A-EE08-2FA1-8B86-79E47A460A4E}"/>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9" name="TextBox 38">
            <a:extLst>
              <a:ext uri="{FF2B5EF4-FFF2-40B4-BE49-F238E27FC236}">
                <a16:creationId xmlns:a16="http://schemas.microsoft.com/office/drawing/2014/main" id="{36910632-A093-81BA-9F65-001010CEB621}"/>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2C8761E4-4097-6374-492A-D327E5307CB9}"/>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41" name="TextBox 40">
            <a:extLst>
              <a:ext uri="{FF2B5EF4-FFF2-40B4-BE49-F238E27FC236}">
                <a16:creationId xmlns:a16="http://schemas.microsoft.com/office/drawing/2014/main" id="{67CC2E33-7968-6685-E651-46EDAB025A29}"/>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21260200-FBB2-06CD-52F3-798F58F8009D}"/>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43" name="TextBox 42">
            <a:extLst>
              <a:ext uri="{FF2B5EF4-FFF2-40B4-BE49-F238E27FC236}">
                <a16:creationId xmlns:a16="http://schemas.microsoft.com/office/drawing/2014/main" id="{530D7EDB-4A46-CDC5-9708-6A7291530728}"/>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52" name="TextBox 51">
            <a:extLst>
              <a:ext uri="{FF2B5EF4-FFF2-40B4-BE49-F238E27FC236}">
                <a16:creationId xmlns:a16="http://schemas.microsoft.com/office/drawing/2014/main" id="{229C9D2D-13E9-22C6-F1AB-BF58EAF592D2}"/>
              </a:ext>
            </a:extLst>
          </p:cNvPr>
          <p:cNvSpPr txBox="1"/>
          <p:nvPr/>
        </p:nvSpPr>
        <p:spPr>
          <a:xfrm>
            <a:off x="4216401" y="2231221"/>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48556CF5-23FD-0F78-418C-4228FF9746DF}"/>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40ED5A08-7CB5-C531-06A6-D0963B29E1DF}"/>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57" name="TextBox 56">
            <a:extLst>
              <a:ext uri="{FF2B5EF4-FFF2-40B4-BE49-F238E27FC236}">
                <a16:creationId xmlns:a16="http://schemas.microsoft.com/office/drawing/2014/main" id="{498DCD7A-61F0-D65B-3A04-B6E3726B6E4D}"/>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14" name="TextBox 13">
            <a:extLst>
              <a:ext uri="{FF2B5EF4-FFF2-40B4-BE49-F238E27FC236}">
                <a16:creationId xmlns:a16="http://schemas.microsoft.com/office/drawing/2014/main" id="{954F4765-12F7-F32D-F101-4C936A4B16DA}"/>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28" name="TextBox 27">
            <a:extLst>
              <a:ext uri="{FF2B5EF4-FFF2-40B4-BE49-F238E27FC236}">
                <a16:creationId xmlns:a16="http://schemas.microsoft.com/office/drawing/2014/main" id="{70CDC723-4DC2-E146-5EFA-3A832B1CE6D7}"/>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69DFB7C5-C3FC-8BAC-9BFF-8EA2A45FFA4E}"/>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DE06C76C-2A15-AA57-009A-CC0BAF391AB3}"/>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61" name="TextBox 60">
            <a:extLst>
              <a:ext uri="{FF2B5EF4-FFF2-40B4-BE49-F238E27FC236}">
                <a16:creationId xmlns:a16="http://schemas.microsoft.com/office/drawing/2014/main" id="{7B440EA4-BDC0-8045-A0EE-489944D567D7}"/>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62" name="TextBox 61">
            <a:extLst>
              <a:ext uri="{FF2B5EF4-FFF2-40B4-BE49-F238E27FC236}">
                <a16:creationId xmlns:a16="http://schemas.microsoft.com/office/drawing/2014/main" id="{8C6AD636-40D5-7F66-B179-4ED2E3FEE660}"/>
              </a:ext>
            </a:extLst>
          </p:cNvPr>
          <p:cNvSpPr txBox="1"/>
          <p:nvPr/>
        </p:nvSpPr>
        <p:spPr>
          <a:xfrm>
            <a:off x="5215469" y="3237891"/>
            <a:ext cx="462845" cy="584775"/>
          </a:xfrm>
          <a:prstGeom prst="rect">
            <a:avLst/>
          </a:prstGeom>
          <a:noFill/>
        </p:spPr>
        <p:txBody>
          <a:bodyPr wrap="square" rtlCol="0">
            <a:spAutoFit/>
          </a:bodyPr>
          <a:lstStyle/>
          <a:p>
            <a:pPr algn="ctr"/>
            <a:r>
              <a:rPr lang="en-US" sz="3200" dirty="0"/>
              <a:t>2</a:t>
            </a:r>
          </a:p>
        </p:txBody>
      </p:sp>
      <p:sp>
        <p:nvSpPr>
          <p:cNvPr id="82" name="TextBox 81">
            <a:extLst>
              <a:ext uri="{FF2B5EF4-FFF2-40B4-BE49-F238E27FC236}">
                <a16:creationId xmlns:a16="http://schemas.microsoft.com/office/drawing/2014/main" id="{B01F17CE-6F3C-2A46-D62A-181354B3D2E5}"/>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83" name="TextBox 82">
            <a:extLst>
              <a:ext uri="{FF2B5EF4-FFF2-40B4-BE49-F238E27FC236}">
                <a16:creationId xmlns:a16="http://schemas.microsoft.com/office/drawing/2014/main" id="{3C20927A-22C2-919E-EF48-EC42679F78C2}"/>
              </a:ext>
            </a:extLst>
          </p:cNvPr>
          <p:cNvSpPr txBox="1"/>
          <p:nvPr/>
        </p:nvSpPr>
        <p:spPr>
          <a:xfrm>
            <a:off x="6714071" y="3741226"/>
            <a:ext cx="462845" cy="584775"/>
          </a:xfrm>
          <a:prstGeom prst="rect">
            <a:avLst/>
          </a:prstGeom>
          <a:noFill/>
        </p:spPr>
        <p:txBody>
          <a:bodyPr wrap="square" rtlCol="0">
            <a:spAutoFit/>
          </a:bodyPr>
          <a:lstStyle/>
          <a:p>
            <a:pPr algn="ctr"/>
            <a:r>
              <a:rPr lang="en-US" sz="3200" dirty="0"/>
              <a:t>1</a:t>
            </a:r>
          </a:p>
        </p:txBody>
      </p:sp>
      <p:sp>
        <p:nvSpPr>
          <p:cNvPr id="69" name="TextBox 68">
            <a:extLst>
              <a:ext uri="{FF2B5EF4-FFF2-40B4-BE49-F238E27FC236}">
                <a16:creationId xmlns:a16="http://schemas.microsoft.com/office/drawing/2014/main" id="{27F7F9C2-56C1-34AB-5FA0-DE0BC75EC4C0}"/>
              </a:ext>
            </a:extLst>
          </p:cNvPr>
          <p:cNvSpPr txBox="1"/>
          <p:nvPr/>
        </p:nvSpPr>
        <p:spPr>
          <a:xfrm>
            <a:off x="6214537" y="2734556"/>
            <a:ext cx="462845" cy="584775"/>
          </a:xfrm>
          <a:prstGeom prst="rect">
            <a:avLst/>
          </a:prstGeom>
          <a:noFill/>
        </p:spPr>
        <p:txBody>
          <a:bodyPr wrap="square" rtlCol="0">
            <a:spAutoFit/>
          </a:bodyPr>
          <a:lstStyle/>
          <a:p>
            <a:pPr algn="ctr"/>
            <a:r>
              <a:rPr lang="en-US" sz="3200" dirty="0"/>
              <a:t>1</a:t>
            </a:r>
          </a:p>
        </p:txBody>
      </p:sp>
      <p:sp>
        <p:nvSpPr>
          <p:cNvPr id="70" name="TextBox 69">
            <a:extLst>
              <a:ext uri="{FF2B5EF4-FFF2-40B4-BE49-F238E27FC236}">
                <a16:creationId xmlns:a16="http://schemas.microsoft.com/office/drawing/2014/main" id="{15E589ED-5826-E0F1-181C-649A1AC0D72B}"/>
              </a:ext>
            </a:extLst>
          </p:cNvPr>
          <p:cNvSpPr txBox="1"/>
          <p:nvPr/>
        </p:nvSpPr>
        <p:spPr>
          <a:xfrm>
            <a:off x="6714071" y="2734556"/>
            <a:ext cx="462845" cy="584775"/>
          </a:xfrm>
          <a:prstGeom prst="rect">
            <a:avLst/>
          </a:prstGeom>
          <a:noFill/>
        </p:spPr>
        <p:txBody>
          <a:bodyPr wrap="square" rtlCol="0">
            <a:spAutoFit/>
          </a:bodyPr>
          <a:lstStyle/>
          <a:p>
            <a:pPr algn="ctr"/>
            <a:r>
              <a:rPr lang="en-US" sz="3200" dirty="0"/>
              <a:t>6</a:t>
            </a:r>
          </a:p>
        </p:txBody>
      </p:sp>
      <p:sp>
        <p:nvSpPr>
          <p:cNvPr id="29" name="TextBox 28">
            <a:extLst>
              <a:ext uri="{FF2B5EF4-FFF2-40B4-BE49-F238E27FC236}">
                <a16:creationId xmlns:a16="http://schemas.microsoft.com/office/drawing/2014/main" id="{159CB468-EFD3-55B0-4FEC-F0CB7C7944EA}"/>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70DAEDB8-BB5B-5119-81ED-11F69E3EF4DE}"/>
              </a:ext>
            </a:extLst>
          </p:cNvPr>
          <p:cNvSpPr txBox="1"/>
          <p:nvPr/>
        </p:nvSpPr>
        <p:spPr>
          <a:xfrm>
            <a:off x="4216401" y="3741226"/>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4CB1E3F8-137C-151C-F48B-4450732E895D}"/>
              </a:ext>
            </a:extLst>
          </p:cNvPr>
          <p:cNvSpPr txBox="1"/>
          <p:nvPr/>
        </p:nvSpPr>
        <p:spPr>
          <a:xfrm>
            <a:off x="6714071" y="1224551"/>
            <a:ext cx="462845" cy="584775"/>
          </a:xfrm>
          <a:prstGeom prst="rect">
            <a:avLst/>
          </a:prstGeom>
          <a:noFill/>
        </p:spPr>
        <p:txBody>
          <a:bodyPr wrap="square" rtlCol="0">
            <a:spAutoFit/>
          </a:bodyPr>
          <a:lstStyle/>
          <a:p>
            <a:pPr algn="ctr"/>
            <a:r>
              <a:rPr lang="en-US" sz="3200" dirty="0"/>
              <a:t>5</a:t>
            </a:r>
          </a:p>
        </p:txBody>
      </p:sp>
      <p:sp>
        <p:nvSpPr>
          <p:cNvPr id="49" name="TextBox 48">
            <a:extLst>
              <a:ext uri="{FF2B5EF4-FFF2-40B4-BE49-F238E27FC236}">
                <a16:creationId xmlns:a16="http://schemas.microsoft.com/office/drawing/2014/main" id="{ED665CBA-9FD0-692E-6070-12AC0686F560}"/>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84" name="TextBox 83">
            <a:extLst>
              <a:ext uri="{FF2B5EF4-FFF2-40B4-BE49-F238E27FC236}">
                <a16:creationId xmlns:a16="http://schemas.microsoft.com/office/drawing/2014/main" id="{DF96CC98-A8B9-09A4-CB64-242EAB052212}"/>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85" name="TextBox 84">
            <a:extLst>
              <a:ext uri="{FF2B5EF4-FFF2-40B4-BE49-F238E27FC236}">
                <a16:creationId xmlns:a16="http://schemas.microsoft.com/office/drawing/2014/main" id="{35542979-D33A-F5CF-9E68-35731FA12FA7}"/>
              </a:ext>
            </a:extLst>
          </p:cNvPr>
          <p:cNvSpPr txBox="1"/>
          <p:nvPr/>
        </p:nvSpPr>
        <p:spPr>
          <a:xfrm>
            <a:off x="5215469" y="1224551"/>
            <a:ext cx="462845" cy="584775"/>
          </a:xfrm>
          <a:prstGeom prst="rect">
            <a:avLst/>
          </a:prstGeom>
          <a:noFill/>
        </p:spPr>
        <p:txBody>
          <a:bodyPr wrap="square" rtlCol="0">
            <a:spAutoFit/>
          </a:bodyPr>
          <a:lstStyle/>
          <a:p>
            <a:pPr algn="ctr"/>
            <a:r>
              <a:rPr lang="en-US" sz="3200" dirty="0"/>
              <a:t>4</a:t>
            </a:r>
          </a:p>
        </p:txBody>
      </p:sp>
      <p:sp>
        <p:nvSpPr>
          <p:cNvPr id="86" name="TextBox 85">
            <a:extLst>
              <a:ext uri="{FF2B5EF4-FFF2-40B4-BE49-F238E27FC236}">
                <a16:creationId xmlns:a16="http://schemas.microsoft.com/office/drawing/2014/main" id="{E0AFC26D-0AF7-B25A-A0A2-56C4DD8AA4F4}"/>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87" name="TextBox 86">
            <a:extLst>
              <a:ext uri="{FF2B5EF4-FFF2-40B4-BE49-F238E27FC236}">
                <a16:creationId xmlns:a16="http://schemas.microsoft.com/office/drawing/2014/main" id="{685729EE-4CAB-583A-8BD3-13D5B894A2F5}"/>
              </a:ext>
            </a:extLst>
          </p:cNvPr>
          <p:cNvSpPr txBox="1"/>
          <p:nvPr/>
        </p:nvSpPr>
        <p:spPr>
          <a:xfrm>
            <a:off x="4715935" y="1727886"/>
            <a:ext cx="462845" cy="584775"/>
          </a:xfrm>
          <a:prstGeom prst="rect">
            <a:avLst/>
          </a:prstGeom>
          <a:noFill/>
        </p:spPr>
        <p:txBody>
          <a:bodyPr wrap="square" rtlCol="0">
            <a:spAutoFit/>
          </a:bodyPr>
          <a:lstStyle/>
          <a:p>
            <a:pPr algn="ctr"/>
            <a:r>
              <a:rPr lang="en-US" sz="3200" dirty="0"/>
              <a:t>6</a:t>
            </a:r>
          </a:p>
        </p:txBody>
      </p:sp>
      <p:sp>
        <p:nvSpPr>
          <p:cNvPr id="88" name="TextBox 87">
            <a:extLst>
              <a:ext uri="{FF2B5EF4-FFF2-40B4-BE49-F238E27FC236}">
                <a16:creationId xmlns:a16="http://schemas.microsoft.com/office/drawing/2014/main" id="{B34191AD-0CC8-6D9E-C224-9580927B2FDE}"/>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89" name="TextBox 88">
            <a:extLst>
              <a:ext uri="{FF2B5EF4-FFF2-40B4-BE49-F238E27FC236}">
                <a16:creationId xmlns:a16="http://schemas.microsoft.com/office/drawing/2014/main" id="{E645A3CB-EF8E-D4CC-70B6-90F768DC6439}"/>
              </a:ext>
            </a:extLst>
          </p:cNvPr>
          <p:cNvSpPr txBox="1"/>
          <p:nvPr/>
        </p:nvSpPr>
        <p:spPr>
          <a:xfrm>
            <a:off x="5215469" y="2734556"/>
            <a:ext cx="462845" cy="584775"/>
          </a:xfrm>
          <a:prstGeom prst="rect">
            <a:avLst/>
          </a:prstGeom>
          <a:noFill/>
        </p:spPr>
        <p:txBody>
          <a:bodyPr wrap="square" rtlCol="0">
            <a:spAutoFit/>
          </a:bodyPr>
          <a:lstStyle/>
          <a:p>
            <a:pPr algn="ctr"/>
            <a:r>
              <a:rPr lang="en-US" sz="3200" dirty="0"/>
              <a:t>7</a:t>
            </a:r>
          </a:p>
        </p:txBody>
      </p:sp>
      <p:sp>
        <p:nvSpPr>
          <p:cNvPr id="90" name="TextBox 89">
            <a:extLst>
              <a:ext uri="{FF2B5EF4-FFF2-40B4-BE49-F238E27FC236}">
                <a16:creationId xmlns:a16="http://schemas.microsoft.com/office/drawing/2014/main" id="{906E2B6D-E101-BC5B-C844-7CD5A8B860DF}"/>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91" name="TextBox 90">
            <a:extLst>
              <a:ext uri="{FF2B5EF4-FFF2-40B4-BE49-F238E27FC236}">
                <a16:creationId xmlns:a16="http://schemas.microsoft.com/office/drawing/2014/main" id="{8EA73261-FDAC-2B6B-2B66-E5ED05FDD1BF}"/>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92" name="TextBox 91">
            <a:extLst>
              <a:ext uri="{FF2B5EF4-FFF2-40B4-BE49-F238E27FC236}">
                <a16:creationId xmlns:a16="http://schemas.microsoft.com/office/drawing/2014/main" id="{57E03B05-0AAF-8FB5-ADCA-AE06397B589D}"/>
              </a:ext>
            </a:extLst>
          </p:cNvPr>
          <p:cNvSpPr txBox="1"/>
          <p:nvPr/>
        </p:nvSpPr>
        <p:spPr>
          <a:xfrm>
            <a:off x="7213604" y="3741226"/>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EF15DEB9-4D40-395E-B512-78A5AF25C3D3}"/>
              </a:ext>
            </a:extLst>
          </p:cNvPr>
          <p:cNvSpPr txBox="1"/>
          <p:nvPr/>
        </p:nvSpPr>
        <p:spPr>
          <a:xfrm>
            <a:off x="5215469" y="3741226"/>
            <a:ext cx="462845" cy="584775"/>
          </a:xfrm>
          <a:prstGeom prst="rect">
            <a:avLst/>
          </a:prstGeom>
          <a:noFill/>
        </p:spPr>
        <p:txBody>
          <a:bodyPr wrap="square" rtlCol="0">
            <a:spAutoFit/>
          </a:bodyPr>
          <a:lstStyle/>
          <a:p>
            <a:pPr algn="ctr"/>
            <a:r>
              <a:rPr lang="en-US" sz="3200" dirty="0"/>
              <a:t>9</a:t>
            </a:r>
          </a:p>
        </p:txBody>
      </p:sp>
      <p:sp>
        <p:nvSpPr>
          <p:cNvPr id="19" name="TextBox 18">
            <a:extLst>
              <a:ext uri="{FF2B5EF4-FFF2-40B4-BE49-F238E27FC236}">
                <a16:creationId xmlns:a16="http://schemas.microsoft.com/office/drawing/2014/main" id="{AA35DDD2-A28C-634A-7442-AF43E4960B7D}"/>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9444E46C-15D3-64B2-54F4-62993EAA6FF6}"/>
              </a:ext>
            </a:extLst>
          </p:cNvPr>
          <p:cNvSpPr txBox="1"/>
          <p:nvPr/>
        </p:nvSpPr>
        <p:spPr>
          <a:xfrm>
            <a:off x="4216401" y="4244561"/>
            <a:ext cx="462845" cy="584775"/>
          </a:xfrm>
          <a:prstGeom prst="rect">
            <a:avLst/>
          </a:prstGeom>
          <a:noFill/>
        </p:spPr>
        <p:txBody>
          <a:bodyPr wrap="square" rtlCol="0">
            <a:spAutoFit/>
          </a:bodyPr>
          <a:lstStyle/>
          <a:p>
            <a:pPr algn="ctr"/>
            <a:r>
              <a:rPr lang="en-US" sz="3200" dirty="0"/>
              <a:t>1</a:t>
            </a:r>
          </a:p>
        </p:txBody>
      </p:sp>
      <p:sp>
        <p:nvSpPr>
          <p:cNvPr id="23" name="TextBox 22">
            <a:extLst>
              <a:ext uri="{FF2B5EF4-FFF2-40B4-BE49-F238E27FC236}">
                <a16:creationId xmlns:a16="http://schemas.microsoft.com/office/drawing/2014/main" id="{3EB839DC-FB3B-E1F9-955F-7051605CCD2F}"/>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36" name="TextBox 35">
            <a:extLst>
              <a:ext uri="{FF2B5EF4-FFF2-40B4-BE49-F238E27FC236}">
                <a16:creationId xmlns:a16="http://schemas.microsoft.com/office/drawing/2014/main" id="{FDE57356-3AA3-325E-1C04-6769F9F5869D}"/>
              </a:ext>
            </a:extLst>
          </p:cNvPr>
          <p:cNvSpPr txBox="1"/>
          <p:nvPr/>
        </p:nvSpPr>
        <p:spPr>
          <a:xfrm>
            <a:off x="3716867" y="1727886"/>
            <a:ext cx="462845" cy="584775"/>
          </a:xfrm>
          <a:prstGeom prst="rect">
            <a:avLst/>
          </a:prstGeom>
          <a:noFill/>
        </p:spPr>
        <p:txBody>
          <a:bodyPr wrap="square" rtlCol="0">
            <a:spAutoFit/>
          </a:bodyPr>
          <a:lstStyle/>
          <a:p>
            <a:pPr algn="ctr"/>
            <a:r>
              <a:rPr lang="en-US" sz="3200" dirty="0"/>
              <a:t>1</a:t>
            </a:r>
          </a:p>
        </p:txBody>
      </p:sp>
      <p:sp>
        <p:nvSpPr>
          <p:cNvPr id="44" name="TextBox 43">
            <a:extLst>
              <a:ext uri="{FF2B5EF4-FFF2-40B4-BE49-F238E27FC236}">
                <a16:creationId xmlns:a16="http://schemas.microsoft.com/office/drawing/2014/main" id="{F1CAB58B-3012-0A7E-C71E-7EF6463F115B}"/>
              </a:ext>
            </a:extLst>
          </p:cNvPr>
          <p:cNvSpPr txBox="1"/>
          <p:nvPr/>
        </p:nvSpPr>
        <p:spPr>
          <a:xfrm>
            <a:off x="3217333" y="2734556"/>
            <a:ext cx="462845" cy="584775"/>
          </a:xfrm>
          <a:prstGeom prst="rect">
            <a:avLst/>
          </a:prstGeom>
          <a:noFill/>
        </p:spPr>
        <p:txBody>
          <a:bodyPr wrap="square" rtlCol="0">
            <a:spAutoFit/>
          </a:bodyPr>
          <a:lstStyle/>
          <a:p>
            <a:pPr algn="ctr"/>
            <a:r>
              <a:rPr lang="en-US" sz="3200" dirty="0"/>
              <a:t>5</a:t>
            </a:r>
          </a:p>
        </p:txBody>
      </p:sp>
      <p:sp>
        <p:nvSpPr>
          <p:cNvPr id="66" name="TextBox 65">
            <a:extLst>
              <a:ext uri="{FF2B5EF4-FFF2-40B4-BE49-F238E27FC236}">
                <a16:creationId xmlns:a16="http://schemas.microsoft.com/office/drawing/2014/main" id="{D81DAA00-4FE9-2AB6-2E24-228054AA74A7}"/>
              </a:ext>
            </a:extLst>
          </p:cNvPr>
          <p:cNvSpPr txBox="1"/>
          <p:nvPr/>
        </p:nvSpPr>
        <p:spPr>
          <a:xfrm>
            <a:off x="3716867" y="2734556"/>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E5F20419-D006-FD75-63DE-1156BE1275AA}"/>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388054CC-C295-8E83-02B2-863D0587C7E2}"/>
              </a:ext>
            </a:extLst>
          </p:cNvPr>
          <p:cNvSpPr txBox="1"/>
          <p:nvPr/>
        </p:nvSpPr>
        <p:spPr>
          <a:xfrm>
            <a:off x="4715935" y="4244561"/>
            <a:ext cx="462845" cy="584775"/>
          </a:xfrm>
          <a:prstGeom prst="rect">
            <a:avLst/>
          </a:prstGeom>
          <a:noFill/>
        </p:spPr>
        <p:txBody>
          <a:bodyPr wrap="square" rtlCol="0">
            <a:spAutoFit/>
          </a:bodyPr>
          <a:lstStyle/>
          <a:p>
            <a:pPr algn="ctr"/>
            <a:r>
              <a:rPr lang="en-US" sz="3200" dirty="0"/>
              <a:t>2</a:t>
            </a:r>
          </a:p>
        </p:txBody>
      </p:sp>
      <p:sp>
        <p:nvSpPr>
          <p:cNvPr id="18" name="TextBox 17">
            <a:extLst>
              <a:ext uri="{FF2B5EF4-FFF2-40B4-BE49-F238E27FC236}">
                <a16:creationId xmlns:a16="http://schemas.microsoft.com/office/drawing/2014/main" id="{DB30B7CD-37A0-EC6F-C71E-30514E40B50B}"/>
              </a:ext>
            </a:extLst>
          </p:cNvPr>
          <p:cNvSpPr txBox="1"/>
          <p:nvPr/>
        </p:nvSpPr>
        <p:spPr>
          <a:xfrm>
            <a:off x="4715935" y="4747898"/>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F9C1C197-D520-399B-C53A-B452A6862C10}"/>
              </a:ext>
            </a:extLst>
          </p:cNvPr>
          <p:cNvSpPr txBox="1"/>
          <p:nvPr/>
        </p:nvSpPr>
        <p:spPr>
          <a:xfrm>
            <a:off x="3217333" y="3237891"/>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3A36DA58-C2A7-E007-E850-590479EE93E2}"/>
              </a:ext>
            </a:extLst>
          </p:cNvPr>
          <p:cNvSpPr txBox="1"/>
          <p:nvPr/>
        </p:nvSpPr>
        <p:spPr>
          <a:xfrm>
            <a:off x="3217333" y="4747898"/>
            <a:ext cx="462845" cy="584775"/>
          </a:xfrm>
          <a:prstGeom prst="rect">
            <a:avLst/>
          </a:prstGeom>
          <a:noFill/>
        </p:spPr>
        <p:txBody>
          <a:bodyPr wrap="square" rtlCol="0">
            <a:spAutoFit/>
          </a:bodyPr>
          <a:lstStyle/>
          <a:p>
            <a:pPr algn="ctr"/>
            <a:r>
              <a:rPr lang="en-US" sz="3200" dirty="0"/>
              <a:t>2</a:t>
            </a:r>
          </a:p>
        </p:txBody>
      </p:sp>
      <p:sp>
        <p:nvSpPr>
          <p:cNvPr id="50" name="TextBox 49">
            <a:extLst>
              <a:ext uri="{FF2B5EF4-FFF2-40B4-BE49-F238E27FC236}">
                <a16:creationId xmlns:a16="http://schemas.microsoft.com/office/drawing/2014/main" id="{C321BE0D-5A79-4C13-CB7D-F5EBB656A5E9}"/>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BF0CF30D-819C-4F2C-7124-46B8981BA8B5}"/>
              </a:ext>
            </a:extLst>
          </p:cNvPr>
          <p:cNvSpPr txBox="1"/>
          <p:nvPr/>
        </p:nvSpPr>
        <p:spPr>
          <a:xfrm>
            <a:off x="5215469" y="4252952"/>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86BA8723-2047-BD9E-723F-289E67129857}"/>
              </a:ext>
            </a:extLst>
          </p:cNvPr>
          <p:cNvSpPr txBox="1"/>
          <p:nvPr/>
        </p:nvSpPr>
        <p:spPr>
          <a:xfrm>
            <a:off x="6214537" y="4252952"/>
            <a:ext cx="462845" cy="584775"/>
          </a:xfrm>
          <a:prstGeom prst="rect">
            <a:avLst/>
          </a:prstGeom>
          <a:noFill/>
        </p:spPr>
        <p:txBody>
          <a:bodyPr wrap="square" rtlCol="0">
            <a:spAutoFit/>
          </a:bodyPr>
          <a:lstStyle/>
          <a:p>
            <a:pPr algn="ctr"/>
            <a:r>
              <a:rPr lang="en-US" sz="3200" dirty="0"/>
              <a:t>3</a:t>
            </a:r>
          </a:p>
        </p:txBody>
      </p:sp>
      <p:sp>
        <p:nvSpPr>
          <p:cNvPr id="63" name="TextBox 62">
            <a:extLst>
              <a:ext uri="{FF2B5EF4-FFF2-40B4-BE49-F238E27FC236}">
                <a16:creationId xmlns:a16="http://schemas.microsoft.com/office/drawing/2014/main" id="{38BB8F61-2888-CE09-49C5-66C68D1CBEF6}"/>
              </a:ext>
            </a:extLst>
          </p:cNvPr>
          <p:cNvSpPr txBox="1"/>
          <p:nvPr/>
        </p:nvSpPr>
        <p:spPr>
          <a:xfrm>
            <a:off x="5215469" y="4756289"/>
            <a:ext cx="462845" cy="584775"/>
          </a:xfrm>
          <a:prstGeom prst="rect">
            <a:avLst/>
          </a:prstGeom>
          <a:noFill/>
        </p:spPr>
        <p:txBody>
          <a:bodyPr wrap="square" rtlCol="0">
            <a:spAutoFit/>
          </a:bodyPr>
          <a:lstStyle/>
          <a:p>
            <a:pPr algn="ctr"/>
            <a:r>
              <a:rPr lang="en-US" sz="3200" dirty="0"/>
              <a:t>3</a:t>
            </a:r>
          </a:p>
        </p:txBody>
      </p:sp>
      <p:sp>
        <p:nvSpPr>
          <p:cNvPr id="65" name="TextBox 64">
            <a:extLst>
              <a:ext uri="{FF2B5EF4-FFF2-40B4-BE49-F238E27FC236}">
                <a16:creationId xmlns:a16="http://schemas.microsoft.com/office/drawing/2014/main" id="{C08E8BEB-092A-C94E-820E-7E95AA1794E2}"/>
              </a:ext>
            </a:extLst>
          </p:cNvPr>
          <p:cNvSpPr txBox="1"/>
          <p:nvPr/>
        </p:nvSpPr>
        <p:spPr>
          <a:xfrm>
            <a:off x="6214537" y="4747898"/>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56D53877-6F8D-B079-EC45-7AAA7F7DEB53}"/>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71" name="TextBox 70">
            <a:extLst>
              <a:ext uri="{FF2B5EF4-FFF2-40B4-BE49-F238E27FC236}">
                <a16:creationId xmlns:a16="http://schemas.microsoft.com/office/drawing/2014/main" id="{B0ADE01F-370F-2E5D-56B2-DE5B278A90E9}"/>
              </a:ext>
            </a:extLst>
          </p:cNvPr>
          <p:cNvSpPr txBox="1"/>
          <p:nvPr/>
        </p:nvSpPr>
        <p:spPr>
          <a:xfrm>
            <a:off x="3716867" y="1224551"/>
            <a:ext cx="462845" cy="584775"/>
          </a:xfrm>
          <a:prstGeom prst="rect">
            <a:avLst/>
          </a:prstGeom>
          <a:noFill/>
        </p:spPr>
        <p:txBody>
          <a:bodyPr wrap="square" rtlCol="0">
            <a:spAutoFit/>
          </a:bodyPr>
          <a:lstStyle/>
          <a:p>
            <a:pPr algn="ctr"/>
            <a:r>
              <a:rPr lang="en-US" sz="3200" dirty="0"/>
              <a:t>2</a:t>
            </a:r>
          </a:p>
        </p:txBody>
      </p:sp>
      <p:sp>
        <p:nvSpPr>
          <p:cNvPr id="72" name="TextBox 71">
            <a:extLst>
              <a:ext uri="{FF2B5EF4-FFF2-40B4-BE49-F238E27FC236}">
                <a16:creationId xmlns:a16="http://schemas.microsoft.com/office/drawing/2014/main" id="{EA94AB17-610D-F7B8-A62B-AFCAC689B96F}"/>
              </a:ext>
            </a:extLst>
          </p:cNvPr>
          <p:cNvSpPr txBox="1"/>
          <p:nvPr/>
        </p:nvSpPr>
        <p:spPr>
          <a:xfrm>
            <a:off x="3217333" y="2231221"/>
            <a:ext cx="462845" cy="584775"/>
          </a:xfrm>
          <a:prstGeom prst="rect">
            <a:avLst/>
          </a:prstGeom>
          <a:noFill/>
        </p:spPr>
        <p:txBody>
          <a:bodyPr wrap="square" rtlCol="0">
            <a:spAutoFit/>
          </a:bodyPr>
          <a:lstStyle/>
          <a:p>
            <a:pPr algn="ctr"/>
            <a:r>
              <a:rPr lang="en-US" sz="3200" dirty="0"/>
              <a:t>9</a:t>
            </a:r>
          </a:p>
        </p:txBody>
      </p:sp>
      <p:sp>
        <p:nvSpPr>
          <p:cNvPr id="77" name="TextBox 76">
            <a:extLst>
              <a:ext uri="{FF2B5EF4-FFF2-40B4-BE49-F238E27FC236}">
                <a16:creationId xmlns:a16="http://schemas.microsoft.com/office/drawing/2014/main" id="{F713CA4A-EFD2-ED09-95DA-D6C84C8F2FA0}"/>
              </a:ext>
            </a:extLst>
          </p:cNvPr>
          <p:cNvSpPr txBox="1"/>
          <p:nvPr/>
        </p:nvSpPr>
        <p:spPr>
          <a:xfrm>
            <a:off x="3716867" y="2231221"/>
            <a:ext cx="462845" cy="584775"/>
          </a:xfrm>
          <a:prstGeom prst="rect">
            <a:avLst/>
          </a:prstGeom>
          <a:noFill/>
        </p:spPr>
        <p:txBody>
          <a:bodyPr wrap="square" rtlCol="0">
            <a:spAutoFit/>
          </a:bodyPr>
          <a:lstStyle/>
          <a:p>
            <a:pPr algn="ctr"/>
            <a:r>
              <a:rPr lang="en-US" sz="3200" dirty="0"/>
              <a:t>3</a:t>
            </a:r>
          </a:p>
        </p:txBody>
      </p:sp>
      <p:sp>
        <p:nvSpPr>
          <p:cNvPr id="93" name="TextBox 92">
            <a:extLst>
              <a:ext uri="{FF2B5EF4-FFF2-40B4-BE49-F238E27FC236}">
                <a16:creationId xmlns:a16="http://schemas.microsoft.com/office/drawing/2014/main" id="{C06FF855-4C7B-4E62-0317-DB8885DF725C}"/>
              </a:ext>
            </a:extLst>
          </p:cNvPr>
          <p:cNvSpPr txBox="1"/>
          <p:nvPr/>
        </p:nvSpPr>
        <p:spPr>
          <a:xfrm>
            <a:off x="3716867" y="3237891"/>
            <a:ext cx="462845" cy="584775"/>
          </a:xfrm>
          <a:prstGeom prst="rect">
            <a:avLst/>
          </a:prstGeom>
          <a:noFill/>
        </p:spPr>
        <p:txBody>
          <a:bodyPr wrap="square" rtlCol="0">
            <a:spAutoFit/>
          </a:bodyPr>
          <a:lstStyle/>
          <a:p>
            <a:pPr algn="ctr"/>
            <a:r>
              <a:rPr lang="en-US" sz="3200" dirty="0"/>
              <a:t>6</a:t>
            </a:r>
          </a:p>
        </p:txBody>
      </p:sp>
      <p:sp>
        <p:nvSpPr>
          <p:cNvPr id="94" name="TextBox 93">
            <a:extLst>
              <a:ext uri="{FF2B5EF4-FFF2-40B4-BE49-F238E27FC236}">
                <a16:creationId xmlns:a16="http://schemas.microsoft.com/office/drawing/2014/main" id="{BC712A79-8EE6-F6B8-C37E-F731F35E9E83}"/>
              </a:ext>
            </a:extLst>
          </p:cNvPr>
          <p:cNvSpPr txBox="1"/>
          <p:nvPr/>
        </p:nvSpPr>
        <p:spPr>
          <a:xfrm>
            <a:off x="4216401" y="3237891"/>
            <a:ext cx="462845" cy="584775"/>
          </a:xfrm>
          <a:prstGeom prst="rect">
            <a:avLst/>
          </a:prstGeom>
          <a:noFill/>
        </p:spPr>
        <p:txBody>
          <a:bodyPr wrap="square" rtlCol="0">
            <a:spAutoFit/>
          </a:bodyPr>
          <a:lstStyle/>
          <a:p>
            <a:pPr algn="ctr"/>
            <a:r>
              <a:rPr lang="en-US" sz="3200" dirty="0"/>
              <a:t>4</a:t>
            </a:r>
          </a:p>
        </p:txBody>
      </p:sp>
      <p:sp>
        <p:nvSpPr>
          <p:cNvPr id="95" name="TextBox 94">
            <a:extLst>
              <a:ext uri="{FF2B5EF4-FFF2-40B4-BE49-F238E27FC236}">
                <a16:creationId xmlns:a16="http://schemas.microsoft.com/office/drawing/2014/main" id="{89E5A3D4-E29D-0B49-A9B4-4EDA418CB9C0}"/>
              </a:ext>
            </a:extLst>
          </p:cNvPr>
          <p:cNvSpPr txBox="1"/>
          <p:nvPr/>
        </p:nvSpPr>
        <p:spPr>
          <a:xfrm>
            <a:off x="3217333" y="721216"/>
            <a:ext cx="462845" cy="584775"/>
          </a:xfrm>
          <a:prstGeom prst="rect">
            <a:avLst/>
          </a:prstGeom>
          <a:noFill/>
        </p:spPr>
        <p:txBody>
          <a:bodyPr wrap="square" rtlCol="0">
            <a:spAutoFit/>
          </a:bodyPr>
          <a:lstStyle/>
          <a:p>
            <a:pPr algn="ctr"/>
            <a:r>
              <a:rPr lang="en-US" sz="3200" dirty="0"/>
              <a:t>6</a:t>
            </a:r>
          </a:p>
        </p:txBody>
      </p:sp>
      <p:sp>
        <p:nvSpPr>
          <p:cNvPr id="96" name="TextBox 95">
            <a:extLst>
              <a:ext uri="{FF2B5EF4-FFF2-40B4-BE49-F238E27FC236}">
                <a16:creationId xmlns:a16="http://schemas.microsoft.com/office/drawing/2014/main" id="{26EA3AF7-6DB8-1FB9-1AF4-8EED4D4791C6}"/>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24" name="TextBox 23">
            <a:extLst>
              <a:ext uri="{FF2B5EF4-FFF2-40B4-BE49-F238E27FC236}">
                <a16:creationId xmlns:a16="http://schemas.microsoft.com/office/drawing/2014/main" id="{319EE6C8-F2DD-D9F8-0491-8FD4D422E1C3}"/>
              </a:ext>
            </a:extLst>
          </p:cNvPr>
          <p:cNvSpPr txBox="1"/>
          <p:nvPr/>
        </p:nvSpPr>
        <p:spPr>
          <a:xfrm>
            <a:off x="3217333" y="4244561"/>
            <a:ext cx="462845" cy="584775"/>
          </a:xfrm>
          <a:prstGeom prst="rect">
            <a:avLst/>
          </a:prstGeom>
          <a:noFill/>
        </p:spPr>
        <p:txBody>
          <a:bodyPr wrap="square" rtlCol="0">
            <a:spAutoFit/>
          </a:bodyPr>
          <a:lstStyle/>
          <a:p>
            <a:pPr algn="ctr"/>
            <a:r>
              <a:rPr lang="en-US" sz="3200" dirty="0"/>
              <a:t>4</a:t>
            </a:r>
          </a:p>
        </p:txBody>
      </p:sp>
      <p:sp>
        <p:nvSpPr>
          <p:cNvPr id="25" name="TextBox 24">
            <a:extLst>
              <a:ext uri="{FF2B5EF4-FFF2-40B4-BE49-F238E27FC236}">
                <a16:creationId xmlns:a16="http://schemas.microsoft.com/office/drawing/2014/main" id="{E3C1421F-73F5-BC25-0CA5-EC1D14700111}"/>
              </a:ext>
            </a:extLst>
          </p:cNvPr>
          <p:cNvSpPr txBox="1"/>
          <p:nvPr/>
        </p:nvSpPr>
        <p:spPr>
          <a:xfrm>
            <a:off x="5715003" y="4244561"/>
            <a:ext cx="462845" cy="584775"/>
          </a:xfrm>
          <a:prstGeom prst="rect">
            <a:avLst/>
          </a:prstGeom>
          <a:no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985CC62D-D654-00CF-4ECE-937D8376EAA9}"/>
              </a:ext>
            </a:extLst>
          </p:cNvPr>
          <p:cNvSpPr txBox="1"/>
          <p:nvPr/>
        </p:nvSpPr>
        <p:spPr>
          <a:xfrm>
            <a:off x="6714071" y="4244561"/>
            <a:ext cx="462845" cy="584775"/>
          </a:xfrm>
          <a:prstGeom prst="rect">
            <a:avLst/>
          </a:prstGeom>
          <a:noFill/>
        </p:spPr>
        <p:txBody>
          <a:bodyPr wrap="square" rtlCol="0">
            <a:spAutoFit/>
          </a:bodyPr>
          <a:lstStyle/>
          <a:p>
            <a:pPr algn="ctr"/>
            <a:r>
              <a:rPr lang="en-US" sz="3200" dirty="0"/>
              <a:t>7</a:t>
            </a:r>
          </a:p>
        </p:txBody>
      </p:sp>
      <p:sp>
        <p:nvSpPr>
          <p:cNvPr id="46" name="TextBox 45">
            <a:extLst>
              <a:ext uri="{FF2B5EF4-FFF2-40B4-BE49-F238E27FC236}">
                <a16:creationId xmlns:a16="http://schemas.microsoft.com/office/drawing/2014/main" id="{2B960C8A-C001-44FC-7F1E-190701D2E691}"/>
              </a:ext>
            </a:extLst>
          </p:cNvPr>
          <p:cNvSpPr txBox="1"/>
          <p:nvPr/>
        </p:nvSpPr>
        <p:spPr>
          <a:xfrm>
            <a:off x="7213604" y="4244561"/>
            <a:ext cx="462845" cy="584775"/>
          </a:xfrm>
          <a:prstGeom prst="rect">
            <a:avLst/>
          </a:prstGeom>
          <a:noFill/>
        </p:spPr>
        <p:txBody>
          <a:bodyPr wrap="square" rtlCol="0">
            <a:spAutoFit/>
          </a:bodyPr>
          <a:lstStyle/>
          <a:p>
            <a:pPr algn="ctr"/>
            <a:r>
              <a:rPr lang="en-US" sz="3200" dirty="0"/>
              <a:t>9</a:t>
            </a:r>
          </a:p>
        </p:txBody>
      </p:sp>
      <p:sp>
        <p:nvSpPr>
          <p:cNvPr id="47" name="TextBox 46">
            <a:extLst>
              <a:ext uri="{FF2B5EF4-FFF2-40B4-BE49-F238E27FC236}">
                <a16:creationId xmlns:a16="http://schemas.microsoft.com/office/drawing/2014/main" id="{187EC909-2C5C-5908-1717-4A8BBCD5A30B}"/>
              </a:ext>
            </a:extLst>
          </p:cNvPr>
          <p:cNvSpPr txBox="1"/>
          <p:nvPr/>
        </p:nvSpPr>
        <p:spPr>
          <a:xfrm>
            <a:off x="5715003" y="4747898"/>
            <a:ext cx="462845" cy="584775"/>
          </a:xfrm>
          <a:prstGeom prst="rect">
            <a:avLst/>
          </a:prstGeom>
          <a:noFill/>
        </p:spPr>
        <p:txBody>
          <a:bodyPr wrap="square" rtlCol="0">
            <a:spAutoFit/>
          </a:bodyPr>
          <a:lstStyle/>
          <a:p>
            <a:pPr algn="ctr"/>
            <a:r>
              <a:rPr lang="en-US" sz="3200" dirty="0"/>
              <a:t>7</a:t>
            </a:r>
          </a:p>
        </p:txBody>
      </p:sp>
      <p:sp>
        <p:nvSpPr>
          <p:cNvPr id="48" name="TextBox 47">
            <a:extLst>
              <a:ext uri="{FF2B5EF4-FFF2-40B4-BE49-F238E27FC236}">
                <a16:creationId xmlns:a16="http://schemas.microsoft.com/office/drawing/2014/main" id="{47F7FF28-6D79-669D-857A-9A29DA586D1C}"/>
              </a:ext>
            </a:extLst>
          </p:cNvPr>
          <p:cNvSpPr txBox="1"/>
          <p:nvPr/>
        </p:nvSpPr>
        <p:spPr>
          <a:xfrm>
            <a:off x="6714071" y="4747898"/>
            <a:ext cx="462845" cy="584775"/>
          </a:xfrm>
          <a:prstGeom prst="rect">
            <a:avLst/>
          </a:prstGeom>
          <a:noFill/>
        </p:spPr>
        <p:txBody>
          <a:bodyPr wrap="square" rtlCol="0">
            <a:spAutoFit/>
          </a:bodyPr>
          <a:lstStyle/>
          <a:p>
            <a:pPr algn="ctr"/>
            <a:r>
              <a:rPr lang="en-US" sz="3200" dirty="0"/>
              <a:t>4</a:t>
            </a:r>
          </a:p>
        </p:txBody>
      </p:sp>
      <p:sp>
        <p:nvSpPr>
          <p:cNvPr id="53" name="TextBox 52">
            <a:extLst>
              <a:ext uri="{FF2B5EF4-FFF2-40B4-BE49-F238E27FC236}">
                <a16:creationId xmlns:a16="http://schemas.microsoft.com/office/drawing/2014/main" id="{C72C9237-DE84-F998-848F-3B11CF9EB53C}"/>
              </a:ext>
            </a:extLst>
          </p:cNvPr>
          <p:cNvSpPr txBox="1"/>
          <p:nvPr/>
        </p:nvSpPr>
        <p:spPr>
          <a:xfrm>
            <a:off x="7213604" y="4747898"/>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7024042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13E73-CD80-0832-B5E1-609F7C2B2A9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5E38229-466F-62C5-8152-63EC19913E14}"/>
              </a:ext>
            </a:extLst>
          </p:cNvPr>
          <p:cNvSpPr>
            <a:spLocks noGrp="1"/>
          </p:cNvSpPr>
          <p:nvPr>
            <p:ph sz="half" idx="1"/>
          </p:nvPr>
        </p:nvSpPr>
        <p:spPr/>
        <p:txBody>
          <a:bodyPr>
            <a:normAutofit/>
          </a:bodyPr>
          <a:lstStyle/>
          <a:p>
            <a:r>
              <a:rPr lang="en-US" dirty="0"/>
              <a:t>Finish.</a:t>
            </a:r>
          </a:p>
        </p:txBody>
      </p:sp>
      <p:pic>
        <p:nvPicPr>
          <p:cNvPr id="4" name="Picture 3" descr="A grid of sudoku puzzle&#10;&#10;Description automatically generated">
            <a:extLst>
              <a:ext uri="{FF2B5EF4-FFF2-40B4-BE49-F238E27FC236}">
                <a16:creationId xmlns:a16="http://schemas.microsoft.com/office/drawing/2014/main" id="{DFBDE3CB-EE4E-DA9D-9E71-DF0A390DE6B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B9F3A7E-CB2F-293D-8EEC-C16817ECA1F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F80EBD2-EDB0-F66D-A08B-016101C1AEE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BB29BE0-41FA-D55C-B60D-72CA6C102FE8}"/>
              </a:ext>
            </a:extLst>
          </p:cNvPr>
          <p:cNvPicPr>
            <a:picLocks noChangeAspect="1"/>
          </p:cNvPicPr>
          <p:nvPr/>
        </p:nvPicPr>
        <p:blipFill>
          <a:blip r:embed="rId6"/>
          <a:stretch>
            <a:fillRect/>
          </a:stretch>
        </p:blipFill>
        <p:spPr>
          <a:xfrm>
            <a:off x="4584700" y="2311400"/>
            <a:ext cx="0" cy="0"/>
          </a:xfrm>
          <a:prstGeom prst="rect">
            <a:avLst/>
          </a:prstGeom>
        </p:spPr>
      </p:pic>
      <p:sp>
        <p:nvSpPr>
          <p:cNvPr id="16" name="TextBox 15">
            <a:extLst>
              <a:ext uri="{FF2B5EF4-FFF2-40B4-BE49-F238E27FC236}">
                <a16:creationId xmlns:a16="http://schemas.microsoft.com/office/drawing/2014/main" id="{7A99930E-42E3-7DDE-0C0F-3BB30D0742AC}"/>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31" name="TextBox 30">
            <a:extLst>
              <a:ext uri="{FF2B5EF4-FFF2-40B4-BE49-F238E27FC236}">
                <a16:creationId xmlns:a16="http://schemas.microsoft.com/office/drawing/2014/main" id="{BA7D6560-402A-13F5-BCFF-56FBF9BC3C91}"/>
              </a:ext>
            </a:extLst>
          </p:cNvPr>
          <p:cNvSpPr txBox="1"/>
          <p:nvPr/>
        </p:nvSpPr>
        <p:spPr>
          <a:xfrm>
            <a:off x="5715003" y="721216"/>
            <a:ext cx="462845" cy="584775"/>
          </a:xfrm>
          <a:prstGeom prst="rect">
            <a:avLst/>
          </a:prstGeom>
          <a:noFill/>
        </p:spPr>
        <p:txBody>
          <a:bodyPr wrap="square" rtlCol="0">
            <a:spAutoFit/>
          </a:bodyPr>
          <a:lstStyle/>
          <a:p>
            <a:pPr algn="ctr"/>
            <a:r>
              <a:rPr lang="en-US" sz="3200" dirty="0"/>
              <a:t>1</a:t>
            </a:r>
          </a:p>
        </p:txBody>
      </p:sp>
      <p:sp>
        <p:nvSpPr>
          <p:cNvPr id="32" name="TextBox 31">
            <a:extLst>
              <a:ext uri="{FF2B5EF4-FFF2-40B4-BE49-F238E27FC236}">
                <a16:creationId xmlns:a16="http://schemas.microsoft.com/office/drawing/2014/main" id="{C27BDD50-2614-13EE-82EA-F9308870B982}"/>
              </a:ext>
            </a:extLst>
          </p:cNvPr>
          <p:cNvSpPr txBox="1"/>
          <p:nvPr/>
        </p:nvSpPr>
        <p:spPr>
          <a:xfrm>
            <a:off x="5715003" y="1727886"/>
            <a:ext cx="462845" cy="584775"/>
          </a:xfrm>
          <a:prstGeom prst="rect">
            <a:avLst/>
          </a:prstGeom>
          <a:noFill/>
        </p:spPr>
        <p:txBody>
          <a:bodyPr wrap="square" rtlCol="0">
            <a:spAutoFit/>
          </a:bodyPr>
          <a:lstStyle/>
          <a:p>
            <a:pPr algn="ctr"/>
            <a:r>
              <a:rPr lang="en-US" sz="3200" dirty="0"/>
              <a:t>2</a:t>
            </a:r>
          </a:p>
        </p:txBody>
      </p:sp>
      <p:sp>
        <p:nvSpPr>
          <p:cNvPr id="33" name="TextBox 32">
            <a:extLst>
              <a:ext uri="{FF2B5EF4-FFF2-40B4-BE49-F238E27FC236}">
                <a16:creationId xmlns:a16="http://schemas.microsoft.com/office/drawing/2014/main" id="{54DDF9DC-F683-4933-B7D0-F13723EB58B1}"/>
              </a:ext>
            </a:extLst>
          </p:cNvPr>
          <p:cNvSpPr txBox="1"/>
          <p:nvPr/>
        </p:nvSpPr>
        <p:spPr>
          <a:xfrm>
            <a:off x="6214537"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12BA9A70-8278-5A88-23FB-BA2DB8D97E84}"/>
              </a:ext>
            </a:extLst>
          </p:cNvPr>
          <p:cNvSpPr txBox="1"/>
          <p:nvPr/>
        </p:nvSpPr>
        <p:spPr>
          <a:xfrm>
            <a:off x="7213604" y="2231221"/>
            <a:ext cx="462845" cy="584775"/>
          </a:xfrm>
          <a:prstGeom prst="rect">
            <a:avLst/>
          </a:prstGeom>
          <a:noFill/>
        </p:spPr>
        <p:txBody>
          <a:bodyPr wrap="square" rtlCol="0">
            <a:spAutoFit/>
          </a:bodyPr>
          <a:lstStyle/>
          <a:p>
            <a:pPr algn="ctr"/>
            <a:r>
              <a:rPr lang="en-US" sz="3200" dirty="0"/>
              <a:t>2</a:t>
            </a:r>
          </a:p>
        </p:txBody>
      </p:sp>
      <p:sp>
        <p:nvSpPr>
          <p:cNvPr id="10" name="TextBox 9">
            <a:extLst>
              <a:ext uri="{FF2B5EF4-FFF2-40B4-BE49-F238E27FC236}">
                <a16:creationId xmlns:a16="http://schemas.microsoft.com/office/drawing/2014/main" id="{B4D5E0B6-ED35-A90F-CCA6-047F3613EBB4}"/>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58ADB254-3D7E-4CDC-BFCF-C627E0BC9A52}"/>
              </a:ext>
            </a:extLst>
          </p:cNvPr>
          <p:cNvSpPr txBox="1"/>
          <p:nvPr/>
        </p:nvSpPr>
        <p:spPr>
          <a:xfrm>
            <a:off x="6714071" y="72121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64A6AC04-8695-CF4A-3F65-A8EC68712C1E}"/>
              </a:ext>
            </a:extLst>
          </p:cNvPr>
          <p:cNvSpPr txBox="1"/>
          <p:nvPr/>
        </p:nvSpPr>
        <p:spPr>
          <a:xfrm>
            <a:off x="7213604" y="72121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3A188911-971E-0D48-3A87-0666B66B000B}"/>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16F0A636-7604-DC22-6A0E-E2D0A3F18FB9}"/>
              </a:ext>
            </a:extLst>
          </p:cNvPr>
          <p:cNvSpPr txBox="1"/>
          <p:nvPr/>
        </p:nvSpPr>
        <p:spPr>
          <a:xfrm>
            <a:off x="6214537" y="3237891"/>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91FE15B8-C3A6-F6D4-4492-BDF3D7D02B1B}"/>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47564519-84FF-0D54-075B-12CDD3800F1C}"/>
              </a:ext>
            </a:extLst>
          </p:cNvPr>
          <p:cNvSpPr txBox="1"/>
          <p:nvPr/>
        </p:nvSpPr>
        <p:spPr>
          <a:xfrm>
            <a:off x="7213604" y="2734556"/>
            <a:ext cx="462845" cy="584775"/>
          </a:xfrm>
          <a:prstGeom prst="rect">
            <a:avLst/>
          </a:prstGeom>
          <a:noFill/>
        </p:spPr>
        <p:txBody>
          <a:bodyPr wrap="square" rtlCol="0">
            <a:spAutoFit/>
          </a:bodyPr>
          <a:lstStyle/>
          <a:p>
            <a:pPr algn="ctr"/>
            <a:r>
              <a:rPr lang="en-US" sz="3200" dirty="0"/>
              <a:t>3</a:t>
            </a:r>
          </a:p>
        </p:txBody>
      </p:sp>
      <p:sp>
        <p:nvSpPr>
          <p:cNvPr id="35" name="TextBox 34">
            <a:extLst>
              <a:ext uri="{FF2B5EF4-FFF2-40B4-BE49-F238E27FC236}">
                <a16:creationId xmlns:a16="http://schemas.microsoft.com/office/drawing/2014/main" id="{FBB4B2FE-BF73-BBE8-7129-CD13DD262F5E}"/>
              </a:ext>
            </a:extLst>
          </p:cNvPr>
          <p:cNvSpPr txBox="1"/>
          <p:nvPr/>
        </p:nvSpPr>
        <p:spPr>
          <a:xfrm>
            <a:off x="7213604" y="3237891"/>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A9963740-5603-C5AC-2CD0-717A006B93DD}"/>
              </a:ext>
            </a:extLst>
          </p:cNvPr>
          <p:cNvSpPr txBox="1"/>
          <p:nvPr/>
        </p:nvSpPr>
        <p:spPr>
          <a:xfrm>
            <a:off x="4715935" y="223122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304F29DF-648A-A485-67F0-65AC496E9866}"/>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9" name="TextBox 38">
            <a:extLst>
              <a:ext uri="{FF2B5EF4-FFF2-40B4-BE49-F238E27FC236}">
                <a16:creationId xmlns:a16="http://schemas.microsoft.com/office/drawing/2014/main" id="{09F5D014-F12E-4498-8824-684924AC39D2}"/>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40" name="TextBox 39">
            <a:extLst>
              <a:ext uri="{FF2B5EF4-FFF2-40B4-BE49-F238E27FC236}">
                <a16:creationId xmlns:a16="http://schemas.microsoft.com/office/drawing/2014/main" id="{04CB1168-B860-B38A-9B15-7549C0DEC8E2}"/>
              </a:ext>
            </a:extLst>
          </p:cNvPr>
          <p:cNvSpPr txBox="1"/>
          <p:nvPr/>
        </p:nvSpPr>
        <p:spPr>
          <a:xfrm>
            <a:off x="5215469" y="2231221"/>
            <a:ext cx="462845" cy="584775"/>
          </a:xfrm>
          <a:prstGeom prst="rect">
            <a:avLst/>
          </a:prstGeom>
          <a:noFill/>
        </p:spPr>
        <p:txBody>
          <a:bodyPr wrap="square" rtlCol="0">
            <a:spAutoFit/>
          </a:bodyPr>
          <a:lstStyle/>
          <a:p>
            <a:pPr algn="ctr"/>
            <a:r>
              <a:rPr lang="en-US" sz="3200" dirty="0"/>
              <a:t>1</a:t>
            </a:r>
          </a:p>
        </p:txBody>
      </p:sp>
      <p:sp>
        <p:nvSpPr>
          <p:cNvPr id="41" name="TextBox 40">
            <a:extLst>
              <a:ext uri="{FF2B5EF4-FFF2-40B4-BE49-F238E27FC236}">
                <a16:creationId xmlns:a16="http://schemas.microsoft.com/office/drawing/2014/main" id="{7AC3EE84-D65C-D93C-CEC1-9CDB191F7A53}"/>
              </a:ext>
            </a:extLst>
          </p:cNvPr>
          <p:cNvSpPr txBox="1"/>
          <p:nvPr/>
        </p:nvSpPr>
        <p:spPr>
          <a:xfrm>
            <a:off x="5715003" y="2231221"/>
            <a:ext cx="462845" cy="584775"/>
          </a:xfrm>
          <a:prstGeom prst="rect">
            <a:avLst/>
          </a:prstGeom>
          <a:noFill/>
        </p:spPr>
        <p:txBody>
          <a:bodyPr wrap="square" rtlCol="0">
            <a:spAutoFit/>
          </a:bodyPr>
          <a:lstStyle/>
          <a:p>
            <a:pPr algn="ctr"/>
            <a:r>
              <a:rPr lang="en-US" sz="3200" dirty="0"/>
              <a:t>6</a:t>
            </a:r>
          </a:p>
        </p:txBody>
      </p:sp>
      <p:sp>
        <p:nvSpPr>
          <p:cNvPr id="42" name="TextBox 41">
            <a:extLst>
              <a:ext uri="{FF2B5EF4-FFF2-40B4-BE49-F238E27FC236}">
                <a16:creationId xmlns:a16="http://schemas.microsoft.com/office/drawing/2014/main" id="{8D96EB28-4ACE-0B32-BB44-C5E043E70ECE}"/>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43" name="TextBox 42">
            <a:extLst>
              <a:ext uri="{FF2B5EF4-FFF2-40B4-BE49-F238E27FC236}">
                <a16:creationId xmlns:a16="http://schemas.microsoft.com/office/drawing/2014/main" id="{F02F15E6-2673-831C-C8E5-520E4B1E656B}"/>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52" name="TextBox 51">
            <a:extLst>
              <a:ext uri="{FF2B5EF4-FFF2-40B4-BE49-F238E27FC236}">
                <a16:creationId xmlns:a16="http://schemas.microsoft.com/office/drawing/2014/main" id="{0AE59732-FAB7-DF68-3D44-E6B2EEABA998}"/>
              </a:ext>
            </a:extLst>
          </p:cNvPr>
          <p:cNvSpPr txBox="1"/>
          <p:nvPr/>
        </p:nvSpPr>
        <p:spPr>
          <a:xfrm>
            <a:off x="4216401" y="2231221"/>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A04CF3D7-15E8-4531-3D5B-161A6D96972B}"/>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AFA1473E-0DBE-7698-934F-E7591529D6B5}"/>
              </a:ext>
            </a:extLst>
          </p:cNvPr>
          <p:cNvSpPr txBox="1"/>
          <p:nvPr/>
        </p:nvSpPr>
        <p:spPr>
          <a:xfrm>
            <a:off x="6714071" y="1727886"/>
            <a:ext cx="462845" cy="584775"/>
          </a:xfrm>
          <a:prstGeom prst="rect">
            <a:avLst/>
          </a:prstGeom>
          <a:noFill/>
        </p:spPr>
        <p:txBody>
          <a:bodyPr wrap="square" rtlCol="0">
            <a:spAutoFit/>
          </a:bodyPr>
          <a:lstStyle/>
          <a:p>
            <a:pPr algn="ctr"/>
            <a:r>
              <a:rPr lang="en-US" sz="3200" dirty="0"/>
              <a:t>3</a:t>
            </a:r>
          </a:p>
        </p:txBody>
      </p:sp>
      <p:sp>
        <p:nvSpPr>
          <p:cNvPr id="57" name="TextBox 56">
            <a:extLst>
              <a:ext uri="{FF2B5EF4-FFF2-40B4-BE49-F238E27FC236}">
                <a16:creationId xmlns:a16="http://schemas.microsoft.com/office/drawing/2014/main" id="{C84A98C9-51DA-EF6A-89B1-BA1771689273}"/>
              </a:ext>
            </a:extLst>
          </p:cNvPr>
          <p:cNvSpPr txBox="1"/>
          <p:nvPr/>
        </p:nvSpPr>
        <p:spPr>
          <a:xfrm>
            <a:off x="4216401" y="721216"/>
            <a:ext cx="462845" cy="584775"/>
          </a:xfrm>
          <a:prstGeom prst="rect">
            <a:avLst/>
          </a:prstGeom>
          <a:noFill/>
        </p:spPr>
        <p:txBody>
          <a:bodyPr wrap="square" rtlCol="0">
            <a:spAutoFit/>
          </a:bodyPr>
          <a:lstStyle/>
          <a:p>
            <a:pPr algn="ctr"/>
            <a:r>
              <a:rPr lang="en-US" sz="3200" dirty="0"/>
              <a:t>9</a:t>
            </a:r>
          </a:p>
        </p:txBody>
      </p:sp>
      <p:sp>
        <p:nvSpPr>
          <p:cNvPr id="14" name="TextBox 13">
            <a:extLst>
              <a:ext uri="{FF2B5EF4-FFF2-40B4-BE49-F238E27FC236}">
                <a16:creationId xmlns:a16="http://schemas.microsoft.com/office/drawing/2014/main" id="{217FCA6E-9E71-4D4B-5D19-2A97829156E8}"/>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28" name="TextBox 27">
            <a:extLst>
              <a:ext uri="{FF2B5EF4-FFF2-40B4-BE49-F238E27FC236}">
                <a16:creationId xmlns:a16="http://schemas.microsoft.com/office/drawing/2014/main" id="{8825B4EE-9FA6-67EF-105A-78756DFA0AFE}"/>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36FF0B3D-EEEE-650F-6B58-0FE63FA676A2}"/>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5A24C12D-E53A-FDEB-C72E-42C6BDADFE63}"/>
              </a:ext>
            </a:extLst>
          </p:cNvPr>
          <p:cNvSpPr txBox="1"/>
          <p:nvPr/>
        </p:nvSpPr>
        <p:spPr>
          <a:xfrm>
            <a:off x="4216401" y="2734556"/>
            <a:ext cx="462845" cy="584775"/>
          </a:xfrm>
          <a:prstGeom prst="rect">
            <a:avLst/>
          </a:prstGeom>
          <a:noFill/>
        </p:spPr>
        <p:txBody>
          <a:bodyPr wrap="square" rtlCol="0">
            <a:spAutoFit/>
          </a:bodyPr>
          <a:lstStyle/>
          <a:p>
            <a:pPr algn="ctr"/>
            <a:r>
              <a:rPr lang="en-US" sz="3200" dirty="0"/>
              <a:t>2</a:t>
            </a:r>
          </a:p>
        </p:txBody>
      </p:sp>
      <p:sp>
        <p:nvSpPr>
          <p:cNvPr id="61" name="TextBox 60">
            <a:extLst>
              <a:ext uri="{FF2B5EF4-FFF2-40B4-BE49-F238E27FC236}">
                <a16:creationId xmlns:a16="http://schemas.microsoft.com/office/drawing/2014/main" id="{6A9A416D-C726-63BC-6DD7-90FE284E07C5}"/>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62" name="TextBox 61">
            <a:extLst>
              <a:ext uri="{FF2B5EF4-FFF2-40B4-BE49-F238E27FC236}">
                <a16:creationId xmlns:a16="http://schemas.microsoft.com/office/drawing/2014/main" id="{B1C50F67-F830-94DD-77BF-00A1724A14A7}"/>
              </a:ext>
            </a:extLst>
          </p:cNvPr>
          <p:cNvSpPr txBox="1"/>
          <p:nvPr/>
        </p:nvSpPr>
        <p:spPr>
          <a:xfrm>
            <a:off x="5215469" y="3237891"/>
            <a:ext cx="462845" cy="584775"/>
          </a:xfrm>
          <a:prstGeom prst="rect">
            <a:avLst/>
          </a:prstGeom>
          <a:noFill/>
        </p:spPr>
        <p:txBody>
          <a:bodyPr wrap="square" rtlCol="0">
            <a:spAutoFit/>
          </a:bodyPr>
          <a:lstStyle/>
          <a:p>
            <a:pPr algn="ctr"/>
            <a:r>
              <a:rPr lang="en-US" sz="3200" dirty="0"/>
              <a:t>2</a:t>
            </a:r>
          </a:p>
        </p:txBody>
      </p:sp>
      <p:sp>
        <p:nvSpPr>
          <p:cNvPr id="82" name="TextBox 81">
            <a:extLst>
              <a:ext uri="{FF2B5EF4-FFF2-40B4-BE49-F238E27FC236}">
                <a16:creationId xmlns:a16="http://schemas.microsoft.com/office/drawing/2014/main" id="{B2AC030C-4709-DA08-9020-03FA6F47D8A4}"/>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83" name="TextBox 82">
            <a:extLst>
              <a:ext uri="{FF2B5EF4-FFF2-40B4-BE49-F238E27FC236}">
                <a16:creationId xmlns:a16="http://schemas.microsoft.com/office/drawing/2014/main" id="{4A7E78C4-75C6-1D2D-A268-DDAA006DAF7D}"/>
              </a:ext>
            </a:extLst>
          </p:cNvPr>
          <p:cNvSpPr txBox="1"/>
          <p:nvPr/>
        </p:nvSpPr>
        <p:spPr>
          <a:xfrm>
            <a:off x="6714071" y="3741226"/>
            <a:ext cx="462845" cy="584775"/>
          </a:xfrm>
          <a:prstGeom prst="rect">
            <a:avLst/>
          </a:prstGeom>
          <a:noFill/>
        </p:spPr>
        <p:txBody>
          <a:bodyPr wrap="square" rtlCol="0">
            <a:spAutoFit/>
          </a:bodyPr>
          <a:lstStyle/>
          <a:p>
            <a:pPr algn="ctr"/>
            <a:r>
              <a:rPr lang="en-US" sz="3200" dirty="0"/>
              <a:t>1</a:t>
            </a:r>
          </a:p>
        </p:txBody>
      </p:sp>
      <p:sp>
        <p:nvSpPr>
          <p:cNvPr id="69" name="TextBox 68">
            <a:extLst>
              <a:ext uri="{FF2B5EF4-FFF2-40B4-BE49-F238E27FC236}">
                <a16:creationId xmlns:a16="http://schemas.microsoft.com/office/drawing/2014/main" id="{8DB90106-DEA8-262F-750A-3F5AF46CC255}"/>
              </a:ext>
            </a:extLst>
          </p:cNvPr>
          <p:cNvSpPr txBox="1"/>
          <p:nvPr/>
        </p:nvSpPr>
        <p:spPr>
          <a:xfrm>
            <a:off x="6214537" y="2734556"/>
            <a:ext cx="462845" cy="584775"/>
          </a:xfrm>
          <a:prstGeom prst="rect">
            <a:avLst/>
          </a:prstGeom>
          <a:noFill/>
        </p:spPr>
        <p:txBody>
          <a:bodyPr wrap="square" rtlCol="0">
            <a:spAutoFit/>
          </a:bodyPr>
          <a:lstStyle/>
          <a:p>
            <a:pPr algn="ctr"/>
            <a:r>
              <a:rPr lang="en-US" sz="3200" dirty="0"/>
              <a:t>1</a:t>
            </a:r>
          </a:p>
        </p:txBody>
      </p:sp>
      <p:sp>
        <p:nvSpPr>
          <p:cNvPr id="70" name="TextBox 69">
            <a:extLst>
              <a:ext uri="{FF2B5EF4-FFF2-40B4-BE49-F238E27FC236}">
                <a16:creationId xmlns:a16="http://schemas.microsoft.com/office/drawing/2014/main" id="{C3B5CAC9-8B8A-2C16-E1D6-4815D904F396}"/>
              </a:ext>
            </a:extLst>
          </p:cNvPr>
          <p:cNvSpPr txBox="1"/>
          <p:nvPr/>
        </p:nvSpPr>
        <p:spPr>
          <a:xfrm>
            <a:off x="6714071" y="2734556"/>
            <a:ext cx="462845" cy="584775"/>
          </a:xfrm>
          <a:prstGeom prst="rect">
            <a:avLst/>
          </a:prstGeom>
          <a:noFill/>
        </p:spPr>
        <p:txBody>
          <a:bodyPr wrap="square" rtlCol="0">
            <a:spAutoFit/>
          </a:bodyPr>
          <a:lstStyle/>
          <a:p>
            <a:pPr algn="ctr"/>
            <a:r>
              <a:rPr lang="en-US" sz="3200" dirty="0"/>
              <a:t>6</a:t>
            </a:r>
          </a:p>
        </p:txBody>
      </p:sp>
      <p:sp>
        <p:nvSpPr>
          <p:cNvPr id="29" name="TextBox 28">
            <a:extLst>
              <a:ext uri="{FF2B5EF4-FFF2-40B4-BE49-F238E27FC236}">
                <a16:creationId xmlns:a16="http://schemas.microsoft.com/office/drawing/2014/main" id="{ECA7128C-4680-E512-47ED-4ECF950E750F}"/>
              </a:ext>
            </a:extLst>
          </p:cNvPr>
          <p:cNvSpPr txBox="1"/>
          <p:nvPr/>
        </p:nvSpPr>
        <p:spPr>
          <a:xfrm>
            <a:off x="6214537" y="1224551"/>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F46D0EBA-F57E-A8DF-C4E0-B38B9B1D28FF}"/>
              </a:ext>
            </a:extLst>
          </p:cNvPr>
          <p:cNvSpPr txBox="1"/>
          <p:nvPr/>
        </p:nvSpPr>
        <p:spPr>
          <a:xfrm>
            <a:off x="4216401" y="3741226"/>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AD488D56-B2B5-724E-C581-B5F9BBCC8687}"/>
              </a:ext>
            </a:extLst>
          </p:cNvPr>
          <p:cNvSpPr txBox="1"/>
          <p:nvPr/>
        </p:nvSpPr>
        <p:spPr>
          <a:xfrm>
            <a:off x="6714071" y="1224551"/>
            <a:ext cx="462845" cy="584775"/>
          </a:xfrm>
          <a:prstGeom prst="rect">
            <a:avLst/>
          </a:prstGeom>
          <a:noFill/>
        </p:spPr>
        <p:txBody>
          <a:bodyPr wrap="square" rtlCol="0">
            <a:spAutoFit/>
          </a:bodyPr>
          <a:lstStyle/>
          <a:p>
            <a:pPr algn="ctr"/>
            <a:r>
              <a:rPr lang="en-US" sz="3200" dirty="0"/>
              <a:t>5</a:t>
            </a:r>
          </a:p>
        </p:txBody>
      </p:sp>
      <p:sp>
        <p:nvSpPr>
          <p:cNvPr id="49" name="TextBox 48">
            <a:extLst>
              <a:ext uri="{FF2B5EF4-FFF2-40B4-BE49-F238E27FC236}">
                <a16:creationId xmlns:a16="http://schemas.microsoft.com/office/drawing/2014/main" id="{FE655876-25B6-C341-498D-A45AC45B0E1C}"/>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84" name="TextBox 83">
            <a:extLst>
              <a:ext uri="{FF2B5EF4-FFF2-40B4-BE49-F238E27FC236}">
                <a16:creationId xmlns:a16="http://schemas.microsoft.com/office/drawing/2014/main" id="{D43955E4-946E-5EEA-15EB-B3C703693827}"/>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85" name="TextBox 84">
            <a:extLst>
              <a:ext uri="{FF2B5EF4-FFF2-40B4-BE49-F238E27FC236}">
                <a16:creationId xmlns:a16="http://schemas.microsoft.com/office/drawing/2014/main" id="{848A8935-66CD-AEE6-2621-1614678B5188}"/>
              </a:ext>
            </a:extLst>
          </p:cNvPr>
          <p:cNvSpPr txBox="1"/>
          <p:nvPr/>
        </p:nvSpPr>
        <p:spPr>
          <a:xfrm>
            <a:off x="5215469" y="1224551"/>
            <a:ext cx="462845" cy="584775"/>
          </a:xfrm>
          <a:prstGeom prst="rect">
            <a:avLst/>
          </a:prstGeom>
          <a:noFill/>
        </p:spPr>
        <p:txBody>
          <a:bodyPr wrap="square" rtlCol="0">
            <a:spAutoFit/>
          </a:bodyPr>
          <a:lstStyle/>
          <a:p>
            <a:pPr algn="ctr"/>
            <a:r>
              <a:rPr lang="en-US" sz="3200" dirty="0"/>
              <a:t>4</a:t>
            </a:r>
          </a:p>
        </p:txBody>
      </p:sp>
      <p:sp>
        <p:nvSpPr>
          <p:cNvPr id="86" name="TextBox 85">
            <a:extLst>
              <a:ext uri="{FF2B5EF4-FFF2-40B4-BE49-F238E27FC236}">
                <a16:creationId xmlns:a16="http://schemas.microsoft.com/office/drawing/2014/main" id="{6FAD2705-18A1-2DFD-86C5-4FC477D21481}"/>
              </a:ext>
            </a:extLst>
          </p:cNvPr>
          <p:cNvSpPr txBox="1"/>
          <p:nvPr/>
        </p:nvSpPr>
        <p:spPr>
          <a:xfrm>
            <a:off x="5715003" y="1224551"/>
            <a:ext cx="462845" cy="584775"/>
          </a:xfrm>
          <a:prstGeom prst="rect">
            <a:avLst/>
          </a:prstGeom>
          <a:noFill/>
        </p:spPr>
        <p:txBody>
          <a:bodyPr wrap="square" rtlCol="0">
            <a:spAutoFit/>
          </a:bodyPr>
          <a:lstStyle/>
          <a:p>
            <a:pPr algn="ctr"/>
            <a:r>
              <a:rPr lang="en-US" sz="3200" dirty="0"/>
              <a:t>9</a:t>
            </a:r>
          </a:p>
        </p:txBody>
      </p:sp>
      <p:sp>
        <p:nvSpPr>
          <p:cNvPr id="87" name="TextBox 86">
            <a:extLst>
              <a:ext uri="{FF2B5EF4-FFF2-40B4-BE49-F238E27FC236}">
                <a16:creationId xmlns:a16="http://schemas.microsoft.com/office/drawing/2014/main" id="{CFDE7B63-F53C-79B3-0462-DEFF460249C2}"/>
              </a:ext>
            </a:extLst>
          </p:cNvPr>
          <p:cNvSpPr txBox="1"/>
          <p:nvPr/>
        </p:nvSpPr>
        <p:spPr>
          <a:xfrm>
            <a:off x="4715935" y="1727886"/>
            <a:ext cx="462845" cy="584775"/>
          </a:xfrm>
          <a:prstGeom prst="rect">
            <a:avLst/>
          </a:prstGeom>
          <a:noFill/>
        </p:spPr>
        <p:txBody>
          <a:bodyPr wrap="square" rtlCol="0">
            <a:spAutoFit/>
          </a:bodyPr>
          <a:lstStyle/>
          <a:p>
            <a:pPr algn="ctr"/>
            <a:r>
              <a:rPr lang="en-US" sz="3200" dirty="0"/>
              <a:t>6</a:t>
            </a:r>
          </a:p>
        </p:txBody>
      </p:sp>
      <p:sp>
        <p:nvSpPr>
          <p:cNvPr id="88" name="TextBox 87">
            <a:extLst>
              <a:ext uri="{FF2B5EF4-FFF2-40B4-BE49-F238E27FC236}">
                <a16:creationId xmlns:a16="http://schemas.microsoft.com/office/drawing/2014/main" id="{E1F4620C-2042-B49A-1DD4-934103FA4AEB}"/>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89" name="TextBox 88">
            <a:extLst>
              <a:ext uri="{FF2B5EF4-FFF2-40B4-BE49-F238E27FC236}">
                <a16:creationId xmlns:a16="http://schemas.microsoft.com/office/drawing/2014/main" id="{4C8ECF32-DB14-82A2-378A-4E10329C3F8E}"/>
              </a:ext>
            </a:extLst>
          </p:cNvPr>
          <p:cNvSpPr txBox="1"/>
          <p:nvPr/>
        </p:nvSpPr>
        <p:spPr>
          <a:xfrm>
            <a:off x="5215469" y="2734556"/>
            <a:ext cx="462845" cy="584775"/>
          </a:xfrm>
          <a:prstGeom prst="rect">
            <a:avLst/>
          </a:prstGeom>
          <a:noFill/>
        </p:spPr>
        <p:txBody>
          <a:bodyPr wrap="square" rtlCol="0">
            <a:spAutoFit/>
          </a:bodyPr>
          <a:lstStyle/>
          <a:p>
            <a:pPr algn="ctr"/>
            <a:r>
              <a:rPr lang="en-US" sz="3200" dirty="0"/>
              <a:t>7</a:t>
            </a:r>
          </a:p>
        </p:txBody>
      </p:sp>
      <p:sp>
        <p:nvSpPr>
          <p:cNvPr id="90" name="TextBox 89">
            <a:extLst>
              <a:ext uri="{FF2B5EF4-FFF2-40B4-BE49-F238E27FC236}">
                <a16:creationId xmlns:a16="http://schemas.microsoft.com/office/drawing/2014/main" id="{F4CBE34B-207C-4A79-561E-5AE9B1D3916A}"/>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91" name="TextBox 90">
            <a:extLst>
              <a:ext uri="{FF2B5EF4-FFF2-40B4-BE49-F238E27FC236}">
                <a16:creationId xmlns:a16="http://schemas.microsoft.com/office/drawing/2014/main" id="{930F488F-4E82-DCB2-106D-7DB04BDD68EB}"/>
              </a:ext>
            </a:extLst>
          </p:cNvPr>
          <p:cNvSpPr txBox="1"/>
          <p:nvPr/>
        </p:nvSpPr>
        <p:spPr>
          <a:xfrm>
            <a:off x="5715003" y="3741226"/>
            <a:ext cx="462845" cy="584775"/>
          </a:xfrm>
          <a:prstGeom prst="rect">
            <a:avLst/>
          </a:prstGeom>
          <a:noFill/>
        </p:spPr>
        <p:txBody>
          <a:bodyPr wrap="square" rtlCol="0">
            <a:spAutoFit/>
          </a:bodyPr>
          <a:lstStyle/>
          <a:p>
            <a:pPr algn="ctr"/>
            <a:r>
              <a:rPr lang="en-US" sz="3200" dirty="0"/>
              <a:t>5</a:t>
            </a:r>
          </a:p>
        </p:txBody>
      </p:sp>
      <p:sp>
        <p:nvSpPr>
          <p:cNvPr id="92" name="TextBox 91">
            <a:extLst>
              <a:ext uri="{FF2B5EF4-FFF2-40B4-BE49-F238E27FC236}">
                <a16:creationId xmlns:a16="http://schemas.microsoft.com/office/drawing/2014/main" id="{48DDA405-E8D2-B13C-DB32-D897E5B973DA}"/>
              </a:ext>
            </a:extLst>
          </p:cNvPr>
          <p:cNvSpPr txBox="1"/>
          <p:nvPr/>
        </p:nvSpPr>
        <p:spPr>
          <a:xfrm>
            <a:off x="7213604" y="3741226"/>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85E38F83-2C6A-CA27-3B87-5E8B9A60C741}"/>
              </a:ext>
            </a:extLst>
          </p:cNvPr>
          <p:cNvSpPr txBox="1"/>
          <p:nvPr/>
        </p:nvSpPr>
        <p:spPr>
          <a:xfrm>
            <a:off x="5215469" y="3741226"/>
            <a:ext cx="462845" cy="584775"/>
          </a:xfrm>
          <a:prstGeom prst="rect">
            <a:avLst/>
          </a:prstGeom>
          <a:noFill/>
        </p:spPr>
        <p:txBody>
          <a:bodyPr wrap="square" rtlCol="0">
            <a:spAutoFit/>
          </a:bodyPr>
          <a:lstStyle/>
          <a:p>
            <a:pPr algn="ctr"/>
            <a:r>
              <a:rPr lang="en-US" sz="3200" dirty="0"/>
              <a:t>9</a:t>
            </a:r>
          </a:p>
        </p:txBody>
      </p:sp>
      <p:sp>
        <p:nvSpPr>
          <p:cNvPr id="19" name="TextBox 18">
            <a:extLst>
              <a:ext uri="{FF2B5EF4-FFF2-40B4-BE49-F238E27FC236}">
                <a16:creationId xmlns:a16="http://schemas.microsoft.com/office/drawing/2014/main" id="{A9812410-8A94-4F74-EF63-1ED61A9601D3}"/>
              </a:ext>
            </a:extLst>
          </p:cNvPr>
          <p:cNvSpPr txBox="1"/>
          <p:nvPr/>
        </p:nvSpPr>
        <p:spPr>
          <a:xfrm>
            <a:off x="3716867" y="3741226"/>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223A588A-2BC4-1D1F-0960-9BAB6A542F6C}"/>
              </a:ext>
            </a:extLst>
          </p:cNvPr>
          <p:cNvSpPr txBox="1"/>
          <p:nvPr/>
        </p:nvSpPr>
        <p:spPr>
          <a:xfrm>
            <a:off x="4216401" y="4244561"/>
            <a:ext cx="462845" cy="584775"/>
          </a:xfrm>
          <a:prstGeom prst="rect">
            <a:avLst/>
          </a:prstGeom>
          <a:noFill/>
        </p:spPr>
        <p:txBody>
          <a:bodyPr wrap="square" rtlCol="0">
            <a:spAutoFit/>
          </a:bodyPr>
          <a:lstStyle/>
          <a:p>
            <a:pPr algn="ctr"/>
            <a:r>
              <a:rPr lang="en-US" sz="3200" dirty="0"/>
              <a:t>1</a:t>
            </a:r>
          </a:p>
        </p:txBody>
      </p:sp>
      <p:sp>
        <p:nvSpPr>
          <p:cNvPr id="23" name="TextBox 22">
            <a:extLst>
              <a:ext uri="{FF2B5EF4-FFF2-40B4-BE49-F238E27FC236}">
                <a16:creationId xmlns:a16="http://schemas.microsoft.com/office/drawing/2014/main" id="{C3C25CB7-3E5A-0A3F-10DC-EA68F3469344}"/>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36" name="TextBox 35">
            <a:extLst>
              <a:ext uri="{FF2B5EF4-FFF2-40B4-BE49-F238E27FC236}">
                <a16:creationId xmlns:a16="http://schemas.microsoft.com/office/drawing/2014/main" id="{AE2D7D26-1FC0-31C5-41BE-82EEDBE5241B}"/>
              </a:ext>
            </a:extLst>
          </p:cNvPr>
          <p:cNvSpPr txBox="1"/>
          <p:nvPr/>
        </p:nvSpPr>
        <p:spPr>
          <a:xfrm>
            <a:off x="3716867" y="1727886"/>
            <a:ext cx="462845" cy="584775"/>
          </a:xfrm>
          <a:prstGeom prst="rect">
            <a:avLst/>
          </a:prstGeom>
          <a:noFill/>
        </p:spPr>
        <p:txBody>
          <a:bodyPr wrap="square" rtlCol="0">
            <a:spAutoFit/>
          </a:bodyPr>
          <a:lstStyle/>
          <a:p>
            <a:pPr algn="ctr"/>
            <a:r>
              <a:rPr lang="en-US" sz="3200" dirty="0"/>
              <a:t>1</a:t>
            </a:r>
          </a:p>
        </p:txBody>
      </p:sp>
      <p:sp>
        <p:nvSpPr>
          <p:cNvPr id="44" name="TextBox 43">
            <a:extLst>
              <a:ext uri="{FF2B5EF4-FFF2-40B4-BE49-F238E27FC236}">
                <a16:creationId xmlns:a16="http://schemas.microsoft.com/office/drawing/2014/main" id="{C9D5FF7A-0B03-8297-04A3-64D5BD3BCAA6}"/>
              </a:ext>
            </a:extLst>
          </p:cNvPr>
          <p:cNvSpPr txBox="1"/>
          <p:nvPr/>
        </p:nvSpPr>
        <p:spPr>
          <a:xfrm>
            <a:off x="3217333" y="2734556"/>
            <a:ext cx="462845" cy="584775"/>
          </a:xfrm>
          <a:prstGeom prst="rect">
            <a:avLst/>
          </a:prstGeom>
          <a:noFill/>
        </p:spPr>
        <p:txBody>
          <a:bodyPr wrap="square" rtlCol="0">
            <a:spAutoFit/>
          </a:bodyPr>
          <a:lstStyle/>
          <a:p>
            <a:pPr algn="ctr"/>
            <a:r>
              <a:rPr lang="en-US" sz="3200" dirty="0"/>
              <a:t>5</a:t>
            </a:r>
          </a:p>
        </p:txBody>
      </p:sp>
      <p:sp>
        <p:nvSpPr>
          <p:cNvPr id="66" name="TextBox 65">
            <a:extLst>
              <a:ext uri="{FF2B5EF4-FFF2-40B4-BE49-F238E27FC236}">
                <a16:creationId xmlns:a16="http://schemas.microsoft.com/office/drawing/2014/main" id="{2A99D81C-82A3-39FE-8502-E3F672D42955}"/>
              </a:ext>
            </a:extLst>
          </p:cNvPr>
          <p:cNvSpPr txBox="1"/>
          <p:nvPr/>
        </p:nvSpPr>
        <p:spPr>
          <a:xfrm>
            <a:off x="3716867" y="2734556"/>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C9A0F830-1701-1E08-F0BB-54339E2251DD}"/>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D00B27BF-F0DC-827B-BFBC-533450AB5CFC}"/>
              </a:ext>
            </a:extLst>
          </p:cNvPr>
          <p:cNvSpPr txBox="1"/>
          <p:nvPr/>
        </p:nvSpPr>
        <p:spPr>
          <a:xfrm>
            <a:off x="4715935" y="4244561"/>
            <a:ext cx="462845" cy="584775"/>
          </a:xfrm>
          <a:prstGeom prst="rect">
            <a:avLst/>
          </a:prstGeom>
          <a:noFill/>
        </p:spPr>
        <p:txBody>
          <a:bodyPr wrap="square" rtlCol="0">
            <a:spAutoFit/>
          </a:bodyPr>
          <a:lstStyle/>
          <a:p>
            <a:pPr algn="ctr"/>
            <a:r>
              <a:rPr lang="en-US" sz="3200" dirty="0"/>
              <a:t>2</a:t>
            </a:r>
          </a:p>
        </p:txBody>
      </p:sp>
      <p:sp>
        <p:nvSpPr>
          <p:cNvPr id="18" name="TextBox 17">
            <a:extLst>
              <a:ext uri="{FF2B5EF4-FFF2-40B4-BE49-F238E27FC236}">
                <a16:creationId xmlns:a16="http://schemas.microsoft.com/office/drawing/2014/main" id="{88596BDF-BA4F-19EC-96B6-E02C7506AFE4}"/>
              </a:ext>
            </a:extLst>
          </p:cNvPr>
          <p:cNvSpPr txBox="1"/>
          <p:nvPr/>
        </p:nvSpPr>
        <p:spPr>
          <a:xfrm>
            <a:off x="4715935" y="4747898"/>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3B792776-04EE-044D-7E4A-61561D23EB1C}"/>
              </a:ext>
            </a:extLst>
          </p:cNvPr>
          <p:cNvSpPr txBox="1"/>
          <p:nvPr/>
        </p:nvSpPr>
        <p:spPr>
          <a:xfrm>
            <a:off x="3217333" y="3237891"/>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8524174B-DF3C-C783-96B6-3FC9C605DC90}"/>
              </a:ext>
            </a:extLst>
          </p:cNvPr>
          <p:cNvSpPr txBox="1"/>
          <p:nvPr/>
        </p:nvSpPr>
        <p:spPr>
          <a:xfrm>
            <a:off x="3217333" y="4747898"/>
            <a:ext cx="462845" cy="584775"/>
          </a:xfrm>
          <a:prstGeom prst="rect">
            <a:avLst/>
          </a:prstGeom>
          <a:noFill/>
        </p:spPr>
        <p:txBody>
          <a:bodyPr wrap="square" rtlCol="0">
            <a:spAutoFit/>
          </a:bodyPr>
          <a:lstStyle/>
          <a:p>
            <a:pPr algn="ctr"/>
            <a:r>
              <a:rPr lang="en-US" sz="3200" dirty="0"/>
              <a:t>2</a:t>
            </a:r>
          </a:p>
        </p:txBody>
      </p:sp>
      <p:sp>
        <p:nvSpPr>
          <p:cNvPr id="50" name="TextBox 49">
            <a:extLst>
              <a:ext uri="{FF2B5EF4-FFF2-40B4-BE49-F238E27FC236}">
                <a16:creationId xmlns:a16="http://schemas.microsoft.com/office/drawing/2014/main" id="{BB2C4C67-C5BB-B670-CF5E-11545BD70C8D}"/>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20718FAD-3B2C-0218-2D0F-AA8EE3A9B9E8}"/>
              </a:ext>
            </a:extLst>
          </p:cNvPr>
          <p:cNvSpPr txBox="1"/>
          <p:nvPr/>
        </p:nvSpPr>
        <p:spPr>
          <a:xfrm>
            <a:off x="5215469" y="4252952"/>
            <a:ext cx="462845" cy="584775"/>
          </a:xfrm>
          <a:prstGeom prst="rect">
            <a:avLst/>
          </a:prstGeom>
          <a:noFill/>
        </p:spPr>
        <p:txBody>
          <a:bodyPr wrap="square" rtlCol="0">
            <a:spAutoFit/>
          </a:bodyPr>
          <a:lstStyle/>
          <a:p>
            <a:pPr algn="ctr"/>
            <a:r>
              <a:rPr lang="en-US" sz="3200" dirty="0"/>
              <a:t>6</a:t>
            </a:r>
          </a:p>
        </p:txBody>
      </p:sp>
      <p:sp>
        <p:nvSpPr>
          <p:cNvPr id="59" name="TextBox 58">
            <a:extLst>
              <a:ext uri="{FF2B5EF4-FFF2-40B4-BE49-F238E27FC236}">
                <a16:creationId xmlns:a16="http://schemas.microsoft.com/office/drawing/2014/main" id="{B696660A-211C-4FF4-02DB-662C5DAD7340}"/>
              </a:ext>
            </a:extLst>
          </p:cNvPr>
          <p:cNvSpPr txBox="1"/>
          <p:nvPr/>
        </p:nvSpPr>
        <p:spPr>
          <a:xfrm>
            <a:off x="6214537" y="4252952"/>
            <a:ext cx="462845" cy="584775"/>
          </a:xfrm>
          <a:prstGeom prst="rect">
            <a:avLst/>
          </a:prstGeom>
          <a:noFill/>
        </p:spPr>
        <p:txBody>
          <a:bodyPr wrap="square" rtlCol="0">
            <a:spAutoFit/>
          </a:bodyPr>
          <a:lstStyle/>
          <a:p>
            <a:pPr algn="ctr"/>
            <a:r>
              <a:rPr lang="en-US" sz="3200" dirty="0"/>
              <a:t>3</a:t>
            </a:r>
          </a:p>
        </p:txBody>
      </p:sp>
      <p:sp>
        <p:nvSpPr>
          <p:cNvPr id="63" name="TextBox 62">
            <a:extLst>
              <a:ext uri="{FF2B5EF4-FFF2-40B4-BE49-F238E27FC236}">
                <a16:creationId xmlns:a16="http://schemas.microsoft.com/office/drawing/2014/main" id="{98D76209-C4BC-1F35-8183-312C70D92D71}"/>
              </a:ext>
            </a:extLst>
          </p:cNvPr>
          <p:cNvSpPr txBox="1"/>
          <p:nvPr/>
        </p:nvSpPr>
        <p:spPr>
          <a:xfrm>
            <a:off x="5215469" y="4756289"/>
            <a:ext cx="462845" cy="584775"/>
          </a:xfrm>
          <a:prstGeom prst="rect">
            <a:avLst/>
          </a:prstGeom>
          <a:noFill/>
        </p:spPr>
        <p:txBody>
          <a:bodyPr wrap="square" rtlCol="0">
            <a:spAutoFit/>
          </a:bodyPr>
          <a:lstStyle/>
          <a:p>
            <a:pPr algn="ctr"/>
            <a:r>
              <a:rPr lang="en-US" sz="3200" dirty="0"/>
              <a:t>3</a:t>
            </a:r>
          </a:p>
        </p:txBody>
      </p:sp>
      <p:sp>
        <p:nvSpPr>
          <p:cNvPr id="65" name="TextBox 64">
            <a:extLst>
              <a:ext uri="{FF2B5EF4-FFF2-40B4-BE49-F238E27FC236}">
                <a16:creationId xmlns:a16="http://schemas.microsoft.com/office/drawing/2014/main" id="{B3723C59-294A-74C1-CE77-58A2E69287E2}"/>
              </a:ext>
            </a:extLst>
          </p:cNvPr>
          <p:cNvSpPr txBox="1"/>
          <p:nvPr/>
        </p:nvSpPr>
        <p:spPr>
          <a:xfrm>
            <a:off x="6214537" y="4747898"/>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66C936B4-0FF8-BDF6-FDA4-D56F696217BD}"/>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71" name="TextBox 70">
            <a:extLst>
              <a:ext uri="{FF2B5EF4-FFF2-40B4-BE49-F238E27FC236}">
                <a16:creationId xmlns:a16="http://schemas.microsoft.com/office/drawing/2014/main" id="{8E474EE9-6EAD-8112-EB78-DF6A0118B4F0}"/>
              </a:ext>
            </a:extLst>
          </p:cNvPr>
          <p:cNvSpPr txBox="1"/>
          <p:nvPr/>
        </p:nvSpPr>
        <p:spPr>
          <a:xfrm>
            <a:off x="3716867" y="1224551"/>
            <a:ext cx="462845" cy="584775"/>
          </a:xfrm>
          <a:prstGeom prst="rect">
            <a:avLst/>
          </a:prstGeom>
          <a:noFill/>
        </p:spPr>
        <p:txBody>
          <a:bodyPr wrap="square" rtlCol="0">
            <a:spAutoFit/>
          </a:bodyPr>
          <a:lstStyle/>
          <a:p>
            <a:pPr algn="ctr"/>
            <a:r>
              <a:rPr lang="en-US" sz="3200" dirty="0"/>
              <a:t>2</a:t>
            </a:r>
          </a:p>
        </p:txBody>
      </p:sp>
      <p:sp>
        <p:nvSpPr>
          <p:cNvPr id="72" name="TextBox 71">
            <a:extLst>
              <a:ext uri="{FF2B5EF4-FFF2-40B4-BE49-F238E27FC236}">
                <a16:creationId xmlns:a16="http://schemas.microsoft.com/office/drawing/2014/main" id="{12456E1F-93CA-A037-2222-AE0418EA2B3B}"/>
              </a:ext>
            </a:extLst>
          </p:cNvPr>
          <p:cNvSpPr txBox="1"/>
          <p:nvPr/>
        </p:nvSpPr>
        <p:spPr>
          <a:xfrm>
            <a:off x="3217333" y="2231221"/>
            <a:ext cx="462845" cy="584775"/>
          </a:xfrm>
          <a:prstGeom prst="rect">
            <a:avLst/>
          </a:prstGeom>
          <a:noFill/>
        </p:spPr>
        <p:txBody>
          <a:bodyPr wrap="square" rtlCol="0">
            <a:spAutoFit/>
          </a:bodyPr>
          <a:lstStyle/>
          <a:p>
            <a:pPr algn="ctr"/>
            <a:r>
              <a:rPr lang="en-US" sz="3200" dirty="0"/>
              <a:t>9</a:t>
            </a:r>
          </a:p>
        </p:txBody>
      </p:sp>
      <p:sp>
        <p:nvSpPr>
          <p:cNvPr id="77" name="TextBox 76">
            <a:extLst>
              <a:ext uri="{FF2B5EF4-FFF2-40B4-BE49-F238E27FC236}">
                <a16:creationId xmlns:a16="http://schemas.microsoft.com/office/drawing/2014/main" id="{FE1E2605-5E49-F4AE-369E-4BADF6CEBD0E}"/>
              </a:ext>
            </a:extLst>
          </p:cNvPr>
          <p:cNvSpPr txBox="1"/>
          <p:nvPr/>
        </p:nvSpPr>
        <p:spPr>
          <a:xfrm>
            <a:off x="3716867" y="2231221"/>
            <a:ext cx="462845" cy="584775"/>
          </a:xfrm>
          <a:prstGeom prst="rect">
            <a:avLst/>
          </a:prstGeom>
          <a:noFill/>
        </p:spPr>
        <p:txBody>
          <a:bodyPr wrap="square" rtlCol="0">
            <a:spAutoFit/>
          </a:bodyPr>
          <a:lstStyle/>
          <a:p>
            <a:pPr algn="ctr"/>
            <a:r>
              <a:rPr lang="en-US" sz="3200" dirty="0"/>
              <a:t>3</a:t>
            </a:r>
          </a:p>
        </p:txBody>
      </p:sp>
      <p:sp>
        <p:nvSpPr>
          <p:cNvPr id="93" name="TextBox 92">
            <a:extLst>
              <a:ext uri="{FF2B5EF4-FFF2-40B4-BE49-F238E27FC236}">
                <a16:creationId xmlns:a16="http://schemas.microsoft.com/office/drawing/2014/main" id="{E19EBAE7-4729-45D4-A324-237196B6F84E}"/>
              </a:ext>
            </a:extLst>
          </p:cNvPr>
          <p:cNvSpPr txBox="1"/>
          <p:nvPr/>
        </p:nvSpPr>
        <p:spPr>
          <a:xfrm>
            <a:off x="3716867" y="3237891"/>
            <a:ext cx="462845" cy="584775"/>
          </a:xfrm>
          <a:prstGeom prst="rect">
            <a:avLst/>
          </a:prstGeom>
          <a:noFill/>
        </p:spPr>
        <p:txBody>
          <a:bodyPr wrap="square" rtlCol="0">
            <a:spAutoFit/>
          </a:bodyPr>
          <a:lstStyle/>
          <a:p>
            <a:pPr algn="ctr"/>
            <a:r>
              <a:rPr lang="en-US" sz="3200" dirty="0"/>
              <a:t>6</a:t>
            </a:r>
          </a:p>
        </p:txBody>
      </p:sp>
      <p:sp>
        <p:nvSpPr>
          <p:cNvPr id="94" name="TextBox 93">
            <a:extLst>
              <a:ext uri="{FF2B5EF4-FFF2-40B4-BE49-F238E27FC236}">
                <a16:creationId xmlns:a16="http://schemas.microsoft.com/office/drawing/2014/main" id="{A55C7F2A-B303-4CCD-8F58-ABFE24EA4AB5}"/>
              </a:ext>
            </a:extLst>
          </p:cNvPr>
          <p:cNvSpPr txBox="1"/>
          <p:nvPr/>
        </p:nvSpPr>
        <p:spPr>
          <a:xfrm>
            <a:off x="4216401" y="3237891"/>
            <a:ext cx="462845" cy="584775"/>
          </a:xfrm>
          <a:prstGeom prst="rect">
            <a:avLst/>
          </a:prstGeom>
          <a:noFill/>
        </p:spPr>
        <p:txBody>
          <a:bodyPr wrap="square" rtlCol="0">
            <a:spAutoFit/>
          </a:bodyPr>
          <a:lstStyle/>
          <a:p>
            <a:pPr algn="ctr"/>
            <a:r>
              <a:rPr lang="en-US" sz="3200" dirty="0"/>
              <a:t>4</a:t>
            </a:r>
          </a:p>
        </p:txBody>
      </p:sp>
      <p:sp>
        <p:nvSpPr>
          <p:cNvPr id="95" name="TextBox 94">
            <a:extLst>
              <a:ext uri="{FF2B5EF4-FFF2-40B4-BE49-F238E27FC236}">
                <a16:creationId xmlns:a16="http://schemas.microsoft.com/office/drawing/2014/main" id="{0B123808-1D9C-0794-0EBF-943D6D08F33B}"/>
              </a:ext>
            </a:extLst>
          </p:cNvPr>
          <p:cNvSpPr txBox="1"/>
          <p:nvPr/>
        </p:nvSpPr>
        <p:spPr>
          <a:xfrm>
            <a:off x="3217333" y="721216"/>
            <a:ext cx="462845" cy="584775"/>
          </a:xfrm>
          <a:prstGeom prst="rect">
            <a:avLst/>
          </a:prstGeom>
          <a:noFill/>
        </p:spPr>
        <p:txBody>
          <a:bodyPr wrap="square" rtlCol="0">
            <a:spAutoFit/>
          </a:bodyPr>
          <a:lstStyle/>
          <a:p>
            <a:pPr algn="ctr"/>
            <a:r>
              <a:rPr lang="en-US" sz="3200" dirty="0"/>
              <a:t>6</a:t>
            </a:r>
          </a:p>
        </p:txBody>
      </p:sp>
      <p:sp>
        <p:nvSpPr>
          <p:cNvPr id="96" name="TextBox 95">
            <a:extLst>
              <a:ext uri="{FF2B5EF4-FFF2-40B4-BE49-F238E27FC236}">
                <a16:creationId xmlns:a16="http://schemas.microsoft.com/office/drawing/2014/main" id="{7DE8F1F6-CB87-62CD-09C1-5A8E40DFD7E5}"/>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24" name="TextBox 23">
            <a:extLst>
              <a:ext uri="{FF2B5EF4-FFF2-40B4-BE49-F238E27FC236}">
                <a16:creationId xmlns:a16="http://schemas.microsoft.com/office/drawing/2014/main" id="{2DCB7E53-AAD2-4E8C-1C61-D329589B29AC}"/>
              </a:ext>
            </a:extLst>
          </p:cNvPr>
          <p:cNvSpPr txBox="1"/>
          <p:nvPr/>
        </p:nvSpPr>
        <p:spPr>
          <a:xfrm>
            <a:off x="3217333" y="4244561"/>
            <a:ext cx="462845" cy="584775"/>
          </a:xfrm>
          <a:prstGeom prst="rect">
            <a:avLst/>
          </a:prstGeom>
          <a:noFill/>
        </p:spPr>
        <p:txBody>
          <a:bodyPr wrap="square" rtlCol="0">
            <a:spAutoFit/>
          </a:bodyPr>
          <a:lstStyle/>
          <a:p>
            <a:pPr algn="ctr"/>
            <a:r>
              <a:rPr lang="en-US" sz="3200" dirty="0"/>
              <a:t>4</a:t>
            </a:r>
          </a:p>
        </p:txBody>
      </p:sp>
      <p:sp>
        <p:nvSpPr>
          <p:cNvPr id="25" name="TextBox 24">
            <a:extLst>
              <a:ext uri="{FF2B5EF4-FFF2-40B4-BE49-F238E27FC236}">
                <a16:creationId xmlns:a16="http://schemas.microsoft.com/office/drawing/2014/main" id="{FF264FB9-DC82-FE1E-44BD-54F5631BD246}"/>
              </a:ext>
            </a:extLst>
          </p:cNvPr>
          <p:cNvSpPr txBox="1"/>
          <p:nvPr/>
        </p:nvSpPr>
        <p:spPr>
          <a:xfrm>
            <a:off x="5715003" y="4244561"/>
            <a:ext cx="462845" cy="584775"/>
          </a:xfrm>
          <a:prstGeom prst="rect">
            <a:avLst/>
          </a:prstGeom>
          <a:no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1A028F9D-AAA1-96B2-4DB0-F9233FACC27D}"/>
              </a:ext>
            </a:extLst>
          </p:cNvPr>
          <p:cNvSpPr txBox="1"/>
          <p:nvPr/>
        </p:nvSpPr>
        <p:spPr>
          <a:xfrm>
            <a:off x="6714071" y="4244561"/>
            <a:ext cx="462845" cy="584775"/>
          </a:xfrm>
          <a:prstGeom prst="rect">
            <a:avLst/>
          </a:prstGeom>
          <a:noFill/>
        </p:spPr>
        <p:txBody>
          <a:bodyPr wrap="square" rtlCol="0">
            <a:spAutoFit/>
          </a:bodyPr>
          <a:lstStyle/>
          <a:p>
            <a:pPr algn="ctr"/>
            <a:r>
              <a:rPr lang="en-US" sz="3200" dirty="0"/>
              <a:t>7</a:t>
            </a:r>
          </a:p>
        </p:txBody>
      </p:sp>
      <p:sp>
        <p:nvSpPr>
          <p:cNvPr id="46" name="TextBox 45">
            <a:extLst>
              <a:ext uri="{FF2B5EF4-FFF2-40B4-BE49-F238E27FC236}">
                <a16:creationId xmlns:a16="http://schemas.microsoft.com/office/drawing/2014/main" id="{1C494139-7D56-253D-E043-13A46CD2CA81}"/>
              </a:ext>
            </a:extLst>
          </p:cNvPr>
          <p:cNvSpPr txBox="1"/>
          <p:nvPr/>
        </p:nvSpPr>
        <p:spPr>
          <a:xfrm>
            <a:off x="7213604" y="4244561"/>
            <a:ext cx="462845" cy="584775"/>
          </a:xfrm>
          <a:prstGeom prst="rect">
            <a:avLst/>
          </a:prstGeom>
          <a:noFill/>
        </p:spPr>
        <p:txBody>
          <a:bodyPr wrap="square" rtlCol="0">
            <a:spAutoFit/>
          </a:bodyPr>
          <a:lstStyle/>
          <a:p>
            <a:pPr algn="ctr"/>
            <a:r>
              <a:rPr lang="en-US" sz="3200" dirty="0"/>
              <a:t>9</a:t>
            </a:r>
          </a:p>
        </p:txBody>
      </p:sp>
      <p:sp>
        <p:nvSpPr>
          <p:cNvPr id="47" name="TextBox 46">
            <a:extLst>
              <a:ext uri="{FF2B5EF4-FFF2-40B4-BE49-F238E27FC236}">
                <a16:creationId xmlns:a16="http://schemas.microsoft.com/office/drawing/2014/main" id="{AA7FA760-BF02-6552-E366-50E91967F78A}"/>
              </a:ext>
            </a:extLst>
          </p:cNvPr>
          <p:cNvSpPr txBox="1"/>
          <p:nvPr/>
        </p:nvSpPr>
        <p:spPr>
          <a:xfrm>
            <a:off x="5715003" y="4747898"/>
            <a:ext cx="462845" cy="584775"/>
          </a:xfrm>
          <a:prstGeom prst="rect">
            <a:avLst/>
          </a:prstGeom>
          <a:noFill/>
        </p:spPr>
        <p:txBody>
          <a:bodyPr wrap="square" rtlCol="0">
            <a:spAutoFit/>
          </a:bodyPr>
          <a:lstStyle/>
          <a:p>
            <a:pPr algn="ctr"/>
            <a:r>
              <a:rPr lang="en-US" sz="3200" dirty="0"/>
              <a:t>7</a:t>
            </a:r>
          </a:p>
        </p:txBody>
      </p:sp>
      <p:sp>
        <p:nvSpPr>
          <p:cNvPr id="48" name="TextBox 47">
            <a:extLst>
              <a:ext uri="{FF2B5EF4-FFF2-40B4-BE49-F238E27FC236}">
                <a16:creationId xmlns:a16="http://schemas.microsoft.com/office/drawing/2014/main" id="{32839E3B-08C7-0CD5-3C1E-2C97ABFC9DBB}"/>
              </a:ext>
            </a:extLst>
          </p:cNvPr>
          <p:cNvSpPr txBox="1"/>
          <p:nvPr/>
        </p:nvSpPr>
        <p:spPr>
          <a:xfrm>
            <a:off x="6714071" y="4747898"/>
            <a:ext cx="462845" cy="584775"/>
          </a:xfrm>
          <a:prstGeom prst="rect">
            <a:avLst/>
          </a:prstGeom>
          <a:noFill/>
        </p:spPr>
        <p:txBody>
          <a:bodyPr wrap="square" rtlCol="0">
            <a:spAutoFit/>
          </a:bodyPr>
          <a:lstStyle/>
          <a:p>
            <a:pPr algn="ctr"/>
            <a:r>
              <a:rPr lang="en-US" sz="3200" dirty="0"/>
              <a:t>4</a:t>
            </a:r>
          </a:p>
        </p:txBody>
      </p:sp>
      <p:sp>
        <p:nvSpPr>
          <p:cNvPr id="53" name="TextBox 52">
            <a:extLst>
              <a:ext uri="{FF2B5EF4-FFF2-40B4-BE49-F238E27FC236}">
                <a16:creationId xmlns:a16="http://schemas.microsoft.com/office/drawing/2014/main" id="{7BD408DA-A767-5F9C-7822-A42528556FB9}"/>
              </a:ext>
            </a:extLst>
          </p:cNvPr>
          <p:cNvSpPr txBox="1"/>
          <p:nvPr/>
        </p:nvSpPr>
        <p:spPr>
          <a:xfrm>
            <a:off x="7213604" y="4747898"/>
            <a:ext cx="462845" cy="584775"/>
          </a:xfrm>
          <a:prstGeom prst="rect">
            <a:avLst/>
          </a:prstGeom>
          <a:noFill/>
        </p:spPr>
        <p:txBody>
          <a:bodyPr wrap="square" rtlCol="0">
            <a:spAutoFit/>
          </a:bodyPr>
          <a:lstStyle/>
          <a:p>
            <a:pPr algn="ctr"/>
            <a:r>
              <a:rPr lang="en-US" sz="3200" dirty="0"/>
              <a:t>8</a:t>
            </a:r>
          </a:p>
        </p:txBody>
      </p:sp>
      <p:sp>
        <p:nvSpPr>
          <p:cNvPr id="54" name="TextBox 53">
            <a:extLst>
              <a:ext uri="{FF2B5EF4-FFF2-40B4-BE49-F238E27FC236}">
                <a16:creationId xmlns:a16="http://schemas.microsoft.com/office/drawing/2014/main" id="{FDCA37B2-5AF5-B62B-462A-660E4F9C5F4C}"/>
              </a:ext>
            </a:extLst>
          </p:cNvPr>
          <p:cNvSpPr txBox="1"/>
          <p:nvPr/>
        </p:nvSpPr>
        <p:spPr>
          <a:xfrm>
            <a:off x="3716867" y="4244561"/>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89168548-A7F2-7F8E-1E16-02B6C0C095AD}"/>
              </a:ext>
            </a:extLst>
          </p:cNvPr>
          <p:cNvSpPr txBox="1"/>
          <p:nvPr/>
        </p:nvSpPr>
        <p:spPr>
          <a:xfrm>
            <a:off x="3716867" y="4747898"/>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36267685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9883</TotalTime>
  <Words>3167</Words>
  <Application>Microsoft Macintosh PowerPoint</Application>
  <PresentationFormat>Widescreen</PresentationFormat>
  <Paragraphs>2675</Paragraphs>
  <Slides>53</Slides>
  <Notes>53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53</vt:i4>
      </vt:variant>
    </vt:vector>
  </HeadingPairs>
  <TitlesOfParts>
    <vt:vector size="57"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Jonathan Hardis</dc:creator>
  <cp:lastModifiedBy>Jonathan Hardis</cp:lastModifiedBy>
  <cp:revision>395</cp:revision>
  <cp:lastPrinted>2025-12-02T00:08:17Z</cp:lastPrinted>
  <dcterms:created xsi:type="dcterms:W3CDTF">2024-03-19T02:13:08Z</dcterms:created>
  <dcterms:modified xsi:type="dcterms:W3CDTF">2026-04-02T17:49:57Z</dcterms:modified>
</cp:coreProperties>
</file>