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7"/>
  </p:notesMasterIdLst>
  <p:sldIdLst>
    <p:sldId id="457" r:id="rId2"/>
    <p:sldId id="531" r:id="rId3"/>
    <p:sldId id="532" r:id="rId4"/>
    <p:sldId id="533" r:id="rId5"/>
    <p:sldId id="534" r:id="rId6"/>
    <p:sldId id="542" r:id="rId7"/>
    <p:sldId id="543" r:id="rId8"/>
    <p:sldId id="544" r:id="rId9"/>
    <p:sldId id="545" r:id="rId10"/>
    <p:sldId id="593" r:id="rId11"/>
    <p:sldId id="555" r:id="rId12"/>
    <p:sldId id="611" r:id="rId13"/>
    <p:sldId id="550" r:id="rId14"/>
    <p:sldId id="551" r:id="rId15"/>
    <p:sldId id="595" r:id="rId16"/>
    <p:sldId id="538" r:id="rId17"/>
    <p:sldId id="552" r:id="rId18"/>
    <p:sldId id="539" r:id="rId19"/>
    <p:sldId id="547" r:id="rId20"/>
    <p:sldId id="556" r:id="rId21"/>
    <p:sldId id="557" r:id="rId22"/>
    <p:sldId id="597" r:id="rId23"/>
    <p:sldId id="598" r:id="rId24"/>
    <p:sldId id="599" r:id="rId25"/>
    <p:sldId id="600" r:id="rId26"/>
    <p:sldId id="601" r:id="rId27"/>
    <p:sldId id="602" r:id="rId28"/>
    <p:sldId id="603" r:id="rId29"/>
    <p:sldId id="604" r:id="rId30"/>
    <p:sldId id="605" r:id="rId31"/>
    <p:sldId id="606" r:id="rId32"/>
    <p:sldId id="610" r:id="rId33"/>
    <p:sldId id="607" r:id="rId34"/>
    <p:sldId id="608" r:id="rId35"/>
    <p:sldId id="609" r:id="rId36"/>
    <p:sldId id="580" r:id="rId37"/>
    <p:sldId id="581" r:id="rId38"/>
    <p:sldId id="584" r:id="rId39"/>
    <p:sldId id="586" r:id="rId40"/>
    <p:sldId id="587" r:id="rId41"/>
    <p:sldId id="588" r:id="rId42"/>
    <p:sldId id="590" r:id="rId43"/>
    <p:sldId id="589" r:id="rId44"/>
    <p:sldId id="591" r:id="rId45"/>
    <p:sldId id="592" r:id="rId4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273"/>
    <p:restoredTop sz="94605"/>
  </p:normalViewPr>
  <p:slideViewPr>
    <p:cSldViewPr snapToGrid="0">
      <p:cViewPr varScale="1">
        <p:scale>
          <a:sx n="127" d="100"/>
          <a:sy n="127" d="100"/>
        </p:scale>
        <p:origin x="96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CCFB1C-7F6E-CC48-8B12-2D5A9AE1C913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E9560A-78B4-504A-9396-2AE516B134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927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4D157-A7E6-0CD3-8266-DE0939AE4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26FDA5-ABD9-E89C-43FB-F19D8441B2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8E2E9E-AD91-B134-310C-59487A42F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F40DBF-0F4C-781C-F266-8D63105C1D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5788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B54B1-442D-9C41-DF69-2A6150DEA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FCB250-04E2-F362-BB92-0C781B5842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AC84F1-1736-07FF-7FB2-0F10037738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53F0E2-16DF-CB8D-7DA2-95AA843828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46881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EE70CF-79C7-7F38-21BB-E8C0DEF6D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1B3DD6-000E-C5DE-07C4-B4DCC714B4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C5430E-D03D-FA3C-63A9-8FC757D5BB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DDC930-772B-D13E-1CAA-292482605A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2455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F382FB-4385-3DC5-B0CF-22EB76C2E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46852C-AF39-8779-28B7-BC109A655C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2FEE45-370F-C5A1-CD78-3652475BC8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170ED9-C095-B03C-D8C0-AFDF82A369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164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184349-AD4B-69F7-16D8-3766E91A4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330076-CC3F-D68E-1BFD-A7D8F10126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610280-A137-34F9-6A69-DB6E53C459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4FC7F1-A952-1749-A45F-8EBD8CB833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0964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5EB04-7C2F-DB52-EB99-8BD838DC6B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C64A15-9321-9AAC-C405-51DC7C841B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CEC910-41DD-DCEE-87B1-C0B239674F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C4FB2F-1C59-2774-877A-9902A196FB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7517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9906B8-7A91-05C7-85FA-679F402D1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6BB150-4BE5-A873-AF13-0E3D8785F9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59B212-7567-2D68-0DBE-7BC6EB435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F230CB-3B4B-C223-F6EB-387DE52617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011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16537-C341-72B7-9021-1BA9067D2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8E45FD-5C10-4648-8F64-3746C8CFB9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968006-C1A5-0EED-D170-F7D302BAB2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7D4F41-F237-844D-6EE5-298C0D62F3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601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1AC39-5D10-6466-2E4B-64CFA5CED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69148B-C6F1-FCD5-BC54-45E0F61925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D4B7A1-50EB-97A8-BF10-936BE89B4F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8D0FFA-E1CB-D9F0-FA9F-8BE200B01E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79771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4C32D-1C3B-A107-EB05-FD875F3A6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13A243-4B1D-FF34-2BF4-8EB8DFC48D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B4239E-F11D-F02C-F156-91F5DF5671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A33503-24B1-1C28-6FD1-7828359501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56721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94D2CB-F49E-FE03-4995-F9746631C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AE3AC9-99BC-9675-4F31-5316DD4D4E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256C50-F23A-1A62-C484-F8F054C9FC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585B69-AC74-0F38-8600-5D915E12A7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84076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D82ACC-C8D9-CA1A-ED0C-7ADDE3DA2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24AEF0-9C44-6A26-FB53-8029C1F0E9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8436EA-2F9A-56CE-4030-4CEC2C8E6C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17273E-0099-29F3-1C49-63EAB04CB8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0501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5CD0-33F9-901A-1098-BB63685EEF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213DE0-7FD2-CB06-95DE-699DB41374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8F494E-7E26-044A-1D0B-BB60814103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EF3744-4FDA-A139-B26D-D5EB4E0BB0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1783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95C066-5137-8289-8C83-963D03F01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4EC5DA-5D2E-1680-9425-848CDF299A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443121-F305-16CD-DC58-7CA49AF8FA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FFAFE1-8F84-C1E0-2FFB-71C9FB65E5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304389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8E5CC1-28A8-2890-563F-B3C365A471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E15FCF-CDF6-0E1C-85E9-70CCF01EB8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1455FE-67E2-3E7C-9944-607AB56644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85E33C-F87E-93B0-F9B2-891ADDB0D9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0447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0CDFA-9DEB-6C74-00ED-08D4114493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47AB1C-0659-ACA2-238D-D2163E28C5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CF807E-DC01-51EC-74F3-60DAB78D72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A2FE7F-E1C5-A808-DEF0-4AF780312D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52604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20062-8C1B-2B17-2847-E94D74EC0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6FFD65-6C89-E815-C8AC-97A5121F00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64EEBB-D086-3F19-E948-F383C3EC43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2E982C-87EE-16AD-CC2F-55798519E8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72525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4CC233-75E1-FD0C-27F4-B81983B55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0D73C2-F439-A0BB-C983-04DBF83FED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373ACA-0ADC-5F87-C770-87F9A6CD24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C72F56-8ACA-91D8-8E99-DBC5B4824F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997713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509F6-1EEC-EAA7-4D07-67C465B5A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DB900C-4ED3-038E-B8E4-F78AF51526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8C2A3F-44EB-DBE2-AF4D-01F2F6F130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0EB387-ED43-F4EB-CB08-329D6229BC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96690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E4E6F-F348-F5F5-12F1-82EF316EB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502554-9022-C1C2-D9AD-3A64FFD776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007BCC-3808-DA0E-780D-97A1216852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461A0C-3A93-33CD-4454-9A4A068FBE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689664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8FC947-26E6-38E4-2A54-0F1329839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2C259D-81C1-2046-366C-152FF52138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F10A51-C171-A148-5844-A1B14DD8B6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C00D15-6807-A4D1-1E55-82D1F07C7A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5349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86EA0-B777-C07C-50A2-20CE5BC7A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295D18-C143-C41E-4F47-0DFBD764FC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24C501-6A9F-D454-2BF0-3F07FB4931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0B353E-99D2-C317-640F-CE85286738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01400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3BD8C-1890-1C8A-C131-AAB970DE1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429ECE-2E85-60BD-87B8-4F3352E86C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552609-5FF8-878D-4BAD-6C62D663BC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1875A9-0287-48F3-07B3-C4FBC15069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77725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E32F6-9E3B-3F90-96C6-6183E16B3B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A1C39B-BBF1-EB95-6B2B-B659FAA1A8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E94A10-D9FC-0CF2-DEBD-45749558B7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C7250D-4B2B-093C-1F4E-6D63AF4F26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22516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61230-8B04-420F-6806-D6D002093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5D301C-9154-E7AC-5EA7-AACEDAB1E5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283F13-AC9C-BAC2-B361-E861A76728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D54BFE-CA38-5E96-5AFF-3AFFF20849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52651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D7794-22A3-A5BE-BCAF-C912D15D91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BC5A4C-99DF-E311-3F43-2AE4482E0A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AD274A-04AD-2DCD-D0CD-CEFF3F9B85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A01186-55DC-C355-85C0-462B57B251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73705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E4FF5B-F4E6-9729-467F-B2B3A506B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D9B49E-F35F-31BF-E614-F67CE7E7B0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225D80-A444-B04E-05B9-78DE7B00BE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41DC2A-DE1B-0E8F-D4C0-5C8AADB9E4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05041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0B2B35-8FD4-EC7E-5EDC-C907BC0BD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392564-1321-6BF2-0C81-50102D7B09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39A15C-6334-AB9B-5420-6B735F7411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A366D0-5D45-7751-F7A0-77E74E639F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272917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501D37-1520-5B91-8D99-7D639DC95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69A655-1009-C00B-86C2-7384070651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FCA78B-4ACA-F116-01DE-35DAB4696D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6A9FF4-7E82-9C48-4452-1E3CA3DAB5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381249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A5A8AC-4565-8FB4-22F4-5C34D5C7F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1686D3-D0DA-E014-A85B-19E2EEF89B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6F1206-C0E3-1553-901B-A6E598016C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B9591E-F399-D47D-8E1A-624C8EB315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01161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62DEF-442B-5771-12BC-BDB8336A7A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95D798-A5DE-EFF2-ECE2-6F206F2C1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FB35FB-7C19-B6CC-AAED-BB31D697BC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90969C-8771-C8C5-091E-7BC1FB7B82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0836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FF38A-4F96-1360-9636-7FD736638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B115B0-19DA-D7C2-5E6B-F00440D9A7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300887-055D-3D09-5A16-DA80B4EEA1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06E6C3-593E-9C64-3385-3303B46E47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962297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17896-8444-7D3A-E8D9-59C0C7D4C2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829389-3D82-CBA7-3395-04C1957421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C9AEF1-93AA-89EC-734F-0CF0516E28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7E003E-498A-7529-E148-2DE769CD36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960509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EC76F0-9E73-02C3-9B8D-6ED0B9F20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44C087-599D-67CA-4C07-A1CE000283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383F1A-7C00-9E01-9760-13A112B98F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43F432-E6BA-678F-5B28-F4F4A6745E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115586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FA6193-0E10-7712-5A51-D934A465D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4E43A1-086B-B5D6-5F70-4962AB012F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7DD1F0-292A-A266-3786-41FEA86766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864E74-B1D2-A6DA-B1D3-E265F9B97D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55794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F6FA85-7652-E3B6-68C4-2D9B7B56B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BC7F1C-94D5-338D-AA62-50E2AB06B4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4628AA-52F8-CC30-0730-826AFB5A8A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55A2CE-9861-57AB-6AFD-7000B7087D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677146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DEC2DF-3907-99A6-8BC0-87479A37B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DD1D82-0CE1-FAEB-DE19-CCE2519AD1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35C47C-AC11-3D62-460D-E3233EDB9D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E826BB-F426-0F7F-6A7A-9098F65D54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34800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75219-F78D-9E88-D03D-C9457EC04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F268B6-84E7-C8A7-5B35-AC02C94478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E300A6-AA9E-3A6E-F886-16B7A60E7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1F9DF6-E5F0-3821-FB5F-EF013EF47A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66433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CF5D5A-726C-08CC-E2CE-0152DDA69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636A28-75E8-CC4A-C8CE-F021400B29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6A0C10-D13C-F000-2D99-3E75CE36CA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2F293D-80B7-5AC3-D88B-71DE2D23F8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48957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666406-CC42-C2D4-8B0A-BD9436517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50D4E4-D227-4AED-D955-A7C38E4F5F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A046CC-38BA-2A96-C43C-C9C2B116B8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537A51-84ED-08AC-3D41-1FD0366A66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194902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4B8B4-0743-4305-D8F2-9E5998438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242EB8-C0EE-27DD-8359-8C44CE687C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CD961D-5A41-A948-718F-1E4E3722F0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F2A0A4-B6D9-D071-EF32-E89C2F59D5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760848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A807A-A356-55C2-3F6E-0BEEEC04F5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908E7C-F633-CF00-BFD9-8181EE5EA2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11148C-DD15-AD9A-99B7-66F3DF6842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2D0E45-A5E1-C850-D0D9-57C53798A8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28643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D1ACA7-F765-0B79-B1A9-FB0370238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808D3D-9B44-6165-A5FC-19E0A44DDD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F85319-416B-3348-F095-FBBCBFA289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4DE144-60AD-AF6F-D917-92B3918E11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53917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5B801C-61F2-0C42-BF47-172B2F152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36FCA2-1276-4F16-C5EA-08140A5241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72DC87-CA65-F99B-9EEF-4881A7C3B4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9378D3-CF62-D3F3-0117-4A266F7FB4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14727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132CAD-EBEB-8137-A20C-53B914199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4F673F-29E5-89C8-A19B-652789CAEA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605A03-4196-4FD8-5DEE-3498300A5B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A4A6AB-E110-699B-1B08-8CF8027FC7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7027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9BDA2A3-0B56-A4BC-FB3E-5478898E2B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486400"/>
            <a:ext cx="9445752" cy="1143000"/>
          </a:xfrm>
        </p:spPr>
        <p:txBody>
          <a:bodyPr/>
          <a:lstStyle>
            <a:lvl1pPr marL="0" indent="0">
              <a:buNone/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E247E9-E990-9201-6897-C677AABE10EC}"/>
              </a:ext>
            </a:extLst>
          </p:cNvPr>
          <p:cNvSpPr txBox="1"/>
          <p:nvPr userDrawn="1"/>
        </p:nvSpPr>
        <p:spPr>
          <a:xfrm>
            <a:off x="270933" y="166629"/>
            <a:ext cx="116501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Killer Sudoku: </a:t>
            </a:r>
            <a:r>
              <a:rPr lang="en-US" sz="14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Sprinklage</a:t>
            </a:r>
            <a:r>
              <a:rPr lang="en-US" sz="14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by </a:t>
            </a:r>
            <a:r>
              <a:rPr lang="en-US" sz="14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CtC</a:t>
            </a:r>
            <a:endParaRPr lang="en-US" sz="14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4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 sudoku rules apply. Digits in a dotted cage cannot repeat and sum to the total shown.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945911-6C58-B2EB-A77A-44B550B049A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164561" y="754780"/>
            <a:ext cx="4543224" cy="4543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513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94743-B086-9A1D-3BE2-DD15285A7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CEFC70-38F9-BD71-579C-1F4DEDA47A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F92569-D687-F730-54A4-431B65550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03A70-2667-EDB6-55AA-33F2B75DF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8A86A-DF98-B80A-F92A-0243739D2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018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10CD2-26EC-3693-3584-A1A3B203F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FE58AA-4CD0-A17C-27E6-209C794D9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697F3-ACE3-F75F-B6DB-E2EDCB101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77B070-E19C-7C7A-25CB-AF7C97F4A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37F193-7B3D-9447-B9FC-64FB2E720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500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894EB-0995-8BC4-1C13-B926701ED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55E3-AE09-9D5C-4866-DBCAEF2977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09359-F2A6-099E-D457-FB4976E8B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68D10E-33CC-A61E-F850-633C403F3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52A36-99CB-F55C-ACC1-D46F4EBF2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860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032E-D76D-01DC-ACC3-A5F6F34C0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81452-1F3E-95FB-1DCF-20830E009B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B7308B-161F-AA81-3B91-25A7195D6A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584CB4-2FAA-C87B-0278-FD1F16105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EB3548-58B7-CC82-7526-F47EECC63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725728-77DE-9067-C037-0F4A37C61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73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220DA-D412-1E6E-D212-C26FE2AE1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6D9DE2-8BC9-5CD3-98A2-2F07C05E3F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52FD07-250B-0FD6-7698-EFBA488CF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AE512E-5E7E-6D45-2D58-1B044598D7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5F8E62-62B7-FF78-DD11-69774DDB6C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E82641-31B3-87F3-FC9C-760F5B5EF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5D0B37-C72D-AB40-FC50-0F2BA55DA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C0F554-9EE5-C216-0F66-7B3B49445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39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96625-DF37-5199-8B5F-0AD4D7EB8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CC992C-BF00-880C-96C0-7042C394E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390746-6A20-2222-138F-BDCA2EDA1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7D388B-382C-CD6D-1A3B-DE8DF017D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337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3BC02C-7483-7A7A-5354-1616AA5D5C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0BC8C8-CDC3-97B6-5888-93197E154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0EB0F-BDCE-E810-451C-168B2B13A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3639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63DE7-75FC-0404-38C4-4C8BA62E7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96F1FB-D688-5CBE-3F6B-277925101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1E1062-A0F8-7378-6259-452596C601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FF6140-8766-DC48-76B8-3CCA9AE81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5EF2E7-A2CA-3672-1E8B-91BB70564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F05B17-1A06-FFD4-9DA2-DD17D363C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403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4234A-C922-2D66-252C-D286F8F88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A83645-2F0A-288D-3E4A-4B2A0F3993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3567A8-683E-46D7-65F7-FE65B0279F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FF03D4-5799-29C2-B960-ACB1D94C3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4B8BCD-EAE3-2871-51C7-771B7DF07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5741F1-D331-2192-5F65-9DB5585C4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609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831E0-2506-463B-6A1D-2E997B58E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C2888F-D6C9-FAC2-0EB3-EF63307BB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D9D78B-309E-CCD2-C0DA-8B2E3D16B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18859-EB6C-DBE7-E231-BD638FBF7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CCD95-C583-5245-72DF-6AD690D35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0675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69EFD7-1358-426B-0140-A202A2D530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6D7B90-D96C-BD6E-65E7-55E7D91F25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CB66A-8728-B88E-C058-E9DC9E0E0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4AFAF8-3C65-F3B5-B108-F27717ECD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21642F-5721-9D1C-3D1D-6C1ABCC72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743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6A456F-C771-8F4B-C98D-9BDEE5781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D23516-7E50-1256-7BC0-68CAD2D90D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011502-CDE0-E081-1B9D-874EEBF9B1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9363D2-3164-4145-A578-C91A7CE0BB59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3C5F3-3A43-75DF-E382-0F9630A01C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C1DBE2-D540-2BBE-7791-BE410B8C51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5155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D0A50-E4B8-B9C3-5177-C6AFBE291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EABAD0-26FF-2429-AA3C-799A866431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Start.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6091D9C-BB94-C92F-54B6-41DFBD939B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00F2C2C-B17C-CAE0-2A94-0B0164D60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B6A1E27-B0EF-0D2E-77F3-45C5486A13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6A3FFB8-54B3-D7CD-B299-A023629813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136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7F6E3A-2BD0-901D-A895-83812F13E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0BCC85C-D3B7-897F-018D-8BA24FAA605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[29 in 4] must be 5789.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FA15AF1-71E0-1522-DD39-462F901CFA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EDC05C6-DDFA-AF54-C06D-46CD0F90FD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7B1BF56-AC02-2141-47B8-4279D74253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5B87D90-F568-56D9-2A36-F5414089EB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DCA621C-04C0-8A0A-93A5-4F4DF771DDAE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A5A9BF-F773-A075-11A8-782D68407AD5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11454A-A8A6-87EC-9627-19CFDE8C14AF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8731A47-89D2-D811-B8B0-A8BAC2796B32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</p:spTree>
    <p:extLst>
      <p:ext uri="{BB962C8B-B14F-4D97-AF65-F5344CB8AC3E}">
        <p14:creationId xmlns:p14="http://schemas.microsoft.com/office/powerpoint/2010/main" val="19162393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5A9006-5FA1-7D64-93D7-C96472833E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7BA1C93-1011-6902-B378-5BC223A2760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5, 19+29=48, which already exceeds 45 by 3. The remainder of Row 5 is, at a minimum, 123, which sums to 6. So, this is the only way to populate Row 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EEFB2C5-103B-BF6A-C521-C1C7B85BE5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ED86DFC-2586-29D0-1B1F-8D85236F9F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33FB83A-0E70-7524-C1C9-400F175324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DD14642-39D0-48D7-8CCA-FCC65B07D7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A75B3B7-06A4-E665-5273-B5288A46A146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82BD8D-5CB1-66AD-5774-DD750CDFED03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F87D44-02B4-BAC1-3D66-71E3A9677D05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63E6CB5-908C-3FDA-F842-54E4A4C31A07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5A3FBEE-CA70-2C14-5B75-20FB801609C2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D283EE3-038B-B4F8-217C-21CD49117417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F05EDB4-59C1-DF08-E89C-6DF2E15BE634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3148B0-F7B7-480E-38B6-0777A0A8CBB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4A7C833-9DED-CDD8-9561-3E281366A346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28DE56-6931-E7AB-F664-7F0BE31DF2B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5374097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99A760-3D9E-9D17-D9B6-7DC6EEF01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B1B8EB9-4E38-0B2D-FCC6-406029C89FE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 remainder of [22 in 5] -&gt; [16 in 2] must be 79, which fits in only one way.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26CC9C3-6E94-D28C-DFD2-A1877D1013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899C23C-F562-67BA-30F0-228EB62B0D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1EE6726-A359-80B5-8D13-A38526605D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9844AD7-7E75-AC00-DF2D-EFA6805F5A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5906259-1D7B-7D78-5305-27049EDF6B27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7301F1-4054-0FED-16A9-5238BCBD7707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7E31838-2F1D-6F20-70C1-7FE53CDD5ABA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96B32D-EF67-DC80-5D2A-FB3206C8B99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21A56DF-B1C9-3F2E-34B9-F0CDBC210E5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90D432-6F5E-B3C7-3050-BAB1D1151414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240F389-BE09-20BE-2567-2BB5CD3D91EC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4BC892-CD8D-7E82-BCCD-4509974A6A32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FBBE2F7-51BE-D893-CCC9-D339A624EC64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705229B-F48F-78B0-EA45-446E262BA259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B7E3B9-2CD1-5E9B-1699-434FE97638BA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94BDE19-5648-1A70-9321-97210309676A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6095167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0F996-C170-BD2C-96EC-D64D2B2764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66E5796-4056-98F7-327E-41D7F2611B7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top center block, 16+13+20 = 49, which exceeds 45 by 4. There is only one way to get the three excess cells to sum to 4.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7BBE83F-F735-DC78-874C-4DF6F6591C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B37F83E-CAC8-0DBF-6543-F29D3A5694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BE2E998-8338-BF10-251B-A797BD78B6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48EAB54-81B3-C4C6-568F-76CB180DE8C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DE6ED16-1D5F-848F-91E0-74C968A97AEE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F2169B-BF8A-8966-DBF2-11C11A95E44F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38AEBE-8C75-B587-A731-1D7201287344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0EF8A90-DB2F-689D-4E70-3A66931F722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E63D377-046C-E82B-3E8C-2C7F60D8D2D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E1221BE-3947-56A3-1EB1-2F71FB6EB1E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3726F6F-21DF-10C1-1567-6E1858F04CCF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DC25C21-960E-88F6-DB97-14DDDC7BDFBB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F4974F-9339-6CCD-443F-7FF70D05E964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64FEFBB-0A01-1A82-0B7F-9EF72FB75622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FAF851-00D0-A41B-4A86-33DC4CC82A50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8C30463-7A55-69CE-3972-F717530E833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A56D72D-FF4D-8AF5-EBB1-82205F268AB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42BB7B2-D17F-B47C-320B-E62BAD69EEBC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A51CD00-53B6-F2DE-091B-4E84DE26D641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39172747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42C37-3492-3EF2-370B-F8340AEF8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F7C26A9-1458-ADFD-0614-E1B8A4FDEA5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[8 in 3] is 125 or 134.</a:t>
            </a:r>
          </a:p>
          <a:p>
            <a:r>
              <a:rPr lang="en-US" dirty="0"/>
              <a:t>This resolves the 12 pair, which forces [8 in 3] to be 134.</a:t>
            </a:r>
          </a:p>
          <a:p>
            <a:r>
              <a:rPr lang="en-US" dirty="0"/>
              <a:t>[22 in 3] is 589 or 679. Note that it must contain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25DAA80-39CC-B7B6-4D9D-D9A05F969D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B980955-34A8-B1C2-7B39-CFFFFC19BE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46598F2-86C3-82CB-186F-67EED490D1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6BA4D01-BC41-EEF0-949A-03C069BFAA9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639E781-3859-CE2E-D955-18A5B5B908E1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FBBC06-5D03-69E6-A506-DAC38C616F12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E9B9C9-646B-1BD2-753B-443FAFE6FF4E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2C997C-A29A-9332-AD0B-71B56D980B2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42C3B8-95C5-A001-9C35-EC5034852CB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D5DC8CE-B8CD-09E8-F265-BF2F8451DC76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343455-3C22-722B-2283-47151CB17359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20265C6-C208-2698-DBB8-B6788A92D399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D356EBE-16D7-86D8-712B-4B519E7C9DCF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BBCFF1D-CFFC-E004-F031-9782D5CC0D1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2AE315-44D8-F143-FF13-BB35EE63EDE7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3E1E321-7C24-2A5C-96ED-F2B0D432BBB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A112E42-9C36-7199-2481-81C607F4AF9A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C29F519-18E0-8D38-1463-E50A5A92E50D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F703CFA-D1EF-13C4-7324-F32F8216C8AC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8D9985A-E4F8-C75D-D09F-44912621C2D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B06F3CA-B21C-5685-CCCA-0EF86BFDABA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39175F2-0B5D-00A4-74EA-E66652266A1B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7B23CA-063A-DBAA-26BE-A434C4786366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E7FB25E-DA6B-05E4-3191-55C3BB3A425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25F75AD-6513-40B3-C928-EA832C6C3856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</p:spTree>
    <p:extLst>
      <p:ext uri="{BB962C8B-B14F-4D97-AF65-F5344CB8AC3E}">
        <p14:creationId xmlns:p14="http://schemas.microsoft.com/office/powerpoint/2010/main" val="677403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20BED-8D5A-8898-7D4F-448E0590B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AD7F051-1C2D-1DF4-58C1-3ABBBAAF9F9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possible 9 in right center block (and Column 9).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7737877-00B1-4610-6989-705908D90A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D0EA314-E7E8-D3F4-EB1B-A9158BF60A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B0F2451-157D-3212-2D89-AE62BBD70C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81897CE-4FC0-4BEF-204E-4F72F91A10B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5AE104D-B956-76DF-81E7-6E51F667A3C6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4DAE2E-F118-6E8B-0572-0AF2669405AC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C69501C-C6FB-A3BB-E9C6-1CD78B3FE9F7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B13811-CF55-63B1-E2C6-3A02CC099FE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DADA36-299B-4013-3362-3E6D6AC9A90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1889DF9-1D6E-F57A-1A9B-FB7E06BC048D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97E5176-3AD9-4C05-0491-6E7713BD3146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6AC7994-C5A2-010E-0818-56C49182DC09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9A74D78-50E2-C8F1-85FA-E9524F6EC97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80DEF76-FA57-9E2A-BA4D-64884A159FF7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E17444-46E3-18F1-B72D-CA2CBEA7D848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DFAB01-50C7-E44E-66CB-86154777F80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1088662-ABB2-3AE6-9C99-E6BF94F0E92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4D460BA-1F04-21E8-3A9E-4F669A5E506E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706AC45-DB83-C8F2-804C-5A97E8995CEA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AC1B0D6-9BC8-83C0-31D3-79EE19564879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9598870-A7E7-A341-6C08-AEAF8F1BDD3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F5F9CE1-2E7A-F4FE-30D5-468158EA0EA7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9681A73-1778-FE5A-8AAF-F3594E6E0B8E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9EE50EB-5F90-B585-97A0-5210D0BF085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8FC9A05-2942-3232-D3DA-50D3AEB065D8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07DB360-EDDA-99B4-2CB1-08642FBFD531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3084964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9391D-493D-F58C-E9B2-D47051222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F33FD06-69CE-E544-A54B-E9792DB516A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Column 9, [18 in 4] -&gt; [9 in 3, no 1] must be 234.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4EA5533-9263-5D26-8775-3936D03C74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E898FC4-A6BA-44C3-1D25-2D99B35540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C507FA2-FC00-6036-31EF-A52FF52500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E43FFB6-C4F9-A03B-D9B3-BD137892D8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FD50A09-3033-C59A-9E1D-882DE70717B5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677C8A-C7C4-BA20-1186-59A3E679936D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2B6C1F-D195-D4E6-FBE0-830E726611A4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D173D04-4362-4003-526E-1E2C911A631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702F22-6352-8836-972A-D3C9D03064C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9EE4F40-B521-3C4A-0A49-8E992EED9306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20EB553-DBF6-75D3-F00A-BB68A0EF0A6B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F946914-98AD-8C38-7D0A-FC5CECBCEA3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467D593-E74E-0524-805F-36EBB23BEB2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0604D0C-A1E8-2A1B-35E4-9F6D7CA42B77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B24620-088E-C527-A737-539A28049E75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DBA9100-499B-F536-E473-CD60BC87B48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175D88F-DCA2-5295-CC8D-E5348A6B013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13A5BFC-5AE8-5F66-CB3B-86EB7C7D9ABD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8E1658C-2E57-BD44-DDBC-BF2902BBD598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E45A316-FB9D-BB01-E7A5-7D60B32C5239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BB3E7CF-7018-9E71-BA20-3389BF854FE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7CF671F-0CEB-63F9-995A-17D5760AF79E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24D2B6-2514-7261-7E62-34C7D3D5B957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6F6C201-F3F8-EBAB-3A4A-C2A37637ABB2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F80A438-D9AA-BF65-A8C7-27E2224F04CA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18558D1-53DE-998D-D495-93C24261ADD2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E0B2050-7134-A881-252D-4EA3B8A6B932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0695E46-3AFB-F8CD-9A5F-E650D8C8FCB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4A62475-F97B-07F3-D683-9D91B680460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6347904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71290-F686-66A7-E3F3-902ED7CD3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0EC2012-312B-9B1B-A6E0-262AA0378F2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  <a:p>
            <a:r>
              <a:rPr lang="en-US" dirty="0"/>
              <a:t>Then, 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385EFD7-9912-6841-8443-AC05E450A6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900C7A5-92D6-EBDC-42D9-49AF0738A9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73817A8-767D-0A41-C15D-A37D0F9CB36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E5017D0-8FD4-D38E-427C-DBBCEF82A03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8F9B690-793F-AC8A-FA15-4EE4AF4B0C09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D19CAD-B609-69C5-B9CE-17112282C172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0AD597-A88A-3755-F3CE-926BB91C5A8A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FE6370-09E7-45C1-4BD0-CE1C6FA34D37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5C6E362-95D4-AD36-2F3E-65C6BEE4215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6D56185-6859-CE73-FB94-6A1C45A0ED5F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EE47B86-3ADD-1D7E-9ABC-EAFBC7495D2F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42F2B39-8120-8582-FAD0-B64980A19204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77A7BA5-024C-3B3C-1F22-9A3FF8B139E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BD9E0F-7E4D-ED16-9CBD-612B93196698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638DACD-F493-6E9F-7932-0CEEBB5F41D8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5CEAFA1-0BE0-AEFD-F056-72419612886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9824BBD-ADA2-E61B-98C3-81001958101B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74C07C0-C76E-F79A-D657-5713E8D7B694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77D26D3-8FD1-F4BD-15BF-84A07E3BE68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F959BE0-671D-14F3-ED80-59201A3A01F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2E539DA-BBBE-862E-AF11-797D02BD7B4C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71B9403-A079-287E-9CF4-A5A915533209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1C457A2-B525-0614-74A5-C1D1D1C949DD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297652B-DDDE-1827-3A18-0F10C964F36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FB34A12-F498-4A6D-6E0D-51DD70A00163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BFCB7FC-E6FB-7627-4456-C87D0B2234E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B0C3D60-DDDB-A306-EB36-8A856978647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6D3C014-B168-C45B-A5FA-B20203C8123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C60A0B1-9AEE-2F74-C1F6-2ED3E8F76AF9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8524777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FC4D43-BAD5-2340-8A90-91DEAA045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F171814-955B-FD12-228E-47CD5E17C92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possible 1 in the lower right block (and Column 8). [18 in 3, no 9] cannot contain a 1.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FD80DFB-0CA1-2D80-582D-8CEDEF0512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5AD39F6-3A55-EF23-59BD-70E8EE600E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11B19BA-4523-3662-E5C5-A3B3ABD125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C185E5B-2A8E-30A5-5434-301B3A9EF31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6B92252-9C8F-0CFD-7354-518CFB8EBC60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8E166A-F5C7-C006-E93B-E6AD4BD5D2A7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770566-0CCF-D44D-C6CF-206DED5FA7BA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157EE9-DCB0-2C69-A9E5-1444DF91ACD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AC2A4BF-58E9-2DF3-9279-E0B0F60296F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01EFFA7-F0F0-E129-6F40-ADBDB1668A57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6277240-9F1C-8DE0-6DB2-54C92E4D757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F09A2B1-F616-BA47-49BB-6E4F8CB1465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7DBA94-6329-5B5E-EFD9-8454AF4D904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F4CBE9C-7366-2879-A40E-D498B5BBDE4E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BAC8C64-4562-E49E-8B44-CB665878E3D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843A47-89E3-7EE1-ECB4-C669A1D2DFD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3F6AAD2-7EF6-3146-C281-BF037C2A9511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7F41DC1-22F3-651B-4455-2D7EE5ECFF4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F08D988-4C8F-2A6B-2F5F-4F079E18DCB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78D9D64-51CC-7609-5942-C53F2A7A96D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93321E2-3B69-84AE-2724-E29F9E7E7CB5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094C928-A68F-342F-EC66-9ECC0CECA4C3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F7A441E-806C-6C8E-1BE7-3B7EC40E6DC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DCAFBDF-A0FF-392B-B307-96E0F59244C4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09DEE69-6CAF-D2FB-269B-920321975D5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6706F52-3D56-53B8-3793-EA00678BFE79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EBA224D-8389-793D-53ED-2BA98181E00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42176A9-E04B-4C30-E42E-2F6DC68AFB6D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2337CE4-3E0F-7116-CE5E-3E52AFAFEAA6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F30F753-1F11-43B9-6C8D-0F7A60780BB0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092646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30C6A-C1ED-4FF3-2027-90053B005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A6BAC25-35BE-8949-3F00-44C9E229766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the upper right block, since we now know that [22 in 3] must contain 7, it’s 679 (rather than 589).</a:t>
            </a:r>
          </a:p>
          <a:p>
            <a:r>
              <a:rPr lang="en-US" dirty="0"/>
              <a:t>The remaining two cells in the block must be 58.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71A10FD-FBF5-4BBF-C2DA-70BCD50910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E62F4EE-C7C1-F1FF-63C4-AF2F273E99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ADDC89D-E3E4-C78A-20FF-4FB2D5EE45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341FE59-D94B-4D1B-E22D-774FE79E0CD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6C12B97-9161-A73A-EF67-704254CBA3C3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26DFEE-479A-3C95-9587-6A1FDCFA1A5A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00583E-99B1-025D-7E05-D8649CFD9D80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F3EC53-B6DE-759A-C9A1-FB03D188590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774ED0A-0706-94DB-1B47-C7BA8BC68D8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58EB604-954D-1249-B112-9BF35F3B861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853E547-667A-85A5-2987-7BBA1FB4CB5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D9DA976-AEBA-615C-EFC9-09C71FFAD60A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4075A8E-C54A-5CB7-3476-9D41DEF4181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A69A3E-6DAB-15A3-1041-B2E0BAC58DFE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278FAD1-7FE6-5492-BFC7-AEAF9FEC62A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7BA2FE1-E700-7386-CF07-73643BFD110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10F63B4-86EB-7FA6-1BD3-3FEA4DE421C2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0311D19-EF7F-E0E5-7108-D4F7B829D462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F92094-FEC8-A4C3-0C7F-5FAB0624B9B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D3DCCEF-6101-80E5-F9DE-01318965669F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AE3C190-C6A1-91F3-2E90-F17447F331F0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FBBB3A-7FF0-F9E6-8078-EEA614071C3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63D4433-F83F-199D-9FDC-B773E7AF3B5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23B6385-9D53-42E5-EFB4-00FADD103FD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5C879FC-0232-396A-5461-65131C3E623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9230910-04BB-6D98-DA8C-58D7B635C90F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E3203DD-1D42-3C6D-CE11-A9EE6088E83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078BF10-429A-B942-BD9C-5A7A69E5C3B6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8B5B381-212B-7913-06EE-30292100D19D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A4D6556-683A-8672-3332-2615D5DE299D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A321340-01F3-07FE-C193-2E22A658C48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2E1D8F4-7016-804C-E511-012B4923974E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3797884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4AAAB-1711-DA9D-32B0-8599E6405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37BAD04-9438-3A28-BCBD-1679417EB3B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Since [15 in 2] can’t be 69 it must be 78.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755D819-C25A-2D74-500A-9EB085A7F2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D394CA8-44D2-D23A-0D39-94DBF46F3E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5BF340B-005E-3472-70F4-02C64EC109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EEFF80C-867E-C0D0-85E4-C35736DEFFE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B11E277-E426-3946-897E-D2DBD3ED98FF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4AB1BF-710F-453B-C360-77E31BC4AE69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5B26B9-29E2-1E78-71F1-21FDDFC49165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C0E42F-A8B6-EDD2-E50F-78EAC5905B87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5FE067-7164-A591-5ABA-DA4198780C15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4126A04-5EFF-10E8-B43B-4D8A4A729E64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B655950-D0D3-DAC3-64D8-69B7EF2C58E7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819E28C-7063-3979-EA84-5948503DE945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5671EA6-9D38-D0CF-6C8A-BC186E7014D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F0276A-10FA-779B-58C6-892BCA0BD000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FF0CF17-1E26-898E-F305-7C14600CFA32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4E55D11-D7B1-72D8-BD78-6FACF1663CB0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38970AB-4775-85CD-A4A4-0D1AA09BDDF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A65A133-90D1-E498-B65A-1A9C6510F9B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9CC537D-8633-BFD9-ACCA-D490D0A40446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28BA061-DC01-A3DD-0BD6-F8AD76EB3644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D5B57A4-1DDA-7529-0848-6F7694805BDC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A3A7F87-F759-CA91-10CC-F31455EB6AF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9B5F3BF-33E6-1D0A-AEC3-E7AA87F52D84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68F0070-DA0E-8901-D4FA-AE6B399A504D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8DE777B-1A2B-6BAD-A37B-FB80B52C51A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DE4D594-2E2E-40F4-E6B8-15AF5D40D40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3E974FF-39E9-8AE3-19FB-E95B2C68729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9A0AFBB-B3BC-8CA8-CBB5-AE27A1182D74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FC9A927-495D-FD8D-58C1-8E68E771319E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8AF0023-9FFE-128F-77F9-27DA03EEB652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2086E53-B011-4159-67A5-D4D3B4938D2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6756B2F-C546-2FEC-E878-7D0B2EB197A3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5679980-F039-F3B4-143B-7FDD91C0131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7992175-FFF5-535B-4662-E853E315BB89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</p:spTree>
    <p:extLst>
      <p:ext uri="{BB962C8B-B14F-4D97-AF65-F5344CB8AC3E}">
        <p14:creationId xmlns:p14="http://schemas.microsoft.com/office/powerpoint/2010/main" val="14164827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2F730E-CAC6-3CA7-D501-AE11902A8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2582AAA-2FB0-19E3-446F-E66D5EB8872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upper left block, that portion of [21 in 4] must be filled with 5 or greater. Were it to contain 9, it would be at a minimum 569, sum of 20, which would require its bottom cell to be 1. It can’t be. Therefore, there is one remaining place for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536C6F6-FBD0-FEE8-5840-73F0C12A4E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9F34F19-9279-3458-EB7C-821E364E59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0061D26-782C-38BC-0016-0583F90C81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5A187A2-CE24-4BEE-12EC-692A58ABF1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C4B1660-D086-CE47-7657-2A55341DE5BA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C332C7-ADB9-77EE-2FB8-E3014D374214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4D8F69-184E-9E56-50DA-945628D0FDAC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C3657FD-237D-F558-6239-DC6AF926287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60F3B51-ADBE-E86B-45B9-629F0B93C4A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58C36E-43C6-A2BD-A7D5-229AAB51AFDD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1BBFDD-B281-1081-0F5F-6095BC954F4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E943177-B3B8-21D6-D405-2331070F9F6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4CFAB9-635F-8966-73C5-60A6C140904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79AEA9-9313-2BB2-A6EB-7BD79743C78F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9057FD-190B-63D4-F338-E9DF879EADE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0898D3E-0666-D3EC-6251-EBB09AE094A8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65AF899-3E0D-1786-F1C0-1D3F7102364C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317C4F0-20F0-CAFB-C9AD-F5A1B333567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C8DBEF3-D198-4330-5051-0000B1154CA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9BFDD67-3FA4-5046-ECAD-CF603C368D9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D422A41-090B-7B47-9788-8D4AC22CCB1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7963C63-2C49-F5A9-ED0A-8981B2F79AF2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23975BA-B405-A6B1-9028-71A22E55FFA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31E6418-7D74-1B6C-9DDA-2509906B93CF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7F24450-0B78-25C0-1030-608410628974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6B446C6-4737-B3E1-267F-26BC28CD186C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83BA432-DD8C-46DE-39EE-9F72AC95A020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64B53EB-7ECE-CEBD-2333-756FA553CD3A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BD0150B-FCBF-423A-5FC7-6331334EB650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C6779AD-C095-5C7C-AF57-940CE3B49414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6B26528-22F2-AAF5-6BAF-79DCEDDB69F3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EAF90DC-C6B4-6EED-D8F9-CDEA0D5D9DB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689DFC1-6547-3D75-5208-A744DB45DBB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F152F2E-4591-C108-10C0-F18845AD5FC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9C4DD71-F2E0-9D68-5B3A-695AA6D220B8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</p:spTree>
    <p:extLst>
      <p:ext uri="{BB962C8B-B14F-4D97-AF65-F5344CB8AC3E}">
        <p14:creationId xmlns:p14="http://schemas.microsoft.com/office/powerpoint/2010/main" val="5962120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3711D-6110-4CAD-01EB-1891942A2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D5229E7-05B6-6F9F-DE67-71EFA607D70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4154BCE-4DC5-AA47-59DA-E8A4F0C444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EB52C8B-9FE0-DC23-1AA7-DCB2F51760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CE8B405-4383-AF4E-83F4-FD85B56DEB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E9ED832-CFE7-3000-22CA-01E515E2AA4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B3CAD01-9F3E-C1D5-A170-3200D5078970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A507C0-E50D-C1AD-483C-048C169E367B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2BE03B-D38A-5E4E-7939-A2BFCE4AC4A9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A4D4A4-77C2-F11D-2FE1-0C114576393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D72CC6F-6FCC-CA6F-6DC7-360218364B4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482698-DF5E-FBF3-D5B7-269D3BA6A829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3AAC3BC-3F50-890D-1169-7BA1816A0058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24FB322-92AB-C901-DC74-54C7CEF55D16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545E79-DB1F-8EFF-9541-FA279ACA2937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9D5C798-0765-ED53-97A7-6A37659BA2A8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F54DF84-6A38-F7A5-785A-2C95D737DA2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AF356A2-74CA-C1D7-764E-3B32613844B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12309E7-B068-BF2F-55C6-1081CAC35C82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9FD4465-F4D7-B096-D955-E4875D234789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1508686-D955-E124-6AF6-82F5C4CE657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76D748F-9EEE-BA93-B104-9624DDCD70AA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1818CBC-7AB1-4380-BE24-EDC6E83EF45C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2534066-BCFE-1658-A3FA-39E08A554FFF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8F5A2DF-0BD7-2A35-ACA5-E19159829CB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C1F826C-8FDD-2FC3-F33A-15C7137048CF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E19AF87-9854-CC10-3A07-4A60AB6FB21D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A02D237-43EA-82A4-BA2E-2D4921EF52A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1DF9A7F-109E-BD65-F1FC-14C0F7A0134D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3FA39AD-F03E-8FA9-1159-946E12DCE58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E4CD2A4-A4CD-E27B-FE42-0DD956F8893E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4175A6C-54EA-6E0B-E84E-3F59B6A38E19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2B4766F-B3B0-2EDE-4F89-1F2FE83244F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FAE0817-6C07-13F9-E63A-17C4B5E5E589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CAD6688-8599-AAD1-7504-F800B10F34FF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67E9433-2EC8-991E-B940-5D5EF822A75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5DF0350-1673-0845-6C15-DA085D1C39FB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</p:spTree>
    <p:extLst>
      <p:ext uri="{BB962C8B-B14F-4D97-AF65-F5344CB8AC3E}">
        <p14:creationId xmlns:p14="http://schemas.microsoft.com/office/powerpoint/2010/main" val="21935246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ADAF4-80EA-B1B4-A9A4-AE3143824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CA4F79E-E14C-430F-D7A6-DDF16778CC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Going back to the contents of [21 in 4], it must contain 5 and 6 and one of 78. Therefore, the bottom cell must be 2 or 3.</a:t>
            </a:r>
          </a:p>
          <a:p>
            <a:r>
              <a:rPr lang="en-US" dirty="0"/>
              <a:t>Then, 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DA6A343-4534-4574-79C9-A9F688EE85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DBA17C1-3E19-16AA-A409-9D46E8BA78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D7D75A1-FA4D-BCC0-8B7E-A8E9BFD644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98255EB-56D9-6F9B-D6CE-17D83298AA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C9CA124-D6F6-DEF1-F3C7-212E94FF8CD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DDF599-B56E-DC31-D0AB-1F09F4C55546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DADA21-7C36-DE5E-E8E7-5AC8A86E5896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DD3EC02-8213-51A6-89A3-C718BA65FA8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223438F-52A3-597A-5351-2976385E884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24FB530-9D42-B448-70B7-EB034853A8BE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891C93C-4055-5016-F9C2-6722B2DF4CC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2747F4-D9DA-3584-CD50-40E911680A9D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1F2F3B2-6C10-C990-2C35-B665B537C76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5E056A7-5B97-CFA5-39D3-E9565E15F940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CD3F9C1-706E-59E7-4EAB-9567CDEE793B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73977A6-8D0B-84F8-8ABE-589B2EDBAD37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874A14F-3E0D-4595-12C2-BA980C71D77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9FB587C-B1AC-42A2-A697-D708244F0D4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8FBA590-4B93-FDEC-9881-AA49D0D66D2A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5D714B3-6F09-E0EA-493F-CFE3E25C164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052AD81-9C9B-6CCE-8DE9-8E1AB7149A33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423D488-03C4-6092-765F-5E82B3BAE758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2776E63-4BA2-F06D-AA91-455F1EBC3CEE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33376F6-E2AB-F52B-3555-A90C4C6D3AD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355D6F3-8680-AF49-B058-638E10F7077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01FB48E-05DD-0DFE-D34E-2859760C3D48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085E351-3C09-5BD3-A8CD-CDD7DF0CE7A4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35ADD21-D273-503C-A2E9-D33C9C507913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F23B518-FD79-3A92-9862-30A71E01E38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4CEC374-64C7-4100-023C-8D5535A0F41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DC28D95-7715-1CA1-0E23-EAB40883DF79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0DB3805-3563-6D83-3BEB-4FA3A44BDFE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39BC9A7-178B-2A5E-063C-7C3B4F097167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7C3B520-7DC0-1F4D-4E44-B44AA9A1283F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2E3C520-484E-68A2-18EE-37A0D8E28AA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B35779A-C1F7-CCFC-43DE-52BAC330BB3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94D0C2B-3066-7321-2837-CE3BA0095F6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40F3BFA-18A0-B445-B8BD-2F8C209D303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15CF910-530B-8A17-41B7-D7997295288F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18340199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68D4C3-0D54-14FE-111D-D31327606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3FFA14D-AE95-6A17-6512-BE1BFDA0318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[23 in 3] must 689, which fits in only one way.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B90E409-692B-5883-1A2E-61C97FFFE0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7631717-A7DC-0611-69DC-110FF0B558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A9E0A3F-E7F8-9579-D9A1-2621522396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8155A40-62A4-355B-90F0-0222BAC31D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661916F-074D-428B-18AF-CF09B7FC893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3CC6AB-72BF-9577-0796-DD26D63039A1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3E971A-557E-D71A-B195-993BA6D82DCD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FF78C9-208A-AC98-8934-31DDFB74D93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F144824-761C-D972-A5AD-0A72AFC6C3B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5C96A3-7C7C-22BF-A5D5-FDF65C7E704F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68088BC-8B20-CBCB-F70B-E4614BF93243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F343B61-BFC0-222B-4A7C-4840A557981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7D95918-A750-1D0A-DDD1-AC035AFFF0D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AF6865-B088-F6F4-EE17-177EA6EE4B57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C7100D2-409D-93C1-D194-8E21DC41D4B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975D36C-E097-EF36-0610-24B422AA9967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F519A64-D3BA-B6FE-FF99-3BBCC04E683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DB51E74-0257-20AF-4F8F-D8DC9619A6AC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0B8584C-8200-74C7-5A0E-2E9220099111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C116961-8103-967D-CF62-B1695093593A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9D220D8-4700-0C0A-397C-DCDE6140CCC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1545CE8-CEE9-1911-5EF8-76DB9DFBAA0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1B96B90-369B-E7E0-7A48-DB7126A73E93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8071FA8-E295-06EC-4A28-A7F5B98877D5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92B3822-FC9E-8427-ABC9-2F3F38C56610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860E132-26B8-32D6-6FE7-767229D6C5D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571CE85-DFC2-CBC0-3ED0-F7C7DF8B531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6A3F314-2E3E-4176-B945-0AE58CD21BB0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76FC26D-8F04-8ACF-96AE-AED33CA0A9DA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7AACBD5-AA1B-44FD-5F8C-479C91E2934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1CB71C1-7FE8-B5EB-7FDF-A72740F9EBF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C6B5761-A53D-7054-CB19-5927B2DB69B1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6AB1110-6F74-18E7-7BC1-52116F0830FD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6FD3CCB-F56D-0719-0AA4-E06DF116F36A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6BBD873-1BBC-9C5C-D0D0-5DFC3FF4A3CC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DD06712-914E-1E29-F1BE-74587F837E7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6DCA5AE-D508-CBE4-7440-39D5A895796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962F19F-82E9-7BEF-4285-46DE9785E6B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5C59760-6B69-B644-3F74-A4844CABF68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52F875B-E0B0-238E-D554-116A21F74CC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3616507-0564-90E8-AE58-4F0696B2A36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98C4BE9-A844-9867-AD71-894D0C63B0B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19936280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4901F0-2636-CB60-9159-F1E945A97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FF245E1-8222-0D6F-7729-77F777BB3AE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  <a:p>
            <a:r>
              <a:rPr lang="en-US" dirty="0"/>
              <a:t>Then, 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46F5744-7699-E029-4A9F-C2D7598579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4DC9CD9-FD2C-273D-27E2-8FF58CFF08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4401283-5A4A-A7A8-C0B6-F5884AD68A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E4216B1-3A3C-6077-32D5-FE20611A01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96C84A6-9730-8CAF-C9F6-DDC283E6AF2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5C50A4-F670-1ED5-A041-6D7CA440B91E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2C1E71-03DF-A5F7-0E98-D81388428D91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47DA16E-2BCD-8402-E99A-3264D68E8009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C831765-0AB9-3CE0-0E55-CC52D101EB84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D76D36E-1C7E-242E-C28A-016C0485255A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747089E-9112-46DC-F2BC-A33FA7FFC763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741D640-B2B1-7FE0-F90D-6A16180FE91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C71BEC2-5643-4518-19A5-D1709EE37DC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90FAFA0-A94C-23F4-8457-FD6537E1281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BAD5017-4E5A-EBCF-E33B-577212709229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33D6960-045D-1F84-DB74-11B5E7E60FB9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CAB8427-F2A3-432F-3115-AACC6C6CBD48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A9ABD5E-2639-895C-03FD-0377BF37A2A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EF819D4-0E26-3BB3-18E6-04950BAB13A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C2C890C-CF0C-0BEF-F316-76BDBFFEF602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35403B0-2F35-6739-C958-43852E1E2F61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23FBA3E-45D8-1324-48EE-D90BBD893A8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2EF62F4-FD9C-D4C2-DAE7-28BF0E2615E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83A8DDF-AA0F-9938-4E74-75195AE100C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5D1AA5C-2056-396A-B162-CB11DDBE1DE1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F206C50-4EE1-FF3B-DB54-1792109C9A10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D16B28F-F0DE-E7B7-8B96-EBC2CB32D71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F3D41D3-39F0-B561-56B1-CAE6E316A5C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2E5B182-43D5-909A-66C5-80F353137842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7826FB0-8229-7F7C-B07F-ABCB46DE7748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2E44C84-882D-C1BC-C078-2E628012E670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F67A20E-95A7-88A7-965B-AF966AFEE5B8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4BE3C58-E943-C25C-B9E6-C4B439B0E923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43E2F22-427E-DC39-A3DC-E67C8007F2B8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7C16497-8557-EE1D-1B0C-5BFDA2F2DF44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79CDB1-8C24-9AD8-978B-44B46349FD8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C204934-C1E6-F2AC-B720-F382204E4215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CA9AC6-CCCF-07CE-9503-2E63D85465B6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25FACE-21C9-E0CE-9CFA-D8AC723B0BA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6D32F27-DDB6-2575-D04B-8566F6A88E6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BC2BCA1-A9D3-A3EF-89E0-36429892EC30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5B3B522-B9DE-D1CA-D7D1-60EE1AD0AB50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18377888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D89DE7-AD43-ECFD-5701-8FABA0CBB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74814B0-3908-EBF6-3E32-CAD5011E437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[12 in 4, no 6] is 1245.</a:t>
            </a:r>
          </a:p>
          <a:p>
            <a:r>
              <a:rPr lang="en-US" dirty="0"/>
              <a:t>It must contribute the 1 to the lower left block, because the 1 can’t be elsewhere.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AC0C89B-9253-19E0-4D43-343A85ED5B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F7923FC-CF06-ABBD-0507-7A20ACCC82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2261A5D-E896-774D-A9A3-6800DCCD54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4A2C870-BF4A-6C95-6954-5C4895CE43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2D028CA-78D1-28C9-8E11-5AB72918F40E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431680E-D2CA-2820-2E5E-B6075FB2B2DB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BCCDE1-F443-3078-2A1B-1FE31A0395C7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E138726-1E3B-792E-FD7E-163160B0C37C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28CE81-33C3-B952-B2F9-FA99292EFC01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F3971CF-99F6-B046-8D15-9FA9D3FEDBD5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639362-F8B6-D58E-68B7-EFF7376DEDF1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058EB9C-33F6-1EBC-7DA7-4F827466DC6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1094247-BFCB-3F24-9A27-C55BFF06A3A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44BA115-066B-01D0-4529-8EF6BA984B9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6827D06-F1FE-13BB-1851-22584B52189D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6A7E076-FFF7-8B32-9217-BDC5856E8F29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538C865-D813-62EE-466C-2F38A5A49926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14CFD59-5F28-7197-F73F-4CA242B6A7CE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58FB80E-76C8-8EAC-9C29-5A39E216610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C5F7D02-4FB6-062E-C151-587290CCEC78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CB06427-9E96-1145-4945-2C934BC32BEE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8D30DCA-7446-0175-791C-DA4A82CEC0B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F2D8512-B103-FAE9-404F-5895280DF70F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A200B61-6644-28F0-92CF-A0D283D2D98A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175F5EF-1CB6-AB81-5347-3757AF2D19A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367B948-B871-0C24-F1A2-5D9DD8AA252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B522ABC-8E4F-76B5-BB53-4A41728A8522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492691B-7423-AE8D-44A2-C61772C0D98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A8054E8-7ED8-07D1-97DC-665578F0440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A043DA0-299C-275A-D69D-7AACD2B87466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8D4E4B4-4E6C-0C7F-E016-2752992DE6A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347E458-28C8-38B8-45BA-B6B23F77262A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23B03DB-CEDC-5FBF-6779-1314667D693B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12FAC72-F3E8-84AA-A2E8-D36C0FED0110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C58F372-AC43-37E4-0527-7088B0284411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2C3E36B-8851-DC7B-C0E5-BC3F06D2F63D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40518AB-2BEF-EB12-640B-15D9E296351F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2E2E103-BFBD-25E6-DF3A-463EFBFAD08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59C2F9E-41BD-2B26-1074-1BCEEF86C6E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68209DB-7263-615D-41F7-B037A5B9CF1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4D86EED-A072-8771-9B44-DB6CDF8582F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AB0FD23-E70C-ED00-FF8E-28768CEA309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999C8F6-A776-9368-330C-3B38E104B39F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9A6035B-635D-523D-CC2E-CA7EA5B65336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C65F5FF-4D38-742E-6BCE-517852EFEBF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40BEF35-CC39-7F62-BDB9-F1A4B67C398F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6048396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65C286-1EB6-84C6-BF3F-8DC8E2669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0E8C15C-5F84-54A9-8E61-FAB47912791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bottom left block, 7 must be in Row 9. So, in the bottom right block, the 7 must be in the [18 in 3]. The remaining two cells sum to 11, and could be 38 or 56. The only possibility for the left cell is 3. Then, the 78 fits in only one way.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638CBF3-7B15-5EC5-DDFE-E366B86851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205563F-F554-BBD3-F277-E209405088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EF4B73C-358E-38EF-63F9-5A5CE7E7F4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6002651-EE42-3CC0-489A-F086BAEE5A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1AE85FE-1BBE-4A08-3E4B-62F0F2CFB6AF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C12AEF-C01F-DC16-4EB4-808D6AE8ED6E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04BE6C-1D62-124C-8966-3F5719C83510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F17378F-5A49-193F-FFAB-76F84AEADD56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9BA11A6-7010-CA9D-A8DF-DBFECBC676DC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1C4C3A5-1F0B-4228-0CBF-41B3605D8A28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518939-D214-C87A-5978-D7720556EF28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ADD13AD-9031-7A43-64AB-1619DC7C956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3AAA086-2FA0-A64A-A210-01573247214C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918EB53-089F-7959-4EB4-C7EF206CD04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E932B8C-37D0-5F95-C78A-1E9070FCE382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5857191-51BC-0FB5-20F1-D5FF60E08192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0DB3ED7-8D91-6753-A6E5-1DF0490CBF14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B250332-0D2B-2D6C-BBD4-B39A49DFE408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62E3F45-48A1-F075-AC44-ECC6E99AFA7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9E3BF9E-FC8E-C059-4FD3-081528942434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05AC105-2880-492C-6513-6807E3B556D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A6DF302-DAF4-68C8-E225-12191E71D22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7BCC08E-0C16-61D0-E716-7476B795EAD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9EEB6FB-4ED1-536F-4AFB-B36C76E3C3D2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85CD2A5-B54D-C739-BDF4-3DE7592CA53D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F3E425D-E464-28BB-76C2-086DB3E6F1B5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1972042-E7BE-0D9A-5A37-32A64FFD8B9E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8E7D23-E682-C734-23F9-2D04C1F7F76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97CC154-BC67-0C50-BEA8-BFE1DA0DEDE0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C34A257-D98A-731C-AD59-529E9660A70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73DCB76-1179-87D6-67AA-D11D63EB3199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F6BE03A-F34F-9C82-C489-410949D5512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CC1D01A-2FFA-3C1D-407A-8D8A76C17457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A08D9E6-EAD5-4715-DC7F-B0424E327CAC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0B24CFC-B3C5-7005-F1C0-8ED7A7E48C97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5F7FE6A-DAEA-3AC7-7268-EEF31162DBEB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B70FE59-CA5A-8829-56E6-03E34CB14E9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A5BE4E6-F1B7-F84B-3368-E88BA5404C93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23C10F8-82CD-3B2C-38CD-AF25161A7EE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EFA1089-AA02-FD65-8A68-5E12F45E4582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0AD3633-7A39-7F6A-B4BF-D18CAF0AD29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9AD73A9-8DFE-FA30-56B0-324E9D33500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2BEF85D-1779-4826-74D0-3788F28FADFD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C29A305-523B-DAE6-13D1-93BC362E2871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1A060D8-5C84-8BED-E068-5934038360F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D429CF2-4F32-6556-8C52-8883E9E95368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1D8F017-818C-8F24-B58D-C04C86DBF503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FD5298E-E4C8-56AC-AFFB-9813BAD6F63B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68BDEC5-1FA1-A651-1A3E-9E2891969EC5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1263041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4A244B-8BCE-E2A7-97D4-C71564A6F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A3B27BF-1A07-256A-C05D-08FBC1F8734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2F4F6CD-65DD-4DFB-1A55-33DA879EC6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862D6F5-98FA-E65E-6ED6-CE638A2854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6395567-F778-01EA-C378-15AB98003E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7CD59B2-B7B8-74BA-EF51-0198228FA4D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4823E40-0BC6-D9F8-6342-F3B2093B8251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766D86-48A0-2636-6954-9239A4E8A3A0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838703-39DC-2738-DD49-3085BA22C031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A600512-E0CE-902A-9882-CE56C459EBE5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7BDB446-C52A-E7E3-69BB-427FE6870A8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EA9B1E1-23C8-9080-FD3D-75A79B9CB92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EFD9800-0927-A2DB-B35D-41DA13702E1A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D06CCD5-A073-BB14-E2E9-672E86E036A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CD07029-337D-A28E-499C-601D2BAA00A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E7E911B-F93E-F3FC-6556-0C5678A945E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F618395-A7CF-1A03-3B23-F81A4E579A73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96E03E0-C467-1F1D-7026-4721CDCB7C6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09CDD4A-9180-5628-CE5D-F5A87791B8D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4C81E28-2885-A93C-389D-FE08BB9A1FFD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ACF8071-54EE-7DCB-76C4-2047DD7AB4E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CDF2366-CA7E-572F-A89E-74D24D86A079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95615E3-9021-45EE-5DC0-6E9B2FEE935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EB070A7-080A-1937-A673-CFA35AB0DB0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B798C92-99DD-E22B-73EB-529B519F5763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9E03BEB-5E8D-6BF6-2511-9341A6F108D8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3274F4E-C06A-DD47-A344-E3A6B71E996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65C680D-E409-9F11-34A1-793D2F8068D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D3C76F7-79D5-0196-0AAB-4113768A3BB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675C8E2-2CF6-A6FC-2A9B-D03FD15AE0C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C66A06C-D35F-7A82-B011-06BC3618F91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E82FF7E-2F9A-6276-1ED4-38F895F8C5EA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3440AD3-A866-5342-6473-4AFAF81A3575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DF87567-AA95-74CA-7BB1-6E60173F7692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8ECDDFD-60D1-9472-6647-CAEE78456537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4500770-C203-C343-9979-32ED7A74B175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2BBF671-E739-B404-97FC-38EDCE93761C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A40F1D5-5614-9AAB-DBA5-29AB5199F5E3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9E6E19C-C9E7-1A40-09D5-D175E833611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89624DE-E237-8FD3-5EE1-C5B382A0D0D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52C685F-5F86-0E82-1420-961FD627CC1C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560E01B-E7EB-BA66-D39F-CA486737252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D6F7B07-2B3D-AABF-593D-CA78288CB513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05892B7-AB15-741F-D7FA-1C84F38C98B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0204F4F-8749-0AE3-82BF-6F2AE65DEDB5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5B63E3E-EE13-48E0-5F84-473B84DB32BD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A8D2F6E-3D95-C12D-A552-B89BFA770165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C80FC9A-3B2E-247F-1266-3E72C91DC59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DA872F2-C4D5-B5A5-E890-4E006043E666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35007B-C258-134D-1943-54C2CE5B1F96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7D0F44-17F6-7F63-5630-FBC8ED54BA6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5794380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0A8E9-49D1-3171-168D-36AE7C0E4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F30660E-EE2C-56F6-9119-581C48384D6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Column 8.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688C896-9F70-FAA9-A3BF-EF771CEE23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34529CD-6984-19AA-6843-6B2D45CD29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8E08585-4DD4-1643-B5FC-D2EDCE6124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7F8DE80-45DD-5139-7684-7403C38AF51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116AA7B-44F1-4A3C-42CF-06DD557082A6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981351-CBAF-779C-4ED6-5AEE971DD8EE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01CE3C-4516-E03B-858E-330714069411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29D7FE8-6480-758C-1E47-E89F47035412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9FC17B-7804-51E7-39C0-5855BA145096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EC7588D-EEEC-7FC1-ABEE-E09FB7F5B19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2A5249-138D-C60D-0B10-5961BE4F3B0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72D3DD3-4BD1-F294-6AA3-5467ED64CC2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8350809-53EF-844D-6CAD-E415EDB22A9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DCE3849-0ADB-FAE5-1839-F75F2D73D215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91CF726-FDCB-6DA3-DF60-E5B086C16637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B5E9118-04C4-AB41-8B22-55656BCE9285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333FCE0-7589-7AD0-5DCB-A0C559794F6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3E23EF-994D-28DA-58D2-E1A2A32AA4FB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27E91D1-5BFC-EAAA-21B1-ECAA24F3A60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08EC218-9F74-9478-0445-C339A9647F3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9181965-5D72-ACCD-8A2C-6FCFBDA6542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5D61526-1CFD-1192-95B8-8734F578B84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FA317F7-4304-7D84-40E2-1566B154CA32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F15AC88-B34B-C253-F84D-CF0077DA4F5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D04A95C-53A9-C9B5-77E0-16B1433CF26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64FB822-CFCD-D960-E9BE-7C4C711DDD29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2FD479E-714F-4447-C83D-FEAAC5337EBB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2EF1C63-0164-B36F-B227-C1A5885AE058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1F513B6-E40C-7555-5FB8-C6870A237E4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FD70754-3964-5346-09D4-33284DE5809F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34E1080-AFB1-5696-C24C-8D9BA3BCCFC5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0DF04D4-8C6F-0F8E-58A4-C088D5D88B4D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A9A3892-F541-0B92-8489-F5A2558C630C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59341A8-7856-BC96-702B-C5125DBB2E9A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214CA01-392E-D3C0-C735-48434B26ADF5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91ECCB7-A371-90DC-FDD1-0FD9CA8E4DCC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ED2AF83-E3ED-9FCC-2C8D-4B9FA706BE8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0E9BF25-0022-DAD4-1549-AF8EC511AAC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F6B0261-4AB3-B476-277F-6A7A65C887E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C2CD996-7293-239B-1C62-DAB86976039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CD07126-66C8-07C0-06B0-14A38130D81B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98FB08A-D146-A4AF-31FF-5913EDB897AA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06DD45A-B75B-2591-9B83-17FFED509FBE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93EC3B6-53BE-3FCD-9FA3-10C19348C1DA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D8AFC61-115A-99AE-C8D0-3DA99DE86F3E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9EF0E64-6F93-8548-2AA6-D8BC99F7A88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3597B46-1CB9-9306-8F25-655AE344065C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A10F76-68A9-A9E9-4BC4-E3C9EEA54FA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587AF90-88D8-6378-46AC-7E571B6325BF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B511A72-6FD4-9A2B-E5A4-672528C8960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707593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C4EDE-4EC3-1F15-A77F-6D0060D7B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CF3568B-E9C7-1948-D3B5-F83D3B95BC1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Column 9.</a:t>
            </a:r>
          </a:p>
          <a:p>
            <a:r>
              <a:rPr lang="en-US" dirty="0"/>
              <a:t>Complete bottom right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FED4EC1-0075-E142-87C4-47670D787F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2529C28-CF19-35E6-51DD-08FB65E3DF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A62F96B-6C4C-E399-21AB-0022528163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C965EE8-13B3-C4AC-F7F8-0C626C63F2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698AD68-8ECA-0330-6AB6-ACF7481CD2BE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014132-EA65-482F-50F1-1B77552929A4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9B5244-3B4D-7C51-79D6-445B9ADEFDB0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6042158-4F01-9261-3CF1-3EEC7976095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AB23D3-7275-44F0-C47F-0C9440C4B90B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41576EB-8E61-7FAB-6DF1-4FC4A598EBE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D1923BB-317A-89C0-1CAF-B5EB9D3A4DE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EFCE0EE-1BF4-363A-42D4-D3C78316853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DAD1D7F-235D-0F08-790A-9F7A1637A439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475731F-2058-F378-FB13-20E2561980ED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4338E12-40C8-FBAA-1A0E-AA811CF47352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E6258D6-57E3-66F3-28B7-AE154ED1F53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D70C887-2DC4-F20B-06BC-DF9894E9BDA0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E8A1804-F590-58B1-FED7-0751F98E7562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120E98F-49B9-FF68-A069-8E1730F714E8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DFFBD5-325F-D4CB-D371-3D4AFCB22A6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BAB5331-F2A2-BC3E-4CB3-BD0950736FD0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BD460F8-8AE8-0C62-D8EC-A2BB1D6F909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B9A50C1-B051-08F4-0DC5-1807A07A4B9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C9A522C-EFC5-EE6F-33DC-B0C727C2386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6024630-75C8-9A88-A4E1-BF4947BA647C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5AFF1B4-5190-BC76-0AF8-48906A15C7FD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BF1E3B5-0023-173B-9F9E-C8B3CF46B3D2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BDB1388-C2F5-CF27-F81E-768367A5CD14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8CE26FE-F181-C357-7E40-0C0719769DC5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FB80DB5-83B9-06FA-4DA4-C439862FEFF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2A8A43E-E397-F7C1-1BB6-D189E8D8253A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D703336-7F39-3647-792E-43EB55B7F5C3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3CC6297-8DF7-6DAF-B03F-39171952CAB7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96EADAB-FA6F-3580-57B5-01229B50F8F3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45FE72D-6198-FCA5-3915-E714313B1DFF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CEA3F1D-C4B2-10A7-7A84-7312CE8C8D84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A108239-F4E3-5703-8D94-C387CB9E71E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34715DE-3E49-0B6B-A3B9-6E05C5AD11C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CD89475-7E63-1205-A2F3-8D7FC11D0D80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F0034FF-CC7A-6600-6963-B4E7642F88B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561A4C7-B536-2F6E-D9C3-A86583BCA47D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F8A37AB-7970-B650-DA4C-4141D408454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4937AF7-E5C1-BED7-0CC9-298BE6FC31E0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17FE81A-E3BE-5A1C-1D75-31C2E398F89C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6D57631-A9E7-1093-7BCE-28C64A82C1A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6BBE13E-1C68-BD56-7663-D0586C69F66F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B1F28FB-B727-1116-E0E1-1473C4115DE5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7C1E9A-96AA-F89D-931E-F100D504561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69BBBF-56F4-CCF6-5D8A-C5C47FE76E68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337061F-9BC0-EB5D-0F48-0AF66C423DD9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C772C41-D91C-158A-3ED1-9F8873DFCD4F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0195706-B908-F097-EEA6-980885A2713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DC5CCC8-2C6E-9D10-C420-095CC9F46A95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2F0CF82-E4A7-4F63-67A9-E35B883232B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6B55A22-4BD5-0AFA-8A7E-55A10A5F98A7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</p:spTree>
    <p:extLst>
      <p:ext uri="{BB962C8B-B14F-4D97-AF65-F5344CB8AC3E}">
        <p14:creationId xmlns:p14="http://schemas.microsoft.com/office/powerpoint/2010/main" val="13278264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F36790-C2AA-395F-FB5C-564387F28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5A5A44F-BD37-F64A-FBE1-2FCF43D46D0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 the [9 in 3], one of the digits must be 2 because a sum of any of the others exceeds 9. Pairing with 456 to make 7 would be 321, but 3 is disallowed and 2 would be a duplicate within the cage. So, the cage must be 126, which fits in only one way.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6846EC5-AD56-4831-2350-F375E327DF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A662E78-7EE1-0F48-67B9-27E2395F03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7B266B2-0677-CFED-7E72-2E58504C33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B0ABA65-AF4E-8F3E-E5AA-A31A15DA88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F5A01ED-8E64-D9E0-BB64-39EB2A02BFD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62C6C6-B6BF-4681-16FC-13022A6C2DB7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E442E0-D09C-5D4E-E651-D708A8A6DFB4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E305829-D9D6-8EF9-F13A-BC1D98DE1D7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52B13C-620E-D886-97F6-7FB561CA811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F36C65B-714A-4A8C-C2AE-2602AEA6332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D4C40E0-FABD-A52B-B9A4-555179D3DACA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5E2586F-2E23-3C7D-C542-BCBC523F845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F0E2F1A-B86E-3B91-CE17-CE0985CEEEF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F03EE05-0ADF-07C6-27B3-BE759FB935A8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61716CA-18F5-290A-6698-93EC6874396C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8971BD1-F7E9-37EA-DB92-1BF3CA00A47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15435D0-4584-A325-B97A-2F1B79407BE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2E30D6-CD4A-7988-0145-B39A8B52FE00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D40E173-684F-0B88-3E88-748C4969995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F9301D8-17D0-9BE1-EB85-7BF0667C024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AA78CF9-9E53-A937-A259-8EEB4EDA2D5A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D43DF20-02F9-E1FA-1BA5-28CAB3CE69D9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1BD67FF-65AC-02B0-1EDB-2CBACF623AA5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3F0248B-E691-76ED-A7E0-731500137CD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E62AFCF-4A7D-101A-6CEC-9C4C05636B2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56DB5EC-1977-3070-11B8-8374D4DAB55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AA05084-5E86-F349-AE34-D70EB54B3E57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00FE266-C801-D501-920F-AA69805D0EB1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E922279-DC6C-E691-6357-9ABDE637372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73A0E63-1946-39F4-B470-0A83A1A664C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64C2FC5-0C19-97DB-3CA1-300FCFCA7D85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A6FC724-3EFD-1411-B021-D6478D48B602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027790E-6267-5333-3A97-0A28A2F6C54E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545E5D0-3BC9-550B-C011-17D29CEBEA0D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519918A-0711-D8CC-8A4D-72F967A1D1B8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90F01F6-1716-09A8-F5DA-B229E39F437C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7DA20E1-0646-1072-6759-02660C4940F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67A23E8-D74F-3967-791D-997D0AAD03A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7FD724D-4169-145A-DA5B-C23C7872645E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F432775-EB69-7CF9-FE9F-5233832DD25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748AA31-78A3-C0E8-C552-FA56C0C5BE63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186AF5B-49E2-2F08-155E-6AD9D0E04DC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1201A7B-80FA-7E27-4650-616F76A2D74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7B9BAB1-E317-E0E9-D3DE-16A2BA075A40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12A143B-EACF-1070-722F-1DDE9D25F19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6C86C04-44C0-09EB-6E55-BB8828B5AB4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0B78E9B-9E1F-E50A-9A76-99C9DF040FA6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DCA30E-5203-63C1-C3E3-0F3F042B6C6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66E0F0-3D88-689F-A8F8-65B8BA49042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88010CC-4C4C-7CCF-F90B-08DC4BAED9B7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2EB6602-51CE-129E-F1F1-755C01EC8FC3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B0417E5-EAE0-6618-60FC-565265675B0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5EC683C-581D-7A50-80BB-658162B81327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C63E2E3-58B3-15FF-549E-513EBDE44EB7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3BA4638-17D8-1B78-F4F5-F4CEFE5849B9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251D821-E9DC-8119-6AFA-3A4235982305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2718628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1A6F42-D536-5E53-B011-CF5A2D6533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6A5EA7A-272F-0711-9EB1-DFB5FED5E7C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6FAF36E-6C1B-DF4D-AED8-452D04BC3B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F5E0BE6-CBE3-F224-4343-C0977DE4FF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41A21C0-6573-819F-0ABB-C30F495DFE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A24E69C-8E83-C384-241A-1D8335E132C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5B862B3-4C5E-0C73-2E3F-C2211EC21A77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75C572E-8115-606A-E708-93813527089F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6CBA9F-889D-E1DA-846E-2F1843AFBF37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31AD192-2CA8-0850-FEFD-EC519E2673F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912673-D8C5-5128-26F8-58042A254A3B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17C0684-1CC9-5425-D753-E13C4BD4993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81A070-31FF-4008-2E72-A2C31B20589C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CD6D2EE-05C9-0A47-6D1F-37F9E59848B6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11BEEA8-FF8F-3D86-8E22-75567611F40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9C2440-0808-8B88-673B-8A805CD7C4B7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69D1C20-9060-28C3-42BB-6BCFA246EBC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6C95C93-8482-EE11-661B-0601F1479129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F78A3E1-D4CD-8758-06A1-196DE30DA21A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3705283-DB58-314C-5091-61DA4848398A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ABDA6AE-BCCD-35C4-9274-112364D7161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2A33A4F-95E9-C594-EC81-0041AFBC7996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A391042-9A16-2A97-076C-E38635EA6028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029E258-3EAF-9A86-9565-4834AD3E3D6C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18CBA09-CF23-B3FD-44A0-B7D703262E80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F0CD80C-7DA8-D2D1-8EF4-8B7D3E04862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A1E8DE8-2F7C-0A90-9800-D7485823C1B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EE10753-3DF4-1D67-66A5-97313456D991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C8B7D33-D184-3EDB-2114-045151565CAC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408A0AE-CBFB-F2F7-4D80-706736B60E2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63F9B57-46B5-AD36-C43E-5420FDC01CDF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86A57F6-DB7F-4C9C-A738-F2EE70F3B13E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F344C72-70CD-C3F8-077C-A29B215715A8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A8BBCC8-5FDF-EFFF-6C49-1B054802ED9B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6A83D38-CBD7-7A21-A83B-779F66E532BE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9CD8DB1-65F7-B111-6D42-9E77AD906D8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08C5A1F-0495-5DA9-2E6C-FE1F6C5FADA6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EB5F730-7814-64D6-16DA-F4E65E8DADD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74B036C-3605-9A57-7438-E7773EBDF9F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4B1E737-A9A5-9E7D-1750-808C29FF39B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32BC623-D2F4-8225-A43C-375F949DF04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4C5DFE2-5721-BA68-CFAD-FF1126D99C44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BECD96D-2B1A-BC06-AE99-01A5CC0D6DB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D3E8B1F-D0B9-87BE-5CED-259B1479BEB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443ECE5-B2FC-B3FF-FA95-AA3C0CF6FC73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173996C-6E49-C0F8-9B25-DCF52A422E9C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A9AEBE1-9E2D-7B5D-9A8E-C2EC1793CC3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0D29E2D-2A2A-4A86-B00C-BA847599C3F1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57D0C1B-60FD-10D8-1F4D-344E62D22EC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1DDFDF1-D1AC-0BE5-A064-7A57148F935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FF9129-D971-C78F-C0A2-3E25A97E2FAC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5860E61-0D29-EACF-676D-73ECE5A86DA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E089B9B-CBE0-07C0-0F6B-96C0E0598301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104F5D2-EB68-1F4C-39EF-3E42750A7979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506C07E-6E6F-C8EE-F6FD-4813CCEDA3B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5EEBB14-8C7D-C31B-8996-EB2626101C65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0D72A3D-B34F-F57C-B494-C4479A72560A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9DECD35-36FD-BF35-9A00-0D2950C53A15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7331406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E7433-8119-48E3-900A-440182658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8A7837A-30DF-907C-B1D3-23F707670CB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4306FD7-4FA5-B7FA-D40E-9EA5E8CA45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C081714-0CC4-64E2-81F9-3070679C51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CE82D1C-30B3-1E5B-4F46-144587CA42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CA9D6A9-F401-F59E-DFB2-FD5221C42E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EA3F35E-E39B-A825-5B0F-B1850E62A8DF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C5BEE8-6A68-7B9A-1C9B-CF143B1D2212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A4D927-333A-028E-731A-35D06470D851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BFEA47E-D620-C10E-EEF2-693CF2687BCB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C2853F-5CE6-2DEF-2B0B-95346E791527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5B1C243-0127-1D0F-8AB1-41E36B29A870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7C407A-A65F-2C35-F85C-CF92D77D10BB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E699D3F-5ABF-9359-B49A-3104022A1A3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3799612-37B0-939B-CABD-CC95F155971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BC0743B-17F5-A441-F315-0DED3AC82C0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F46CBC6-417E-B53D-6B6F-BFEB1C1DB55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A058B8C-CC29-929A-8287-81117687459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07AA031-FC2F-2BAC-412C-71CEEF1A199C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06F5620-8C6B-B6B0-5462-1D228A4545CC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13A7B8B-22EA-3C5D-85CF-C269D3260B2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BBD27BA-AEB0-5400-7497-BD571D909414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C844330-33B8-71D2-5F19-FE8B460510BD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E4E2BD1-F3E5-10AB-4457-05D411A91260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214F2E8-1986-AC26-A339-C759B4D6D472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5042032-AA09-4F2B-FBCB-447A54FF03D2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F41E34C-932D-7513-DBA7-28188E390C87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E10FDCA-BCF5-04C5-9350-7E137ABB532F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A5F1E6F-2ACA-32F4-27E3-C0BFD50AB741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92F1A59-1527-87D2-03BB-B04A15926800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840EDE3-686C-51CD-A1F3-8B6C1997B870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B8D0331-93DE-6834-C1C4-92CA22A64AB0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6C7A2BD-9837-B1A0-C23B-852D6D54603C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33599FE-838F-4076-8B95-CBBEC960D520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18ECEF0-3553-378B-8779-9356B306CB0E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177B0AD-FCFE-FB2A-D8F7-A6C85890365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4BD1DEE-43BD-7A88-8CA6-10B81B0288D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9E9A9C1-8A64-DE35-12C3-A3BD13496049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B59C71F-869D-475E-09C9-2C8F1161A2E9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E1152DB-84EF-CD59-869D-2AEC6183977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907970F-CF43-65EF-7B25-88AD746E76C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8DED50B-A54A-3172-F414-86590225AF99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7C17A5C-F6AE-673F-6001-7A1492A0935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73C8AE6-8EE9-5AD4-E7D0-D101C16B0791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50C03F1-463B-C228-4D61-34DA07689E3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E7F36D9-53E7-4C02-07EB-81521E29F731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44C5FA0-8CD5-88D8-799B-AD5C6A81440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3A88A3B-41AA-B30C-D2F2-18EE51ED137A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43D2F0-FAEE-5287-D9FE-C49E242BF6A6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0B55EA-FC97-9CCB-DEAA-1BAFFAA73393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FB3C342-00F7-5F3D-1BF4-E44B95505EB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C041F18-519A-0FED-35BF-7FEB628AB52F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FE3F23E-C304-CED1-3511-0B71FE279CB7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C5710C7-BC2E-C70E-FDB8-79D0ED5D71E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9CA0E3F-0D2D-9861-5412-D925181E3B8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39207F9-6D2C-446E-3F54-A7862C2120EF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43B32CF-0243-95DB-67E8-169CCBF69672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911D49-01A3-0498-3A7C-1ACC027072B5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8291226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6F1BF6-27EB-CBB6-CDB7-E935977FD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73EEB8A-9819-94E5-117F-CEE4FC41197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Remainder of Row 8 is a 57 pair.</a:t>
            </a:r>
          </a:p>
          <a:p>
            <a:r>
              <a:rPr lang="en-US" dirty="0"/>
              <a:t>Then, remainder of [14 in 2] is 2.</a:t>
            </a:r>
          </a:p>
          <a:p>
            <a:r>
              <a:rPr lang="en-US" dirty="0"/>
              <a:t>[9 in 2] must be a 36 pair.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63689A7-E8DB-3CE3-EC9E-3D9E38EC1C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CD2BF22-392C-6014-A5C0-AF74359E21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F9524C2-6B08-828D-C659-26315A5DAB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FF29E48-B0A7-BE87-9080-1DEC25BD86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510B579-975A-8985-FFA8-F5247D7EE6B7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C6610E-7F4B-B2F3-8B03-5F1892B67C6E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DAD2B6D-3785-AB14-BD85-0D57782802F6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7316F06-6E9E-027B-A747-45523387182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4EBB2B-C0BA-A61F-DC69-66B6F5418B45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B314B36-C273-C916-977E-365E010B712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D036CA4-7726-ABFB-0616-FC961E97245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6FAC244-3309-E06E-FA18-0D2D64A675A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426B98B-1E31-DFA0-857C-2642E0E0AB49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1E99556-B30D-372E-6B53-C8F5141BD8E2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8DBF35E-D108-39E9-1B5F-D1B763D4B6CA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EE95A87-D451-BF14-AE2E-A198A4571C5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2958F2E-FD29-CB14-07C4-27967F58D43E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50F9788-232C-669D-6C3E-238DAA093772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B414292-7D4E-9A87-C24C-DBEF32E88F39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EDB918-9E35-A125-4E54-71D054DF7C9A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A8BFA40-8C46-451B-26CE-ECC34ACE420E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CD86828-B025-EF4F-ABF4-1F43E64343A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E568362-AED5-D505-77ED-F7DD5F5FDAE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75D5BCE-000F-3A19-B759-33C3418FBB6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875D1D0-B152-5EA3-68D8-15F1C85EE13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A568A85-366C-FB4B-3436-27FD475F0563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25150C1-2072-F11A-8AA7-74D0879F1E1D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B26F387-CD27-D288-9495-C3DD3BA3E06A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854EC92-3248-1C9D-39C8-5EFFE75E1E6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8EDC16E-781D-42B9-4162-4121593AFCB2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B11B541-3DDF-C61F-CB4F-1F97F02C5B24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E3642E7-3C67-7568-A4B1-C46E5FCF398F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BA1116E-1FA5-5FF5-F5CA-4BF0B0F0FA26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8E8F085-7BFC-F046-D24B-11DAC21AB9F8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47B7421-FCB1-8BAD-CB13-223816CFC28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7478867-0D18-0B73-013D-12A24F4C42F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DC7BA95-5E70-0387-F7C1-B86BD4CEB8F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FB49AF4-9D15-16BE-29F7-9128F383155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D92ACFA-12DF-738A-3F03-9CE865A08DB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ED11615-0BD4-DA95-5DA0-850E65E5ABD2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E3BE3CC-4BDE-0101-E815-D7A88C197CE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9167AF3-A2E7-2698-2179-CED05D5C578D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52338AF-0422-D44E-424C-E5F05ADA1BDA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7126B83-7C18-C6AA-22D3-4B97E7BD2D5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44C0684-DA3B-8CB5-6C31-ACF469562378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195ED1C-E4DA-98CE-94A4-C543A4005286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B20BE5-4B3E-A595-E83F-1FE14D5EE804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527231-6D8D-AF23-C596-8925AC18232B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D2E31C0-A365-654B-AA2D-4EBECF470AC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660DE0F-CA46-43DA-C260-D6700FE49F6C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C6BBA9A-E93E-F5C3-AAD1-776F2415333C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CEEBFE4-EA0F-CDA1-A2DF-9CB1385EF879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803C6E2-1357-D071-4BF4-8068320AF8C4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4124FC0-7A8D-5BD6-F42E-5A3868F8A666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B44E1A2-2507-8A7E-4833-F6191E547D20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20AE2B-ED1F-AA30-BED7-AFCBF55B72F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50185A5-390C-678F-C085-AAF5DCCF0969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3A464FB-7679-5139-BC08-A36F8A542ECF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58447B4-26CC-0F58-F0BF-D1BBBAE00267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D5D0863-904E-5468-58BB-DEEFF376ECE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13AFBE2-7973-FC9C-425B-3CFD539FEC1B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</p:spTree>
    <p:extLst>
      <p:ext uri="{BB962C8B-B14F-4D97-AF65-F5344CB8AC3E}">
        <p14:creationId xmlns:p14="http://schemas.microsoft.com/office/powerpoint/2010/main" val="35405757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C269E-8F39-DC5E-D654-6CEC5913E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7C5D664-F352-6918-997A-06C21293992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125 fits into [12 in 4] in only one way.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36E9BDC-0856-FA04-7394-29CFA62AC0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92B52F2-2B12-853F-8723-76FE89CCA5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8FCF882-6DB9-1482-60BE-DB49D2465C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40D3C18-C27E-1EF6-239C-3A2F247BC4C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95B2763-67B2-3AC5-F7A0-FA722CBC962A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004F158-30CC-0B75-7C64-7A08F3B2BB3C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68CD2B2-9662-FD87-B6DB-BB3402392557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CD1DF9F-45EC-B0E3-0950-4BF8A4B2BE2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70130D0-45B7-4CB6-7D6C-3405A7AD529D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2B96DA-D496-EEDC-9C58-A15A71B1850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36915CA-AC72-64A4-803C-57632C35060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A78A1D8-2C8F-561B-E0C2-D61F52423FF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6A6AE8C-78E7-11A9-A950-42F9FFE16F12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D33FB20-2E96-5967-98C4-D0EBF054B97D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65125F6-AB3F-7A57-AD71-284723D2BC2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0FB2916-FD55-53B0-D87F-1AB044D0035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13C020C-93A2-A7BA-38F7-B6C9FA33A05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D6C666E-E687-701E-DEEA-C5EE36D67B3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39CF24E-FFDA-1EC3-3C2B-24A347A894BD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C1A192A-A4A3-396F-8825-98DF5D2B584B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C1CC676-CFDC-D521-3C7D-100F7B7D6AFE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D252262-0B52-8028-B936-64BFC816779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B4E7C69-226C-7D62-4973-84010A985E69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7AAB062-E7BD-3CC5-DA31-E303899CF1DB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4A5997D-C0E1-9320-F701-92915CA4FB19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F726C80-F71C-2007-84BD-E5C3701944F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395F331-8056-093F-D659-4A25591A3440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A9C8D77-A32B-9E2C-D20A-439592108D08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5E26082-F3B2-C154-12E5-A57982A03FF8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DF5FA7B-6677-9960-D74E-18BBD373C402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6538E2E-D41E-8DAA-2B41-83830A78C6F5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04BD0E9-DBD5-31A8-7044-3C5729BC014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0C836C9-CF77-60BB-8BCD-0B41192F672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757CAFF-C55E-BC2D-1BDD-C7CD1B16A68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ABE90E5-B12B-63E7-271B-CEA83DAA488F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3F1E776-FBC7-FEB9-13A3-7218425E045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658A675-CF35-6BC1-2005-9F12EC4E7444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DC4ADBB-60B2-3ECC-7A87-C4497E9E9B0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D89153F-5B44-73CA-089D-CB51F38F3025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EA70341-1D36-028F-65AA-243DAC895226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400CDB5-752F-93A6-F030-C1924112124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70696A2-4C1A-808B-4848-76E51CED7491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6B715D3-37BB-6B46-41C5-9E29D0E8A1F1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C37E66E-6C67-592C-3B60-B3CBF7921C4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3913999-BDA5-91B8-27E5-C4B8A1C4FF2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578642-E0FA-2E7A-6F7F-BA8F121D196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66060E1-CCA6-1E9C-3187-D62848C27A90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2375AF7-DCA4-7248-CDC3-2DF17AC143ED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8B31166-BDA2-D860-CE3A-AC358A3CFEC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C10B54A-0C2B-4F99-B2D0-4BD9B23A0AEB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2D8FCF3-9C19-2448-ECA1-6E02BDC5C5B4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FC5F47B-AD18-17EA-C822-2B641F2AAF86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688D034-FFF8-FF47-DBCD-59B5C19F0F8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617C4C7-66BE-B6B9-7246-FBD9226EE66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BD2A5D9-AE6B-0319-360C-1651817C1F9B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CC20A48-C18B-A2F5-DC1B-2C54C2F01DF2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20B32C7-C1F2-0808-D197-F722BFA5379B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C1C040C-8FEC-907F-8BAB-AA1D012A702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A5E3581-6877-5832-1B86-69301FA3701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A73A47C-87CD-1EB5-6A06-14DA9FD4D7B0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3D43FAF-8309-A9FC-6DC4-5A1CC21775F0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5782347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7879D-C7FF-0674-3C20-444ECAE97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5EB5069-B8D9-1CE7-F0A2-6205B3D767F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74D2368-835F-5943-3C34-B3F94E2529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E8B3E13-9DAD-39B2-C403-3D07B42257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3D48C1B-5110-3E46-0E1C-5BD59373D8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BEF114D-FF19-E578-7D1A-A74DA69A2D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0BF44FD-D0E8-C522-EBDC-E8093D2204AC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B9D915-A8F4-8F26-9848-1733B47CA28C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C9FBB71-F19A-22A7-5E3C-76C211031DEE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20745C2-CFC4-55E9-FF41-0274EBE925E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EC163A-5644-E3FC-76B4-76FFEE820087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572A5FE-75B3-AB9B-9E34-EBABB26203E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F3777DE-33A0-D15C-F697-6CCA5470B6B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070A892-E669-A439-9017-E065B81D3C6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770333-989F-A886-535D-49F716691ED5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B5551D1-0EEF-B3CF-224D-3E00EC302D8A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0F07688-484D-021F-F8C4-13EBC773741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DE0E867-9106-710B-4417-F339060E2E18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53CD3DF-A798-9742-49BD-6E5A91E594FF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355CD8D-9BF5-DF17-4F98-3DB750F8635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872BDEF-3B9C-D045-24C0-C295D97B3121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8F4C757-5198-B8AA-FE4F-A02C85F7A84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BC3C2AB-2C79-241D-7FCF-E0AB39C17B4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FE6BD1C-FE93-9CC0-9158-A6FE98032A72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1645C9F-30AE-28AE-2A76-A2726D82B824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CEFB2F7-CA56-16AC-504D-7A06B7724330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7F82188-DE1D-C7A2-039E-1CC63DA75354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5BDBA32-FD0E-CAE4-CC5D-4E0DDE8C124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146A9C2-6D3B-9864-961D-0404A7A2755D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5B34CAD-457A-AE31-D7AB-5CDBE350902B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B5E70AB-13C1-73D3-31EC-2F064D7EE30E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25D6B0A-3DF4-E232-641A-B700C710A8DF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F335B23-4576-4E3C-B43D-7547FD9CA11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1E173B4-2AAF-B79A-EB1B-2E25ED5990C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1029A8B-2AE5-0E55-5DE4-7BF9F2CBB9A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331AB81-5941-0C97-39B3-82E6716AFD3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4A8D937-A50B-C7BC-673B-5479A7BD176E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EAA05EA-55D4-730C-88AA-5A3D367C31FE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600D623-61EE-53A1-D502-D776C6676B43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1AF91AA-2C94-E158-723D-F926B599ADE4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66CA0B6-9F17-459B-239E-2467A3AFCFB2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7941579-3361-FE2C-3A3A-53A99A53E6A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6E46185-CCCC-5C97-D8E2-334391877C1A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A5F1471-3A3C-31FE-46E7-B9EE88307BA8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70498ED-CB76-BB03-78AE-2F952D578D5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57DFDD6-2AA1-4A81-E969-A599DB84905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1FDD8F2-BA34-6206-FCF5-1388757DE1EB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2FD524D-547E-31CE-C5B5-43C8064878C2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58C4036-9402-BF3D-7A75-AFE44FE204CB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328AB8A-DA5D-108E-A6D2-B0735EFBE48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AE456B-F2BE-322A-E98B-39DE7463C3CB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EBEC688-17C5-CAE0-573B-410F536F8335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FE37740-CAA9-994A-ADEE-DC39E20CDA59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B563A0-6B3B-592B-0E2D-84DA408C63C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C5E249A-94DA-A0D5-E438-F3AD1A57A67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60BBF79-3549-D326-6AE7-28630BE03173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0A2A7F1-EF58-7C24-984B-E6518467A440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B6AF0A8-6168-1D06-4F06-59D8B6726513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9868858-7F58-D9B9-C25A-712B6AF412C7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32F7FF3-14FD-F889-A698-933C8CC5D95E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28F3EF6-0D83-77CA-6562-8A68CE762277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95C4CEC-AAC4-5BB5-0189-3E6602FA737B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B128775-C8D6-6416-7C4F-14E31F711225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26580440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E0A509-CE8F-F546-42DF-45B8376B5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050371F-A592-1095-DFD2-EDD3D9C0F4C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B8E115C-A916-A6FD-346D-8AD9FC08EF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F8EEF1E-3F21-B83E-77E1-2AE4494ABD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CF2FB08-4F36-3938-1A88-1EC053004A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9C741EE-0252-7B55-DA8B-D5391471BF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880E929-0419-70F0-08CE-3E88A0AA6BB3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03D0AC8-E752-E9D6-3AC9-CB8099AED802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0BD8826-5B9D-A389-B0ED-C007C7D7584F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BA8A059-8565-78B4-0BD3-3803CCF223E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1FD0B1A-44D7-40F0-6F2E-3E9B24EC6D2A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CB3472-D3DD-88A7-D080-E37E3E60C1E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5BDC9DA-F4CC-662C-D24B-56F193B5F50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EF9663E-8431-1A5C-EA48-A568A630A45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8023E2F-06C9-DD63-DF7B-EDA7AFBBB37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BEF595A-4467-7B76-6F20-A3AC5953C650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420DCFE-27FB-93C2-981F-93B380697A0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C713099-EB95-0034-028B-E591C2DD6413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F578439-412F-CF78-B0DD-02002D7B967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AAB6E44-2AEE-AD03-C373-EC44E22D0EC3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6814658-8C7F-3965-812D-4DD8F9EBB4DD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6A06491-03A5-CB5F-0664-AAB6B1463A68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786BC4B-35B5-78DB-430C-112938A8523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02ABC75-688C-5E60-A915-E664A1FD5217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83516D1-3468-5414-56E8-55A1D630E52E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7111CE8-89B2-7576-5BD9-5C6C95E9B6F0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74B7533-B396-870E-210E-D63D91FAC137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AEFD30F-530F-AA4B-988A-1A96F9FC4A14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F19290A-6791-B108-68AD-4066629BE6CF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539543E-5536-64E2-79C6-DC1EC6A832C5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4AC3AB9-5D6C-204E-97D4-0A32BBCA4094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AD6A8A7-8803-3EBB-2325-F038E3D419FB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A9F4A0B-43C1-C1C8-04EB-79B903EC3AA5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3E3E3BE-F542-F911-5063-50BEDE7FC6C3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DD8F985-23B7-4058-ADE8-53F51CFD5ED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3ABBA93-5E59-3F28-7758-8E4E5DF6DE3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0A8DB23-45B5-49FC-0CCD-1782BAC78B4C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3190E60-E169-BBA2-5758-F94B20EF64CB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7C9B18D-86AB-98B2-9897-580CDB87C0D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112F5FD-74B6-B0E9-FF3B-E36F536BB9C5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90393FA-C286-CC33-1DC8-11083190762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04C58CD-21DD-C004-8A86-52070C4F69D8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5073E44-21F1-EC9B-4FFC-0A2884A50DC6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448BE82-69C8-72CE-0B32-4C6C4C07B0EE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09E240-ECBA-A025-2BAE-40F2365F7D0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EA7C529-242E-EAB9-1034-53C7E153A991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14E3BA8-4A73-C130-A2BE-B00CD924B2E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C20155-8164-44D4-9A43-44C5922893AD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932DCA6-237A-DBE9-EA64-325DD97BB511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6891253-4F31-2CC2-F049-32005C71E90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CFC5F2E-56BA-14D8-C76D-B61FD8E3E9D8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2FF48D9-FFA7-EE33-EF3D-F7CAED05A316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F642A06-ADAC-4938-222B-F46969AF04A6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C095780-FD5E-C3FF-D34D-D2C639E33B82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51AFC25-204D-A4F3-5769-B12A8C2673D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85F42AE-9476-5334-6C15-E82D31D273E5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6D4AA8A-A422-AAE1-D68C-86B0FC8527CD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26E9D52-B118-169D-3D8B-0F7B023FE609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453DC7C-BCDA-71C0-9351-69D35640774C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1BB3E15-9E10-B0C1-161A-8A526D55E83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F397A90-6025-95A6-977E-F54FFF35D19A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3D1D489-5315-F502-BFD6-445FB7097FBE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337D6E1-E1B8-4214-BB83-3E902358B6A4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85329557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E3C2D-F11A-2723-7536-7BD055B8F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53DDA8F-B14A-6F9E-96F8-567A22C306A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E1FD6DE-6079-C45E-AE4D-DDC67C0526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2F99F3D-1E8F-4C7B-D46B-FC757BE351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29216F0-C54F-E186-75DF-DF90B8AFD6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AC3CEEF-336A-85A0-BB3F-FA70508D230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6D451CA-E3E7-4AFF-C97B-2DB9F31912FA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3ECCAD-0761-9D60-901A-6616833E94D6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A95C46C-FC10-4BF7-F845-5752BE9D8D50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54686D9-9978-9A89-4C99-D11D51AEE0E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A034C4-DC9D-06B5-4094-8075A58F133E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1579E40-C556-45A5-A001-7EFF36A9B8B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52461B5-E4F8-02D8-0936-A1D6082896A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2E063C4-6D04-8A7B-E5F9-F2E7F3DAA91B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936E8B5-7100-F004-FC59-75B85938C08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D228654-CDCF-CCF5-BDCD-3E2BBF273BE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9D0AD36-7F7F-933F-3D17-2A874E472843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45DAFF7-1EC5-F44B-616B-0DACA01E512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199234C-3B99-6A72-B8DB-794205D589AB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6A90406-CD32-4D60-F2C8-0716AA63460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A9CBA40-D85C-CD25-5DD6-1C9371AD934E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6903D37-4EED-9C4E-3E5D-52B7CDA8441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F65DA41-FA19-E374-931E-7C6957D437A6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E16A10D-9FE2-6C5F-BF8C-3D9FF4F3581D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085B90A-36FD-DF6C-977D-F495393C164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3D72FDB-8E40-48D2-127C-CC9A94248BD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8D708E6-79E2-67BD-20C6-C16A5C374998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93EADC5-9859-019A-C2E0-FACFBC89F5E0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9870279-0197-2591-A037-5413867E7F8D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A84AEAA-F97B-BBEB-FC61-E03900DC70C1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BEA555F-DB24-A7E4-14DE-19580F9662F8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AB71B17-3413-B4B7-8BD5-E113704CDF1B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CB5CB88-39E5-DC49-853B-772CF121A99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F3A0122-512A-D31D-D6DD-234DA75EF60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008DF88-C650-459C-40E9-E5BA5B7CC583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1C23395-9ED6-57A2-2342-B2DF9A361E20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388538D-FC4D-AD95-2C00-0808136F23D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1601466-FD11-ED5E-B249-6B4D380D87C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186E4DD-5DC0-0C60-B95D-2BB28E28B9FA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121A119-D654-13A9-A460-BEC94D1A18E2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BA678E8-5234-C4BC-B1B7-10969CB42F30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05E76DD-1A0D-C509-074A-8D7BCBD6C713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4A727B-9204-F980-0B64-863F6920815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53FA32-A032-B57D-39AA-73451A1E3733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D719C1-C4F6-80A0-B60D-C854E537C5A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1D60F90-81DA-60C6-4A94-362E8CE19009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9EFDDD2-292D-6FFB-D713-B57BF39E3E9C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50EE478-B070-0DB0-4604-C8A3AFBA7AE8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9AD01C5-D879-97B2-F1F8-DEDA50807EBD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58361B0-2459-9F09-D143-25E00BDA21F6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B1616DB-55F0-A161-7AAB-AA32FB3C96A5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7412128-886D-4126-C781-F66DB50B948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DC761F1-FC65-4FB1-FD7A-49097DE09968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75141A0-258D-7B1C-8E4B-DD1CBFE6EE4F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6DA1769-D6DD-FCE8-D5F8-B61B6F7E25C0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A53C651-5DE0-8437-24DA-3CEF5B363CB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129BDD7-C9B1-0BC7-330F-8264DF957B3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6491C1D-5580-E087-9A6F-8D551BB5EE3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2B27FB7-8B2B-DCE8-0639-D8154258997A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71BA958-FDD1-9AD4-B35A-091B0496A191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BC07303-8F5B-1D69-8263-A8740543522B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13B3D8F-A426-9AC6-C969-18AE7384130E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07545F6-B029-B735-DBB8-F95B802CDD98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9193989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919963-EE5C-546F-296A-F8DB28978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FD84C83-A07A-F498-594B-C7DCF707BC7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492DC55-7B91-5D45-4FFC-CD88AE1024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CFE693B-E53C-239C-7E2A-28B6513055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A20F777-F775-8ADC-A28F-9C44C33BFB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3C04B4B-6E7E-2CD9-DD46-F8F51C6C46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ED79736-1F77-6A5D-08D3-4BD9B2749BB0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21AB2ED-7506-05F7-EECF-C1A912A20C6B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3E6C88-107D-DA04-3618-C6CC9E3612FD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4EF4261-2237-FDC0-3D50-97D2614D113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D4F860-2955-B126-00E5-D7B61E9FE009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ED49755-8E55-015D-09AA-B60D1FE483FA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237D13D-892C-0D91-7294-88609DEDF30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DE22A8E-B3EC-5D15-790B-03E9A9FAF36F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D52774A-3D85-4203-33DD-4918F1A12D3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C452C6C-D2EE-A06E-FA5A-C124506FA203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1AAA0D4-13B9-578B-2AEA-45B9D9FE1E12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1367C0-1F21-A2B7-F623-0E524FBB15AE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4FB0BD8-52F8-DB7D-B1DB-A8406A3498B4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3731087-F15B-2042-A9B2-A26E4CD73397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1B312EE-5653-651C-AB7C-BB92BCF0700F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ACB58C7-6E3F-9CF2-D36F-4E156527492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961BD1B-6D8E-E271-DB01-5150DF16B6E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8BAF974-0E4D-2D5F-6AF4-5B15FC0B10CB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0CC6186-991C-6D22-CEB1-FFC968EDC25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A65E241-8E64-6A5B-F429-BD0DD232CE0F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4294EED-C6F3-6EBC-5CFB-B4F269511D9A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72FD256-0D74-37C7-7A9C-F20262A20213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E95B162-4831-3C4E-4967-22140CF05150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B294EAC-467F-672C-4BE1-17592446D01A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BC525D6-D2DE-A506-EA77-576F7379D831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1F58D3A-5ED2-E5FE-2FC4-F6E00F929514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8F66C3-F55C-0629-B064-7AAB51B9095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9B4E14F-1A57-5472-FE9E-9833CBE63419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22643FB-C8CD-749E-8B98-EF4CD144BA1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649DD10-DC5A-72E7-B26C-ACE1512FC83E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7E37743-1342-3122-98E7-78058FC6A48C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6CB79BC-BE3B-132D-B35A-37EE591EC465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52053AA-7F9F-1118-BA29-F9214594E87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ED7A733-D452-63E3-B696-9EF06CD65A41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E0AFD8-1673-D6EE-39E9-1D8149DA894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ADD585C-CE64-9511-2C7D-266FAE909295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46CA3C-F090-19A6-B405-E5687353B1A1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170F89C-35C2-2819-03C1-E3C145C46A3E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3EA691D-3CAE-DA32-9B3F-2FCA761A2437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E097697-78E5-5AE4-920D-0CB35A503EFB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0F1BAB5-60A0-ADD9-7040-51FC4A3FD491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6BC13B0-AD48-EF45-EDE6-3DDCA1F1C874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956A729-7C07-66DD-DFBB-3986E2A45726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5D97670-A298-4FC0-DE20-12CE62B69975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B12ED52-8E1B-21A6-A51C-3D3DCE6515DF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EC6617C-B887-D446-5E0D-4F9D14947B54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C6E2004-2A2A-B72F-AE83-B43D6A8C4EB8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4DD7183-E6FB-F774-A686-7CCC100A483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CC8424F-6D08-D955-AD2D-3AFCC8564AFA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0490F7D-C925-6B25-92F7-1E30D7E78CE5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87D88C3-3DAF-5C39-937F-3D8F5C040962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24B7DD7-AF14-D289-994A-66426DF6C041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0949846-B2D2-8DB0-5E4F-8EB9DE49DC04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3C2A52F-677B-5F24-134C-C2E8019F8486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D08DAAE-80C5-B9B9-73E8-1E614E794AEF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D68C67D-FFC0-641F-394D-727C7883290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578EBB4-649D-A0F3-8F8B-4D648C8F2187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80896164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D1625-34E9-F979-DD0C-448CF44CD8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F2A7E8F-D17D-4F25-B5F7-6A9C88210F1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2B88540-B626-C8DF-46BD-709BB1C9D8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127C377-2167-D0A2-8796-9EEAA6AF49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A500A35-10D7-3A32-D829-7B34562C00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412308D-E5ED-AEFF-A5D5-68762A7C29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02D3B64-BE9A-5A11-3C33-1D1C755A5B9C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CA6E518-F48E-D001-5523-807F39422191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2E6847-B98E-2419-3A67-6CEFCD571722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2D1EF8D-8071-0D23-39F2-1BE836753BCB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6544187-A0AF-A2E8-7BC4-D5C9B9FEC33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1FA89E2-88CE-E16C-8917-D4690B4D80C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13C1FDB-569A-8AC7-4962-167A4E19F205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4E24917-231B-0F83-7E76-44F2F12471C1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3505C2B-648F-6DD2-A16D-FC162D392A7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9A83C69-DB91-9EC4-80EF-1FC3C934D27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03D14D0-8505-347E-3214-3270CDA8325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056A722-0642-A817-1B8E-12C85B789A4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53574A1-F601-82B4-72B5-CDFD7C30A624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DD4ACC1-679D-DF8B-61F7-C3C56080ADE9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0341AC2-0C31-3CD5-C50E-CF59F2C1D2C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E737F13-2E1C-94FD-9D4D-16EC1BA82944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3DF627E-2CB7-4AD8-27C4-E2006AF3822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7A11C77-6C7D-68D0-71B0-508A9FD8E20D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E25E03A-B20F-9B0D-CD3B-CA756E03DFA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205A21F-ABE5-AC85-C9D6-D976A8858CC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881FE17-D503-AEB7-8213-B2149C8608E2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B8737B8-B74B-8346-D7DE-3E34F3F12E13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12560CA-AE67-81C8-B250-EF791563F2A1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FADC773-969C-F3A7-6197-E78A8B31AC6F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6E720C3-1B56-FEC9-668E-07694DDED3D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7BCA693-78C6-4250-4170-A215B3F169A7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1F63725-5BD9-2179-75D0-F04B04C41E2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6409B23-C045-6B74-42F6-F57010B7487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179FE28-7F48-BE0B-94BF-02D0218EEBB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0ADD235-0912-0833-CE10-A76FD5476D97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EFBEFD4-F688-12B0-3C8D-882B421CE82F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9A26BAA-4351-4F31-465E-5EDE2292E85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3B69699-27B1-E103-3BB4-082BD538A276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43BC888-B95E-9E92-F19A-D2AF6F6B99D7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9A50D29-14C4-FC48-2769-D6AF6ABF65D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DEA2B7C-155A-1919-4269-A6632E85C96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F417FC3-EB87-0165-CEBE-58B9B992CB05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ED4F997-3601-299F-6BE4-2CD725846630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29E51DB-289E-97E6-A020-059B65D84337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7764518-18DC-3694-96F5-558FA261177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FA1DDE5-6E68-D76D-163F-0FD89200A923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7581638-37EB-BD70-CC80-F960828C7D8E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9566460-DE94-AAA1-2710-43491FB3455F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E5EC9D-DC83-FE1B-9C6E-41FCED5EBA06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415CB44-CC83-4B35-9587-ECD6BC7D91A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E4E38F8-29A6-A74F-E449-A76E0036AFF9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18F0C05-19F4-C4B4-7A2F-4B74E9CCAFE8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8FE0276-4420-C77E-CE08-3F60E98039BE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094EEEA-44D9-1AA2-35FB-8EA62F81F3D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E17B8EB-BFEB-2E9E-FE9C-58685946EFE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F37BDD1-EB5E-8208-1EF4-BBD480AB710C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E96786D-F46D-ABC9-0279-F4E599902D69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D5CCAB8-EE7D-ED50-F123-E4D210ED018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9258763-6483-D0AB-0CB1-F9F713A1025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8A20FFA-5F9A-1C6B-6CEB-6B1BEF1EF4E4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11383C7-9552-C399-4F73-870CC05B753D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0095940-4507-EE4A-555F-A7266390B4F8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4425287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637C3-03F4-77B3-1297-2FDA8CFE9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DBC2DF6-3A45-C5A6-D0B3-0BCB7DC1E08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Last possible 8 in left center block.</a:t>
            </a:r>
          </a:p>
          <a:p>
            <a:r>
              <a:rPr lang="en-US" dirty="0"/>
              <a:t>Then, remaining digits in right center block (58) fit in only one way.</a:t>
            </a:r>
          </a:p>
          <a:p>
            <a:r>
              <a:rPr lang="en-US" dirty="0"/>
              <a:t>Then, remaining digits in left center block (15) fit in only one way.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5B67149-1B5A-71B3-2E3F-51361C8BCA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A995F3F-FD90-B7AF-0D61-30D10361FB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AC021CD-E82D-446E-B6EE-95F83F49DB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54FE20B-56AE-2BD0-27A6-2CF328EEEAF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EBD8B54-53ED-E278-D618-DAFA0E929D2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349663-1F76-DAB3-4D83-0FBFF1BC3EF0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912613-8E2B-13E0-F0C0-BB56F4488ED1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267848-2D4E-DF04-9177-ECC915AEA28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D8FBE9-0310-90EC-EFF9-084F4550D837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3F5FD5D-AA3D-F9FD-2A7D-3C457BEB9EA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07938A2-C548-CA62-FD1E-655825D39960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02E8E10-CC3D-4915-93ED-51FC7B6F1304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AD57D6E-223F-7BFE-BB49-1991D751E57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0A433A7-8839-E49B-9F9E-0EA195D89DF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A3E11EA-D5D2-9C6B-2DB3-64D72A201F6F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760DD0A-E3A8-E3D7-46B1-F489818BF4A9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1B57632-4BAB-A867-D23E-1F1EC7B311BB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D193D3B-B96A-8A84-BFC2-1F1F7BB17AF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90068CC-0334-2DEC-872D-0259B7368398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5F3D912-A845-7FC8-EDB1-65169910AA6B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07FAF5F-9D42-ECC4-2EAA-7881C91F248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0BA6F5D-B643-2B02-0E1A-1DB72E89DE09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FF71F35-A45F-A130-5696-9C2AB2A76FA7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4C437BE-1A0D-AB79-8C50-A980AC28272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71940CE-7E5B-22EB-0738-590E1B9D1697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B9363C3-ACE2-697F-86D6-95085F34271A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D874486-77D2-7AF3-687C-2F0A6E3FA0C0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C9A4DF9-E5C9-854C-BB87-5129A2B07DDB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A7900EE-8E96-CAD7-0169-98EDFEA74BD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69A0BB0-C714-7996-3DF3-B6C332FF2DAD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F94D21A-814E-D6BB-CC60-0C405527B1CB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53BD045-EB01-48C1-DCFE-A73148A54CD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E72A882-BF6D-380C-947B-413F706E106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EF6635D-DB84-9A60-6839-68B6F397E10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43A1A08-BC0D-7BCC-6615-8C4A76DE22E9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2F017E4-41A7-7BFE-7504-E06CC974E090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B764491-FE14-987E-8F12-11AFE4265C9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9486BF5-F828-D579-2658-0D0B6001CEE5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3529B62-2901-3179-34F2-11723AF8D37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16A9E28-3242-1174-B509-CA6AC33F760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92DA28C-DD19-094B-FFCF-2EEFA5ED115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7E2F8AD-C695-7C2F-4CDB-E1079EE5BB73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326C2DE-6B54-74D5-DC44-372A0B6C4C3B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83442EE-27A8-6861-58FE-B35D4B7B675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583C34B-4D4C-D3E2-1BFE-F4E7B4DD588B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08BECA4-A6F2-9B26-C4C9-9188D9F45736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8F03F74-96EB-49F1-9C08-C72DAB0280C0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31042F4-A1AA-9045-7B4F-1D68A3BD210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04DAAC5-D4DE-9FF8-E3AD-D94A323E3806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4F1AE22-CBA1-3C52-0E21-D9AF17DBC217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DEB4C5A-3D03-1D41-F7B6-8923CC421521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F4E4503-6F18-CA33-0587-18D91339EEE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90920B6-3BF5-C26B-10A0-3F2B966508EF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954FF4F-BC5A-5B1C-480A-21716FBF556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1B4DA22-90A1-065C-AF1A-B27F5A669A80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202598A-27EF-234D-BEA9-552E1F0A610C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A934B8B-4363-022C-551E-0CB2718C75CA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C5C43AE-8E4A-DAAB-A101-26563236E966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0E1AD84-2A45-E951-6D9A-8049908A98F5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FD833EB-2DBB-54EB-F08A-82DE8E32433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A6C4730-4CF8-48A1-3B00-558CDF5B3C40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1F85415-7A27-6134-86B7-D296AF475DB0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0AFC54F-1C62-1B38-CCC4-A81B6449891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D38B29E-71D2-35E7-AB74-0DA584EAF3E3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CDCB90B-CEB4-EAFC-2BBB-C51CDBAE481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B61EEAD-0CBA-E355-EF92-A5A517F29AAB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91383989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546113-D9F7-D2E9-9DC6-4A4817415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AF8FD09-F186-A1E5-86A1-F1B7F7FBDC3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  <a:p>
            <a:r>
              <a:rPr lang="en-US" dirty="0"/>
              <a:t>Then, 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6325A79-63D9-B118-0782-3DC23625A1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204D19A-DDE3-081A-9582-B9AC2184D2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9AFED2B-0A4C-0A67-C30F-1CC3805FBE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E838365-A680-15A2-1858-AF4E9619C7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1585AAA-7C45-EF7A-A7FE-B00F0DE727AD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81CC085-24DF-EC48-1C40-1871807EF52D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487A9A-A877-2805-BE69-DC68F710A3AD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0FCAA9-CACC-67F9-32E4-A6875D534E3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A74E57-BB08-B435-F926-78CDC8C6CD53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58B7BD5-7129-857A-0E07-3565AC90C790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304BD39-B73B-DB83-0859-93B441E300C7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D9F54B8-2258-2314-BFA2-2418B65CD398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9901E16-AA76-1C73-2F10-B54D481ACB3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F8A5E61-6AF6-5D6D-4F96-67EEDA9C28CF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04AD40C-F0D1-B67E-66CC-236593D9B2A5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7E43F29-8AD8-7743-17DB-669C5A26D685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E0ED3E6-BCF3-9020-F2C3-C8ED883A489B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BB13D9C-D5A8-5C98-3B25-A22E0D938E0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E20674B-FA96-9427-853D-0AEC85D7A58F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89B9C98-DF5A-CAB5-5C0E-4EECEDD31D62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5A2AB79-EC15-41A4-16C9-B5F8C65736E0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FB56A71-BF7E-18D7-8241-83E801644B37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6DBCE7D-03A4-FC1B-84DA-CF4FD4DFDFBB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C59C066-7C98-BC77-62F4-18D1255E5306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A2B1DF8-0D6D-091D-C6EE-FE174C59C019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2889645-2981-E64B-ABDA-DE7969DFD174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BA55512-BEE0-7831-8886-EB54ABB3F5B1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DC8C810-CDA5-D4AA-4FCB-FDC00CDC44E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F7B8507-D81C-F566-F286-162FB264ADD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49B0804-361A-E9BA-B2DB-07E6D9E90EB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C205F03-A142-B69E-8647-892FD59A6BDC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37A4BFB-F467-AA0F-26D2-CB0023A254A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7CFC664-C120-BEBE-EC33-31CCB3D017AE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FBC7CBD-616A-4831-6417-81C1E664E35F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B68E385-F93D-20BA-35F6-B6743F483204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7389966-34EC-299E-1BA7-EDC81327B24A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24789BF-218E-24CD-57DB-7955F074566E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C488F77-9E91-5818-8074-8788886BCDC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3BC3E3-E58B-C65E-7218-A7838237C78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53076F9-E378-9DDD-4BA1-E46B0B041D81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5B5CBFB-9D43-1FFD-0E8C-F3D569B16A88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D838CCE-280D-2440-C06D-233C71E9D891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7A620C7-D880-A64D-681D-060716664F98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B9BC485-FFFD-5386-8369-B2ABD7EC1EAD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4537BBF-0753-E609-F797-5C9A9948FAD3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D859D76-0A0D-D1FB-07BF-F58DCB5F7E6C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2C008E8-42A6-8346-D8C8-1CF6903394DA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6E046CA-386F-C312-EA7D-4E74A78F1C4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8A1DF9A-045C-E8FB-E551-6BC1E6308594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8658799-E4BB-9078-5BCF-6CE17733EC1A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C490079-6590-CF3F-005F-FD82CA2F5CED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611C254-8370-A004-4D79-9851EDFEB7FC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AE4DD75-CFEF-8AAB-E53A-2FE2C0C2E88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2CA2179-5010-E1EE-AC34-1B9F9946FE11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D2FB060-B2B1-6B73-E118-EA482986A5E4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54FAAA7-01ED-CDB4-02D0-11B960640CD3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64A0B00-385C-8D81-25CB-EF6B0039A01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2B99CCF-C714-616B-E2BD-21FECB9ED413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3390BE2-1B9B-CE04-4A60-232C8CAD2431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F6CD7C5-73D2-DE41-7ADE-96BBB4B9112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1100BB2-E5FF-0E11-006E-6AAC258B9B3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808D39A-4DCE-7A11-4006-D950E873008C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5CA469B-DF55-E568-AD76-B89349095AD6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DBB99BA-7938-857C-9CDD-10A2BEEE81DA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106CA44-CD31-7B4F-CB09-53FECE35309F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EE807E8-1866-4183-A5B4-34013C8FC1D1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89790484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D8EA2-D788-EBAB-10CE-6687C15B9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78A97E9-E9B4-B80C-8F5F-802C1DB03E1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Row 4, remaining digits (26) fit in only one way.</a:t>
            </a:r>
          </a:p>
          <a:p>
            <a:r>
              <a:rPr lang="en-US" dirty="0"/>
              <a:t>Complete Row 6, Columns 1–3, and then the lower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8644550-1FD9-CE65-B836-E353B73FFF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5393163-BFB9-FC37-573C-3AA8ABD8B2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CC93365-336E-1EE4-448E-F265C5737D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6C40A33-DECC-FA0E-C433-3394228C88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9906A1A-9452-DA7C-1A8F-299565C9E2EC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3EB1C7-BFC5-294D-57C7-1A10756C195A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087BF8-783F-433F-B641-F1D09F12DE3A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D28FE12-7065-05B8-D08C-309E9F4AE70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C630BB0-080C-066D-1632-BDE54AD4E499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D31EE3-7C87-8252-A3FC-5E18AF3B141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05DF50D-B24A-3825-D44B-40E225B0AA7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552CDA6-8295-F174-1C1E-4CC861D74542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0DD2B2A-9753-EEAC-4135-2253A7FEB68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4AFCDED-A267-D894-9C1F-AC811D573DAF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D99A443-B8C1-1FA0-D841-60F2F8CD168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9980993-57E5-ED36-3780-5CEABAB4B706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5252669-5872-F391-A0F6-D0C847482F3B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2A51BF7-9B0D-4FDD-F7C9-1ACD289C35E0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68ED1AF-EFF8-CC44-7438-98E566E1C1C1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B36E82D-711F-A050-7440-A48190E02AE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AD2FB5D-54C0-3EE8-C3B5-8FF82D21A6B4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98BBD33-AA87-5D3F-5BE5-0F9353DA7235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283FDFD-9805-4286-158E-83373120C65A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14CFB3C-B82E-D340-E4E8-AE493B9A31E6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BA7BE8-5A22-4D33-DF76-921DF848DF0B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2E0ABE5-4FFF-43C8-7038-8E5C9F97035C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760BBEA-9B0F-1C65-42FA-64E923257B72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2C6FD28-FDDA-4B00-E383-654B853D79C5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0F9AA72-440F-76BC-D08B-78857D135D3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1D15BD2-0BBB-D61C-AD74-097EEADE30F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93B7E7C-2C8E-048F-DE38-04FB83D5A91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279A2B6-1870-C584-92BF-3322E32FEC5E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BB6EE56-F4F5-F730-9C48-F8E56EB95D10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217E79F-77D5-E06D-6D92-A40451CB61D3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2F45EFD-AC20-E4A4-79C4-E747367F2C32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8FA140D-B13E-264B-33CC-E56991D2A28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09C569D-C622-6F15-9752-9EB8C0DAFD23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D507FD3-FAC0-C4B7-B07F-4E757FECACB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C2A68B1-1ACA-D292-B112-D7E2C095133D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921814E-6E92-EA79-C48B-0A8D1B926266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4CA24C3-246E-BCC7-2539-3EA703D4B9E9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8ACF70E-E4A8-6F45-E020-ECB3338DD7AB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E071B84-A941-3EFD-8341-EBBFFE43E56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836A3D1-9FF9-96E9-49DB-8ABD19836F28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957A33E-652F-CA3D-1524-1F02BC7C14CF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A2BFEA0-F85B-A68A-63EC-24A55B3BEB24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46DA6AE-FB7F-CCE1-36E2-496B93290A9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56B55EA-8251-F538-0877-E97FEA90CC2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FDE6F46-0915-DD41-E556-F7BC4F6A7D47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FC5AB83-51F0-4879-834E-79911489CDEC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3B45F8C-9F8C-AC14-DD38-171BE41DD83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52EE959-006A-0C83-2D0A-370E052769B2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9BF1AEF-70F7-87EA-0A53-2EEA7DA5E43C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1E5532F-611E-024A-A34F-954615BED9C7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144586B-A1A6-D1B0-B99B-B3E5810745A3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495EABA-8ECE-C541-7231-C3459FB42CBC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DB7D075-A302-E16C-BABC-B845078A7F10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CCA4026-F8ED-A57C-AEA8-14F8EBCB33F8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6A84D63-8643-DC4F-33D0-5CC43E5294F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B827C8B-4705-F09A-E0C1-3E0AB9431658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BCCE892-CEF5-FB12-BE65-EE960F6DA0C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9BAEFC6-A22F-0399-0588-187A081540A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873582F-BA85-31D8-BA50-21ED7D5DCBD7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8B07DCA-1B4F-484F-9784-1FCC5E278F0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65B23CE-89D7-E1D2-41AC-3D17368D70F3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E2E6956-271E-0834-4708-9E6145F7E60B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3BE2FE3-17E4-AB4F-6A0D-FE736E275937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FA8608F-CC10-6B4C-075A-D75A555DDE3D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7798884-C437-7955-4EFD-4AD9A15346F4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07D6FC5-84E0-555E-F125-C647C9D627C3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E28DEE9-7129-B10D-46D2-CA45E20A6A45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362B83D-CE75-40DD-DAB2-F2E256685169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BD1021C-8BF9-2E54-610C-C2D2B33D1B4E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00F7F9E-A4FD-E2C9-8626-A2F0178B3B5C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CB7E43F-63C0-53E3-E70C-2B396AB5752B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1DC5599-629B-ACBC-209C-37BA725E07BD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72263370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60084-DF42-3423-5492-FADBBBB8A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0BE5B15-3466-9A30-56FD-0769FFFAB22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possible 1 in upper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C2A6E5A-9B0D-880D-4744-B1AA1DBEF3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B1B7DD4-AA58-CF87-5AE4-DA0636E86E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60C4386-02ED-DA2B-504B-BD2C51FE84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DD2AC6D-BE03-1DCF-C95C-F96D5595C1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44292B4-0BEA-E0EB-45C0-CA3E13FD1270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6B87AF7-61DA-5C38-26D1-D9550600CDDD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8AB969-5666-A044-67F0-0E63F35A0B3D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77C3688-6023-9800-3C12-3E8B26C4E38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E9A825-FFDD-7CCB-6974-0596DA247A1A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4873E10-A94B-57C8-5F69-819CE026169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59F8F25-4299-3C69-84EE-A0FBC01E3785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7B2E0C6-8C68-47E6-5028-F4FB363024B6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DD8C105-41A8-D176-3CF8-CC784EA1F5A4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399890B-BB31-F73F-726F-BC589B47D657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FB2671-F4DF-D4F2-AFD3-6F50F4B6E61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A2DAEFD-581B-8E79-9BD5-47AC76F4923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1942C07-0628-E965-8166-C97A5C5F8A7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FA8E705-7D6B-A6A9-35A1-E86B52325488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285D76B-B32B-20DA-A13D-C0D001DB2C97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1A7FDAF-A63C-8B48-F080-0DDF7DCC160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50172FD-C385-D35F-9E2F-4DE740F54BBB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0997126-BBD2-AF47-2870-9C4E11A01B94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99EC566-4919-2B0F-0B23-CC92618C4A8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0D0EEEF-702F-B9FD-F696-BBA0B94C321A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786B79C-87D4-F749-7907-9862116D85C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183E29B-BFE9-FAC6-04E2-61BB56066E8D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0EEC3FC-BB09-9F72-BA2D-0EFA8C155526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484BC17-9AF2-FEF8-BC5A-ACCA60939CC6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3B3C1CA-5B84-E35C-451B-1A7E6D579A80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5E9887D-A69A-4AA1-B451-10375EFFFCD3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97CA602-BD20-0E1A-3EFA-91470F72BC3F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B657410-4ECA-82D0-75E2-7C310831213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825C4D6-10CF-1B7F-D8C0-52BB2AFF1DB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F62A313-ED8D-E376-5238-F6BF238EBDB8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5190D4C-BA9B-D3D3-39D4-8D01128752AE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254202F-762F-1D77-FB33-DCBE207EDC7A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621E81A-5068-795A-8433-D481456BAA50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B2FA46B-5B2D-7F26-8E38-9CE7A86CBD80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2401389-DC5F-43A8-C3CA-ACC1A690BFA9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29952AF-EC7D-AA05-3920-24C50231B11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317BEFD-84F2-8072-27B0-83D78BAF145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36424B2-D1B2-CFA1-0BA2-BE00A3D8CB0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845B114-9CAA-5220-2A0C-81842D212E54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4BA76BE-AC5A-783E-ABBD-9030C519919D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D4BDA3D-3A7C-6DCD-5EA2-64C7B599D4C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0B67EF1-BB24-C154-A82F-EA3038A330E3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8D4199A-8C10-1812-AAD1-32F2E4CC6F19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D8F1936-6189-6FF1-8342-CC4CFC719920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6714654-2D16-EC96-2E55-20B959DA8ADD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C0A43D3-4A81-5CEF-E587-62CF7DDE4AA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B12FA06-BB4C-4218-A7FC-B352859457BB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F28291A-D370-CC7B-176E-661FE8657E6D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33563D8-8C14-9D06-0AAF-7238196C2EB1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B9F3A77-9ECB-8021-FF86-7E61C86C4F0C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4428206-C95C-7D40-CBA1-C99B33BAF21B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301A280-6F98-C746-8412-EA7398AC77D3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A2C00C-FE11-C097-7FDC-BFBCBD399419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1C79802-1815-B42C-34E5-5C2CAA61FF35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F6EB182-DD61-3FFB-98D4-58187A93ECF8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A60DFE-956C-3D15-653C-8AB8AEEDFCB1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9340291-A381-1894-AC98-E1401AC38E59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FD850BE-57D3-43EC-D385-C82B485FBFA7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B4A54F1-9141-5F35-AC4E-764CEB63444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552E691-3DB3-A6C2-7E3F-F474AEF8999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F089E7A-EE6C-3A68-03FE-69EC34C60493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AE1BB0B-D311-9BA4-AE26-DDBE5DDF80E4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C8A248-C78E-D4AF-8C51-BB19FAAC894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DBEDF8C-14F6-D1B6-3B3E-FAC5E2F130D4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CB97A79-4EC3-C609-C7B5-B598A2484AE0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50DC39A-51E0-FCB4-D59F-E491B56D869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A71D90F-CD95-1043-BF18-EED220FA0269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BA8B98F-8A34-6D3B-C5B2-5251E254AA15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1675F00-746B-6EF8-E8E9-093B2D1F05F8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B45C320-C1E2-3EE2-60CF-EEE51028C5FF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325198A-2855-0B3C-3EE9-FC2B7FA42CA6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13E8DB5-A82C-2821-2153-928C1301F21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B8A8D56-38A6-D6DA-B42D-EDB9C6E0D25A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02221176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37B4E7-3379-504F-DDBA-EB5017DB8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E7C33A3-DA8F-377B-C479-987BA747006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[16 in 4] -&gt; [13 in 2, no 6] could be 49 or 58. 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1B5FDB2-34C4-FEB6-15A2-940ED9521D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EC2929A-1C29-4314-E535-930A5E0200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7F795AC-B220-DE03-09CF-94569FED26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706590A-AC76-37F1-D37F-3B3098FE3EE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BCF687-0EEC-C59F-738B-56FEB122AF90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3F4DA02-9CAF-099F-C4E2-59F1BCC8F5E1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974F4A-EE08-0BC6-8AFB-59623D3B16BA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E8CC11B-D431-2B62-AA4F-245E313003D7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C09765-AEBC-CE5E-9745-9DE311AD3293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5433A3-F777-A935-2ADA-66C8335C2CB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52BB893-6DA3-113F-5AF4-91570071F9D5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A743CFB-48B7-A2C6-F715-4B506C36A588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CAD7522-5DD4-DB1A-C06F-F7329CFAF56A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A4C81D7-7894-8B14-03F6-41C8F748C432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1AADE4D-ADFC-FBD0-751B-4FDE4966F82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FC65092-24EE-178E-1AC3-48B2C4298F18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9322466-94D5-6702-F63A-AC7C5BD548BA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EE325C4-0EFD-086D-5F90-FF572B9D8DDD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05CB88F-5A8A-2447-995C-9483E2F3603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EF2D870-73AF-7FF8-5CC8-918B73DDADE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E1C66F2-6D78-559A-A597-26C8F9408AF0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3F39559-8A85-4E57-2493-0E1F7E95F9FF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D5CEB30-5C28-4A22-8263-18967B2E47B5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782CD63-870B-02A9-1CE5-95CBDB3EF5E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93E945A-4EFE-6C9F-38D9-B8C67203786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D643C9F-CF81-A62D-1284-FD7C3FF1E4B4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AEBA9FB-871F-3F4B-6691-34EA6BB23A9E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447B889-3398-C1E4-049A-220EA65B442C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6EBF8F1-F097-985B-156D-27CE9794EDF3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AC06DCD-FC4B-3B54-B229-33BE20577A4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7BC6096-836E-87C0-FDB8-66103FD0AFF7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0C79585-6660-0C3C-078A-C313057A9AC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18021A9-1DF9-104E-486B-99416EEDC39A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B77F3F1-6C64-6D46-A08A-51AFD65DEB0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2BA5545-D58B-A699-CA52-03F52D6DCEB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B1A573D-66FB-8E97-A453-4F2BDD39BA40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CD3C7E0-9C86-FDAE-587E-459E24611B85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AA711D7-DF6C-6EFA-EE11-F9D9343B3DDD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953A455-4E36-CB9E-F8B3-45B0E99A99BB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A061AFF-CF76-9853-9E7B-EA8EAA00254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9F32FD8-8D52-8761-5B68-C5FD736B2D7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2F1FC74-165A-3780-173C-51896245EE1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3A2308B-C8F6-0132-E050-AFF32C311015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BE5B0E5-D909-EA64-881A-18DF3D0F38B1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C57B3DB-1CC6-8359-D642-C98F9318671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4FE4A55-A523-E99E-5C49-1101F98546D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91D59B0-3F5C-BE7C-A32C-22E2918D63D5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5E3A367-B9B3-41FB-B395-464387017CEE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8ED1776-7B2B-5040-7BBB-21985D54AB8B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E573D3-5E19-8812-25C9-249FA855B14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5CE9788-E9AD-90CF-262E-4935AE6BB333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9C2A670-0727-10E9-348A-100E9A4D848C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A22C98C-5532-8B66-733F-2ECE83C94B50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C21397-A99B-40C3-5FC2-4066A2095E50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BF308ED-5ABA-1192-BC3F-414577440784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A43C577-369E-EEF9-6D98-22D7B1524BCB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7C75098-67F4-9D6E-6775-57295E5DC686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22F6D2-F7BC-2EB5-6009-DD5C3FB69DFE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FAC64C5-76D7-86A5-89C4-6597F13BF72B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10AE410-4C69-CC7A-1C40-2D97733C057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2AC684E-105D-0B1C-B4F7-0E8A0522567D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4B26EA0-237D-D151-D6B3-CB61F274D807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E54DA06-239F-D9B3-A0DE-60414CA3F889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7BCBE09-8DBA-97AA-FB6F-17C9B9BD48A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025057F-F340-FF74-D5EE-9683DBFCB660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8D1C17A-664F-6AC8-3B1F-A84EBF56C126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9C1ED12-25AC-2F4D-C7F3-6585544B8A58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67FCAA8-2F04-14B9-0D8D-89AA80EF6357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020E83A-8455-A70D-5680-A9B22C774D45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2E8C383-7E30-29A1-9822-275C3D97631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992980E-8C96-C4AC-44C7-FC1DCBB105F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351D409-997F-49E3-150C-2B1A310CA14B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635B00F-D402-7054-D7B4-A846729F5E8C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8467B7A-240B-67B3-D3BC-083C2B1A9FDB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82E5D38-E5E6-BF03-1608-4174C3595E1F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18F975D-26A7-9D88-F76B-EA76BBF94564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431DEE1-2461-5E43-6CA4-C03216CB2B7B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EF3553C-1234-8D7E-90F9-D4E6A648FBD8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9ECF843-CA60-306D-8C76-51ED0CBB908D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9854</a:t>
            </a:r>
          </a:p>
        </p:txBody>
      </p:sp>
    </p:spTree>
    <p:extLst>
      <p:ext uri="{BB962C8B-B14F-4D97-AF65-F5344CB8AC3E}">
        <p14:creationId xmlns:p14="http://schemas.microsoft.com/office/powerpoint/2010/main" val="11106277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2C769-29AA-84F3-2811-CC749D419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55211E9-2334-3F56-08BA-C17F5628EF9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 (Only one of the four fits.)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DE17ADA-95CF-3BD1-2602-5F2CF82066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B014695-04B8-02A4-373B-ABC0618BC2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9491DE6-9EF8-90ED-F744-0FB5036605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9868015-DDC8-836E-35A1-3DC6F09936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2FBA26D-212F-ABB6-8225-35CE850B59C8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7C7FE9-9BD2-4A00-20EE-0309EEC54F4C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73A559-5FA7-5B2B-48DD-711CD3BAC179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CE15E62-91F0-79E7-6D48-285BFC94B09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F43B58-5030-B606-5C61-B5A2C732A62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11B2DA5-5648-8314-BF35-9FC67A68AA8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E77670D-5F10-2F47-A950-A0645847FB3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E209082-1183-B0E7-8C7D-8D2F6F9BF702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B94C145-F65A-E4F4-E4C5-3283E5B0C062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ADF9374-0F51-0A8E-BEAF-582603EC9E1C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E10AEDF-F7DA-B468-A8AC-59EA8832B49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B36FBE-6981-1F47-1536-A85F5C3E029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01B3F3-0583-5634-7F5F-49C6E5463C88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866750C-FFBC-6224-4FBD-E22664503C88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5CC5E4A-2F85-DA1C-B387-49F8CDB8C9A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8EC8AC5-2F80-8374-0C67-E4CA27F3026E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DDDB252-B997-D253-A722-07306B092B4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F2573B0-267E-24DB-D2ED-7BBF62D4F0E7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9D2CAA4-41A4-8031-CC9A-5CB647023538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06F0EB6-735E-2149-C353-F509698A38D8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A6CCC5D-6553-6417-C177-BACED6EA8C14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0E40E17-F793-590F-5C05-17B5AC945802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991D306-706E-FA29-06A7-0843E55A4BBF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BF591F9-2818-A3E8-8597-F7F6187D3583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CBE8D26-B7C0-EBC0-4AC2-2C03DAC29186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D704F06-74EC-6383-D4B3-84AA0B9D767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8D0C188-DAFF-0873-49FB-3777027EE74C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8D7AD88-9AF0-604F-E306-F1452F7C059D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F0CD636-72C8-6033-E332-A8F036102A1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17F84B7-0669-D1A7-0D58-1B3F19960D57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9B93E42-280C-4E1E-245C-05CD551E59B1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5E8C097-3255-3DC5-FF84-409E1A7E79F7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7D9ADCF-6248-BEA7-B48C-5C7EB81B7B1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92EE1CA-27A3-DCE0-E8C0-E850A2A0ADE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A267948-9E69-5D95-18E7-FC062887694D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5079EA0-550F-E0AE-DF84-559D2B186AD4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0F2FC7A-6FE5-C92C-70CB-8DC9823A64A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FFECE3F-32E7-6760-D0FE-CA7E6FC69AB0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C338531-C0C9-5D72-D9A4-CEC046CFF572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142EDBD-AF59-D632-9FC7-C8AE4905C5A7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04E3B31-B5B8-EF50-0CC4-A06C09F92E2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9B3340-C168-4080-34D0-02A45938B79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B9CE392-8C75-245B-D6AC-5DCB47B3BE28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6B4ECDF-3CF3-2CFD-D41C-04CF3911672C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247E122-C933-AAEF-48B5-6F2A9C3BBCDB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824C22-7DC6-FC8D-D1A4-55C69CB3908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FFC5C88-D855-40C6-CF77-2BB6DDC4F19D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A1BE2BE-967E-552C-BA7E-57FC7B568755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615A1EE-B36C-EF92-676F-465C7D1C2B44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E657A3A-D88E-8C90-D992-C37CB77E6CC0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37D5E77-F7F9-7547-CBE2-346243E00EBA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CB291EB-037C-F004-4CFC-3E4AF3945492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643C22-CA26-FD78-B0AA-7191726A081C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B30B3C0-C16D-5183-666E-9ABA1CF36236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0D861AD-4699-1B75-366E-2AAF5679B9D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2392F2B-A327-71D7-B02F-1DA88AFBD141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9526F98-BB30-A67A-2392-E4BAE9252E96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7D7047B-F0B6-E90F-817B-B4D84F5FA38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69F0F17-887E-D42B-3F2D-5774A23CC31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7E5202B-9F5B-65AF-CFD9-093A1D9808DB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CD2B454-4C90-329C-3B3A-DB054206B33E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BE40B44-8167-BCB1-09B7-8EE9F15B53E1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EF594CC-6CD0-D985-C9ED-66F5F9F3D74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9086A80-BA37-263D-DA32-A080DF44443A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68171D6-B125-FA58-DAE6-46E6E7C8C09E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16C2E1B-F83B-7493-1560-579136E3EC1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28A04EB-88F5-D192-8142-369A833A2701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401B971-E060-6A73-7986-99DFFE778EE9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0348E62-1F9C-72AF-2A1F-6C61B6EBB03C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86EDEBE-BEB7-D524-EBE4-12C747340E94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7375D23-E91C-7622-48B7-E9D281D77E18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6EF72DC-A08B-D592-B393-41EB578D48D6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84506FF-F0BB-CAEA-9C8F-05946BB142FD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BD523D2-02ED-3ACB-CC4E-EB8A723EEA93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1FFE224-C591-FBB8-0BA6-1CEFFF0DEC0D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61702151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7A7C7A-690F-C8C6-02A3-43F1EAD41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41E0DD4-3611-BBDA-46A1-B0DA8E69607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769DFD5-DABF-FFAC-F9D5-A12ED558C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E237DCB-23BA-8874-8AD8-9F912D337B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C90CD67-26B8-1078-8F75-786EB42619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B5FD90F-6C9D-2618-57A0-DCF3C3F495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925592E-97C7-324B-949C-124DB260F8FC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36B778-0DE3-E22F-0F8C-58172B14DFD8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DC224E-7E3D-AFF9-6AE4-A90A21C4197A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560D7F3-56ED-A729-2098-EA85FA29F109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8B9222-1731-0956-D80B-635EEBD1AE8E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641F685-FE5B-D514-986E-72042638481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6E9903-726F-5217-1CDA-395364290F5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31E6294-C9DB-D25E-5BC7-BC35ABA807EF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E815444-7384-70E2-F40C-7B6C16F85A9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387B0D4-7CF7-55E8-2018-7E52DC040565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0DBB3E8-2286-E10A-3A94-4D291D8BA92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543D664-37CD-975D-D4EE-40F01CC0144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D9B0FC5-2F7E-A819-6064-9B506747257B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356B9BC-36C8-294E-9E1D-9E99CF25C00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AF633CE-725E-EE3D-C9BD-583C45611E19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20CBCD6-DB39-F96E-B892-CBFD7F8DE5AA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1191A4E-D6AA-CB5C-831B-1D718D995C5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13BABCB-418C-DFAC-E4A3-1B05D22FC9A4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BE9AC7A-72FD-18E8-955F-D9ACC6E4B946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3A38057-7AC6-082C-91D2-2FADDAF41182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A6EB57E-555F-6182-FE24-DA3D658A6099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771323C-6B2A-1CB9-6E04-81ACE840A8DE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54D3933-B4A5-A049-84B5-1E028A8A7175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DCAFC3A-B6EB-3152-7185-981401EB2059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181D44C-79EA-37B6-06C7-4933741C8C99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939B842-D429-2945-5118-3224048A19C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F240DB0-A5B1-0658-4091-13385F4F273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D8CDF09-EEA7-901E-3A95-9DDEAAA20CA6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3C31669-34DE-F39B-BC5E-4C3EEB362F06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427D253-D1DA-18E0-E4D8-4B9DE0B5F33F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9AB9E10-BC31-F9F3-DDFB-5662196044AD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A6ECAAA-DA09-FA2C-44F4-28418E720CA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9F2322E-6E65-14DB-DF59-F34C57826A70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564EF5B-592D-D91C-4888-2710EF4E814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EE900E2-5B90-9AC9-576B-1461B3179834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2930707-DFE6-6FAA-6CF8-463692E40C47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2C4A6BE-AF5A-21D8-1B28-1443204C1DC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51401F0-43AA-975F-835E-CD0C7708A706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BC4B019-3EAF-E422-D019-D22FF1036456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C7FA4F9-4A69-94E0-FD33-5D061347EE16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DB65CC1-D171-F86A-3C53-70825756E54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3881588-1FEB-AC11-FD75-C9AC6422B49C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9420827-31B1-E713-4D6A-6A135D718E1F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E937F66-0733-CF10-1BC7-7B4DA39B5425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1641951-15E6-9A97-CC56-828A08FBE24A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3D58788-EF87-DB14-8485-34DFE1150EA0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D4E6155-A68A-A7F3-9518-2662CBF2BBB6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4887A23-CF1B-ACA6-60A2-CFFE6C0B9F72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F91119-DEB0-E25A-8791-1DF67C133F73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E90DFE9-A2EF-9628-A095-EDB670744FCF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9771120-BE4D-B087-0E18-97E44D3CE973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29F043B-EDBB-ACF6-5B76-575A19E5A6A2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F263F46-81AC-B3E0-5FAF-51D2642C6E90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E7298CA-FA77-498C-5F5A-C440B2D80BC7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6EC4B5A-FB87-236F-B2CE-6738C68F591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BFB2819-71D5-8973-0A62-E28939AB456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F6BDAF6-280D-8F74-03C3-974FB179DD87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5FA28C1-6909-B118-BF13-034364A88088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3C5CE4-F04B-9AA4-747C-603FD3CCB21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66FC63D-1FA8-0103-1D91-28AB03CD8D92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D4771FA-865A-4268-42CF-BA06DAC3C060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13A5368-8CB6-ACDF-FCAE-EA015D49404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9C90E6E-D819-884A-16E3-5B6CD1A39372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837DD4E-8BF0-A298-7818-0F687955D06C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2C1D3FD-37CD-8483-1D74-2B6A9D42E59B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1768622-F179-1512-5EC3-AC9F6763D96A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485C09B-9170-B2EC-4FD3-CA8A2E1B4FFC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D2B5E3B-31CE-4637-F1AC-6A2EE80AB72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0E8F8DC-604F-1F60-1A24-AA6DA53470D3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69736A2-11D7-E8E1-3F47-A87B82EF026C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95533F8-9042-9D7E-FA15-ECA3B7BA6FB4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B715F41-44BA-2A7A-75A5-7F71F21CBD8F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29189C5-75F1-7A1A-3D0F-3FA2391EE90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6FD1A51-6AC0-7233-2F17-FD577F146EE5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C54FD30-F5F4-9999-EAEB-CE269CAEED13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405551588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620D7-9C83-6938-1915-DF9DEBDDC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8755FB5-0BA8-9391-2063-D7E41A1FF01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C599A77-6B3B-A1CB-C609-2A6CA3542A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AAD835B-0F29-0357-B74C-AD8185273F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BE4F4BD-3E10-2255-C5E3-213576275F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0C69A1A-F7FF-3919-6C99-4569A3C071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23FED08-7031-D2D4-BCD7-026CA332788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45326A-2166-941F-6D1C-4961A5A7940D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90A348-CF2E-AE75-5BBB-F79DB9DB9217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6B93849-BF43-53DE-50DA-08162024298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5E0346-2CE5-93D6-367A-57F3F62AA219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20A10B5-0B68-05B8-7BDC-F7DF31E8C22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0276844-692E-590F-FE39-C7F87E6F18A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41131CD-B53C-D4A2-3D5A-5A89C20C928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D3ADAB0-497B-C450-CC45-C2E2A420A8F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2B03D0B-CAA2-834C-6765-0506D9FB541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44BA681-92EC-B0AB-4878-2B994FA0DB2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E53EA26-CAC7-BCE1-9345-41BA6826555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5B9F8FE-1E46-5550-F930-F3CF5BAD8DA4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8F24886-22B7-6F02-3759-B54ECBB144FA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2977FEF-75ED-819F-D5E7-D9F78C846B6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8D777D8-A5EB-74B8-C060-712901D68AF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1D25599-BB82-107E-78E5-EFF974FB0727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6FBE24F-E328-D8C5-E797-5D207EA07337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B80A58D-A56E-47B6-5B5C-27709926F2CC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9BAE754-FA3F-AC84-966A-A28654250321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714275F-2B50-5938-D28C-3EF7BF76E492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6FED8AA-F39D-57A3-C918-03021F571DDF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15477E8-CAB4-9B1C-1638-79CF3CB87EB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2451F3A-9209-3312-F9E7-984008F0FF40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39BDB25-67EB-08CD-431D-240470A5D51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D7B61CD-A956-9F8B-590C-4434EEFB77C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00B0568-5EAC-9E85-3951-735863D8776A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005726E-C924-D678-100B-66B4D29AC64B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025EB8E-6D6D-72B9-103B-00198B09DFA8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EBE3ED7-4DC8-383C-342B-0B97C299288B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5B97558-CD55-7C67-1808-8051B401256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DA4C9AB-9616-9D59-8F54-CF8CFF3D5A3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2AB3A68-06F5-F466-1300-69C1E65849A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62868EC-3923-83E6-D16B-326EAF4269E0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8CB588B-4EBC-E9D1-4D01-2C73444D1A42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FCD9B7D-63E3-2D12-146D-19A78D1337B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3A1AA01-510D-2F7A-9635-B7D804278179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C70AF3-E60C-F89D-CABD-CC59C83C9F02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14FA6FF-F86F-7CB0-3911-7FED43BC34A3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C3180C6-0303-BEEF-82D0-4CF3545CF65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0FA502-D9F2-97E8-D6DE-9AD28FF7A856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F839E1-38B1-29C1-3973-0071B7245190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B3189C8-6FC0-1413-FAD2-683AFA438EA2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B902B74-5365-4271-BB2A-B18C4B0F4AA8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6E97353-1B0C-F9E7-BC89-8516731A0ADB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6F459D8-426D-0C81-F62D-88F636BECC59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FC7EE32-4008-EADA-A9E9-37A42C85C3BD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4B07E2C-D194-1E24-3094-105D5369AA4D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86E5693-7373-A0E2-48FC-4D1D04789C08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ECE6191-C865-7443-846D-DB20ED063E09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F7D44D-27AA-4485-BAAE-C6229A32711C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E412856-0D69-D805-2024-C6A761456E67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2C81CBD-E127-26E8-B603-70A24BBAADC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D46E022-2776-ADD5-BCAD-38C91067E4D5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BCF24AC-D527-02A6-D547-3AA183B87D7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77EC521-8A15-ECF1-0E04-8C0FDE10407A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8EBE02A-D6B7-AF1D-ED29-A329E79B2EBD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1073E2D-FE04-095F-CD4E-DDD95F7065F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16AE055-3DFD-5675-F359-3E7A4422022A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58BC5C2-ADD3-2391-5EC5-CD3872121DA3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6E0E25C-4488-F68C-A14E-EB5B84C892D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149288C-128D-F73C-D4EA-63AF7557135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1DFE1CA-36E9-32A2-5543-83B7E35170AD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3E143F4-1209-4F18-EF53-B91F73D98E9A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EEE69C8-B916-8856-40C7-6B6C4ED82EB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0334D1D-616A-1567-983F-723E7E737B1F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9E2E894-A0AC-CB0E-E96A-7F7939BA0957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DB21085-7164-3115-F510-188633069600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3DBAE08-A254-CBEF-757C-22BDF009C8ED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7511EB9-F9ED-FED7-859E-C75F06B67BA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1892BCB-B228-39F2-6923-0226DEBF2EA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6F02446-45A0-9062-05F7-C1AE1512DC95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94CBE27-43E3-5F2F-896C-738389E06CA4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54C395E-A888-7C37-A060-45CD0A21A938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AE4459B-96AE-E3AB-5DC0-9A3FFB93AEEE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55243944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37B6C3-8FD3-CFB5-A6DB-34437C12B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5E682E7-5FE9-2451-F55F-BE09DDB1F82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  <a:p>
            <a:r>
              <a:rPr lang="en-US" dirty="0"/>
              <a:t>Then, 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89A2494-1CDE-7988-E78F-7BE3C222BF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A97480D-AE32-220E-AA19-2697F5F3D7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F771FDE-5E69-F9B7-15AD-479D65D9EE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94D8532-CAE7-5D7D-57AF-3F0C3636753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6FFE0F3-B074-38BD-B445-B29E1C832E74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23B0EA-6313-EA6D-737B-418980B598C8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D33188-3330-F94D-289C-F80C896EB1B7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9DFE07-F9BA-5726-4C86-AA6D46AC263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BC7AEA-3A72-DDED-9348-43BE8DBD50CC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8D22B03-7EE1-4F8C-FACC-F36C1386CECB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05A13B6-03D0-E1D8-23E2-E8E4B9E26B4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9A57FB4-28C0-3C3D-8215-ECC2313DD753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73F2881-C941-8B93-2A26-8E82111C6DEC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7F8EB52-1667-9811-EE42-8F31665A5B1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5ABAF54-4E77-8837-1D01-753E42E1D361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C313D66-8B27-4B95-F5A5-C4C519367357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6415C4A-124E-1EF6-AA24-788438EFBBA2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F76252D-8F8A-AEE9-F8D8-4A7E7E72E2F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B4F1AB4-5C29-43AD-57B4-3FD7CB3AC81E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7BF89C2-73AF-8E2F-9E43-E8924D8E1892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D2B920F-EDF0-9B1C-878E-95991E791782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2808980-5AE1-3ED9-6157-F24F2C2F6441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195C0C5-3A86-B82A-F373-6515F00BE21C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5B4CA09-6D0C-ACC3-3962-ED7D540B09EE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10A3900-346D-B5E6-FB63-57CD863B38F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99D246C-29A2-7EEE-91DF-4D312D9B2D1C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C038C65-9D0F-D28B-1A2A-B19913B66E2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8D59C2A-4C2E-2840-E503-EAAD64622A7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67F7C81-22B6-9414-F1EE-C5DC71082B19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C2A53D1-FAA3-1E96-0850-49767D9737B0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500E010-EE5F-6C90-285E-8102F5B83549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A6FE488-3669-D3D1-A500-AA53E34A6D6B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17724F8-F3CD-8D5F-244A-0CF86D6C2DF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E9054E3-0FDA-2AF5-AC68-B194D9B058FF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A5ABCAA-F39A-71F3-8DCF-D3AC8F65F3BB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17181BB-4038-422A-6D2A-1708D9AB8AD4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CF9E4C4-47BC-29F6-4C75-A52B211F1C2A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AAF5699-6C2C-7427-5D6B-C007CFAD9EA9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48C0237-B0B9-3335-7333-52127BF01619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554D457-7264-C868-93F9-24949AD5FD8A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379C78E-5048-F108-39F1-88F1227A10B4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60A31DA-E865-BC7B-25C1-3BA831C0E874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BE070DC-9D72-26FD-5BC2-6D8BD3717FB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BA71AA7-F6C2-8991-BE7E-9A96E79BB1A6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00BA300-8691-7A79-CE7E-979D15623AE6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FECFF3B-D5FA-1F8C-DF7C-ED6F9A53CF1F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D55DB20-7FF9-209B-19E6-BC3F6C4DB19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351D1DE-31AB-6B86-C871-9A547F78DDB7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6AE5FE3-C3CD-AEDD-8D99-6A6BEEB845C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E60721-7387-4E16-51BB-C78AD2B264A5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7AACD40-D72B-52E0-D4C1-7C77D0E8A477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5386919-AAF9-9526-4AF0-2AB05FEAB31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07B29A3-5649-B6E8-8921-770600CBA87C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D552913-4A0B-35DC-4625-60FBD01959E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D3A162E-72DE-532F-DAE9-05442E21985C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8A40406-2D21-34CA-958E-FC1526FAEAAA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3D65CBA-052D-FA21-12D5-63E0C9E17F3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548408C-41BA-E830-0227-0CA8A61511C9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FF9FFE6-0895-E5DC-3FF1-6380AEDD99C1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84A7BD7-64C9-0FCB-432F-617B70332E4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E913D90-CF47-D885-056A-E13F3004D900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1874ECD-E66D-9111-B0DB-D34358212765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2C30F28-3AF0-95F7-04D4-14E7B987C78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550EF68-01C9-53E8-2DF8-17E9B9B3699B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70D7845-B45B-C793-88DD-019190E82276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E5B31EE-AE84-46AF-D5DC-2EFB69CF7F58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4FDA0C9-8499-B556-84AF-1560329C1D7C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991E613-0B1C-EE54-5161-0190819F42EB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593B46D-4166-4FBD-21B6-618C4E753EB9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4B3D545-BC7D-7878-DB48-76264D1CDBE0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4C6D74B-F215-40D0-BD67-2FBBE338BCD4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4B739EF-2ED1-3D31-CD34-8D76C83EC825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D3E44E9-85F4-2A2F-EB1C-F119808E274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2BE58CE-616B-5F1D-3A22-D7FEEA7BEC73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CBAE590-F749-C11E-7513-D8257204BBE3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79D1C36-A123-EFF1-1169-3F1A29DF6E19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4D25425-35A0-7773-678E-CE2BB9C3FBE5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1734115-3DE0-DC75-81DD-991AB49258EC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112AFF4-3B1F-2A72-FF8A-92886F1D3390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72824492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B641A-70CD-C701-9CF2-A5E4C3B8D9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CFF6234-7DEF-243E-188C-062BA2D2879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possible 2 in upper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4C8874B-62B0-7BA3-98E3-E2B11E26FB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ACE142C-DEAF-9D02-1E09-5DE3F913B1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3558B8D-961D-3D78-FF1C-CA9E31A594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A186361-9580-72CC-57B0-0E2518E327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306A29F-E143-8616-A138-24F8083ED6E0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E117C9-D16A-9658-FC1E-7127F99656AE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D2CEA8-A6C7-6C84-E717-C01C251707DC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6789169-9067-D32C-793C-01FC9D6F15B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15B43BB-5AC4-7870-CEDD-A03BB2B4570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9A25A81-0AC7-C793-8D64-B27122501B0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77CCFA4-E5CE-8F82-F93D-4BF0A9C1C729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769346A-3EB7-E29B-10A4-BE91FEE8392D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6E4FD41-99AB-CDFF-D313-A8947F8D11E0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D5058AD-A4AE-67AA-189A-EBE58F043D81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5D242F6-949A-91DD-10B7-CF2FDA01BEB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E61A3E0-65C7-8A92-FE2C-3C99E854D99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26BF324-252D-6ED9-3440-DA8E87ADAFB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68C8196-4F8D-6576-8675-42D56CE3F400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40563F7-05F4-764C-F067-F258C9D8FC29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5F44E63-8329-D631-19BF-C0CAB909D1E4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B0A7859-A761-F53E-8E91-AB9074DE603C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A38FAED-A296-A521-8116-2544CDE0F97F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A95FD4B-65F8-500F-3A96-E622A5F2BAA2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EF332BA-BAB3-34DE-E081-E195272119E9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9141A58-B54C-CC19-BE56-A3B6540F468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6FA9DE4-D3BA-A209-DB1A-3220D9FCBA4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4E8F44B-37B1-DA74-09E6-BFC15F46DC1C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280A64C-73CF-FB18-834F-37505FEBD2F1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9017F44-D55A-C5BF-BE1F-0F90F4FF7003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261FB9D-9908-1B0F-DE8E-60CDCC42F736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1ADCEE9-0D62-D8A4-5C27-19924166EB6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99EF29B-B42E-BE6B-82BF-7CBC2282BB44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8781F64-BFA2-D8C8-70FA-809FF8EA69B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C09561D-A906-60AD-6CE2-C2F85BE138A9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F45C421-68CC-4D20-8863-DC22A88E9D43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3D39D11-2D6E-9C47-ADAC-3117746E9B84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1206616-8865-5095-4AF1-D52C357AE602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43A6B23-7F34-2142-FC61-B37DCDCC82F4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F054234-667C-558B-427E-C3E88F6C711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D78E3E-E053-C5C3-0CB6-EF09D2CFA79C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24D1B7B-FC7A-2377-98AD-5D37B6DF43C9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8F66952-F222-AA81-B85B-43F5F9A8845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107687D-0D98-A4C7-34FF-5126BF2D8C1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149ABFE-6AF5-5138-F927-BB4A99DC4AD1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561D33B-A6D5-9F68-1DAD-C331E86200AD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07444FF-D1C8-AF44-2F80-7CB85C17BACA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C934803-29BA-A61D-67A1-5B44E16C3C7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4BC8D0F-FAD8-118E-6413-B2B50E23E0D9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265C347-432D-DE3C-4D42-4235B9656E3B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02A5D2E-ED44-9FB0-8C4E-B9AC54394E2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057C11C-D830-B845-2A7D-D56ADDFE2F19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5C6C7B0-DCC8-3EA0-6919-1F2CCBDE5986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D62871C-1459-9B3E-2CF7-37BC9FA13A1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DB27E13-B38F-20D2-EC3D-3D9B5279AE47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FCC9784-5E56-A139-D528-8E53C2BA879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2C9FF70-E18B-E575-10BC-4DCA7F87DF8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65255AE-CFD0-63E8-A3F8-166E423E36E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17AC18C-EA7A-F31B-EF79-5FC465AD680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50D191F-0B9F-DDA5-5299-472F0CE9BB97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7EC5B7-C13A-F8F2-62CE-A0D2533F208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531BDB5-6AD7-492F-6493-BE2DD9A295C1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6FD80DA-86F3-26B0-21D0-0F0D140FD5BF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446242E-9DFF-B058-A9C3-AC600F914669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013C324-E50C-7FE1-ABB7-3C9169D9971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85A54BD-ACA8-5683-DF13-0019028BB336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D2F61A8-945F-3E34-9D04-558575BBD25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437373B-6F5B-F08C-2177-1280BAC87737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53156F4-BBC7-AB53-506E-601FC114158E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C39298D-677B-5C29-1B16-5BBF0D98A074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4A9C38A-D15C-402C-0F8F-33B7DCA81426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6DD36E5-9BED-669B-BDD9-85E9B60AE896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FCA10E5-E357-AC5A-59B3-DC485B35553D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AB9C3F1-CCDD-30EE-5F37-4B7CB1595C15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B6A51A3-3363-E2A1-C3FF-9116A70E7760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EF0E909-53BF-8EF2-EFCC-EF7B49CF58A1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AB8BED3-A351-E310-B826-37CE02278934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2F3FC58-9CD3-F6CF-E1CD-90D5C1812070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76BDFFB-F573-43C3-672B-B03DA1BE126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5D262B3-9058-B9A8-FA21-78CF6F8944A9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653F600-B680-2904-8B6D-26AAF0E81CA7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14579956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CC81F5-237C-C93A-63A6-BE775D8BC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DC1FF01-5D78-05ED-3555-A6FE3B65F3F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[13 in 4] -&gt; [10 in 2, no 1, 2] could be 37 or 46.  Only one, in one orientation fits.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143F55A-A523-755C-6DF7-DF71D11482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B84E1D9-B8E6-2270-F4A9-99406C2273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AFF6F36-2952-CB19-B0E4-263B791F63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BBD98E5-08F5-96C1-B439-FBC6D44BDC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878D95C-28A7-B9D4-F2BF-ED03DDA6C455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5D4D516-D1CA-EFEE-23DF-6840BDAF7A6E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1F5842-1D1A-B76C-12FC-3B43F7FE4EB6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4BF872C-2E79-5B8D-6B46-8E8224F3234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5191FE-2E11-2AD4-EE30-8F98BE15A38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A9FC32A-2691-EF5A-CD0B-B9D04B92DF2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C38ADBB-0C86-AE4F-50C7-8A462E8BA77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EC00A35-8F15-00F4-A7AF-A60D8C02164B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9D875A7-7A1F-8E46-7BDB-2741F053059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15DD2F5-51FE-B3AB-E306-0C46CB3D7971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21B042C-92D1-5C38-B34C-4C4B20652124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58FBE4A-5B9B-A920-43A2-34D5EF025DD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2A15C6C-71DF-7C9E-4AAB-94D268471CFA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594FAAD-3D47-070B-4524-139D1945FF9A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49C0D02-E60B-01A2-F410-3C6B49004758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728A6B9-C474-030D-2E9A-1A0BBDEC50BA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450C66A-CD70-456A-59D9-16D449C516F3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D88861B-8F9F-C370-6EF9-54A52A3714AA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FEA855B-5DD8-11DF-FD73-A68FA360894E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E8181C8-247D-A608-49FE-0BE98079EA40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67FE879-42E3-0662-DADB-ADFD27DC76B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33EBA5A-D67B-8CBC-9E1A-DF88E0A92C1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5F77395-58E8-EB25-3376-1275FF4980D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82187C8-C3D4-A2B5-E627-97992B6C9560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CEA92F6-F6BD-7DBA-1394-FE6C7088B34F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D8076C5-4162-3149-64CF-76E869D17008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8E21961-1EBA-CEC0-C968-214BDE49752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9690A16-5F4E-61AC-1444-C048C40009BA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6FBD62E-1FCA-1698-9630-DAFE904C22E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0D9F0BB-8CFC-B58D-99A9-9DF6A93C3E1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CCCC3AF-EABA-D56A-E4FC-3991CAD06D6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DD121D0-D068-4FB5-2151-A9012B68A25E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4624EEB-2E02-9FDF-1585-DA821766A170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1A823E8-919B-7974-2B7D-7419AE3365F4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FB7D9BD-4F0E-F4AC-E4CD-78B2EC70AF7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1CB1564-A98A-7912-93D7-C72540C4F1D2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0CCD2FC-2859-9D59-70D4-3EF681643686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6D23704-BAB6-63B9-30CF-FA156FD7623D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8C62C49-DC68-6CEA-E09D-483505DB4C9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D9052CF-5933-4E5D-954C-6B12C4F9C56B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856A668-7091-D010-A71E-D6F69B9471DD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0F8A0BB-C855-55D7-F866-282A25F76F85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06912C-5B2F-DFC1-15B9-94E4064C1015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ED3C21F-C47D-8760-2D94-DB91295E020A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2EDB746-85E5-63FD-90DC-AF29D39F40A3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341F82A-E429-B9E8-C5CE-757484DBC317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8640755-082A-0062-82ED-3BD33CEE7D44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3C1DBE3-9AFC-64F8-4ABE-C17B9E17C5D9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BEBEB8B-6460-D010-C589-C8FC9FB813C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B5D7E16-E088-63AA-BD25-5A7930CD2BE6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D2ACF5E-28E4-A35F-4AF4-76BBED467635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9D28A50-D431-A144-346A-30ABDBA44E8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46D7EB7-B493-5E26-00AC-B6718EBD74ED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C677EF0-9068-76CD-C946-C0F224089DB3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DE259D0-828C-1E06-E8EC-EF1A96BD5B14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E6617E8-E8F5-6765-BA39-4B8A108070A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6E093EC-CD2B-5B31-7345-7E732AA1CF01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42C9FA1-44B8-9F47-4783-CA841EA73363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55D047C-FF7B-5A3A-84F8-E28203075D0B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710D962-113B-EF71-1AFF-5419452AE49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9AA7D07-29E3-CD36-91C4-F9B757037F4F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439F1B7-33AB-51B2-7689-7039F2F2253E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70CAF41-99CC-0B50-EEEA-E1AA6D793DAC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55A833B-043E-8F63-4633-EC24C06C596D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CC4369B-51DF-A54E-3B06-6AFB68CABD38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E356479-5EE5-9204-B740-42324DDF5BDC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0176A65-10C6-9B56-A3F3-693EAF4E8237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C3B5DEE-037A-C8F1-F0CC-649C606DC61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28A9E71-3AA4-DB85-9B67-30A097835C5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5F46DF8-A82A-61C7-3CA4-46BEB32D4EDB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2808996-3724-6A32-8822-1CC2F12A67EC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D533503-9AE6-3FA4-55F7-6765845043B5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F46A262-0433-5F6D-7A66-6D12B1E4C0F8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A0C5CA2-E0FC-F84E-D2C6-1C98254CD0C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95ACC92-827D-3D11-E196-40D2B87359B1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2155699-A53D-DE64-3378-9A66FBA3611E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0DF6F0A-3C80-0D4A-AE79-E40B4C7BFE93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C0E6DAAC-0A68-C23C-8897-378BC944C58A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32974802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5CBCC-4815-79F9-CE00-4CF4844DC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12E55C5-045B-2E99-AF47-95B6501FB83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[13 in 4] -&gt; [10 in 2, no 1, 2] could be 37 or 46.  Only one, in one orientation fits.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8B803E5-5C77-4998-BA44-94790B8EC8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FCA4210-F10A-128D-9229-CE878BB4AC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A2EF358-CEC4-D6FF-403D-2BE29C3AE4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E8CB365-92B6-120F-F8CB-6A93EF0782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5CB2B0C-5EF6-86BE-5CD6-1567975D1193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3A4753-793F-0DB6-68CF-21CD88A503CF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8FC6D0-EE5F-274E-5858-902CB97E7E6C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D366251-5050-1091-E3A8-C2E4B0D03C77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E20AA24-C06E-B9DC-3A84-2CFA52654ECD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29BB718-C240-931E-1598-D853020B9AD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7F35272-31BA-06C8-19FD-05D32225113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24AAB94-6C0F-2230-DB8D-151D87FCC59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4D13668-E239-0A5A-5569-079D3D2FA14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06E9DC7-E162-62D4-DB80-B29D257572B2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5BD8DDD-80EE-83B5-FE91-48754035BFE6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4BB8D6B-3364-500E-986D-585F3BE60F66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D8EBCBA-C0CD-B316-22A5-6858B2830F29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DA00059-730A-1E01-83B5-6A2ED115945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1FAE24B-8A4E-6756-BCF3-CB18E20EB718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8ECA7BB-C023-C2B0-8505-1F489A5A3EF8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EAC3E66-60CB-CC7A-C388-EA65237A8B94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2E4EF74-D5E3-270C-46E7-3FBFA9F791F8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A53B448-352C-79D6-2FEB-F3CAC29E7EF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75712EA-2BCC-70C5-DD08-932381CC4CC0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85FD187-B0E6-DA27-0076-673C97F0216D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6B00DE9-15D6-8E23-51C5-ADD43EB91D72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EA2D853-4041-7DE4-A858-E4423D8135BE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1759D86-2968-C687-65C4-0B20B74F94CA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C81D1A6-70FB-DF17-48BB-DF4A02ADEA66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C1F065C-32FA-8E99-5E46-FD2FEA86881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BC92FFC-EE65-6587-80AC-90854B31760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5A8C64C-216D-25AA-5175-B67994034607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6607C2A-BE3D-7077-96F1-60ECD85DD3C7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F58EE25-BD5C-1D45-93FB-4DFAAC5966F5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137DF97-C0BB-C074-4DBF-DAE96C5C88EF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C3A564C-9982-2D2C-E2F4-C18DBB0C827F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24A4027-5AC5-1DC3-3D69-E2790B80428E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4AE4753-1E95-95B2-9C49-3CE8994E1C24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F714F96-6ADD-8770-7BB9-C81285259C2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A4C036C-4AA4-AD63-7D51-4FC8875820C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03D784E-E2C9-E6CA-BC90-30B566FA410A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ADF8A40-1AC8-6718-037C-019C10AE2996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D1CD42B-C562-0A3A-F48B-5AC8E669AB98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70CF73D-4BE3-7BC8-F6AE-CC0AA47ACAB9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00A96C3-EEC3-0A9B-F1B3-74C7C2B444BB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061B6D-5015-AE41-7240-3F2CE347DC0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983E72E-34D3-226F-1A4C-2C9755FF1F19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38FAE7E-6084-B6C8-5F8C-289BCB4FAD56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B3A991D-9A1D-E6BD-6EE4-9B3676B1040B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0DDA53F-5848-7C10-06F5-5091DD73D3C1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D13EF42-B994-404F-7DFC-E337FFE446A7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3957E54-655D-F0A0-55C8-70268EA3057A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24C1C23-0283-1A53-A802-32B0CF8CF5F9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5003E54-9188-EF1A-F577-6A046B2FB71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1BAFC36-703A-8D07-194C-F099E1BA4B31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08F20AA-1A24-41E4-C373-6453B45826CE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E12CE97-C16D-6FC9-1F59-C2C15AEF5280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1A7AED7-A5D5-2E63-5F02-38B065B55E05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4BE2B8F-9CCB-81D8-12F8-23A420D9E2B9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E543EFE-CD2A-D879-813E-A017D85CFC9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2FDCF13-61EB-3E28-AD56-8EA7A03EBBBC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B40901A-0C3D-E146-B660-D71C1ECF1953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2163304-4273-7EC6-4DCB-08D502E86E66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E65729E-56A7-B0A3-37C1-3BEC545C8020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4D6F7A4-322F-9E77-12FC-6550CBD8C476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D6705B1-F59E-38D3-36D4-D22CB0BC2FB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E2AEF65-77CF-1780-9B2C-2B31DD88ED2E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FE86EC4-A81B-2565-E3B8-258982E47EB1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7E4163F-EEFB-952F-9C2F-A0322147EEE0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1C31658-2E5D-55A4-F31F-9BE73C251B2B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2131D49-2270-905C-B87A-0894E4BBC21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B56A050-DFF6-3788-14B9-75B7DD4E14C3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7D7877D-8125-2B60-0349-687A12602179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E425B36-8942-8112-BC54-188605A6C7CA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171207A-A2E3-0A09-02D5-172547BB878B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F362204-803B-F7DE-96D1-5AF314F156F7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0C87010-DD0B-0C6F-4A0D-02F4FC3ABB7B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A1EB885-9930-4303-6861-5934472FD9E2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63BFEE4-9C0B-35FB-C065-900B236EFACD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581C655-AA21-B432-D2A8-48F0F59589C9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A6CADE2-425B-BFA7-F2B4-4D5380CE4D5E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9DEAA0B-20D8-CA11-8B53-3491E4DC7577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9328570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333E0-3509-E142-DD97-451854D82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238B678-1D0E-370C-86D7-5955314C956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Finish.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6FFFCF0-F638-EE22-B5C6-E78F9DC89A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0CD2A05-60DC-E047-D6AD-4F4B1A7FF6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06762AC-507D-8E8B-F43D-1C56617D21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389D619-8476-131A-2731-62F0971FFBE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6078C2D3-3DD1-659F-4AF6-8F8501E4025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B858A0-ABB8-7065-B3CD-8397411BDF28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94A133-03FA-0DC4-7BC6-5D8274D8E1B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11853BA-1E7D-9396-62FC-C8FAEB2DD095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CDB9025-3B4D-10E9-917A-A81D142A70D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56D2E19-830D-BF94-064C-4B7924CA086A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1E336B0-5981-5220-FA7B-A6C9C0203D0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EB5009B-11E5-9E3A-2F6B-0A07F57AD04C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9828848-7D35-8799-D783-42E0084B2AD0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6D1B0E9-9B49-044A-1280-012C48B5F8A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493DA6E-D973-4CAC-70EC-27A5DA6D0ABB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703F8E8-B9C2-7B08-EBC6-832AFE07A408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D713C02-FE31-C481-F7C7-59B0CE20BADF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77B6510-5BBA-42B3-BCB5-97BA7B6FE538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D96BBB8-5443-F1BD-8B1C-C70A2EC99828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5B8CBAD-D414-625D-FAD9-9DB0E972ED6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1E82E35-CE0A-7929-1591-D412C6DC2784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54632C9-D6B8-B6AB-BF40-CF9197292F3D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A0B587D-B1CD-677D-D4B8-B78CDDB5428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CDAE5B4-8EC5-A5E5-3498-A0FD5DC151E4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0435560-98F7-6B78-565E-ED7599AEE5F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7FBBCD5-D8B6-E531-510A-E5340709CF21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172FCFF-1C6D-30A7-A1B3-96858EE650E4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D973593-0FA2-C5AA-A506-256C3F9F8938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29D0879-FE80-5CA2-6338-FF9F9AFBDF79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D04D191-B541-9126-8DFD-72B14F76DA0A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170F874-3831-A6BA-6378-A30F073DEACA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1BF5069-D591-9A80-360B-5FE3283F3199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DD8C7AF-35C5-7B02-DD30-43E09CB1748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00EEC5-06CF-1C16-00F9-D2B6F68C1B72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DF8DDCF-9D2B-0F46-F00A-8AEE81A89333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CBDF925-3891-E33A-B937-B1FD6FCA8F76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0002DE-517D-C911-7F88-A8F54E43360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492DF35-51C9-FEE2-35F4-62FC0AE45CDC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026196C-8872-B677-20CB-8021344E3B3F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6442E15-EA0A-1D4A-EABB-32FDB4227BD0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EA8DCFD-DAAA-98A2-159F-2074088223B0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5D9F205-E081-D73B-EC62-AD84C01B464D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FB3C6EB-6C06-3A94-E063-2A5516AFA549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D9D895-1770-8D54-DA2A-AAF0D93DD038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51B7E8A-0BA9-0197-1B53-F433C0824656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E71286C-3D3D-8E0E-945D-14EFC684FC82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3043724-8D5E-6F11-7E3D-65A8C2A80994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7888BF9-E35F-ECAF-7476-06CBAEE9FA8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437AF9B-BCA3-2364-7E6F-31D5B4BF187F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F508480-27AA-9CE0-12D1-61C7F5A02419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2244864-850F-E45B-9FDD-CA2CD3658A1A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BBDB77D-35D7-8E6A-01A3-5034076F0B17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3F00D08-918F-B341-F6F6-22501E4C79B6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CBE0AF3-92BA-847C-E3F9-8E5220E30A66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D922331-458E-5557-DB91-B61C6275A005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C9973C5-0829-5EFC-0800-C72E4A2131D1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EDCB6D8-0502-3226-C588-24A2DB22B86F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582264B-C004-B737-2D16-7CF2033669B7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74168FE-7F7C-60F3-A46E-FF9FE3422906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DA861B3-F7C6-B907-DE89-8D43CC79028A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7D2C8F5-AD93-63D8-FB73-A0A18D73FABD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81B227B-EDE7-DA32-1198-9C48AA6E825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9E81F7A-F22A-06D2-FC65-8575D833FD9B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B5EEE97-B5A6-CE7C-DD34-AA3B579637E9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F363C0A-CC70-DEA2-771F-558FA2D9B200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E794BBC-448F-B1C8-8DE4-0DFE48B5AA69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2D1A913-9719-8317-CE9D-AEF92DE9D052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B22DE58-0ECD-89A9-2A6B-356875DBE47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04E5EDB-F607-053E-0317-9E2F751EDA14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B7A6768-0842-5EA4-332E-B07171E8E419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0D6E507-282C-FCAC-AE0E-A2187A734516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C7C6502-7C52-12BE-38DC-1C7F6EAFD799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CEEA52C-3291-9D95-1F38-045AE6305CB6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D422FD8-084D-DB17-3C46-E0A1817095D8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B0C6E8C-888E-4B04-7F2C-21228EEC7CC6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6148EEF-9A51-DCE0-2B9E-10FF2AC2EE8F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E6AF12B9-6E19-197D-25FF-7AF85C9AE778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B60036E-8729-CB9A-B9BA-579E4D3DF7F1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DE9A4B5-F36D-5607-08ED-6D4815827A85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63B45B-4C9F-8CAD-D9F7-68EF33B562D5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74D6985-122F-DF5C-14B4-59396E9F075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36D8616-742F-42AA-C5C6-05D291536585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F924699-77F8-A902-30BB-E03DE6F100C0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B485300-772D-18D7-B2FB-F1822E6FC6BB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8092F29-12AE-DB39-48E0-F7DBE89FC8D7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0199118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10124</TotalTime>
  <Words>3003</Words>
  <Application>Microsoft Macintosh PowerPoint</Application>
  <PresentationFormat>Widescreen</PresentationFormat>
  <Paragraphs>2237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Jonathan Hardis</dc:creator>
  <cp:lastModifiedBy>Jonathan Hardis</cp:lastModifiedBy>
  <cp:revision>413</cp:revision>
  <cp:lastPrinted>2025-12-02T00:08:17Z</cp:lastPrinted>
  <dcterms:created xsi:type="dcterms:W3CDTF">2024-03-19T02:13:08Z</dcterms:created>
  <dcterms:modified xsi:type="dcterms:W3CDTF">2026-10-24T20:12:18Z</dcterms:modified>
</cp:coreProperties>
</file>