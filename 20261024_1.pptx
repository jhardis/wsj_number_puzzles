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457" r:id="rId2"/>
    <p:sldId id="531" r:id="rId3"/>
    <p:sldId id="532" r:id="rId4"/>
    <p:sldId id="533" r:id="rId5"/>
    <p:sldId id="534" r:id="rId6"/>
    <p:sldId id="542" r:id="rId7"/>
    <p:sldId id="543" r:id="rId8"/>
    <p:sldId id="544" r:id="rId9"/>
    <p:sldId id="545" r:id="rId10"/>
    <p:sldId id="555" r:id="rId11"/>
    <p:sldId id="546" r:id="rId12"/>
    <p:sldId id="537" r:id="rId13"/>
    <p:sldId id="550" r:id="rId14"/>
    <p:sldId id="551" r:id="rId15"/>
    <p:sldId id="538" r:id="rId16"/>
    <p:sldId id="552" r:id="rId17"/>
    <p:sldId id="553" r:id="rId18"/>
    <p:sldId id="539" r:id="rId19"/>
    <p:sldId id="547" r:id="rId20"/>
    <p:sldId id="556" r:id="rId21"/>
    <p:sldId id="557" r:id="rId22"/>
    <p:sldId id="558" r:id="rId23"/>
    <p:sldId id="535" r:id="rId24"/>
    <p:sldId id="559" r:id="rId25"/>
    <p:sldId id="564" r:id="rId26"/>
    <p:sldId id="548" r:id="rId27"/>
    <p:sldId id="560" r:id="rId28"/>
    <p:sldId id="561" r:id="rId29"/>
    <p:sldId id="565" r:id="rId30"/>
    <p:sldId id="566" r:id="rId31"/>
    <p:sldId id="567" r:id="rId32"/>
    <p:sldId id="569" r:id="rId33"/>
    <p:sldId id="570" r:id="rId34"/>
    <p:sldId id="571" r:id="rId35"/>
    <p:sldId id="572" r:id="rId36"/>
    <p:sldId id="573" r:id="rId37"/>
    <p:sldId id="574" r:id="rId38"/>
    <p:sldId id="575" r:id="rId39"/>
    <p:sldId id="576" r:id="rId40"/>
    <p:sldId id="577" r:id="rId41"/>
    <p:sldId id="578" r:id="rId42"/>
    <p:sldId id="579" r:id="rId43"/>
    <p:sldId id="580" r:id="rId44"/>
    <p:sldId id="581" r:id="rId45"/>
    <p:sldId id="584" r:id="rId46"/>
    <p:sldId id="586" r:id="rId47"/>
    <p:sldId id="587" r:id="rId48"/>
    <p:sldId id="588" r:id="rId49"/>
    <p:sldId id="590" r:id="rId50"/>
    <p:sldId id="589" r:id="rId51"/>
    <p:sldId id="591" r:id="rId52"/>
    <p:sldId id="59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05"/>
  </p:normalViewPr>
  <p:slideViewPr>
    <p:cSldViewPr snapToGrid="0">
      <p:cViewPr varScale="1">
        <p:scale>
          <a:sx n="127" d="100"/>
          <a:sy n="127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B54B1-442D-9C41-DF69-2A6150DE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CB250-04E2-F362-BB92-0C781B584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C84F1-1736-07FF-7FB2-0F1003773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3F0E2-16DF-CB8D-7DA2-95AA84382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88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70CF-79C7-7F38-21BB-E8C0DEF6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B3DD6-000E-C5DE-07C4-B4DCC714B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5430E-D03D-FA3C-63A9-8FC757D5B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DC930-772B-D13E-1CAA-292482605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4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82FB-4385-3DC5-B0CF-22EB76C2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6852C-AF39-8779-28B7-BC109A655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FEE45-370F-C5A1-CD78-3652475BC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70ED9-C095-B03C-D8C0-AFDF82A36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6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84349-AD4B-69F7-16D8-3766E91A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30076-CC3F-D68E-1BFD-A7D8F1012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10280-A137-34F9-6A69-DB6E53C45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FC7F1-A952-1749-A45F-8EBD8CB83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9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5EB04-7C2F-DB52-EB99-8BD838DC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64A15-9321-9AAC-C405-51DC7C841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EC910-41DD-DCEE-87B1-C0B239674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4FB2F-1C59-2774-877A-9902A196F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5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06B8-7A91-05C7-85FA-679F402D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BB150-4BE5-A873-AF13-0E3D8785F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9B212-7567-2D68-0DBE-7BC6EB435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230CB-3B4B-C223-F6EB-387DE5261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1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6537-C341-72B7-9021-1BA9067D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E45FD-5C10-4648-8F64-3746C8CFB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68006-C1A5-0EED-D170-F7D302BAB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D4F41-F237-844D-6EE5-298C0D62F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0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AC39-5D10-6466-2E4B-64CFA5CE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9148B-C6F1-FCD5-BC54-45E0F6192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4B7A1-50EB-97A8-BF10-936BE89B4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D0FFA-E1CB-D9F0-FA9F-8BE200B01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77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D2CB-F49E-FE03-4995-F9746631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E3AC9-99BC-9675-4F31-5316DD4D4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56C50-F23A-1A62-C484-F8F054C9F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5B69-AC74-0F38-8600-5D915E12A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40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6533-1FA8-96E8-E2CB-F82B0F34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9EA68-F66A-9516-43FE-C8F294B0C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2059D-F8A4-05FB-0762-B9F99C9DB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54008-28CA-0C50-9907-84C48B6D9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53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F779-E56A-2676-E9A7-C5DFA25B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1F4EE-34CD-0C53-8F31-E8BE1C355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C2A02-B17F-DBD1-B8BD-DE1C03D8E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C285-019B-6A35-A975-BAB003DCF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43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5CD0-33F9-901A-1098-BB63685E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13DE0-7FD2-CB06-95DE-699DB4137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F494E-7E26-044A-1D0B-BB6081410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F3744-4FDA-A139-B26D-D5EB4E0BB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7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C066-5137-8289-8C83-963D03F0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EC5DA-5D2E-1680-9425-848CDF299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43121-F305-16CD-DC58-7CA49AF8F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FAFE1-8F84-C1E0-2FFB-71C9FB65E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43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0CDFA-9DEB-6C74-00ED-08D411449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7AB1C-0659-ACA2-238D-D2163E28C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F807E-DC01-51EC-74F3-60DAB78D7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2FE7F-E1C5-A808-DEF0-4AF780312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26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0062-8C1B-2B17-2847-E94D74EC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FFD65-6C89-E815-C8AC-97A5121F0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4EEBB-D086-3F19-E948-F383C3EC4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E982C-87EE-16AD-CC2F-55798519E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25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127F-371B-F925-A06C-F813F93B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7B538-6015-0DD0-6F8F-76D88E5A2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66B7D-F821-09F8-A75E-0974E6E34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CA84C-511F-0CC8-F4B2-A04906383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04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C233-75E1-FD0C-27F4-B81983B5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D73C2-F439-A0BB-C983-04DBF83FE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73ACA-0ADC-5F87-C770-87F9A6CD2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72F56-8ACA-91D8-8E99-DBC5B4824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77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09F6-1EEC-EAA7-4D07-67C465B5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B900C-4ED3-038E-B8E4-F78AF5152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C2A3F-44EB-DBE2-AF4D-01F2F6F13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EB387-ED43-F4EB-CB08-329D6229B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66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E4E6F-F348-F5F5-12F1-82EF316E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02554-9022-C1C2-D9AD-3A64FFD77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07BCC-3808-DA0E-780D-97A121685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61A0C-3A93-33CD-4454-9A4A068FB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96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C947-26E6-38E4-2A54-0F132983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C259D-81C1-2046-366C-152FF5213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10A51-C171-A148-5844-A1B14DD8B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00D15-6807-A4D1-1E55-82D1F07C7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3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BAE1-3CF8-245B-15BA-DDB650E4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6420B-7A6A-5F4A-CD46-13F6AFB6D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7D7E2-EE3F-E49B-4D73-4148A43E5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35626-9DE8-7DED-D513-55C8CBD0B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29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C7EF-E8CC-9249-9B79-5943D99A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A78B7-9B41-2511-15A1-800717940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2473D-F75A-E727-6447-035241475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5D12F-0117-032D-C09E-A7EB03E19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9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A5903-536E-660B-2D30-76794EFF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611FB-16E6-01B8-D3B6-467922208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8617C-FB24-7EE6-A3ED-10F3C87DE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431A7-69BE-F5B3-2447-0FA18C7A0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981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DDE1-9B95-4A9C-1BB6-9F2B267C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13779-ED49-73E4-9997-FB0FBCA2D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82C3B-B886-BEBA-493D-F09C6AB7F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0025F-C98B-F0D9-28B4-1F8CD7466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27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24A2-F471-C78F-CAD8-1D5B21F4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EEC90-43A3-1035-0C71-11A30EA95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DE6BC-3ADA-6ECE-E0BF-D2058FB7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7BC86-F1DB-43F4-6C77-EF7C8456A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270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A88B-CF29-1C8D-1CC4-046FB1922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7BAFF-D424-EB09-F7C0-5568B305B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5915E-B1BE-99FF-74B8-654182E6D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14EC-81D8-20EC-CC23-974CABAE1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611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378F-C14D-37D4-2F43-D1EED822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3C9FB-5BB9-1BA6-9694-49021689A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6FF56-53A4-2AF8-D594-6E145079D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278BA-3B7D-54D6-842D-106F95262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824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BEAD-9E39-0D50-0188-3F9776EA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5D644-FC27-A6A0-1F1B-6AF780EA6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27604-C96A-3F8B-08AC-8FF57C2B6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9C9C8-FA85-09F2-24DF-5D3CDD5A2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7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1B84-3211-C92F-6D1C-E8AF772D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E4DF8-BDD6-18B2-7D8F-7F2724DD6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5F26-5E1A-A5F8-8F76-875A7139C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FA588-60B1-02A7-1602-51846A375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83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07EF-5180-46F7-A539-1BFC75515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5F674-0E3F-7E13-BC66-83844A836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9D678-FC67-F5DA-DA56-F72A2EFCA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2110B-131C-9955-51ED-316905F14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3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6B05-FB8A-E776-B370-B8CAFB83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98783-7AAC-B842-1A9C-F96A72A4E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706DB-731E-363D-1D6E-F83E69E26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D431-6750-4D98-C2CE-CFC2BAD90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804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5C4CF-24AE-DCE1-53B3-0C8E6EE55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FB6DE-DF5B-8950-8316-8A1E5812C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DAD01-0A75-3703-7E6B-861F09FC1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62E54-2EB5-55F3-ABD1-5AE7FA51C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587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FAF3-162C-4DB2-FBD7-755147C2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0074C-8854-F629-AF39-2CFCE5900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7879E-70AD-A5A5-CB13-B2EE099E9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B7B5A-9DD3-B42E-FBCB-EDD1C74DF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591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D6E2-5D8A-CA5F-6D12-5C1E275F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88206-5681-CA6B-939E-D505A9AA2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4496B-9D45-9E9A-DE91-618F6181E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8F0B3-7FAD-9E72-FAAD-2997CD3C9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912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6E334-0949-6449-58FA-5583C892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FF428-F455-1997-8D92-E8F9FD5A1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CBC57-114F-FFEA-2F71-C030B77A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2C065-3DCF-94F6-168A-262EC20D0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72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ACDB-2105-A0F3-5CEA-C796C2A9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F8AD4-D389-084A-2CC5-DCD93B311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27CD9-3B3B-FF1C-886A-B17DC9FDB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85CA7-DBE0-B0E2-E236-E60B3CE91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515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C2B8-273A-B96D-1838-63168225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571CA-8215-088B-0009-16DAEB9C7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64926-2CF8-D65D-CDE2-FA514F0E9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559E2-4EF0-E32A-2954-58172F4BE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028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C244-6491-CC96-15E5-48DA2F6D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B6800-DE52-1136-BCEA-1AE008998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F26E7-2AF0-D61B-7C12-160A12B1F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850B-8765-EA20-53F6-FE55C1617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788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E9C1-9CD4-C837-07FC-21C0AB6D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AA774-05D9-54CD-BB5B-3F8503B0A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CDFF3-A0FA-C7B1-45F8-797F52249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A7D99-078C-BF5A-B546-298BBE891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824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813A-4504-9869-428E-AEA268F1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6BB22-886A-8542-BB52-E01AC33AC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1BC1C-C85A-0299-52FD-90BB5335F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FF31F-267F-53D0-E105-9A5ED55AD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06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7790-9F06-6A02-D38C-A922E641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8E6F8-ECD1-65FC-5058-89DD35DDD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BAE2D-D2B5-7A06-62C9-7D848F294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76270-2633-3C3F-CAA6-936C0A72C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960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FA85-7652-E3B6-68C4-2D9B7B56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C7F1C-94D5-338D-AA62-50E2AB06B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628AA-52F8-CC30-0730-826AFB5A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A2CE-9861-57AB-6AFD-7000B7087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714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C2DF-3907-99A6-8BC0-87479A37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1D82-0CE1-FAEB-DE19-CCE2519AD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5C47C-AC11-3D62-460D-E3233EDB9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826BB-F426-0F7F-6A7A-9098F65D5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480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5219-F78D-9E88-D03D-C9457EC0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268B6-84E7-C8A7-5B35-AC02C9447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300A6-AA9E-3A6E-F886-16B7A60E7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F9DF6-E5F0-3821-FB5F-EF013EF47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643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5D5A-726C-08CC-E2CE-0152DDA6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36A28-75E8-CC4A-C8CE-F021400B2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A0C10-D13C-F000-2D99-3E75CE36C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F293D-80B7-5AC3-D88B-71DE2D23F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57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6406-CC42-C2D4-8B0A-BD943651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0D4E4-D227-4AED-D955-A7C38E4F5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046CC-38BA-2A96-C43C-C9C2B116B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37A51-84ED-08AC-3D41-1FD0366A6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490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4B8B4-0743-4305-D8F2-9E599843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42EB8-C0EE-27DD-8359-8C44CE687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D961D-5A41-A948-718F-1E4E3722F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2A0A4-B6D9-D071-EF32-E89C2F59D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084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A807A-A356-55C2-3F6E-0BEEEC04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08E7C-F633-CF00-BFD9-8181EE5EA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1148C-DD15-AD9A-99B7-66F3DF684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D0E45-A5E1-C850-D0D9-57C53798A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864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ACA7-F765-0B79-B1A9-FB037023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08D3D-9B44-6165-A5FC-19E0A44DD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85319-416B-3348-F095-FBBCBFA28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DE144-60AD-AF6F-D917-92B3918E1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91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801C-61F2-0C42-BF47-172B2F15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6FCA2-1276-4F16-C5EA-08140A524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2DC87-CA65-F99B-9EEF-4881A7C3B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378D3-CF62-D3F3-0117-4A266F7FB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472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32CAD-EBEB-8137-A20C-53B91419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F673F-29E5-89C8-A19B-652789CAE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05A03-4196-4FD8-5DEE-3498300A5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4A6AB-E110-699B-1B08-8CF8027FC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0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247E9-E990-9201-6897-C677AABE10EC}"/>
              </a:ext>
            </a:extLst>
          </p:cNvPr>
          <p:cNvSpPr txBox="1"/>
          <p:nvPr userDrawn="1"/>
        </p:nvSpPr>
        <p:spPr>
          <a:xfrm>
            <a:off x="270933" y="166629"/>
            <a:ext cx="11650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Killer Sudoku: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Sprinklage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endParaRPr lang="en-US" sz="14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 Digits in a dotted cage cannot repeat and sum to the total shown.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45911-6C58-B2EB-A77A-44B550B049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4780"/>
            <a:ext cx="4543224" cy="454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6E3A-2BD0-901D-A895-83812F13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BCC85C-D3B7-897F-018D-8BA24FAA60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[29 in 4] must be 5789.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A15AF1-71E0-1522-DD39-462F901C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DC05C6-DDFA-AF54-C06D-46CD0F90F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B1BF56-AC02-2141-47B8-4279D7425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B87D90-F568-56D9-2A36-F5414089E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CA621C-04C0-8A0A-93A5-4F4DF771DDA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5A9BF-F773-A075-11A8-782D68407AD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1454A-A8A6-87EC-9627-19CFDE8C14A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731A47-89D2-D811-B8B0-A8BAC2796B3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191623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9006-5FA1-7D64-93D7-C9647283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BA1C93-1011-6902-B378-5BC223A276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19+29=48, which already exceeds 45 by 3. The remainder of Row 5 is, at a minimum, 123, which sums to 6. So, this is the only way to populate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EFB2C5-103B-BF6A-C521-C1C7B85BE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D86DFC-2586-29D0-1B1F-8D85236F9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3FB83A-0E70-7524-C1C9-400F17532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D14642-39D0-48D7-8CCA-FCC65B07D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75B3B7-06A4-E665-5273-B5288A46A14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2BD8D-5CB1-66AD-5774-DD750CDFED0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87D44-02B4-BAC1-3D66-71E3A9677D0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E6CB5-908C-3FDA-F842-54E4A4C31A0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A3FBEE-CA70-2C14-5B75-20FB801609C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83EE3-038B-B4F8-217C-21CD4911741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05EDB4-59C1-DF08-E89C-6DF2E15BE63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148B0-F7B7-480E-38B6-0777A0A8CBB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7C833-9DED-CDD8-9561-3E281366A34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8DE56-6931-E7AB-F664-7F0BE31DF2B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3740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A760-3D9E-9D17-D9B6-7DC6EEF0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B8EB9-4E38-0B2D-FCC6-406029C89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remainder of [22 in 5] -&gt; [16 in 2] must be 79,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6CC9C3-6E94-D28C-DFD2-A1877D101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99C23C-F562-67BA-30F0-228EB62B0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EE6726-A359-80B5-8D13-A38526605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844AD7-7E75-AC00-DF2D-EFA6805F5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906259-1D7B-7D78-5305-27049EDF6B2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301F1-4054-0FED-16A9-5238BCBD770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31838-2F1D-6F20-70C1-7FE53CDD5AB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96B32D-EF67-DC80-5D2A-FB3206C8B99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1A56DF-B1C9-3F2E-34B9-F0CDBC210E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0D432-6F5E-B3C7-3050-BAB1D11514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0F389-BE09-20BE-2567-2BB5CD3D91E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4BC892-CD8D-7E82-BCCD-4509974A6A3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BBE2F7-51BE-D893-CCC9-D339A624EC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05229B-F48F-78B0-EA45-446E262BA25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7E3B9-2CD1-5E9B-1699-434FE97638B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4BDE19-5648-1A70-9321-97210309676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0951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F996-C170-BD2C-96EC-D64D2B27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6E5796-4056-98F7-327E-41D7F2611B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top center block, 16+13+20 = 49, which exceeds 45 by 4. There is only one way to get the three excess cells to sum to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BBE83F-F735-DC78-874C-4DF6F6591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37F83E-CAC8-0DBF-6543-F29D3A569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E2E998-8338-BF10-251B-A797BD78B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8EAB54-81B3-C4C6-568F-76CB180DE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E6ED16-1D5F-848F-91E0-74C968A97A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2169B-BF8A-8966-DBF2-11C11A95E44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8AEBE-8C75-B587-A731-1D720128734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EF8A90-DB2F-689D-4E70-3A66931F72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3D377-046C-E82B-3E8C-2C7F60D8D2D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1221BE-3947-56A3-1EB1-2F71FB6EB1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26F6F-21DF-10C1-1567-6E1858F04CC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C25C21-960E-88F6-DB97-14DDDC7BDFB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F4974F-9339-6CCD-443F-7FF70D05E9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4FEFBB-0A01-1A82-0B7F-9EF72FB756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AF851-00D0-A41B-4A86-33DC4CC82A5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C30463-7A55-69CE-3972-F717530E83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56D72D-FF4D-8AF5-EBB1-82205F268A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2BB7B2-D17F-B47C-320B-E62BAD69EEB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1CD00-53B6-F2DE-091B-4E84DE26D6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1727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2C37-3492-3EF2-370B-F8340AEF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7C26A9-1458-ADFD-0614-E1B8A4FDEA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[8 in 3] is 125 or 134.</a:t>
            </a:r>
          </a:p>
          <a:p>
            <a:r>
              <a:rPr lang="en-US" dirty="0"/>
              <a:t>This resolves the 12 pair, which forces [8 in 3] to be 134.</a:t>
            </a:r>
          </a:p>
          <a:p>
            <a:r>
              <a:rPr lang="en-US" dirty="0"/>
              <a:t>[22 in 3] is 589 or 679. Note that it must contain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5DAA80-39CC-B7B6-4D9D-D9A05F969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980955-34A8-B1C2-7B39-CFFFFC19B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6598F2-86C3-82CB-186F-67EED490D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BA4D01-BC41-EEF0-949A-03C069BFA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39E781-3859-CE2E-D955-18A5B5B908E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BBC06-5D03-69E6-A506-DAC38C616F1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9B9C9-646B-1BD2-753B-443FAFE6FF4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C997C-A29A-9332-AD0B-71B56D980B2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2C3B8-95C5-A001-9C35-EC5034852C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DC8CE-B8CD-09E8-F265-BF2F8451DC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343455-3C22-722B-2283-47151CB173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0265C6-C208-2698-DBB8-B6788A92D39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56EBE-16D7-86D8-712B-4B519E7C9D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CFF1D-CFFC-E004-F031-9782D5CC0D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AE315-44D8-F143-FF13-BB35EE63EDE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E1E321-7C24-2A5C-96ED-F2B0D432BB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112E42-9C36-7199-2481-81C607F4AF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29F519-18E0-8D38-1463-E50A5A92E50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03CFA-D1EF-13C4-7324-F32F8216C8A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D9985A-E4F8-C75D-D09F-44912621C2D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06F3CA-B21C-5685-CCCA-0EF86BFDABA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175F2-0B5D-00A4-74EA-E66652266A1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7B23CA-063A-DBAA-26BE-A434C47863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7FB25E-DA6B-05E4-3191-55C3BB3A425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5F75AD-6513-40B3-C928-EA832C6C38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67740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0BED-8D5A-8898-7D4F-448E0590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7F051-1C2D-1DF4-58C1-3ABBBAAF9F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right center block (and Column 9).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737877-00B1-4610-6989-705908D90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0EA314-E7E8-D3F4-EB1B-A9158BF60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0F2451-157D-3212-2D89-AE62BBD70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1897CE-4FC0-4BEF-204E-4F72F91A10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AE104D-B956-76DF-81E7-6E51F667A3C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DAE2E-F118-6E8B-0572-0AF2669405A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9501C-C6FB-A3BB-E9C6-1CD78B3FE9F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B13811-CF55-63B1-E2C6-3A02CC099F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DADA36-299B-4013-3362-3E6D6AC9A90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89DF9-1D6E-F57A-1A9B-FB7E06BC04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7E5176-3AD9-4C05-0491-6E7713BD314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C7994-C5A2-010E-0818-56C49182DC0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74D78-50E2-C8F1-85FA-E9524F6EC97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DEF76-FA57-9E2A-BA4D-64884A159FF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17444-46E3-18F1-B72D-CA2CBEA7D84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FAB01-50C7-E44E-66CB-86154777F8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088662-ABB2-3AE6-9C99-E6BF94F0E92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D460BA-1F04-21E8-3A9E-4F669A5E506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06AC45-DB83-C8F2-804C-5A97E8995C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C1B0D6-9BC8-83C0-31D3-79EE1956487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98870-A7E7-A341-6C08-AEAF8F1BDD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F9CE1-2E7A-F4FE-30D5-468158EA0EA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681A73-1778-FE5A-8AAF-F3594E6E0B8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EE50EB-5F90-B585-97A0-5210D0BF085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FC9A05-2942-3232-D3DA-50D3AEB065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7DB360-EDDA-99B4-2CB1-08642FBFD53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0849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391D-493D-F58C-E9B2-D4705122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33FD06-69CE-E544-A54B-E9792DB516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9, [18 in 4] -&gt; [9 in 3, no 1] must be 234.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EA5533-9263-5D26-8775-3936D03C7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898FC4-A6BA-44C3-1D25-2D99B3554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507FA2-FC00-6036-31EF-A52FF5250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43FFB6-C4F9-A03B-D9B3-BD137892D8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50A09-3033-C59A-9E1D-882DE70717B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77C8A-C7C4-BA20-1186-59A3E679936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B6C1F-D195-D4E6-FBE0-830E726611A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73D04-4362-4003-526E-1E2C911A631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02F22-6352-8836-972A-D3C9D03064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EE4F40-B521-3C4A-0A49-8E992EED930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0EB553-DBF6-75D3-F00A-BB68A0EF0A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946914-98AD-8C38-7D0A-FC5CECBCEA3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67D593-E74E-0524-805F-36EBB23BEB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604D0C-A1E8-2A1B-35E4-9F6D7CA42B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24620-088E-C527-A737-539A28049E7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A9100-499B-F536-E473-CD60BC87B4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75D88F-DCA2-5295-CC8D-E5348A6B013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3A5BFC-5AE8-5F66-CB3B-86EB7C7D9AB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E1658C-2E57-BD44-DDBC-BF2902BBD59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45A316-FB9D-BB01-E7A5-7D60B32C52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B3E7CF-7018-9E71-BA20-3389BF854FE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CF671F-0CEB-63F9-995A-17D5760AF79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4D2B6-2514-7261-7E62-34C7D3D5B9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F6C201-F3F8-EBAB-3A4A-C2A37637ABB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80A438-D9AA-BF65-A8C7-27E2224F04C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8558D1-53DE-998D-D495-93C24261ADD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B2050-7134-A881-252D-4EA3B8A6B9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695E46-3AFB-F8CD-9A5F-E650D8C8FC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A62475-F97B-07F3-D683-9D91B680460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3479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71290-F686-66A7-E3F3-902ED7CD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C2012-312B-9B1B-A6E0-262AA0378F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85EFD7-9912-6841-8443-AC05E450A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00C7A5-92D6-EBDC-42D9-49AF0738A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3817A8-767D-0A41-C15D-A37D0F9CB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5017D0-8FD4-D38E-427C-DBBCEF82A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F9B690-793F-AC8A-FA15-4EE4AF4B0C0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D19CAD-B609-69C5-B9CE-17112282C17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AD597-A88A-3755-F3CE-926BB91C5A8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E6370-09E7-45C1-4BD0-CE1C6FA34D3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6E362-95D4-AD36-2F3E-65C6BEE4215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D56185-6859-CE73-FB94-6A1C45A0ED5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47B86-3ADD-1D7E-9ABC-EAFBC7495D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F2B39-8120-8582-FAD0-B64980A1920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7A7BA5-024C-3B3C-1F22-9A3FF8B139E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D9E0F-7E4D-ED16-9CBD-612B9319669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38DACD-F493-6E9F-7932-0CEEBB5F41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CEAFA1-0BE0-AEFD-F056-72419612886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824BBD-ADA2-E61B-98C3-8100195810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C07C0-C76E-F79A-D657-5713E8D7B69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D26D3-8FD1-F4BD-15BF-84A07E3BE6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959BE0-671D-14F3-ED80-59201A3A01F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E539DA-BBBE-862E-AF11-797D02BD7B4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1B9403-A079-287E-9CF4-A5A91553320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C457A2-B525-0614-74A5-C1D1D1C949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97652B-DDDE-1827-3A18-0F10C964F36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34A12-F498-4A6D-6E0D-51DD70A0016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FCB7FC-E6FB-7627-4456-C87D0B2234E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0C3D60-DDDB-A306-EB36-8A856978647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D3C014-B168-C45B-A5FA-B20203C8123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60A0B1-9AEE-2F74-C1F6-2ED3E8F76A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247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0C6A-C1ED-4FF3-2027-90053B00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6BAC25-35BE-8949-3F00-44C9E22976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since we now know that [22 in 3] must contain 7, it’s 679 (rather than 589).</a:t>
            </a:r>
          </a:p>
          <a:p>
            <a:r>
              <a:rPr lang="en-US" dirty="0"/>
              <a:t>The remaining two cells in the block must be 58.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1A10FD-FBF5-4BBF-C2DA-70BCD509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62F4EE-C7C1-F1FF-63C4-AF2F273E9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DDC89D-E3E4-C78A-20FF-4FB2D5EE4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41FE59-D94B-4D1B-E22D-774FE79E0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C12B97-9161-A73A-EF67-704254CBA3C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6DFEE-479A-3C95-9587-6A1FDCFA1A5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0583E-99B1-025D-7E05-D8649CFD9D8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3EC53-B6DE-759A-C9A1-FB03D188590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4ED0A-0706-94DB-1B47-C7BA8BC68D8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8EB604-954D-1249-B112-9BF35F3B861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53E547-667A-85A5-2987-7BBA1FB4CB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DA976-AEBA-615C-EFC9-09C71FFAD6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075A8E-C54A-5CB7-3476-9D41DEF418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69A3E-6DAB-15A3-1041-B2E0BAC58DF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8FAD1-7FE6-5492-BFC7-AEAF9FEC62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A2FE1-E700-7386-CF07-73643BFD11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0F63B4-86EB-7FA6-1BD3-3FEA4DE421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311D19-EF7F-E0E5-7108-D4F7B829D4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F92094-FEC8-A4C3-0C7F-5FAB0624B9B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DCCEF-6101-80E5-F9DE-01318965669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E3C190-C6A1-91F3-2E90-F17447F331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BBB3A-7FF0-F9E6-8078-EEA614071C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D4433-F83F-199D-9FDC-B773E7AF3B5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B6385-9D53-42E5-EFB4-00FADD103FD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C879FC-0232-396A-5461-65131C3E623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230910-04BB-6D98-DA8C-58D7B635C9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3203DD-1D42-3C6D-CE11-A9EE6088E83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78BF10-429A-B942-BD9C-5A7A69E5C3B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5B381-212B-7913-06EE-30292100D1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4D6556-683A-8672-3332-2615D5DE299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321340-01F3-07FE-C193-2E22A658C4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7978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9E96-023A-E044-31EB-B8065645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75C2FC-86AC-9CD6-8EC1-A8A086630A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the lower right block (and Column 8). [18 in 3, no 9] cannot contain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7D801C-631A-144D-2057-5727C37A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3A3205-FE6D-7F98-5356-0E157E825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DE9D67-DC11-82F6-54AE-0B7358010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1DBE45-C220-63D4-B87C-921609B3F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3F87A4-22AE-EDB8-2243-22B352C4D3C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42EB1-3C09-A49A-8522-D8A144759A8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C0009-913C-2DAB-4FC6-FBBD5E6DF31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2CE8F-DA6E-5543-B45C-96161B5C5D6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42571-ED48-FC9B-5E1C-E853DBAF236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6C189-D209-2E83-399F-B6097039A04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B1CF1-EEE1-039B-9459-DDDB69AE539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B2AAE-ED70-CEE6-B943-2BC0F725A29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71618-73F8-77B0-EC89-66B7F69FB0A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7D2D0-71CB-06CF-7182-76B95B6FB63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50CF80-AE81-C595-5746-CCC6D8BFC47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860AEA-63A9-75DC-A190-923F55C9FB2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04EA0B-E870-7D37-8BB1-81AE49C2D3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F01312-B189-1B5E-0723-83C225A8E89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103CE8-C808-E6FC-B1C1-9ECAEDF0FC0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DE61C9-5F0E-EF9E-A5A6-431665540C9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80CBEA-EEE6-B5C7-B096-9AB8D9EE035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2C367B-AA69-67D4-30F1-D9D8BB2003A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1A1E5D-78CF-8170-0670-FB6515D807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4960A7-484C-35CF-C3D5-38D7429854C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A1CD5A-DB6D-06D9-8BCC-26BE50E463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47C2EC-8B69-7319-51BA-60DB531187E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2C02D-B862-6560-286C-E2F3797B0CB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232627-16CF-F9C9-E1B3-5B7458336EA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986EF5-65DC-FCB1-31F6-C42FAE5CE4F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CB87F3-D1AD-41FA-B8CD-35E39DA618C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BF7C41-2A1F-DF47-24AC-75C85FF328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5B0A6-C5FB-B440-6B33-5A5D4FFFEF0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277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3FC0-8F36-8C8B-0528-42805395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0A94EB-773F-A108-80BA-5BC04D8B7A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[15 in 2] can’t be 69 it must be 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869E82-DE07-C882-3468-E98A34739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25D7A5-6A48-548D-D6A0-1ABF1738D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6D6FF2-6F5E-984B-9F27-7C13773A43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FB53A5-5062-EEC0-A6B1-76E3925CF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D00933-5AE1-2F40-0C0C-A67F96C56C9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B8E1C-68D9-0169-EBCE-CC7C9936FF2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DCEDA-CFC7-C3E5-47CC-E9593AC3216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D848E-460F-14CD-FD2D-16F28EFB414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5B27A-0BC0-179E-A905-EAF03093F43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CF9FD-2D88-6D01-5856-CB9B3193240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177FE-BF15-4009-76F2-A770DB115B3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11784-00CF-AD76-006B-07FE8545C1F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231AB5-24A8-BBCF-CF84-536147B08F7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CA8B4-DEBE-C154-080E-1CD22D273B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763E88-EE30-3AFE-D8C5-452B882E0BD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49AE9B-9E3A-621D-B874-7DB6ACD24D0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1D674B-21A4-96BF-21A9-AD17F2018C2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244275-A34C-14E9-1AF5-13EE2B1E18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F378FE-033E-0099-AF54-DB1E1F45AA4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B80E36-0A44-FA0F-287E-5715A3F801C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480547-FFE4-8F9B-09F3-1A8D78940CF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DC2DD0-14DD-92C2-7EBD-E9C96547466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8AE9F2-8B15-B217-2CE3-64C0186D85E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72BD9C-5326-B819-F0A3-D992BEB000F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6A2BBE-A908-C522-7BE1-94BDED628A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1F4AF8-0E00-DEC3-4A82-3BC504B2A38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7A5DC-7FCC-D996-5DC2-76DE5FCB0B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F83631-7416-4BF7-55F5-69B97419ED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C2314C-E36A-D696-B061-90135156052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416838-6C1E-23C6-6082-0895FDFFB4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5BB303-866D-D4B9-8B3C-AC7295B1CDE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269410-A73D-34FC-115E-48472BE5259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AF5B20-2C93-D428-6004-7EC2DB7DED1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73D698-DC38-7904-56C9-75F9977FF1C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0487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730E-CAC6-3CA7-D501-AE11902A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582AAA-2FB0-19E3-446F-E66D5EB887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that portion of [21 in 4] must be filled with 5 or greater. Were it to contain 9, it would be at a minimum 569, sum to 20, which would require its bottom cell to be 1. It can’t be. Therefore, there is one remaining place for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36C6F6-FBD0-FEE8-5840-73F0C12A4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F34F19-9279-3458-EB7C-821E364E5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061D26-782C-38BC-0016-0583F90C8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A187A2-CE24-4BEE-12EC-692A58ABF1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4B1660-D086-CE47-7657-2A55341DE5B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332C7-ADB9-77EE-2FB8-E3014D37421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D8F69-184E-9E56-50DA-945628D0FDA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657FD-237D-F558-6239-DC6AF926287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F3B51-ADBE-E86B-45B9-629F0B93C4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8C36E-43C6-A2BD-A7D5-229AAB51AF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BBFDD-B281-1081-0F5F-6095BC954F4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43177-B3B8-21D6-D405-2331070F9F6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4CFAB9-635F-8966-73C5-60A6C14090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9AEA9-9313-2BB2-A6EB-7BD79743C78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9057FD-190B-63D4-F338-E9DF879EAD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98D3E-0666-D3EC-6251-EBB09AE094A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DE6F7-C992-9D21-25B3-91BEB905D0E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F4A568-7C89-AEF1-6E93-D6B0E0BC114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5AF899-3E0D-1786-F1C0-1D3F7102364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17C4F0-20F0-CAFB-C9AD-F5A1B333567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8DBEF3-D198-4330-5051-0000B1154C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BFDD67-3FA4-5046-ECAD-CF603C368D9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422A41-090B-7B47-9788-8D4AC22CCB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963C63-2C49-F5A9-ED0A-8981B2F79A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3975BA-B405-A6B1-9028-71A22E55FFA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1E6418-7D74-1B6C-9DDA-2509906B93C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F24450-0B78-25C0-1030-60841062897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B446C6-4737-B3E1-267F-26BC28CD18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3BA432-DD8C-46DE-39EE-9F72AC95A0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B53EB-7ECE-CEBD-2333-756FA553CD3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0150B-FCBF-423A-5FC7-6331334EB65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779AD-C095-5C7C-AF57-940CE3B4941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B26528-22F2-AAF5-6BAF-79DCEDDB69F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AF90DC-C6B4-6EED-D8F9-CDEA0D5D9D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89DFC1-6547-3D75-5208-A744DB45DBB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6212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711D-6110-4CAD-01EB-1891942A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5229E7-05B6-6F9F-DE67-71EFA607D7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154BCE-4DC5-AA47-59DA-E8A4F0C4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B52C8B-9FE0-DC23-1AA7-DCB2F5176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E8B405-4383-AF4E-83F4-FD85B56DE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9ED832-CFE7-3000-22CA-01E515E2A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3CAD01-9F3E-C1D5-A170-3200D507897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507C0-E50D-C1AD-483C-048C169E367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BE03B-D38A-5E4E-7939-A2BFCE4AC4A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4D4A4-77C2-F11D-2FE1-0C114576393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2CC6F-6FCC-CA6F-6DC7-360218364B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82698-DF5E-FBF3-D5B7-269D3BA6A82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AC3BC-3F50-890D-1169-7BA1816A005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4FB322-92AB-C901-DC74-54C7CEF55D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45E79-DB1F-8EFF-9541-FA279ACA293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5C798-0765-ED53-97A7-6A37659BA2A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4DF84-6A38-F7A5-785A-2C95D737DA2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356A2-74CA-C1D7-764E-3B32613844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D57A3A-9804-0C13-E2B7-950F97B50CF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D2D8B3-0B31-7B85-E72D-B0240A7C8E1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2309E7-B068-BF2F-55C6-1081CAC35C8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FD4465-F4D7-B096-D955-E4875D2347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508686-D955-E124-6AF6-82F5C4CE657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6D748F-9EEE-BA93-B104-9624DDCD70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818CBC-7AB1-4380-BE24-EDC6E83EF45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534066-BCFE-1658-A3FA-39E08A554F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F5A2DF-0BD7-2A35-ACA5-E19159829CB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1F826C-8FDD-2FC3-F33A-15C7137048C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19AF87-9854-CC10-3A07-4A60AB6FB21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02D237-43EA-82A4-BA2E-2D4921EF52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DF9A7F-109E-BD65-F1FC-14C0F7A013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A39AD-F03E-8FA9-1159-946E12DCE5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4CD2A4-A4CD-E27B-FE42-0DD956F8893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175A6C-54EA-6E0B-E84E-3F59B6A38E1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B4766F-B3B0-2EDE-4F89-1F2FE83244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AE0817-6C07-13F9-E63A-17C4B5E5E58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AD6688-8599-AAD1-7504-F800B10F34F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9352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D4C3-0D54-14FE-111D-D3132760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FFA14D-AE95-6A17-6512-BE1BFDA031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[23 in 3] must 689,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90E409-692B-5883-1A2E-61C97FFFE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631717-A7DC-0611-69DC-110FF0B55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9E0A3F-E7F8-9579-D9A1-262152239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155A40-62A4-355B-90F0-0222BAC31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61916F-074D-428B-18AF-CF09B7FC89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CC6AB-72BF-9577-0796-DD26D63039A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E971A-557E-D71A-B195-993BA6D82DC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F78C9-208A-AC98-8934-31DDFB74D93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44824-761C-D972-A5AD-0A72AFC6C3B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C96A3-7C7C-22BF-A5D5-FDF65C7E70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088BC-8B20-CBCB-F70B-E4614BF9324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43B61-BFC0-222B-4A7C-4840A557981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D95918-A750-1D0A-DDD1-AC035AFFF0D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F6865-B088-F6F4-EE17-177EA6EE4B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100D2-409D-93C1-D194-8E21DC41D4B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5D36C-E097-EF36-0610-24B422AA99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19A64-D3BA-B6FE-FF99-3BBCC04E68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B51E74-0257-20AF-4F8F-D8DC9619A6A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B8584C-8200-74C7-5A0E-2E922009911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116961-8103-967D-CF62-B1695093593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D220D8-4700-0C0A-397C-DCDE6140CC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545CE8-CEE9-1911-5EF8-76DB9DFBAA0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B96B90-369B-E7E0-7A48-DB7126A73E9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071FA8-E295-06EC-4A28-A7F5B98877D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2B3822-FC9E-8427-ABC9-2F3F38C5661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60E132-26B8-32D6-6FE7-767229D6C5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71CE85-DFC2-CBC0-3ED0-F7C7DF8B53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A3F314-2E3E-4176-B945-0AE58CD21BB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6FC26D-8F04-8ACF-96AE-AED33CA0A9D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AACBD5-AA1B-44FD-5F8C-479C91E2934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CB71C1-7FE8-B5EB-7FDF-A72740F9EBF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B5761-A53D-7054-CB19-5927B2DB69B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AB1110-6F74-18E7-7BC1-52116F0830F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FD3CCB-F56D-0719-0AA4-E06DF116F36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BBD873-1BBC-9C5C-D0D0-5DFC3FF4A3C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06712-914E-1E29-F1BE-74587F837E7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DCA5AE-D508-CBE4-7440-39D5A895796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62F19F-82E9-7BEF-4285-46DE9785E6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93628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01F0-2636-CB60-9159-F1E945A9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F245E1-8222-0D6F-7729-77F777BB3A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 twice more.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6F5744-7699-E029-4A9F-C2D75985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DC9CD9-FD2C-273D-27E2-8FF58CFF0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401283-5A4A-A7A8-C0B6-F5884AD68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4216B1-3A3C-6077-32D5-FE20611A0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6C84A6-9730-8CAF-C9F6-DDC283E6AF2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C50A4-F670-1ED5-A041-6D7CA440B91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C1E71-03DF-A5F7-0E98-D81388428D9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DA16E-2BCD-8402-E99A-3264D68E800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831765-0AB9-3CE0-0E55-CC52D101EB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76D36E-1C7E-242E-C28A-016C0485255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7089E-9112-46DC-F2BC-A33FA7FFC76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41D640-B2B1-7FE0-F90D-6A16180FE91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71BEC2-5643-4518-19A5-D1709EE37DC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FAFA0-A94C-23F4-8457-FD6537E128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D5017-4E5A-EBCF-E33B-57721270922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D6960-045D-1F84-DB74-11B5E7E60F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AB8427-F2A3-432F-3115-AACC6C6CBD4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9ABD5E-2639-895C-03FD-0377BF37A2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F819D4-0E26-3BB3-18E6-04950BAB13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2C890C-CF0C-0BEF-F316-76BDBFFEF6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403B0-2F35-6739-C958-43852E1E2F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3FBA3E-45D8-1324-48EE-D90BBD893A8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EF62F4-FD9C-D4C2-DAE7-28BF0E2615E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3A8DDF-AA0F-9938-4E74-75195AE100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D1AA5C-2056-396A-B162-CB11DDBE1DE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206C50-4EE1-FF3B-DB54-1792109C9A1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16B28F-F0DE-E7B7-8B96-EBC2CB32D71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3D41D3-39F0-B561-56B1-CAE6E316A5C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E5B182-43D5-909A-66C5-80F35313784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826FB0-8229-7F7C-B07F-ABCB46DE774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E44C84-882D-C1BC-C078-2E628012E6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67A20E-95A7-88A7-965B-AF966AFEE5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E3C58-E943-C25C-B9E6-C4B439B0E92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3E2F22-427E-DC39-A3DC-E67C8007F2B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C16497-8557-EE1D-1B0C-5BFDA2F2DF4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79CDB1-8C24-9AD8-978B-44B46349FD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04934-C1E6-F2AC-B720-F382204E421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CA9AC6-CCCF-07CE-9503-2E63D85465B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7788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B41E2-8531-92A7-504E-35E806DC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BDCAE4-B917-AE8D-FAE1-63A92F049E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Going back to the contents of [21 in 4], it must contain 5 and 6 and one of 78. Therefore, the bottom cell must be 2 or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9A9957-53AE-212E-5042-73E8236C8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01300C-8B3E-7B0A-AF1F-4CFF9DF77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2B980F-4579-4800-AEBC-4A8430589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96B9C3-7D1C-7A94-3833-D824AB76B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EBA2AD-1491-0AC3-7FDC-D7A43C0C0F1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AE317-9BD7-FA20-F6AD-659F27EA4B9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50BC7-BD2B-7CB5-EF69-DB6B21AD2E4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61BA6-7E32-7F5E-2FE4-FFD77EE89EC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A0D41-974F-12D5-B361-EEF0FB6BE5A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B60C8A-A310-8EE9-3D33-36174378B6B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2ECF9-DB06-21FF-4EB2-67F7465A9AB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FECF89-4A8F-3897-978B-C721E31C064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4D5FB-57D8-4F01-0AEA-3068FCA3160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7AB282-CCB2-9276-E85D-6DE85045BA5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68CAB0-5E9D-47BC-6F65-5B3CFADE06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60595-ADB1-46C3-8E12-4E1F467A05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17CE7E-F2A4-BA0F-7784-9D963F22B85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E88CA-CB26-0E75-6ADB-D20FBE7FDD4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703032-456F-7EF2-D778-B5BBE98360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56ECD6-CED7-5AAC-7970-7E36ED10611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5AE9BA-65CA-7CBB-22CC-2FD95FA8540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69848D-D78C-7018-ED36-F4065A226B4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CF65CC-A23D-BFE8-B10C-3113895A141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4C2ACA-EF27-16BB-D714-71B21DA9CA7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E9434F-B490-60E9-0584-FFA6CC8189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3A1E23-1E99-DD7A-AFA7-E38CD70A66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7FDDA3-6771-C608-A76B-1356CDF7199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FFEC9B-3C64-8321-DD65-DE567F89BBE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33A2A5-837E-B601-DB7C-CCD2356E180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4E8B5B-A225-9489-5093-12C0C252CF3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12AB6D-CF81-EDC4-08D3-3FABA9D7061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A6A3C-628B-6C53-D4CA-FAB495E14F3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942CF-B0EB-2692-3BDE-749D821E6AB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BF8160-D2E1-82B0-DA65-22B1E3D4231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F1D1A-7857-B048-C4BC-2DAE5882D30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660F70-DD74-DA96-9CA5-81806CA8542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3FF159-658C-A39C-7A46-FB9666104F8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6B2EF7-419F-8D7E-E5DE-91688967FCB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EDC1D-EEDC-B548-533B-22585FE8B3C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0A95C-E955-38FB-3471-256BA1DB5E5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4D5E11-D805-CA73-96AF-7981BA35764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BBED52-A229-F820-2E45-72FD045D752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8129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9DE7-AD43-ECFD-5701-8FABA0CB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4814B0-3908-EBF6-3E32-CAD5011E43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4, no 6] is 1245.</a:t>
            </a:r>
          </a:p>
          <a:p>
            <a:r>
              <a:rPr lang="en-US" dirty="0"/>
              <a:t>It must contribute the 1 to the lower left block, because the 1 can’t be elsewhere.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C0C89B-9253-19E0-4D43-343A85ED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7923FC-CF06-ABBD-0507-7A20ACCC8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261A5D-E896-774D-A9A3-6800DCCD5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A2C870-BF4A-6C95-6954-5C4895CE4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D028CA-78D1-28C9-8E11-5AB72918F40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1680E-D2CA-2820-2E5E-B6075FB2B2D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CCDE1-F443-3078-2A1B-1FE31A0395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138726-1E3B-792E-FD7E-163160B0C37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28CE81-33C3-B952-B2F9-FA99292EFC0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971CF-99F6-B046-8D15-9FA9D3FEDB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39362-F8B6-D58E-68B7-EFF7376DEDF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8EB9C-33F6-1EBC-7DA7-4F827466DC6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094247-BFCB-3F24-9A27-C55BFF06A3A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4BA115-066B-01D0-4529-8EF6BA984B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827D06-F1FE-13BB-1851-22584B52189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7E076-FFF7-8B32-9217-BDC5856E8F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38C865-D813-62EE-466C-2F38A5A4992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4CFD59-5F28-7197-F73F-4CA242B6A7C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8FB80E-76C8-8EAC-9C29-5A39E216610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5F7D02-4FB6-062E-C151-587290CCEC7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B06427-9E96-1145-4945-2C934BC32B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D30DCA-7446-0175-791C-DA4A82CEC0B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2D8512-B103-FAE9-404F-5895280DF70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200B61-6644-28F0-92CF-A0D283D2D98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75F5EF-1CB6-AB81-5347-3757AF2D19A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67B948-B871-0C24-F1A2-5D9DD8AA252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522ABC-8E4F-76B5-BB53-4A41728A85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92691B-7423-AE8D-44A2-C61772C0D98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8054E8-7ED8-07D1-97DC-665578F044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043DA0-299C-275A-D69D-7AACD2B874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D4E4B4-4E6C-0C7F-E016-2752992DE6A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47E458-28C8-38B8-45BA-B6B23F77262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3B03DB-CEDC-5FBF-6779-1314667D69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2FAC72-F3E8-84AA-A2E8-D36C0FED011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8F372-AC43-37E4-0527-7088B02844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C3E36B-8851-DC7B-C0E5-BC3F06D2F6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0518AB-2BEF-EB12-640B-15D9E296351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E2E103-BFBD-25E6-DF3A-463EFBFAD0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9C2F9E-41BD-2B26-1074-1BCEEF86C6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8209DB-7263-615D-41F7-B037A5B9CF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D86EED-A072-8771-9B44-DB6CDF8582F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B0FD23-E70C-ED00-FF8E-28768CEA30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99C8F6-A776-9368-330C-3B38E104B39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A6035B-635D-523D-CC2E-CA7EA5B653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65F5FF-4D38-742E-6BCE-517852EFEB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0BEF35-CC39-7F62-BDB9-F1A4B67C398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04839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C286-1EB6-84C6-BF3F-8DC8E266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8C15C-5F84-54A9-8E61-FAB4791279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7 must be in Row 9. So, in the bottom right block, the 7 must be in the [18 in 3]. The remaining two cells sum to 11, and could be 38 or 56. The only possibility for the left cell is 3. Then, the 78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38CBF3-7B15-5EC5-DDFE-E366B8685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05563F-F554-BBD3-F277-E20940508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F4B73C-358E-38EF-63F9-5A5CE7E7F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002651-EE42-3CC0-489A-F086BAEE5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AE85FE-1BBE-4A08-3E4B-62F0F2CFB6A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12AEF-C01F-DC16-4EB4-808D6AE8ED6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4BE6C-1D62-124C-8966-3F5719C8351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17378F-5A49-193F-FFAB-76F84AEADD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A11A6-7010-CA9D-A8DF-DBFECBC676D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C4C3A5-1F0B-4228-0CBF-41B3605D8A2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18939-D214-C87A-5978-D7720556EF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D13AD-9031-7A43-64AB-1619DC7C95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AAA086-2FA0-A64A-A210-01573247214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8EB53-089F-7959-4EB4-C7EF206CD04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932B8C-37D0-5F95-C78A-1E9070FCE38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857191-51BC-0FB5-20F1-D5FF60E081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B3ED7-8D91-6753-A6E5-1DF0490CBF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250332-0D2B-2D6C-BBD4-B39A49DFE40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2E3F45-48A1-F075-AC44-ECC6E99AFA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E3BF9E-FC8E-C059-4FD3-08152894243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5AC105-2880-492C-6513-6807E3B556D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6DF302-DAF4-68C8-E225-12191E71D22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BCC08E-0C16-61D0-E716-7476B795EAD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EEB6FB-4ED1-536F-4AFB-B36C76E3C3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5CD2A5-B54D-C739-BDF4-3DE7592CA5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3E425D-E464-28BB-76C2-086DB3E6F1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972042-E7BE-0D9A-5A37-32A64FFD8B9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8E7D23-E682-C734-23F9-2D04C1F7F76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7CC154-BC67-0C50-BEA8-BFE1DA0DEDE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34A257-D98A-731C-AD59-529E9660A70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3DCB76-1179-87D6-67AA-D11D63EB31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6BE03A-F34F-9C82-C489-410949D5512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C1D01A-2FFA-3C1D-407A-8D8A76C1745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08D9E6-EAD5-4715-DC7F-B0424E327C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B24CFC-B3C5-7005-F1C0-8ED7A7E48C9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F7FE6A-DAEA-3AC7-7268-EEF31162DB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70FE59-CA5A-8829-56E6-03E34CB14E9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5BE4E6-F1B7-F84B-3368-E88BA5404C9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3C10F8-82CD-3B2C-38CD-AF25161A7EE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FA1089-AA02-FD65-8A68-5E12F45E458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AD3633-7A39-7F6A-B4BF-D18CAF0AD29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AD73A9-8DFE-FA30-56B0-324E9D33500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BEF85D-1779-4826-74D0-3788F28FADF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29A305-523B-DAE6-13D1-93BC362E287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A060D8-5C84-8BED-E068-5934038360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429CF2-4F32-6556-8C52-8883E9E953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D8F017-818C-8F24-B58D-C04C86DBF50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5298E-E4C8-56AC-AFFB-9813BAD6F63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8BDEC5-1FA1-A651-1A3E-9E2891969EC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26304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A244B-8BCE-E2A7-97D4-C71564A6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B27BF-1A07-256A-C05D-08FBC1F873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F4F6CD-65DD-4DFB-1A55-33DA879EC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62D6F5-98FA-E65E-6ED6-CE638A28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395567-F778-01EA-C378-15AB98003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CD59B2-B7B8-74BA-EF51-0198228FA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23E40-0BC6-D9F8-6342-F3B2093B825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66D86-48A0-2636-6954-9239A4E8A3A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38703-39DC-2738-DD49-3085BA22C03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00512-E0CE-902A-9882-CE56C459EBE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DB446-C52A-E7E3-69BB-427FE6870A8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A9B1E1-23C8-9080-FD3D-75A79B9CB92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FD9800-0927-A2DB-B35D-41DA13702E1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06CCD5-A073-BB14-E2E9-672E86E036A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D07029-337D-A28E-499C-601D2BAA00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7E911B-F93E-F3FC-6556-0C5678A945E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618395-A7CF-1A03-3B23-F81A4E579A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6E03E0-C467-1F1D-7026-4721CDCB7C6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9CDD4A-9180-5628-CE5D-F5A87791B8D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C81E28-2885-A93C-389D-FE08BB9A1FF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CF8071-54EE-7DCB-76C4-2047DD7AB4E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DF2366-CA7E-572F-A89E-74D24D86A07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5615E3-9021-45EE-5DC0-6E9B2FEE93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B070A7-080A-1937-A673-CFA35AB0DB0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798C92-99DD-E22B-73EB-529B519F576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E03BEB-5E8D-6BF6-2511-9341A6F108D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274F4E-C06A-DD47-A344-E3A6B71E99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5C680D-E409-9F11-34A1-793D2F8068D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3C76F7-79D5-0196-0AAB-4113768A3B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75C8E2-2CF6-A6FC-2A9B-D03FD15AE0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66A06C-D35F-7A82-B011-06BC3618F91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82FF7E-2F9A-6276-1ED4-38F895F8C5E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440AD3-A866-5342-6473-4AFAF81A357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F87567-AA95-74CA-7BB1-6E60173F769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ECDDFD-60D1-9472-6647-CAEE7845653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500770-C203-C343-9979-32ED7A74B17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BBF671-E739-B404-97FC-38EDCE9376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40F1D5-5614-9AAB-DBA5-29AB5199F5E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6E19C-C9E7-1A40-09D5-D175E83361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9624DE-E237-8FD3-5EE1-C5B382A0D0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2C685F-5F86-0E82-1420-961FD627CC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60E01B-E7EB-BA66-D39F-CA486737252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6F7B07-2B3D-AABF-593D-CA78288CB51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5892B7-AB15-741F-D7FA-1C84F38C98B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204F4F-8749-0AE3-82BF-6F2AE65DEDB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B63E3E-EE13-48E0-5F84-473B84DB32B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8D2F6E-3D95-C12D-A552-B89BFA77016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80FC9A-3B2E-247F-1266-3E72C91DC5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A872F2-C4D5-B5A5-E890-4E006043E66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5007B-C258-134D-1943-54C2CE5B1F9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D0F44-17F6-7F63-5630-FBC8ED54BA6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9438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A8E9-49D1-3171-168D-36AE7C0E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30660E-EE2C-56F6-9119-581C48384D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88C896-9F70-FAA9-A3BF-EF771CEE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4529CD-6984-19AA-6843-6B2D45CD2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E08585-4DD4-1643-B5FC-D2EDCE612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F8DE80-45DD-5139-7684-7403C38AF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16AA7B-44F1-4A3C-42CF-06DD557082A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81351-CBAF-779C-4ED6-5AEE971DD8E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1CE3C-4516-E03B-858E-33071406941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D7FE8-6480-758C-1E47-E89F470354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FC17B-7804-51E7-39C0-5855BA14509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C7588D-EEEC-7FC1-ABEE-E09FB7F5B19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A5249-138D-C60D-0B10-5961BE4F3B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2D3DD3-4BD1-F294-6AA3-5467ED64CC2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350809-53EF-844D-6CAD-E415EDB22A9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CE3849-0ADB-FAE5-1839-F75F2D73D21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1CF726-FDCB-6DA3-DF60-E5B086C1663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5E9118-04C4-AB41-8B22-55656BCE928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33FCE0-7589-7AD0-5DCB-A0C559794F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3E23EF-994D-28DA-58D2-E1A2A32AA4F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7E91D1-5BFC-EAAA-21B1-ECAA24F3A60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8EC218-9F74-9478-0445-C339A9647F3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181965-5D72-ACCD-8A2C-6FCFBDA6542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D61526-1CFD-1192-95B8-8734F578B84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A317F7-4304-7D84-40E2-1566B154CA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15AC88-B34B-C253-F84D-CF0077DA4F5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04A95C-53A9-C9B5-77E0-16B1433CF2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4FB822-CFCD-D960-E9BE-7C4C711DDD2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FD479E-714F-4447-C83D-FEAAC5337EB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EF1C63-0164-B36F-B227-C1A5885AE05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F513B6-E40C-7555-5FB8-C6870A237E4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D70754-3964-5346-09D4-33284DE5809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4E1080-AFB1-5696-C24C-8D9BA3BCCFC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DF04D4-8C6F-0F8E-58A4-C088D5D88B4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9A3892-F541-0B92-8489-F5A2558C630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9341A8-7856-BC96-702B-C5125DBB2E9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14CA01-392E-D3C0-C735-48434B26ADF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1ECCB7-A371-90DC-FDD1-0FD9CA8E4DC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D2AF83-E3ED-9FCC-2C8D-4B9FA706BE8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E9BF25-0022-DAD4-1549-AF8EC511AA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6B0261-4AB3-B476-277F-6A7A65C887E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2CD996-7293-239B-1C62-DAB86976039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D07126-66C8-07C0-06B0-14A38130D81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8FB08A-D146-A4AF-31FF-5913EDB897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6DD45A-B75B-2591-9B83-17FFED509FB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3EC3B6-53BE-3FCD-9FA3-10C19348C1D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8AFC61-115A-99AE-C8D0-3DA99DE86F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EF0E64-6F93-8548-2AA6-D8BC99F7A88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597B46-1CB9-9306-8F25-655AE34406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A10F76-68A9-A9E9-4BC4-E3C9EEA54FA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7AF90-88D8-6378-46AC-7E571B6325B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511A72-6FD4-9A2B-E5A4-672528C896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0759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FFCD-062E-7052-9D3B-EE2C14F9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77A46-A547-B726-A9FB-F305D89844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9.</a:t>
            </a:r>
          </a:p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745A26-D8E5-FB4F-69F0-CC9E206EC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B89DCB-678F-BCCC-62C8-B0613EF71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B66871-82FB-8D19-CF1F-53D907137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FBD1DF-EE43-52D4-989A-CB1EC45D0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5BF270-DFE2-2BAC-6EA0-762507D3812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617C9-2955-117D-212F-F9065FFA1C0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54028-6F2D-B13A-9DA3-C4A4E81A36D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9A20B-256F-3F71-CF41-6849F217FBF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F70B-37A4-EDA1-4C7C-64C4DEBD9C3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3A439A-ED79-993F-963F-E21A858FDCC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339303-E124-C05A-09FA-7AE9754ADC7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437265-085F-9CEB-E4EA-C61DCDE8E39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896544-AECB-6E8C-688B-61A63858494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5CD8DB-77E1-7D80-D6CC-16C14D65893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06FC4-46DB-FEDD-F789-69FAE9ACCD0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23CB96-431A-799E-4C6A-69DD28012FA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C3F5B6-BBF6-F8DE-DD0C-16DF37C489E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0D3CE7-F03E-4766-A081-BE0789DE924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8E7126-0B68-4237-003F-D9831F454A9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E7FB8-355F-52A4-B527-0C799F89D14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6F2CB4-482D-9CC7-E637-9152C755C24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9FB6F9-942D-261E-7851-02A50DA2321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CE8009-BC5E-598A-C584-73940CBBDEC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B3F54-0324-4403-C71B-E96BAA40D6D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F39033-DF61-6960-6EF0-4F9C9426409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EACB79-6F6E-1C6C-B5F3-9743452C9B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E1ACEC-E5A5-D5B7-92AD-ABD994CFFE2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40C045-3C20-49C2-2E95-D4B2FC54323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9E5CF0-54FB-8908-4C8A-798F543089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80CA34-5C7A-EAC1-4F38-D7AEAA723B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109B7C-F810-1311-815C-33EFB2DE31F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F7F940-DEDA-CE36-A779-C7ADD817371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5514F6-746F-3F8A-B144-F43B3B3E262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B8994A-2550-2FE4-6CDB-7202902080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5B41E2-FADD-22C3-94EA-632B0B66EC6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878742-E76A-B17B-AFB4-AB5169E9662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44942-9671-0A31-8CFA-6A5E0A107D0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DD0F1A-FB7A-2295-4D52-C107319AF30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02FC84-A61E-0541-3246-EFEBF7337BE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9D11E1-6FA2-6935-A643-A6FC66C7E4F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0A1DEF-78F2-4685-B578-497D8BD9BE5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3213DE-BC16-F6D2-78DC-FC6EAC392A2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3B7E4E-264E-BEF0-FA4F-C340F064ACD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864897-2178-B6DB-5AAF-B66B3941D9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D86B78-CECB-D88E-81F0-7DF7AD8E734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685704-4062-B24C-85F7-9ACC960988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DDF270-17F2-F70C-A4E4-7D5D0B12BA9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458E6-A97D-9EF4-AA9D-CD9611FC3A2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D12B6-4AC4-4B9E-8A28-14D92086043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62853F-3B4E-39A0-DB91-816A41E55CA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252070-2639-700E-0CF8-ED7EC4F7F5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18F5C-BD04-5DA1-EE81-529092B5A81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CEB18D-5C7D-198A-29B5-B6B0BC95FF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B213C-903D-B7EA-93CD-01F97757630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076644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BFA4-C054-DD73-2C6C-75DACD17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92B557-DCB2-C450-C6E1-F7C9723943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BFB5BE-E99E-6047-4903-23B2723D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B86143-6630-FE4C-FC67-E6D27BB82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EBE71D-B9C1-3C60-273D-9891CC81F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09DA65-8BF8-43A6-EA42-E2C49B802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E35775-512F-1911-8DEB-F0CFB96F46D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5E270-B213-2286-9248-B1D16527533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BAC8B-D225-4202-4EAE-9D74842D11E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972F94-B28D-CDAA-491A-0182AFE88B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1EDE6-0A20-98EF-E27F-9967333C18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41C1F1-0C85-2B4B-D4E2-B55D050D4FF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631529-28C5-F6C3-EF50-4B48B8DA98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E67494-3CF3-6C5A-5660-47B08796F75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09D5B7-33F6-A20A-D439-72194D99FB4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554A0-93EA-A258-2CEF-358C25FEFA5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85212-6755-046D-6821-AFF4BC08F2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FFF2E-A5CC-4DD0-D529-D2967DD3D51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F54DD7-30BE-C144-9929-24D2DED1004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05018F-3DEB-0F73-E8E1-9E29623D0D8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E1776F-9C73-319F-9F73-84D570AB8AD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CF918A-4C19-F41F-059E-E77EB52A31B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3A4F68-C90E-E5E3-E9BE-7F900492682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C04E51-3972-A312-E764-6F61205AE7D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A6359C-0A7F-9127-3BCD-4E2ACCFDD5C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4E77A0-FF3E-3436-6E00-7C37DC8B5DD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E173D1-74E3-B253-7F7E-183728FF7F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CD33B8-0F95-039B-F026-FB2BDB41745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468C97-FE56-5C14-FDE5-96F53783C6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D15F84-4E43-5146-A22C-C41A9943DFC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9BB4F4-4C71-DCEE-7859-43005273F0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C0B9DA-909F-9466-7CF5-CA5A5918348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53D109-A575-37D3-2772-FB8186A0EEC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316A62-C87B-CE6F-4191-C3E3FB97AF4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4118FC-4B3B-20C6-DD72-AA8557CFFA3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01C0EE-39A3-9B39-3D52-835F7ACC9A4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949DE2-EF6E-0486-C833-E37A5C932B7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0C02CD-8853-2292-4A6F-8B8DDAFF190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36D9F7-DC44-9F70-D06C-2B6873BB556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490F71-630E-DA40-0027-1C4D0A2FBEA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0F5AEA-3E63-C6C4-3EE6-7330DA1416D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A83587-5C66-96FA-DD76-4A10D8777F8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4B70D7-C54A-8DE4-B798-0114376E5E9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F38E3E-A654-B6FF-07B2-B6B21002FE0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B0A90C-11A5-5A46-CF13-33079D5A7F6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C4F163-2F8D-ADFA-AA1F-80035509794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DF485C-3FDB-4727-22B9-55188909950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D62AA4-C324-1873-B946-A44AD24F363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D7C77C-EEDD-3131-7A20-D18F47E3DFD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6D5444-024B-C765-9F01-8FADD1ECE2F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053FE3-D401-D06D-9945-3833D0DDEF3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7BEDF2-33D5-572F-8108-870C639F020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F9DB74-F1AB-D700-8AC8-235B8176488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80370B-461D-8985-A11A-35DABDDE79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87EFF9-EF14-8831-46B4-D696F7ECE69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22FEC1-4887-5B96-2E92-CA3024DD521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C60992-785F-172E-4BF9-F384218567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35CEEE-2C13-632A-811E-6D3B347047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EB5373-1D0C-C26E-21F5-A6C52AAEF9B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34ECD1-23EB-73B9-3E7A-779A1B80891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827378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61A4-9200-768D-932C-23A42849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B80A62-5DC0-6ADB-99AB-C837EB518E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32/236/236 triple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0B612E-7910-2EA8-04BB-BE64C1C53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6236EF-163D-A2AB-4FFF-B161A76D1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EEEB04-FBED-7212-621D-CDE6C2413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0113A4-D3B7-7E07-8983-9F2AF5554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0CC2EF-7412-27B3-8A53-FA6847BF708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98642-CE17-6605-4955-4E7EAA48D30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EA3D51-743E-4739-4849-641EC7114BB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3B6E27-0E8B-E212-3E52-3B559241CB5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115E6-F3CE-6398-6377-CD7399C0D96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E431E2-029D-1E23-A7D2-AAB7331A61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104226-671F-49E5-90C6-A199833AA8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66AD11-6C2A-3A49-1A18-8EB021E15B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17BEF0-DC50-9BBF-8993-302DC554E7C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6B1DBB-48A7-2D32-7987-4005071987C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2528A3-1DE8-61ED-74F1-AAB2AF84F98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DBB990-5C8F-276E-9E94-0514CF1DEA7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5830BA-E93D-BD29-6B6D-F4F56CDC98B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21D25D-BCF4-CAAC-0278-7B1058F075C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97AF57-BD37-9811-F854-617F117910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2B7682-5170-6E7F-FF31-EF0E814C4D9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C03883-72A0-487D-2498-3A0733F1F3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303EBF-C01D-9452-6AA1-2A91AE1EDD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1377A9-E384-1521-D988-3FB126B0D8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18057C-81A1-3DDB-8DC8-1C7CB499826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B46AE9-9FBC-2ACC-7971-F1F65C59D1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223F74-64D6-7F91-59A8-6911A7779C0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8C4072-2F52-19BF-3100-3739997E7B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8A4BE6-6ADB-D329-6631-BEEDA6CB624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788212-6017-07A5-8CC9-B2BCCF0D008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553365-98F6-F2C9-2001-5162816A7CE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2AC2D2-3E6E-2BBC-135C-5C7DA02879F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668530-382D-6A6E-A673-0444308C29E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CD60A9-CC8F-608B-261A-E80349BD8A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F6F6D4-E6B3-0B87-28A7-D757BF6672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700AC9-2DE6-6088-0B29-EEF4968F190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153808-BDD4-B132-EF17-EACDF2F312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89E69C-7623-33A0-E22F-A58D75760B8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685302-271E-7D2B-940C-C3ED5B8AF93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B81791-F622-730C-8EC6-9D3C8C84D24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0E9FF-F75D-6DE2-939A-FD88E7AB9A6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959F9D-1EA2-F33D-DFC1-F654103D720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7EF964-8E80-577A-871A-E866A77CE5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2E501D-D155-3F8C-57B0-CA23A7B4ED9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380C4A-5488-F79F-015C-E93CAD6B7CD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201B67-A753-AEAF-B84D-79B7EF94E42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448204-15C2-7BFA-A4F7-A40808C40B5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AA6390-F64D-C450-8471-B6DE7685B3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6844A4-19FE-3AD3-90D7-95BE209E02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C467E7-8FFE-86EB-3130-96A81A80C9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C21C1F-36DD-1287-AF21-5AD1BAA07BE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4EBEFF-C3F9-F15C-4AD8-876D4FAC2B5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E95CEE-9815-B0DC-6FAB-FF5099A863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55DB88-4D0B-EA98-24CC-9A7AEB55AA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FAF13F-3F86-F12F-35F7-503535FA59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6CFB9E-243B-D777-B33F-44A86BEC1E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610375-FF68-655D-8338-C6FC5B6B073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DD796C-C197-DE20-137C-8B8F50CECC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E4F647-84C5-42FF-30A9-ACE0D789801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07657-F9A4-416B-2517-A3743DEFB8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4022183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855D-5ECE-D9B4-5B9E-F8B45F91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AFC673-79DC-79B2-33E3-FF4757E78B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6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349FAC-99CA-EBFE-F919-C12A3C206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4AA929-2686-B8D8-A98F-E39CACA93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091043-9559-A14A-6755-FE434C820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1C483B-1A3D-B34E-A556-8BC6C85DC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B5D8BD-FDB3-F82E-09E0-08F281D649B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F39B7-E58D-ECEF-DF15-4CE1D937E77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F3695-5F84-A20B-287A-1BD2C58A7A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9731AE-C094-9046-B38A-A27E6836CD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0DF00-63C3-9830-DF17-B1200F398BA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2CC92C-8E7A-5241-E4F4-5683F9133F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8C080C-66D0-9C62-16F6-97614DF8760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AE3218-C7C4-1D6C-3EE5-084C6245140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6281B-B559-C95E-3367-27473F33ED7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F64CB5-02DE-7B73-24CD-E677CFE2D51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293047-7260-E85B-B04F-5DC5C76150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D43C30-E27F-C301-4F65-30291003411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3CA8A-BD7A-C0A5-4552-2475C1F739A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D546C4-A374-6ADE-A525-6C198077154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3F318E-2433-6158-3493-827AB1D455D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E093C8-204A-7FB7-D4F1-7D74AFC8C3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A9FD9C-D647-9DF4-FB8C-00190B4447E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63A89-0CD4-B12F-507A-821DDE0AA54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153F68-E6DC-2A24-433C-6B016E8195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13DB36-492B-1AC2-0D7A-FA8852E3F3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85FC49-F14A-A508-FCEF-FB9092324B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165F7A-A46B-BA9B-F10A-1966C30F13F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4774DB-BC57-1F37-37C4-60D8BA38941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E61881-AA28-EC4C-AA93-08989C47194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DD28EE-1C23-2980-613C-A1B52F7AC9B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214BAB-C77C-B4B7-1971-BC0F980A65E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EBD12F-0E3D-0D82-B57D-3F979A30F03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DD224E-7B57-B444-03C4-AC0789663F2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B9BF2A-55C1-39C1-9A66-F64B306E6EB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39930B-F68E-0011-1F78-F4CD4066C5F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FB9E2B-4589-38AF-B493-F22A83C8F87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765E12-3DDD-BBF0-DABB-876DA259593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1D193E-DDE4-FD24-8C61-A7014857F34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DF58D9-BEDD-08E8-F879-B0E9A428FFC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65FF0C-880D-9922-AED0-3A69D7A764A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A292B5-6A86-5DB2-65F0-4BCB3CC02BA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F383A4-3BBD-4E0C-AB19-4F87F99559C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4FC09F-73EE-69ED-6EB0-CBDA28CEC9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E08B95-9CFC-A56F-C575-5A226CA8BA5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E32383-36F5-BA32-02ED-833E98BDD89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1A453A-AE3E-412B-EDA9-0A4004B6C67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63938B-36EA-83EF-5536-73D7297820E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1479CC-9244-6C72-FCE7-9A61CC44645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DC0013-8E91-4E5C-AD55-ED301FEEAD7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8B9F5F-803A-076D-A825-499E885F057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F630C3-22B7-8E64-4486-E799E525FAF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956E9A-C4C5-2337-ED57-35A152D4615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DB87E5-442E-D60D-67A1-68F361F46D2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EDE476-0BC8-84C7-A33F-7FDCA72C2A0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1BC631-2C98-71FE-CDE6-20C58BB2B8F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D669DE-BDFA-804B-9BA6-5572D857769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8C1CC8-DA37-785C-533F-2A61C2081C1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0CD983-ECD9-70BB-D8D6-8BC0BFAE40A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619DAE-491D-90AD-EB8E-65E4D31FB67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AA1F2-60AA-30FB-C059-8D50611C6E9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2046758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3AABD-B9BD-E6EF-FC2F-F14DA594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AB30C7-E60A-1A38-F67F-F71B4E6D4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BFC44E-A53F-B2E8-E784-353E854BA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DE00CD-D965-B969-8A65-8D465595D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E308DB-36CF-D176-2B22-2B3284C2F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15295F-116A-3BCF-3B53-EAC055CB8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0E4B35-2A67-509B-849B-10E204A3212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A7B9C-0D86-22F0-3404-CD99335359D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6BB21-FD08-35F4-ED02-FAA4A38782F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657CFC-2397-6FF0-9270-1E1D8E373D7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8D16B-22E9-4CF7-95D7-672F81899F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DD00BB-558D-527B-EA86-D4152CA1EE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4110B8-FA08-4CB0-1F49-096C80048DF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68149-331D-FDCE-F174-DB983C02C0B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0D30CD-3F38-981E-A3DB-179B88E49D0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961A8-5ECE-7863-0DE9-930DDFF76FA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8C9F3F-A755-21ED-C161-96C16B3BB9F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A8611B-A45A-03EF-E463-0D1A33ED750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31D0AB-3CAF-F92E-4076-B69FC78E5E5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DD04AB-FF7F-D8D7-F22C-58460FA605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7AE8A3-C2AC-B552-244C-7B166A6E15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A28E16-89C8-489D-D1EF-2DCB8FDAEE4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757649-F0C8-103A-ACC4-149E7F5C46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C9DEB2-733D-F9DF-7A00-88E0F06DDDA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97DA65-2643-22C8-93C4-915D9253DD9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16CB08-2BBD-1951-1D82-A1148D5D4DA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A44C75-D72E-97A1-8684-EF96DF0ADDC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7593A6-25AF-F995-8356-34BF95062F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81E20C-ADDA-E539-7D70-92EB5238AF1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4F4547-6FC1-ED62-90E7-8CF22F6C390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EBC26B-D2D8-E990-2B52-12E09A3EEC2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35532E-936D-CF02-D58F-C8BD903AA98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41C2FB-CB89-8CF6-C644-0614A4E81B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0381AC-B10B-FE11-6D3E-7D459DC3A40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EEAD1-600A-90F6-6E26-4FFCE896B40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5A5356-9414-F924-8CE2-C13476ED28E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2FB389-7318-5E4C-863B-3AC3EAD5629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5CED89-9360-6176-7769-1655F64E328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E262B9-9051-AF9E-B0AB-224CFF5BE2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B76841-1DF2-2396-7011-8CA191347B1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54CDD2-618A-EEBD-EDF2-379F43B7168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A519BE-D310-5AD3-41F0-AF27687760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31B8B6-5BA9-6DA8-65E5-4E373DD9F24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A8A25A-5B69-E6E7-DF96-487DC89A1B4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2BC582-E3B3-2577-0890-AC9F32961E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0506A4-815F-72A5-7E1F-CA548660E9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FF5E8D-C6F9-6E02-B269-A631006DB91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FABEDB-E359-C991-E9A2-9F3587EB113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2ECCF9-EB21-BE3B-47CA-6240B31F074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F4BFA7-B047-CD57-76B8-170E7042D94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F7220C-89A2-E04C-31A3-A67E6CC1F54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50DBBB-073B-6BD8-D621-2A0A77C18AE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181490-FEEE-00F6-03A9-7B7E37CD71F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9969A5-9276-F6A6-CF2A-5210B561B32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AC1DAF-909F-4E2D-A011-EFF1E36080C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8F7D9B-2C4A-CC90-E996-89025CD16C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A78692-6C11-3F5B-A08F-DA5863605F3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0C2554-C6E3-C0EB-1E63-9F477A37142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5A1C7B-866A-56A6-1780-137EA040591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781BA8-1A2E-3583-AAF8-BA3242AC5CE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8399C7-9CC2-DD9B-1477-DD60DAC2CF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78E363-7ACE-2754-0052-EBE282E9C69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45373C-C730-7042-115A-08281ABEE5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7A49E8-E926-CC89-FE8F-027D66F0645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257905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86EB4-EBAF-DE82-91C3-98E4D16E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310AF2-B947-65E9-C4D3-285763C26B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1BA765-A1A7-3807-6F0A-FAAB4C21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186EFC-C402-D39E-F111-76CB6B35C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AAEF75-4A84-E726-8D3D-EF989BB9E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2AF65B-18B8-4754-7B61-0001852499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ECAE02-DC43-8DA3-2167-73D5799DBAF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37A9A-033F-B14F-F874-B33327629DB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A3AA5-C1D5-FD94-936F-319B183D4A6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E6D046-4361-D53A-9A9B-588AAC2202D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0EE74-7AEF-0E10-4A99-C4289283E90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3F2E5-3A13-B67A-C84F-3477C9DE65D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F794E8-BB28-8930-321E-90CF76E4DC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9199E-0381-D60B-B5B5-72CE15D2858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B75EAD-3B1D-0525-C0A3-31317CB4334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943223-DBEA-3D84-B89A-1C02362A88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CAC5A-99B8-08C5-F499-AB4968935C7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B3282E-C9DB-B358-A8EE-A40ED0EE3A9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9EE879-2343-E21B-56BD-E5DFB9C364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525604-2F52-DACA-E750-7387F956C7F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2CDC2F-FE1B-14BC-CC86-026A6AB498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98812B-EA5C-A540-FDD7-63F74E9607D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3928D9-F74C-03FA-706F-0E03C067D7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94C9E5-1349-F10C-2B15-D9A23147150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EF437B-CF1C-B7FA-8D44-6AC761E3151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38C4C7-3252-1D94-EF38-904624B1C3A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89594A-9F35-0E11-2826-D4C156188E2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C76E94-8DED-8214-9B8A-4A069CA3AEC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342D92-D35D-EEE8-FF5C-7CFC1AF9B0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6C630F-6DE2-21EC-225C-0BF85ABEEB0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CD2AF4-B9D8-D8B4-3BE7-2D35DBF8519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E6D3D0-EE70-6884-49DB-2BAD35B8C51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E342C3-6CE4-7439-9BDB-767145CB744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ABA10E-C297-1D5F-102F-9097E55ACDA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6AD19-EBE7-B36F-5943-51F1AF73829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0597C-9E40-E0AF-4355-D7FE6E02A43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92FAEE-4D82-2656-BBB6-8F66F726ED9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7D375B-9AB5-D4CE-B679-9535726BB8E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63BCBD-4A67-CC84-7670-78E6F6E991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4FDAB3-1531-68CB-4969-CA32866091F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690C0D-82D0-10A2-6D5F-975E0B737E7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66885E-F4C1-C8FF-81A8-6682D69DFE8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8EB179-D3B4-9FAD-99E7-ABE8FE7A080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B19F7A-DFED-3361-B1EC-00526F871B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E6F9AD-56A2-1141-BFA5-409A85806A2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675AB1-8DE4-E3B0-15D6-DEAE388E4E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27B0AF-8135-B587-F4D6-E13388BED9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F8E93E-1062-C76B-B957-24C0E55010C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30EBCF-01CE-3469-79CD-9ADABDA82F1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8CDD2C-2328-C27D-4EE1-15362CD71DC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BF8FBB-2DA3-0B71-6D3B-8A6027835B9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783F01-F68D-7420-5616-39C98AE85D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AF8E77-8DDC-AC5C-C170-922A522A9E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6716A3-8B4D-9C46-EB5A-C93703AED37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AA22DB-C3B1-37E4-5124-1E87E74956D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663C64-3254-5BC6-37F0-B11A9B9363D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6508B8-1CCD-197D-3065-EF9C5A510C8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A5AD2B-5163-94F4-DAFA-0174B0CE2FD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B0FED5-BA3B-6AFD-8E45-CF4D0D51AB7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220788-4AEB-F880-15E2-ED1C5458A12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84E0FB-88E7-1CF3-A014-B129A45B9CA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3039D9-9BD6-1A24-63C5-BE28AA9998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51CFF18-CCFC-6E42-3BFB-2C23560A136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E30DF4-BA01-CF0C-897E-35EBE646DF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050FD-AB0A-D630-6B30-9DD7D922AD0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40488-2818-4D40-585B-21E23AFF8FE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</p:spTree>
    <p:extLst>
      <p:ext uri="{BB962C8B-B14F-4D97-AF65-F5344CB8AC3E}">
        <p14:creationId xmlns:p14="http://schemas.microsoft.com/office/powerpoint/2010/main" val="4167398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968C-0535-403E-C608-7D95E144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14B83-98BF-855B-2474-1F526F649C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CF60C4-4A2B-B2C5-BAF9-C14352DB4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A100F3-185A-B729-7828-E988E7BE1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71CAAD-DC2A-4A11-CEA4-D97A45E0B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14DBD3-736C-6792-1DF5-59B13F821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EB6034-6C5F-17EA-38A2-5ECD2BA8022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BFA34-3DCE-1BAE-9CAA-B1626C67D24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6D7B2-C5BF-03F0-4366-C4020B5703A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CF6A0-D753-DC04-0A06-BC399993319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35EBA-A661-0DA7-B393-56CF9375F7C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72A907-8AD9-9D05-72A9-9AD6360CDC9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318F46-C6EB-DFB0-868B-64954937A36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EBEA42-557F-DEB0-B0B5-4B3EF8DA7D9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0DC66-90C1-398B-5EE3-3CD22BEA62B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EDBDD6-F533-1830-BE03-533A3FF68E2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D07B4C-2873-E2A8-7817-640EE0BDD6F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33E0A2-90BC-1D70-B12A-10785EBF2BF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A96503-2F01-273F-6A11-E58ADAC5F70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2DBD59-50F1-04C2-8CAC-D65CBC6A630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36C6AF-5678-02BC-7F5C-18E34588A9F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A39EF2-2756-6E2B-4C5C-DA9243143DB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05B049-58FB-F532-BDDA-DF979352BFD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3F3A96-E548-5210-C710-9A5E8B54531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416194-5B24-B3A0-84FD-F82F8EA8A5A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9D86C-9411-A234-2F02-87415C9A68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B64217-EE40-2B54-6CE2-A85604B77A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F5708B-5108-FD85-D6DE-522C7D03470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8FAB49-C2CD-5364-9CF0-43FD9CB53BD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B40A94-3E04-4E89-781C-F92C8543A02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8B4E86-F30A-0BA2-45D3-4E6DFE029EA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CCCCAF-C87C-9C09-7108-9E60EDB8F8D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8012B9-E9FB-DDA0-7852-75FF5AF2329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533028-954E-6058-2B83-EE396ED8D5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736DA2-A5B1-D826-71FC-4364FF17D5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C5F8BC-C5AD-46C5-6DC0-EE69677D14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9520C-766B-1D1A-14A2-6BE5E8B7B3D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D0BCBA-66D6-B467-9D12-F0071CECD4A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01F1B8-4300-C87B-2B21-2D5829EB3A9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D3A17F-1D22-3554-9B9A-94F2689F236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B41B89-452F-C501-6667-C03DB694EAA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4CA895-C13C-4BA7-C8B8-8C0B5F76E69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20D2C2-B015-EB2B-5FA9-E4225D793F7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DAA6F2-0B82-22D7-FDE8-6F703DBFCBE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11CE83-EF2C-26D0-6B69-6DD2F906FB0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C01C8D-6661-92A4-A4EA-763B4243F1A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D6DA9D-D978-50BB-8C50-6ED90BDE8B5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8E1B30-4735-AD91-8547-1B743349F30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D997B6-E28D-7C3D-5AFF-5B3A1D8DD62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F57C3C-43F3-8C16-D80C-66D8492D4C4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E9E986-7B32-70D8-E459-F15D7A5992A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7F6624-211E-AB7E-5CD9-4BF70484B65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764052-A9D0-F002-2174-5116E24962D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3397E1-F1A9-30C1-5758-4BD0CFC6E3E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DA7533-0F3A-ACF0-5EBE-4B1E3183186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897AFF-1F05-0B0D-EB37-058BA3FE9F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E6AE48-7225-6084-FA5C-ADD260C2198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C09CE4-935B-5527-2C09-DFF1EC6D7BA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D1DE13-5380-0969-446D-1F4321CE427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23F2BC-AE13-74E2-8C23-B315513D7E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FC60C2-28D7-41CD-6940-7041591772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365208-C9B2-7A97-285D-E37192786DD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E06431-D4ED-DE44-5B87-3923D8AF1C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A5A0B7-4F72-58F7-5057-115EF1ADEC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85D13-A56A-FB8B-764A-BE8FF885C4B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5EDF4F-EADE-4DEB-42C3-1C91FC0BF0E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CA1A6C-C336-9D7C-D8F5-0E8E4ABA0E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25C8B-0D24-1C1E-F1E6-C9C89E094C4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FD612E-F6A4-28EC-ACB8-9C36B71963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</p:spTree>
    <p:extLst>
      <p:ext uri="{BB962C8B-B14F-4D97-AF65-F5344CB8AC3E}">
        <p14:creationId xmlns:p14="http://schemas.microsoft.com/office/powerpoint/2010/main" val="3884763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66D2-FC84-8F11-E3EC-E204C987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2A2D66-8C26-5997-D2BB-3941FEA8D4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[9 in 3], one of the digits must be 2 because a sum of any of the others exceeds 9. Pairing with 456 to make 7 would be 321, but 3 is disallowed and 2 would be a duplicate within the cage. So, the cage must be 126,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F415BA-7E77-E496-B83B-E23B4B939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B8A91C6-1BFA-4BDE-7439-B429B7912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19557B-5E32-ADF5-FDF5-CF4393142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A988FB-2CB8-9E0F-DBE2-6DC29B73B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BBD7A-BFC2-74A4-6617-13AB6C30768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C29CC-E992-8684-4B0C-3B5090BF16B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CE659-E857-B2FE-923B-D726E0BDEA3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2A7F5-48A1-1A66-2122-793ECBAAE25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120B0-E39E-9714-4597-EF18C7340C2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58BEF-55E5-6B95-A6BD-1377C7D72AF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5EF1A8-35F6-1390-741F-BFFC1663EBD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91CB05-88B5-ED3F-A6EA-02533DA2DE5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332D0D-1DD8-56A5-9F31-8CC3C6CEE65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24CCA1-FACD-A7E9-1362-99F59D0C645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6B3B23-9751-0654-BB05-9F8A02F25F9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E5531-D1B5-73CB-7E42-C504AE81A7C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0CB227-B606-E1D0-1DB4-33C6A1B8428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3E317B-85A1-2C7C-B2AF-09066F1A3C8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E20FBD-25C0-BCA8-521B-C6B4F6AEDF9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0B9EBB-83BA-1F68-A97A-63BED5B9A00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AE4B0-FA2E-8179-5FE3-EC869548B8B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A95936-5242-D2B7-4A28-2CF29F4E07C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02FAF8-1A5E-87F8-5BD8-943FA2C27B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35F79A-D36B-1F60-B419-95C159DD3EF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C062E-A86F-DB2A-2CB7-8F7198F9401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D8EE4-27B4-7382-412D-2484B622B0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763808-8909-D7ED-3B22-54D7DA6640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FB681C-0B1C-5B82-8549-E49201634A6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FF5828-E583-8BBC-1B57-46A93D1BF7A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1C0AB-A09F-EC9F-7677-8EAEEEF650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104F4E-9335-D363-BDEA-51ACADED833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1C99DC-B515-1294-77F5-8F8D27085B7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34264B-8247-CABF-83D2-9658CF1791B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7FB09-C9CF-1D50-C9D4-CC57170B0E5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1929A8-729B-B8CB-FD40-4934238E761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71DB8-839F-1596-AD1B-51C91A05464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D1E544-3EAC-1338-010B-9889796293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B653AD-07AE-FA80-CAAC-0152FC5D042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1B1B3B-0054-5350-11B3-D985BBFE08C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2A6E89-FC6F-7959-373B-2EC3983647A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2303ED-730E-A9B5-0B2A-37801547A8D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BD4519-4714-F54E-C0ED-560483CAFDB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1BD56B-AB08-3B2D-20F5-6FA8F6C7A64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F2EF6E-AC21-9FBC-8877-E29B449E18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E95413-67DE-B3DE-CF1E-A6DE3BFD07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AC4D4E-D39B-C4FC-4A89-B89717D2EE4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C0185B-F8A4-A89F-1D27-C24ECCBD8B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A2C0FF-EBBA-BF2D-1E50-40E15D7711F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C325F0-D65C-C657-0011-9BB46DC7268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3475B7-CDB5-FEDC-E8C7-BEAB56CB4D3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86D5A4-B42A-527C-EC53-810A83E712E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F7EABD-0E08-395C-B4C2-BCAB246CA3A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C8AE55-0481-41DC-2FB8-0F24290F38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FE5243-CE8A-3558-E923-7659F96BD1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90BAF7-5208-3FE3-8003-B8E6E6CA63F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0FE068-723E-7237-B17F-0EF939372FA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E70832-E60D-AA9A-07E9-0224A493E50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A495E6-17AA-98C3-761E-BE092C9EFB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EF576F-BD5C-B3F9-38F3-A4CA7E2BE1E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76BEB8-4774-DAF1-5FDB-A56A5915524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F24259-6239-AAA2-D246-1F5319BE22C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77AFEA-8118-40A2-5473-A0419FDD089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99F75-DF36-84C4-80AF-D8033EEF3B3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686189-6C64-235D-A8C6-5E0EEC98499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1F73D-FCCE-62A7-FB72-C313E0EC8BC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25FEB8-9944-007C-8EAA-D3F1007CEB7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13E586-2AFF-7241-1894-EB99612D19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71478B-07F3-ADAC-7503-C9F335C1FCA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26007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D2C6-CE14-7DA8-E8AC-02301387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A48CC3-C210-A508-9604-EA26EF523E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6CDC54-88F6-E2C4-7380-8A8F6DE0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00BA68-1FE2-7A6D-1064-361D77499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033090-7B27-3636-9180-720625C32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D33899-385B-4930-680C-9D0524F0A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EFF20-5811-D89A-C8BD-4D2969DAD60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B1A2E-57B5-4EB8-A1DC-49E9428F7A9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862A0-AF9B-1DEC-807D-481B84D3127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1BF2A-6987-ED57-3F1D-4CB51504370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2AA9B-BD0B-5D98-A02C-E4F062A406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0DAA38-6F00-1023-6C61-66C2227EDE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BD8A1C-3C34-99B0-C230-8E6655745B0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0355EB-F47C-5182-9D8E-28EF56495B2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9C269D-63F3-9CFC-98DD-82711DF8893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E927A9-B09A-245F-B643-E3D59630275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C8FF9A-D741-3B61-5839-B016F56EA51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8A857D-3EE9-6387-07CB-15BED4CB26E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AAB15D-5E3E-D27C-DBA3-C69CE8F89F7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E51A4D-B480-9224-6811-BC5AA9D72B9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1AC363-0D1A-AD93-5DCD-F198C6644E6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27EDED-AD1F-AF7D-163D-33DA20BE9A6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C560AF-F1F1-54E4-CF44-737AD4097F9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908630-DC76-F4D2-6A51-EF57CEE3F65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336231-E77B-C2D3-2796-E868CB90BE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A51A4C-D54D-EBFC-2C17-3DDB1E5F241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27CDAD-4FB0-60B7-259F-AAD03729A5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1A45AD-805F-3E35-D9EE-D2F3408EC13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551437-ECD4-85B4-9B47-89D3978E305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B7CE89-E002-588A-2B6C-BE388209E0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B27B59-30A5-63E7-AF8F-A6F45683533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524C36-C5B2-4222-EA85-42CA6C2A0C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58B4D2-6463-D054-45E4-B0E72B7CFF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EBFA8D-D381-FE40-4FEF-2592D798153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839F3C-6865-D1E9-2D65-876811A9B7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AC3FB-8051-A166-177F-BEAD47BAE67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4B195A-5B8E-D1C9-0B38-7F77C4AE4C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38F34-8396-7AEA-8D3F-4185B00A07B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FDC831-C382-ABF8-69C2-2850D2907C2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30B9CD-CDFF-61B9-D750-67F0589CB57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9D0007-F1C8-CFA3-E213-9EC70379C3B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64AB59-93FC-BE70-0CE7-09B65C7791A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22E7A6-33DA-8E65-DF6B-69A6DD71ABC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6EBBFA-7705-2F5B-166F-EA546A0FF95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509BFB-6B14-4E89-131F-675CAF8B9F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7483EC-D692-E91D-01F6-898169EC30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968160-4C92-1DA5-D707-7214A6CC87C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EFF041-E24E-89C2-49AC-BB528F0AD9F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E21231-64C2-7CD2-C0EB-0F1ADC71F40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465B2C-DCF8-BC4E-9E9F-C1FB2D26FC0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6AFA26-B995-CCCA-9FD4-78E4542B578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537FE8-048F-C71C-922D-C85CC8C2430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C89126-8F92-4A25-0536-949AED9F8BC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BF7F71-47F9-B555-E911-8C36DAF112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FB6947-B3B3-8D52-EBE4-CDC054BF7C1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1431AE-9EDE-8623-1D16-78A936B4C46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B0BFDA-1C51-C37E-C12E-51CA679F3F7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E9B791-2AF3-E71A-7CBB-55900B7CDCB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AB3CB8-EF30-8048-9C91-5543D57D86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87639A-FF97-CDDA-2AF1-AB1E9D93AAC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26EC64-0606-655F-DC69-60FA4DD8E4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D4B8A-A8B2-014A-6AEB-B6B3FFE395A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BBAF6-3FEA-C624-9304-EDDEC9CBFF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BBD11-E56F-8869-2764-BB66380875E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4E8D56-223B-B82D-1A6C-7EC8ABE4716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561671-95EE-AC7F-7571-39CA51D41AC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6D8D0B-BDDC-0D33-685A-0C4F1A5FCA0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C125F-5BE3-517E-4D08-CF6813ECCA8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4C9FF-5E96-E146-4D7A-573FFFF53DB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334D3C-01F4-FC17-FE2A-667C799C065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7035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4843-A186-D647-30F3-E08FDB0E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102517-3BDF-8FD0-C7B2-B08F68A2BC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63CB60-4186-267A-C7D9-F1BD76D5F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FFAAEB-28B8-C815-3E24-4DF177B02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0473CC-87A7-654E-42A0-A6F438F15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B76926-3A5C-8EB1-6B55-A2BB45844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F05B4F-FBB7-D2E6-A41F-2214C022D18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E7B9B-8B96-4431-EAA6-285A133140E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52F92-2206-ED98-9038-0810E85FC86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A7D97D-7A3E-EA1B-D338-376CBFF9E0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A022C-5B29-30B4-A6CB-B509BB552B4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36DEA-11EE-5C79-9D2F-657435DAD0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0A801D-8DDA-6ACC-B23C-349D321360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F1D10-E051-D096-8FB8-3C264DB5E96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729BE1-E99B-F9C5-8441-C0CC2D85D9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325BF-958E-3CAF-CD10-2E0663E23E6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45FD89-DF60-BF31-C6C4-1089B578ED0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7CA5B7-6E9D-1764-DC27-D0AD86B581F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22643A-A2F3-C56D-4020-47B20B407E4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39BA4D-94B4-45E1-985E-C2B7F3BB9C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CE478B-4DF6-06E6-FFFF-CAAAE49042D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C671FF-94B2-7D3A-92E5-6B163D12359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7E7CAF-FF46-668C-0475-5BC8193B734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063D95-FD9C-FE24-6F21-9008ADC40D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A194C0-F3EF-8439-6C2D-7C12B571E16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CD5096-F1CB-134D-6D1B-B9478799B66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AC24D3-848A-63A9-C6E8-36C7DA9B47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CDE8B2-18A6-78E3-67F1-654466083FD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F5B92A-ADBC-4784-699D-84D02A95E24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EAD85A-14A0-8EDD-64A5-537416099D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457205-46ED-0E11-A3AE-A60A2527D34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69330B-1A88-2C48-F1E4-61649A6324B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024955-6458-BC92-100F-60CE44438F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F7871-1D5D-9DC5-2269-78D521728EA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9C9EF-6E61-29B6-D91B-0F5C54B0ACA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B4223-A6DE-1358-1C92-80DB890F0C3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4CE2DA-C2E9-3378-1C72-A13307A1338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595755-76E2-3DD6-5C5D-CA59C431C8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501C9D-E8CC-4AED-07B2-9C733D34721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D1D0FC-7D41-12DD-16B2-042305BA7F6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F1A8A9-9AC8-4CC9-184B-60531702881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1CFD43-239B-E86D-5D76-A8C3DA1AA9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E35D55-7CC1-1961-0F47-2AB270E454C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AE095-A157-BEFE-5F51-874A28EB47C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B6771A-E021-D575-C63E-207CF4A80DB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37D778-5A68-5FE1-D4A4-36328043D0C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295087-E5F1-6EB1-B11D-F6DF95D7BB6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D1A0D6-AE8A-E3FF-7651-4D3AB0749CD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94354E-A84A-0163-6081-6E50F03F46D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3ABF6B-DCBD-88D6-02D5-096DF9D400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AC6072-B308-6D78-6254-1E248A90B2E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25A6CA-C1AD-B1A8-A513-B2AD344967D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D110B4-27B5-6339-81D7-1C663530EBD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A7734B-4D97-C44B-BDBA-2A96ADD6B41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42FA54-D4C1-6A54-0C43-403B55C171D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93AD68-F85A-EC57-60EA-344FE66B01D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CB0BB8-9FDA-FB94-F09A-D9AAC721503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E50F8-4D6C-F07A-32B5-BC33D4CB7A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E98005-8AB0-4997-19C0-A14AFF43A9A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EC5C71-4FD5-DDC1-3CE2-116E4F46E1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AF5DC6-A133-06AC-BB6C-74C22DBA03D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AD6B98-EBC4-486C-8C86-A02074D783F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99406-D383-0DCB-C252-05BC3AEE62B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3932BF-5166-61CD-7FFC-F8E3B47B581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2C4A05-9CAE-4197-1B66-54221F6BDA6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E8CBAF-C5C4-AAB8-AF77-A5BF66F8F0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91EA1-9994-F1F1-DE46-8DC4D03C0E7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021516-B10D-20B2-A126-6052BC9C0DE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BFC125-C470-0AEB-E26C-D5C5ECFBEFD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4B91F6-AB71-73DC-B082-F80467F3BD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2886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43A1-D86D-3CC9-13B3-8D394547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B99316-69A8-619F-FDC5-4915F923DE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7CEE40-05CB-3CDC-F82A-07D2DF5E7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EC4BEF-8797-96A4-2ED8-9F35F4E6A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E8CF11-04EC-4717-7FBC-BC882D545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E52CA9-F35E-DE15-34C4-6569D95B6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3DE216-1886-AFBE-D911-3A9895BCCE1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D41C5-0247-F7A4-C82D-22171F7F0A1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3F8FC-AD6C-A727-37D3-8E1D036F3D1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7A4FE0-3808-1912-EE6C-76658AF1E7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A06E0-66DE-1E95-0AEB-98A171278BC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70245-4964-0435-EE46-414319417DF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EF2501-6360-9F6A-D36F-51C215C4450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D69346-AA61-2C6D-49FE-E248673DCA3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7F5C52-6B6A-9DD0-2D72-41336CE83F6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55AA4-E834-6FB4-F3ED-A91448EE21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4A104A-A46E-43B7-7C0E-D17CFBA916C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07074-5BA8-A9AA-B7AB-F4DDDC45C6D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2D95AB-DF0F-D95E-C9F8-4BE89139A2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1F88A3-AB77-13D4-DB0A-E1C032D918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931C8E-D717-EF51-ABE5-B8CBD4222AB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8812C-BB92-E051-F696-1435996C1A9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E034CB-C6DA-F235-8E2E-ECD6244CFC3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CFBE47-7B1F-60F9-BAE8-A18AE283C6E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AE259D-1A4D-8596-AEEA-B94C237B44D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68FD1D-DE95-4B6B-A5F6-25307E5F91B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DE3398-A623-DD10-DFCB-CB79BE45F3D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F594E6-D901-C3BC-4A54-CF4C78BAD2E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EEDE0F-35D2-AB45-E58E-3A09417679C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17D613-5427-B2FB-BE92-AB33B90F5A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86099A-972D-E989-E6DD-F462D825B7C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E7BF30-CA2F-E891-85C7-057F4E30E54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32333B-6C27-8757-9505-F39A0EA58A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234EF8-9D8D-7DFD-9522-61959627B91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13BE4F-E0D2-7FC0-EE12-AFFB2347FC7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54C31E-87FA-4FE6-9185-0A33BE92793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DA9196-F234-AEA5-A36A-23D97E97AD5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80323C-F3E1-5457-8FF0-8519C2E7E91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C065C4-14A6-06B8-05D9-947D547C51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40097D-29AD-8297-DABE-3DEF4EA7C3C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B96614-0137-8D5E-3A67-4A052D43DB5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4245DD-400E-8A8F-5ACB-E132E4317A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743554-A5A2-2C4D-62C4-B4CAD800578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20CDBB-D80E-7EEB-A744-385BED6317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C9D3F4-2574-65C1-3E5E-50CE349A83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4CBB13-2F6F-07C5-452C-33800C0130C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07CA3E-B47E-940C-C0F4-97696C0FF18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999DA0-8BCE-F7E9-EAFE-406A02B0DA5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66020C-47D1-70CE-E286-15B248E67A7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FA728A-7D01-971B-C85F-13D23B6CD8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AC72A0-7CF0-9383-AA5B-70179E7FABE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1875AE-F886-1B98-1CEE-102E3E6E26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515866-B427-45FF-52F6-DF46BE7437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43455F-4100-2FD5-D783-DBBF98A4CA6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E5052D-3022-41DE-9FA9-0C3067DC317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42C150-2156-2C65-5D8D-1B47E3CF7E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45E3AB-771F-01F5-376E-AA3147B09C8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1BC14C-73F6-876F-9C6A-A2A6BE433BA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A4A762-DDB3-1FC6-0F2E-5FA7575F065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A8E27D-22C9-10D9-A1CE-CBDAB7D8CD7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737BF-F98D-B8CC-F76E-D80AF27EC9E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F4F92-3F0D-73CA-81D3-08FDCBE2B02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2D77C-B4C7-2192-74C0-C7D047FB8A4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4DD49C-DBF3-3D97-40A4-8A6FC72DCE5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F573F2-1E0E-567C-FE30-40B420AFD6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8D327-05B0-EDB4-CF88-58BD159E47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67D80-C7D2-A1E3-3E22-3B8288CE0D1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1B6FC5-856B-7B6D-330B-ABD4993D01F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E07C3E-A71F-AFEC-688E-A4CD00C17F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A1586-FB3D-BABC-6CDF-81B4A3B1B13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3449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549B-8028-C00F-793C-525FE2D1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64A61E-535F-2EDD-9DA1-CCAE6F900F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9B3E66-C62A-415F-8E73-8D2211219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9F9AD1-A26D-343B-31AF-42070C9C0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96EF25-FE31-C1D9-71BD-5FA57C7F4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B51A5B-E871-DCD9-32A4-2F9E4B9FE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95E280-1C93-2205-0C0B-51F8D9DF935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BBA9D-A487-E74F-C8C7-97E5E9C72D8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607AB-8256-3D04-77CA-88554437139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7D8D5-5965-8958-5073-27296991AD7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4C640-B7FF-DE8B-7FDE-7C51270948B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444A50-C7A7-8356-8300-1340C6B443C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E88A33-E3B4-EC54-11FC-27E2EA4C952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E8BBE1-5E89-4A02-44D1-78EE548D11D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491979-346C-6EB5-6071-B6558740856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FBD393-F814-BCF5-56CB-B2952C719E3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26CEC4-D6AE-DA0F-3F8A-FC0EECB1139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C9101C-4EEE-7EFE-9124-F746667BE7A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805DD2-AC6B-2396-D476-4316E779709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B3913-1405-1181-A53F-FC2116D938E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74DF08-651E-FB34-93FC-2FD185B103A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9F872-5713-767A-9FF9-5E4AC58BE40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E27086-B33C-1173-03F2-9A1C44FD8C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F62ECA-1646-113B-6136-ABAA0B42E9D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0E1970-8151-E1C7-D437-2E97BE294FD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1CB3F8-C243-C0B5-F0AF-B9C1621EDDF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F4B323-F93B-F215-E8B2-F4742C5A02B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C84E48-27B0-E3A2-3777-2D1D173BE3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AFBFAB-98A6-3D72-8CDE-A34B1E8D6DB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8C2344-FA39-7F1B-9AC2-89782E6394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3FE4DE-37CB-F87B-62B7-023E85DA8AF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B3C75-5759-C16E-C8EA-19C4F3F9B6F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57E60F-FBEC-FF57-DB4D-45D9707508D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061407-4379-5420-035D-C60E339F5E8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1DA16F-ECC5-5355-F415-D3961F49BED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72D62C-B4F2-4EFA-74C2-2422F14B54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D4A68-566B-A984-4A3E-FD84451AD90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CFADA8-C721-0B51-DEB5-4FC509AE6C7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33370E-F4BE-30AB-0A5F-99172548E0E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0758F7-F09D-B28E-6321-F30554E8E19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76BCDB-826A-3F72-51A9-9845F45AAB9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5583A5-1B11-E0C3-DBE5-4794842E691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9A571F-8978-576E-D3E8-B49087000C1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D9A5F4-B0ED-A122-147B-375755CB0D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37B178-8E0F-3663-FAAC-D7AB0BC000F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400100-0E5C-E8B4-C727-9BDF58E88B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91C7FA-D445-3C93-BB74-2A1F4582A26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B51072-D20B-11F4-A165-B3B33DB0A64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733ABB-D3B1-2C55-8131-77866F87A72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42DA95-4074-D556-C768-3AD999D420C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D9F7BC-2037-7977-62DC-AE7F8AFD6C3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B426C4-9C09-75A7-1EFD-F77C05FEEA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3D6A30-F313-E4FA-E7F8-7FDA907E213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468979-7EA4-E071-9F06-A73A1B17A2C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7557AC-3505-551F-8ADA-8A1CAAB075E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44DE68-494A-B874-EB0A-8F1E616843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46BD64-8B40-83B6-F6F3-ACBD0187A9F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5AB4E4-1660-FC45-026B-DFE852E85C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A1F693-CA97-2580-8764-825EBBB0350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4D16E-E290-5BE0-3B6B-607F22028BD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5473F-9375-BB3F-3D70-2493A183DF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6DFEDE-0950-1C3A-B222-6C69CB37BA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25892A-164A-4D20-E482-5ECA20C099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30232F-36BE-AAFF-17DB-571DAB27700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E3154A-F012-8F84-5A55-793D8B1C4D2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EE2D50-DB75-2AEA-7621-D6F708D4D2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D1B62E-73BE-DA01-BA4A-9B0643532CB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6E3779-3EEA-DE83-F48F-4057CDB1CA9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FC7B7-196E-5675-8F98-E328931AC3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40657E-8715-300F-1EF8-DBE28C306B1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45841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4ECB-BEEA-F3A8-813A-C53743EA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E321CA-6EB6-397F-D0B0-8DD848B80C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C2E8D5-B805-7BD1-5648-3AB3BA7FF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46936F-C3DD-E049-7D4B-A190B16C2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D8529C-FD4D-483C-587D-914BF408A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BC5A91-B976-7F15-0440-7A07DA4EF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D36D88-C7AA-60C0-ABBD-6A4C734C324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A89C1-00DF-4C1C-51DE-63BBF2BE1FA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275A6-FA28-3757-4F5E-A201E7074CF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D6BF6-D652-66B4-2480-D763D88F9B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68AD6-A1AD-8FB7-507F-0B6E5D135F7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1E4F8-49B4-4046-751C-1AD21A77C6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DDC2FD-787A-4262-F911-27456BFE82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A51755-82EE-2CB9-0E1D-91128DC3A63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081897-3831-959A-C420-45E197C3DC4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2DD15A-4E23-1023-C596-DFE38DC14A8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61BD96-B481-70F5-B9F0-69F2A2BE2AF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61A52F-6118-51E6-5715-767EA8F34A0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754A28-BF16-8EC6-82A4-D6515F6F9F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215089-3094-C69F-29C5-958BF04765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A40111-CBC3-E481-3BF1-2402DCC15ED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DCEF20-ADE8-0BDE-FC2A-7ACC7AB15B7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E4289D-ABF3-DA3B-40D9-C29DF6E8E41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5A7BA1-6E13-BB22-00EF-63ED6F36A2D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462696-E8FE-98F9-0547-F9B437B6989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C425C9-617A-A813-5736-CAD22B8C34C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204E18-0358-EA30-DCD7-5BAE88D357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23BB4E-0DBD-B719-5509-0B4BAC82427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F80441-38E2-8B90-505D-41384C4980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B45B3A-B63C-0358-F776-0932995E7F3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2B445-A301-1266-6262-3C47A9257FF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AB1C0-7171-171C-1B4D-941D8B51683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B76314-3E54-5DBC-8576-E7D00DEC93B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678B2A-57B3-8FD6-0A62-F4A0F63AB47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AE6D4B-D760-3509-4846-58C9CEA645E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D0D54D-91E7-A333-3A65-210F5F9D1DB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445557-5BF2-D030-9598-1FB6DC01974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86DF82-639E-234E-1A3A-48F1F7CF03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F34BF5-B253-28EF-97DF-4368176617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C1F009-789F-D8D9-E323-6BF51709989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BC11B7-C5AF-20FF-05DF-C54130BFA93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EDC4FA-CEB4-3920-BA21-0DC430A9B68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C010FF-8FFC-51F1-CDC0-B115D0A034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E17234-E75F-5E39-09AA-AFAD5E06B8D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DE71C70-B6C1-0CFE-AA90-49972C6ABED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BCFB45-FB0E-581C-B28F-DD472E3C7A9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94EE6D-1955-9CAB-97A3-3F4DDC00964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F66A0C-A04A-601D-B123-48A46E02FC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166C1C-476A-0606-FC92-C2E7203F1F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6B75E4-46F9-F41F-D76D-47AF44B507A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0CEB89-E9D4-FB30-D6F3-DC246DE48AD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ED92FB-1345-AE50-EEE3-12F27F19CA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E7AAB3-4650-99C2-824C-E94F0D1678F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A4D983-154D-DC19-15F3-8C88571C7D4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46F5EF-3AE3-A4C5-6C6F-9EE7FD7C274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921F83-FB48-A382-AA94-23C1BE59A9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985109-E283-8458-40E3-7AFC4839354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11E8DC-197A-4C54-B271-A001CC4BC46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CF231D-68A9-E89D-C15F-47D2C92E5C2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FD77A-3E4A-9B56-C03A-311B6D6CBA8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E08286-AD66-3FBE-C6BB-D879CA186B3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6A9E8D-9D42-316C-6635-C8B2C5D9BD3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BCEB58-5351-8847-178B-9436010B85F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C15E3-511F-8E44-5028-877FA05916D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F1DD5-630A-D1C7-7182-DC8A97794E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A6834A-AA53-7A24-DF14-C9AC171461E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1E57CB-87FD-91B3-C61A-9D327E5313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D5982-0A87-D52E-DE31-3E6CBB2C0EB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DA12A3-0747-1125-9B39-649F0D8FBB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A22061-4DA9-FF6A-EB28-512E725458D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5575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F7D1-9CC9-EADF-2EC3-0473E46C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F1F271-EF94-934D-3F41-B7C187D7D5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7EEA51-8399-75B4-E7DB-5BF5F6754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A56BFE-96B6-B76A-6E1D-CC00D2C56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1D3665-0186-2CAA-2747-5E03EED37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598CA3-ADBB-2B1B-A008-E286C52F6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1227B5-8793-A56D-6D77-A7907F8D59C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A4042-3851-8032-7BED-2E64C9E4F17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079DF-0114-B61A-714E-4DDDE0328CC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D17E1-175C-C595-C393-A6140CFBF8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280FD-865B-0126-9946-FF706B0AD0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E775B-9E84-B1AB-24E2-89580D59C0F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4DB1B-A6CE-D1C4-A77B-B8F28FCB404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730C55-7936-0A70-8599-EE7AC904D33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E921B1-0CAB-E364-5B31-64DFC03B583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23F9A7-C33C-CEA9-34DF-5F97385D9FC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2E8CC-BBA0-9B2F-634F-496027FBBEA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52C316-34A2-3446-39A0-B67A048BC33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628C31-F357-850E-0E09-1A71A805027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F8AA18-A97C-2700-6434-3E12C5C2E0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8A9676-630A-87A5-B847-ED0E06C1293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929E14-6A7E-1BAB-F1A4-2FA4D34408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41AF17-5817-5E54-2BAC-63F2B1E054C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7A5298-F2BD-15FB-CAFD-A2732522E7B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CC22E4-F8AF-8AB7-3CC6-7A70E2FE518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D75601-F78D-B9C3-35D9-546120B427E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EB68B1-F56A-0D15-2992-6D8D2D0DADB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3C1A45-8249-42A1-A122-9840706AA7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7A2FEF-F1A5-81A8-E6F2-00C6559C58A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5F00D9-91BB-4473-1515-1E08DB6562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C85DBB-40D8-C24F-49BC-F62E609B98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0E95B1-552B-B971-0AE2-35A7B6142F1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3E1CC3-DA00-67B9-1D56-5E437864443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97D24C-EE63-33A1-EC40-F5092EA8D9F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27F59D-A08E-FDCA-4E03-83ACF54D214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CED52C-632E-F5E0-5FC0-0C7F5AEF7B5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3E1B72-6CC8-644C-8DA0-2340F8950E1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45AF1C-118B-CC98-4DD6-95720EDD880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8469A4-5C46-D7A9-EAA0-26F70B6ACA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1DEE8C-A106-02FE-3620-E44975F567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3468BB-18B7-4690-8DF1-372B5FBBB04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6CDAF2-58BD-23CA-5CC3-646A4FD4C2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7317F5-5BF1-C699-42D7-F6DE72EAED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6D3CDA-CC42-0CC0-F21C-8E68BD69A87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DDA8B0-AD62-A5C5-F153-2AD1ECA53A1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EAE2F4-A823-33AD-9470-8027BB54A1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37E418-F288-A364-916A-0546C3C58CC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181FB7-8B96-60AB-95CC-29042F6C808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D3E68A-D211-4FE1-61DC-4ECA55B1B5A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47109E-B293-864E-507F-C55B78D00BE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08721D-1AF5-07D0-A128-08DD07CE04C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2A8887-9AD1-7D55-D593-B857FE910EF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3D9EE8-D1F1-798A-2573-C93BB30A2BF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7C2AA5-FC71-9D37-49BD-1C2250B3A0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C9B6DE-F037-1A82-EE6B-37A50E3B22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C9F838-1F4F-5ED5-90F7-28921B27EFE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F7B72-D64E-C802-6B6B-51C0BA0C7C8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25598-AD9B-6E88-2E15-67D5A40C2EF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1E5729-F58D-2608-11BA-03D2B8BC9DA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304F1E-77F5-40E5-BD63-A53EFFFDB76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8B06D7-33E5-91AE-256B-554CF36E80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6EA76-B387-5DF6-7D93-C74780AE91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016B58-E8C6-DD4E-87DD-F94020B74F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FE438D-8262-BC25-1969-F3455E0938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9993F6-1A88-556B-CC29-C664C872CA7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EC7AFC-AE0F-013C-8949-E1EC775606F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E1F1F1-BDB1-2C8C-EC91-C311169E532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7A05D-5EFB-4267-94B9-1AF5499312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EF86B0-F883-4B10-2B66-29591EBF50F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98F7C5-1C5D-C098-D6E3-5C4F19A942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72185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4CE5-E0E0-6902-52DF-7E282609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247AF3-BDAE-7E5F-A6F1-C19F5F2069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8D878F-947D-3E4F-D9A2-EDD5EC78F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B8EC948-7EFF-01AC-9406-DC7DFF288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CCA879-A83B-7E43-46A1-4DA22870A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C2CE2C-D5A7-823D-1A81-F955BAAA2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9E32F6-B781-7AB2-275C-7BC5B919A34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5786B-DA7E-E11C-0D91-AC94C45F359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109F-04DB-E8A4-6EE2-58677E18160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77CEC9-80EA-EBD8-2629-D54FEF95D6A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72D18-C7F0-DEF8-7A13-7F5F6492463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AAD51D-0198-7E0E-A395-2D1DFD34D04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FFE103-4B01-A7EC-21D4-D6F1AECACD3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8AA666-394E-8996-E5F0-CFF677E53A9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BB65B-1A49-BD1F-3EC0-83203279F6D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515DAD-567A-32C7-D917-19F323DC8D2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D1E44-DCD7-A1D8-F3F9-D7C69CD6847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45A3F0-E1F1-608B-AE18-29A57E599DF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789E31-10FA-1FD9-4A19-D3660A2BD3C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F68FCD-8FCC-7C81-71E5-4D2DEB8E970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38A463-5CDE-6085-2AB5-27FB6C1AD70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82CEA9-02CA-E327-1D55-0B78AD6529C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FD6A98-E44E-52AE-F269-98BD7B33E82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54B6F8-DBCE-E9CB-99BF-E09E82817D3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45E4B4-F3CD-0CC1-C524-9264531DDF4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05BBDD-1F4C-548B-0589-7A5D91BEED7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F4A58C-254F-29BA-13D0-6A2837550B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5C52DE-9EA6-765B-C613-82574E49C34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1764AC-9310-8CE4-F98A-C3473DBF255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9380D-80D4-DC22-EA45-866E3E39C43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AD6BEF-3E65-7621-D3F3-45A26A30273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35D072-0F96-6D21-0002-C0F074B4FF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D3A86C-8819-51F7-3D83-A694DCB2F5F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23C1A3-315B-7CEC-3306-D2E87252B31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2A0305-2B6F-2BA3-6A6B-2611AEE1C3D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C8B1CB-65B0-04E2-6507-ED502A1CBF1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C63BAC-3BF0-3818-822E-1AADF9FF9A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EF4E8C-41D5-B77E-9042-E137A5849B8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BC49EA-C1B5-C8FC-FFE8-0986A8BCE8A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5DA80D-3847-D6F2-AFC3-7CF0FE81D0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2DAE93-B0A7-AAF7-DDE3-E7FF20AFFEA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10B1F4-46A8-30E6-9EE3-567499F5A90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9B1232-D3A2-4B24-7AA0-473FD2E720B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31FB83-B8BB-029E-CE70-50F540072B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B15581-B543-50B2-700A-08673D8B60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9C1122-F65B-B7BF-6177-C8BCB8C3B67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74D2C9-9A5A-C75D-0781-84A9B722D22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AB392F-12E9-B713-4D05-2852738894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45EFA0-9E02-94B5-BAF5-3B1E776A53A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A29AC2-63D7-D008-113C-18333C2B2B5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6ECAC8-6CAF-D481-36FB-B7E4A9B951C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2FE59E-BA10-DAE3-4C24-ECDD95EED91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C54A6D-99F6-404B-D241-4B3226B805F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EA61B3-DF3A-140E-E05B-5C80712D201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EA1B1-1F48-6149-B748-688DEFDDFEC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D7DD6F-2F30-8DFB-6357-263A9F2F42C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3234FE-A372-71CF-1044-2052202F96E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F122AB-400E-31C4-D098-A0E5AEA55F6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FE788-4322-01F2-31FD-7EBD3DEC1B1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6E5C2-AC07-189A-71C1-B635D13FEC0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9996CB-526F-E7F3-E1C9-1899E998AA1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2D3C97-7E12-5F5A-308C-EB310944FCD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24146-66A8-F1EF-D8CF-B69C35A2AE4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867C6B-120D-E2F5-C079-C0231D1AA22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8A20AF-7A66-10C1-08F2-A1FCBDDE8E1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3E16C6-E220-0040-05AC-E947186740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1E99FC-D4E5-710B-ED5B-964B88A25D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4318A0-F885-182B-1A5E-58194E000E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9206A6-4654-75D4-A22B-5610C118A3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E890E8-18BC-F177-1F8A-50153D08FC0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97405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FB50-FC9E-881C-2030-D39E57E4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4C0B1-E57F-708B-4B94-D7320C939A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48A5FB-D8D6-3BCA-1E95-BE693B982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C7157A-E41E-274F-BE53-807B85A4C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34A894-B0FA-A30A-ECAF-6A2DDB977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107CBC-7351-A4F1-BF49-F71B79721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E71AD5-D354-B521-8CF9-EBF2895A2F2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FFAAD-BCF1-D754-342A-DFBB831C507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C7D4-37D1-707B-9CD2-A9FB7EB6A6C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B5DEF-A9D7-1C0B-77C5-120D587A7F4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35148-6265-1DD4-A58B-1D742787BF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9F5CE-9308-ECEE-100E-884666B257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5E0193-4038-532E-BB75-E5D02E5FB4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44F71C-10C3-7550-E18D-F43E38A7F8E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2861A1-6D14-27A4-663F-50D75B67A45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94834-C746-FD94-C396-77B1C91F070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B1C3D9-8B54-98A8-D212-FAFD643D6BB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98C5AE-C305-AAEC-CBA6-CD8CABF949C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24AF17-E67C-82DE-D464-5AC483BAD7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1CA08B-04B9-1E73-A98E-B2615F69F0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4896D6-10F6-29D7-360A-2A5A18CEE0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B5D164-1016-D6AF-7D37-26F30CEAD3D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D5DBE0-F701-1714-D856-25B906CF9F5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167FF5-FE54-E93E-D433-1A7803FF73B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ECE896-C05C-791A-A6B6-B55BFBDFC7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7834B8-92E9-FFF7-2593-B8AABD66850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FEC854-BFF9-C570-084F-562E1E09DDE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6C9669-52EA-65B2-CD36-649E925ADD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6E8DDD-FD5D-F75F-3363-F67EBD9640E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E4E637-2951-765D-D64B-414657F4C71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E0AEFD-7D5D-5E2A-C577-447D39FF55B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D7A678-366C-964F-762E-D1D73CFFA0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2D7E25-1135-0DFE-5E89-37DA613ED5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ABDD56-3E39-808C-4166-68DF0A0F84B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F7A9C9-AAB4-5D05-DF21-62B5F37B076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1D5AFF-6CE5-D5BB-02D9-AEB4F3E8424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D571CD-6327-0CB7-F3E2-024374F2EDC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5C204D-B8A2-9752-4C4D-B9BBA5D44A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91BCF7-B86E-3360-611E-16ADE335194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9E69B8-A9F2-4069-611E-6D2D13AB20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050819-9E87-EF7F-077E-8826C7E57A5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2BFCF8-87EC-8F39-BBA7-9B14DDCE64A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0100F1-E2C6-5CAD-225A-E8950575931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A14A8E-F8B7-21C4-2E35-75432A49FC3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F04782-50E6-BF01-CE4B-6922AC4A4F3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70B40E-16D3-8AE0-095C-B11441047DE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45F8B1-7FD7-0D5D-A38B-CF9C958207E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366EF9-5EB7-D9D0-5C0F-47C061FEF90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75A797-BCB4-0DF3-6FB0-F4174A4B198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A1B23C-E8AB-3D0E-7C97-F6F6CC034A9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3AD05A-4BC6-7672-CD95-37B227D23F8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37C94-01ED-9CAE-BE18-5EC86964F2E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AFBEFC-53E8-A1C9-8D74-E6203206832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5340A1-4F1F-BF5B-5105-00975E438F1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82DD5C-E64F-8726-ADE5-328105C8A88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18980-2F57-C375-AC2E-DDE60E0490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1DA910-E461-00C6-ECE0-0D3E3B1C5A8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110775-46FE-C166-091B-E713462CB56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134E21-CF44-076B-4E63-80D2D0E789C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991E5-1F08-5A23-083D-A784FB2EE44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7B6CE7-975E-2F68-3936-4679E3F79D1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6C9B05-C2DA-0A6A-DCFA-F9EB3F3EE97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BAD272-A782-EC5C-5DAD-D37DF44F72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E0CD7-0A5D-C5A5-CA5E-6212CA96BBE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AC3FE2-B64F-13B2-4571-BD1098F62D1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FF875-980E-DBCA-DC54-FDEE898E11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3DC50-D477-9A42-E537-C3DC009A50F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CBFADC-0486-2719-C101-EDDB2106EB7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BE6E1B-92EF-5AA5-AA43-B3AA531E3DF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462E74-289E-66E2-BEC0-7F7B8549A4B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2013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EC8E-DDF3-1B2C-F8E3-51B35591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23759-35D2-FE82-8AC5-92D05D9787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4ED42D-4FC0-F2B5-25DD-75E368FCA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BCE5EE-60EB-B1CE-CA19-1D87A71D1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854CCE-1CC7-4AA4-8434-749E050B3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1AC1B4-FC27-4DB2-8644-55E7D1706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64A46B-BEAF-3B7A-E407-28FAB022CEE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608A2-22B5-D794-A215-34D4CC953B8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C7757-BA37-B32A-6112-163941094B3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B6FA2-62EA-F5EB-17EB-36438CA71AA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B8B78-C038-F74C-A2F5-CBBB3E91D2C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29E42B-FC96-8F10-0925-83D211D480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E9143E-C15C-759D-0428-4A9F391583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113FE8-B063-79B4-B776-B884A25605B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A7625-ED2E-4573-DD42-AB5BB00E8EC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7F9427-507B-A83A-3532-9769BDC78D5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412E5-395B-700A-CAA4-430810DF2F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0F6316-2667-7FF6-7ED8-113D97CF933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9B82FB-24AE-4331-18D1-7977CC90711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CE6BE6-05EC-3783-88B2-E99B5ACCE87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023B78-CBCC-5433-A260-DD37F10E108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35D244-0E62-3D81-C896-01C68C6CC5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26065C-E60C-FFE4-1E64-7FAEF2E099C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510A51-ECEA-FC8B-ADB8-A9D03462C3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0B0FF4-7228-32E6-5E12-9BABDAE153D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01D19-3DAF-95CF-CB2C-E3EF054F198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D289AC-B3E1-FC99-945F-E8C1AC5A6B1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E425ED-75B3-F98B-6B14-79DC3469D64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31D903-5515-5390-4420-955EB9B9ABD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AAE953-3B45-10C9-4011-BB5FC1C338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DCB304-49B5-8F43-CC5E-1D89AB320FA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C73AE0-8F47-B8CC-542E-500579D51D4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2E81A7-2D3E-734A-C942-B5C49DFA346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9CDCD5-08E1-9E78-D694-1C48C6A77A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660D38-5770-93A9-E9F7-3470EF8BCBD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22E8F6-D71A-B1F3-C5CE-518CB0399DC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6A7F5E-6F90-401B-8A11-76D9DFB73D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3F5FC2-7AF4-D713-B5BF-0F1CE3E0766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17BA48-95EB-C411-C556-791F3C3ACB3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D9494B-A07E-1A25-A24C-461D62338F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C85DA7-6E00-6D12-C501-E5606904B0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9920B1-D391-ED6D-CC13-123E784E86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D17550-2FDB-E092-EE39-B727C750D51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AEBD62-BF3E-FC03-54C0-F0E53571DB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FC3E25-5BD1-C572-B980-36BD189B16A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F7AEB2-5081-5BB0-DBA9-10906B41BD7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4B3716-ADA3-53B1-288E-E6071D411B1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3021B7-6AB4-AF80-092E-8D92AA27671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51FD5-F119-1834-7D67-CBF6E3E64D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26FD3C-7592-F019-79D2-C6DDBA6F48C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630454-7BF8-F147-2C13-C1F6739D35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BA5DE5-8DF1-9F49-7055-351E83D457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3C7A2F-BDEC-E271-B242-EFDEE25685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C1767-CAE2-8A2B-CB9B-C3C343532E4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B65421-49A7-9BC0-C45E-9943503A1A8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4C8B63-BE42-A598-8582-AB316701029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548F8-BBB6-0961-DE09-D781A90AFE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9BB5B2-6C2F-62EC-ECA3-8BDAD741A95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749038-B550-EDDA-F1F7-0A334D023CC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B8F0B1-BB69-805E-BB00-D8C4D84E647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F3C95F-5551-9163-6029-3921803C4DC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3D2BA4-241E-CB95-E8BD-5162C2DECAB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E3BE10-8301-16BC-7E98-E979CDCFF27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84AD6-1C9D-B5AD-68E1-4236F57A928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4020B9-2DCD-267B-6693-849A9ED84DD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FC7D40-7BA6-7554-9667-9409F7BA05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C15E40-961C-F716-1D98-FC08622CF3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159114-F4F9-5B7F-CB6A-FB816EF2F8D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F58FC5-4279-813D-08A9-F55E1FA3D7D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ED3532-E1A7-57BE-F4EB-477ABDDB2A6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9033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6BC1-D7C0-7316-5697-9EFC930C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4F24F1-8128-6C2C-53EC-FDDCEECB4C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A83A85-1360-C96A-BB68-E561127A5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5B88F2-59F3-576C-2C7F-EA3217E06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4D4810-1C90-5F28-9E16-49461B191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5FEDF9-8D83-5412-0BD7-29A9EADD9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0DF4A-2D32-360D-04BC-A147E8D01F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24EDD-C616-F964-F98F-57BFFA9DEAC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E1FD08-3FC6-385E-0491-6F2F3885395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EE9A4-BC18-AD0E-B610-BC2F7EF5B22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885AC-00F9-71CA-973C-AD81BA59A14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494DA-C8B1-D934-E874-DE2013C3D68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E31773-7DC1-E371-6E2C-2890FAA6980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690DF0-83D7-A102-AE15-3F3C0B3F151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FF9E6F-F159-8616-C3E1-5295624BE68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6AFABC-10FC-1A09-2FED-787C905AABA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E02BAE-763E-1C21-4B1E-74C0C8759A5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C7D832-AC86-E585-9E54-7294FEE383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BC3B6E-63BB-8688-C9CD-54AF5450E0F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5BC8A7-CF06-B9CD-6DCD-1426F837E0A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565E3B-96E4-70DC-518B-DBFEDCA79A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D74388-8A9B-A6CE-5905-ADE4FD2D294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0206A-5BEF-41A6-922A-F79D9302A11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1865D1-D571-D0B8-A611-BB39438670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D6D0A2-8224-3809-3DBF-78C0FF9D30B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D23E00-E70C-26C4-F59C-8E25D5D0E6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575253-8F52-0AF5-8EAD-CE6B6434DA0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A01058-5884-FA47-7364-29CBEC65FA5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CFE9ED-0A45-B857-87D1-4207E143F43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9A9A84-45FD-DF46-D20A-4B778865F6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E8E7FA-30CC-9A91-6352-237FCDDF319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0F2573-63E2-805E-FAB8-166040E07DF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6677FE-8B89-758C-E107-815F6B42353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1CF55-CA2B-9AEB-B397-5BBBD23AD48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9B58A2-C038-9A72-4674-4517B3F065C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FEC7AE-0D17-F81D-83CD-D77F093C882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B52919-854B-A7E3-8C2B-950A8FA98B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B86DD2-41C8-D7BD-3258-E34834BE7F6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BDFDDB-ABFC-A8EE-B5B8-41D1BB4A4F2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236BEC-1C29-6E0C-AE96-3E614648B6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DF9117-E56F-F75D-C7DB-D47DA20B454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DD35FF-964D-5C80-5698-10B508B379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06D259-B212-E725-E464-6E99963524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838D26-E2F3-AE45-4DBE-A9C6D94D772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0588AD-0434-DF03-D93E-32232C9BB9D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9B8E8B-F6AA-E85E-CF60-620F93F863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59355E-856D-45B0-2CDE-75DC6181EAF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FC7B9-EF7C-A95D-4592-02E95A4964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24CC86-33C0-B703-1160-DF55D74072D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2EAEA1-C372-06A9-89F4-42E2696CB89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6211CF-EFE4-22DA-4FD3-00994A69BF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A0B0C3-DA6D-2B83-D6D4-A2B29F4929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83555-9B09-7A6B-3088-43C094A44F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CA6A0-DB75-FF9B-87CD-8AC5DD7CF53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B5509D-A036-B412-863A-804D7001AED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4A4CF-7FAB-3DC6-8780-35CECAFAB2C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A24CC9-0701-0771-F862-F8F535AD501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55E5F-A91F-6BA1-03BD-8438369E6A2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A3BD9C-7C6A-2501-0082-8AF5DC172E5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83A487-E03F-360E-698B-04809562EC4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7A6E1-9442-A33C-9B4F-523E711B9F2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41B84A-C6D5-F043-AC0D-38CA1E31F87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50E1D-37C8-EED7-9827-92F9BE94721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159CD5-E227-010D-A3B2-029C7553785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1F052B-1281-40D3-D41F-157B1433C1A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A50410-008F-45D6-61E7-6D2D01B0E0C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231526-C606-970D-9A02-6B71370FE9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8D37D4-7035-7DC6-DFC1-87BB8903949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F8120C-895A-0839-53D7-CB922230D89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E0E39E-0533-7A20-BCE0-159227C0102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40623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8960-35AB-0C6E-B1AD-193CE7B3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98E240-28E2-EF75-618A-E338241590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7, [9 in 2] must be a 36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B2A59A-F0AC-D59C-5FAE-73C076294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599A03-FA27-0931-4618-959089F5C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C18B38-4A64-3854-DCB6-4D2F8BDBC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9E7F2E-7E5D-5A85-1331-2851C22A5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D08777-F2EA-9318-FC22-A7C05A5DDF2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9802B-A2CD-5231-E301-F373FAC2EA6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05E65-3F03-4E63-C46E-A28140247D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707B6D-0657-11FD-238C-B13BE1481A3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0386D-B436-89F8-CCA8-C0590B7046C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4A7D5F-7397-8E6D-B466-2BDB7CFBC4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040958-5ADD-F9F6-8E0F-637AD57DE3C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44BAD-4825-726C-FBA9-AD460127FD5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831F63-2EFA-FC31-FDD3-EE0EC964D35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799C9E-AC4E-450A-35B0-4770892C4AB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10B973-86BB-935B-C8DB-AA92A30416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1BDE68-D365-7E1C-5A6D-E8923996593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112044-A302-4CE1-ABA7-64AE13A8A2F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E440AB-A632-787B-5C78-F6239C22569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98861D-F907-7C1F-EB53-620296584D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F2CD7D-18A3-6882-DF9D-9F1E1715FE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B3E572-6CF5-AC82-C6A1-AAF07C7FE1D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7B5080-7D38-DC23-2DF0-62C5FC80E5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960E13-16FA-56AD-B1D8-967E9AE924D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586306-DBDE-8A0E-79DF-917C051529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6E6B31-E25D-980E-5325-9BB2C1C6163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2E2E87-C5E0-4F64-6CA9-D4C20A3E8F6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4D6B57-4E2A-0CB1-09DB-74A9987C091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06A1D0-EEEE-E2FB-A939-21EA2B315A0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1252D-A85B-57FE-88C1-D5442695204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71B6AD-12EB-D90A-B8A6-A84601F6B77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E38785-9655-BE4A-0E4F-B3F56F6B585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8010A2-6A9B-1658-393C-96BBD65363B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F05D37-F3F3-C262-9BD6-4598317840E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AF1F8F-49B0-6C86-E75A-C3A513EC9F3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3F95C1-61E3-D5E6-B2ED-ED51A70744F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9E35AB-DDB7-98E3-6F78-D5CBDC3D910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950082-66D5-95AE-922C-4659A924961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CE9D06-0201-589F-24DD-8108DE9A587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CDF2D6-A66C-F850-7A74-A8C95471290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B4BB72-C62F-EE83-9FCD-A86EB125B27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CC3DBE-B221-E24D-6D99-C86C29D8FCC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411F23-67F3-10A8-ACE6-01F03F198A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70EE02-16B1-B9D4-A4BA-44D5931D3C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8A408C-59DD-9266-69B0-1775EE4279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A56555-6669-2C0C-52E5-222FA8B3368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CD9A99-7110-4504-CE7B-35F2BDF3B7F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B52F3B-0EF2-AB8D-01BF-F4B59B5EBAD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780A55-B536-9D58-7075-05EDD0CEDCB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27C2E-D747-4AB1-DA0B-231BCC34BE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B8D705-CC17-793C-ED63-C0C93D5825B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858AE2-AAF8-A05B-D417-77A6EBD2F37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001200-AE3A-6CA6-372C-CA8EEFE9AC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7DC5E9-2579-0301-C89F-C93CB8E166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5CD688-1A45-8CA3-1D15-55EA0A83E1D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3CF2B4-95B0-C528-1D92-375F83A8AF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84832-E805-D3F5-86F9-556E97081C6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CF7DF4-2F8E-E97A-FC6C-920732A021D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86FE6D-D034-652F-4D70-39CF8211308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F2BF26-F0DE-3B7D-9484-B4FD2A9D3C1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AAC96-B0F4-C01A-65B0-4893B005EA7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7E3D1B-428E-7714-C3D8-19E1CB53F7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2FF56E-0C98-FBAD-49EF-5FC79DB0D4F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DB78E4-FF8D-F0C6-D8C7-BD0DB0C09BB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3271B7-D6C7-F510-CF00-28A1825D462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3D5EE1-8806-0D5C-F142-345905DACBA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D4F423-6FE8-4777-AE86-8B1EEA504A5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AB9805-1B23-2289-70A3-B607B1C0D45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5217A4-9D07-D560-218C-CC81510A383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917BF-938E-B3BD-571D-6DC8B06926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7ED121-CD8B-7480-0BA8-F60590A5411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645843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D7A6-C4CC-27F9-2CC8-51B799E9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4F39B9-83E0-BCF0-A3E6-9E4A88501C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bottom center block, initialize [14 in 3].</a:t>
            </a:r>
          </a:p>
          <a:p>
            <a:r>
              <a:rPr lang="en-US" dirty="0"/>
              <a:t>Complete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738AB2-A781-CDD0-D0B4-C178C2513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1A2217-C484-20A6-6693-FA107ED7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20027D-C456-E17A-60EB-0F401B354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880C6D-477F-828E-11B6-3EFBE9D59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0EA5A1-C903-FCF2-9AE2-734595C36B7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2E8F8-E387-06FC-235D-EFD5E0C195D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C1476-F060-E021-29D6-353675E0AB9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288995-1209-4A5D-5541-A3DEB09F96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64330-58CA-0341-7196-8C2FE2A42F6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FC7380-004F-42B8-6E74-4E4E740CCA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DD979A-61B8-F600-84AF-B4423089B21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3337AD-6F21-3906-F618-0B6DB7F95C9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25F3D9-8E03-7EAD-F1AF-E1ECAECB12E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D1EA2C-E17B-AF66-AAA2-7398121B9E1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4A4FC0-3AE8-1BEA-5213-47C3C92E484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15D9-388F-DBCE-22D4-670F4063E01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120099-B63F-5043-A7BD-45DF3BC766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2CEDEB-E4E0-B00E-B78B-1EC8280DC5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D99C2C-9EDA-9DA9-EE4C-7C1A8443E5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A33AE3-325D-C3D1-2B03-C2D9F400EA9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FF8E8-9F57-3F46-6DC5-4B5BF27CCC8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EFD897-3D83-E139-9C3E-D8B3E2A866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1DE136-74B5-B516-04FB-00340786E1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18DEC1-0E81-B4AB-EC28-A397F51495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728B7F-B8B9-5E07-72F7-40BA5A30592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BD8E42-2740-972A-F52A-2B1C45C525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2D5C9F-E73C-1B87-D762-4CD13F95B1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0BFFD6-7392-C51F-C52F-3E23850C5CC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9B7795-F4D3-B940-4484-F3A55A4F22C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05D5A9-6064-F6BD-43F7-F75353C8DDF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037732-B64C-F1D9-BBD7-F523275A80B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E01369-1884-F394-0D7F-878AE9C9034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60200C-C5DC-8900-AC23-30DE7F6DC45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4401CD-061A-40C8-C3A4-B58728F660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8D0C2D-A78B-A22E-BDFD-EE3C20F999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3B82D3-7238-17C8-80C2-0AF4A9006AE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629FE9-99B8-8336-2C87-C4887F6EB9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7F5673-8C27-6754-5554-1317DC9D42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008E3F-68B9-7208-5C78-217362E8E88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8AC59A-3198-EADA-9879-888A04DDBE3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8C9EA3-46FB-39FA-030A-FFB4079D4E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F5AE23-5451-0691-119D-5344C67EC07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A1AE3D-10C9-5F23-0DB4-D0F3B43B3AD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61097-E828-BC75-391E-8E26FA3287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024A0F-B8BF-8979-69E5-6371A086108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BEA1DD-3A97-0FD5-1A38-16B164D8897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225FF7-8793-8E1E-6395-C566C703D05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92084-1434-AA63-3990-ECA8EB0CD62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9CFD8B-2563-6E50-3AB2-98C9C1044A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3B63B0-711E-4009-70C1-6EEEAEE311D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0CC6E0-46DF-C1FC-7965-171B79D9B1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2FC28-54BA-8D03-DDEB-CB2BD1B5EED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7736F2-A904-6E34-B0E0-1F50DC8768E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661C09-9CCC-EFA6-6CAE-F521E142014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DE270-CEB5-DD56-5FAC-13CD10F558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9F6C3B-38A3-ABA3-CF1A-E2056F2B09A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6AD1CC-D715-B8F8-A851-3816E9B869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1C32EB-030A-D8ED-3730-53C2C9A2B9B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CA326-5184-FA3A-3F13-83697ACE66A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9210E1-5BE3-E17E-7FA3-969D0476E63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D01BB5-B08B-F021-D662-79A602C203D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36D6C5-348C-78E0-639E-C1EE0A47BFB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C510ED-DA6D-B1A8-0DE4-3C5C660BCD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7D462F-C45C-113B-0075-42B40CFA895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5D694B-634A-DC72-20DB-CA55007DA8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DE1635-FE71-3BF2-4854-DE186F6459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0E3BF3-D6AB-A402-5109-78DEE33F2E0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FB790B-ACAF-73CA-86CA-660C18026C9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E94635-1F02-E3A5-3C45-89D67F0E8F2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89D1A4-7CD5-DB3D-DDD0-8B565B48A7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851034-B2AD-7CA4-A8A3-ED374D4C761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CC4180-1B0A-C18E-5737-BDC1BE45050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98A3F5-89DE-2C17-D615-01E1B9AC12C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BAEE09-0504-A7FD-06B9-A6F325869BD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81F0E0-C723-7F19-78EF-76A5FE0FC2E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6D9031-1561-22DB-C260-78A90683EC3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1210872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EE6B-4CB3-4573-617A-52A108D8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29182-3298-B978-999C-82C1E78CA4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2B52BA-692D-9E3A-4CC4-C2C764EEC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DFC84C-A13C-16E3-7924-D52E8206B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832676-3245-182E-59BC-BF6394D06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8BC2C2-5C50-7F30-C585-7F75C4CD9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FFD6CE-369A-A06C-A599-D4505A4D461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70EBB-DF0E-568B-F6C3-3D2C6717410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E5B88-D1BB-DFE2-0068-CE8D7D1B3AD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42AA4-2A7E-BE0F-B183-7FC1247BA3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F0B40-8173-F514-34CA-DDA735A2C8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E3B95-17CF-1B6E-D2AA-5634AD752A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7C62BA-99A2-1E41-813B-8614B0E6F79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B4E7CB-3FD3-CDC4-2867-2F914E1C451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BA92D4-8308-F441-E6ED-50FC8BD78E2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C0D815-AE6E-4475-C450-8AD0B85531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B917B8-C35B-E129-4AD6-A1FEA3282A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597F1B-878B-1743-5BAF-6BBE566BFF5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7FD0EB-2EA8-F057-9689-638FEEA45C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168918-31D0-6358-69D5-7DC68D6BDB9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8ED801-82BD-C4AA-78A5-2A073F59D9F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9BAD18-20CC-1C2D-B967-1B7BA21ED20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D9C904-4BE9-9DA6-7F4C-62D28DE1EA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16687-2F55-6B98-0173-96737A26AFB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5262F9-ACB6-37A4-3204-5B5DEDDF0D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411A7C-35AA-0144-80F6-8F822213D48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B47EDC-D317-2534-ABD4-F7C25C543C7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69B01D-1A13-6B7A-DB43-79225863CF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7C4478-E3B4-3C7A-8C5B-3322D73637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C1E16D-2653-B19A-56E8-1B32F8F0E80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A514E6-BA8C-1302-8E71-302ED7C2282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2549F8-48DE-4DCE-173E-86DEE9C06F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BB089C-EB80-662F-C573-3CF87EAB1D9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B2CEBA-EB12-E5A8-A4A8-E9DCA1FE436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864887-5413-93C6-B66A-26A179C9D7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20AECC-472C-32D6-8B10-7C767561340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1B854D-2EE1-2A51-0D7E-2EE61779809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F1F10E-C2CD-076C-43A9-71A5338EE2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900C9C-1481-CADE-98F3-C768BBD087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0EFC85-999E-C337-73FD-549212E37F6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296874-8655-0175-762B-E25AE11E72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852383-95AA-F9B4-0DCD-7B94818D6A3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F51580-1318-1558-B1BE-592DD635BBB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5689E7-8360-027A-466C-98BABF901C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89CFC2-7BB1-EC62-7858-F179769F2D6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320859-669A-E75E-EC31-E57FB076377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35EACD-F5D5-5140-CE0E-4A58FCCF43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CE82C-1E6C-285A-8ECC-E727A1122C5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1D56C-E725-0607-DD8B-69131E243B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9BB724-44FF-73B7-08EF-96E96AD7BBD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821E10-6E2E-4EBF-04EF-B931CBB9B2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189E4-2DA2-7E90-AFB5-4C4ECC21781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560401-3C6D-B7C1-F20B-CD0EF68FA29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86A985-CA28-3946-3909-B69AAAD14D6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648702-AE1B-3726-5582-4EF4CDCD80B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4A9DFE-9532-94CE-771E-BC07CA74545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6BE79E-98AF-B0CD-4EC6-3A4697D5776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D1282E-8DFD-4FAE-6E75-4CAB060B61D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B9A46-268F-F6B2-6366-D678A2284A7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820779-59D6-22C6-173F-227309060A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57987A-C418-9950-EBD8-6C8D8481ADB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430EF2-060B-1DB9-FCFA-3C3BE45F50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796C34-3A0C-5847-838A-9983B10FB81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1A2117-1ADD-0A9F-5636-6EC8B3E50A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B13B1E-9646-57F1-7880-874DD83381F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BCF08B-8CD1-8F28-1496-249B7B8C9D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C2ADFD-D20B-6408-99E3-E3344E6656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1F82CB-5DE4-A593-1244-5EF61B88D1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C9D95-B6A0-B441-EECD-35C6569A109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8557A-64BA-420E-ADF3-5FD7DC9C812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89EC2F-05C7-5856-47B1-4A8E56755A6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7ACF86-E2C5-C15A-CF67-62A113927E3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D5E131-6AC0-B718-9102-5577989255B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AD79FF-DAEF-2A1B-FCF0-50868D1D32D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F21CE2-2280-DFC5-94B1-507E7937FA1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A0F8ED-45EF-4B16-72F2-3E9BDD3C9D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7E2F15-77B2-CB0A-0A9A-F31A3CEF4A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B40C4C-FC40-BB57-53CE-7920E7E9683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4233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0084-DF42-3423-5492-FADBBBB8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E5B15-3466-9A30-56FD-0769FFFAB2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2A6E5A-9B0D-880D-4744-B1AA1DBEF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1B7DD4-AA58-CF87-5AE4-DA0636E86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0C4386-02ED-DA2B-504B-BD2C51FE8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D2AC6D-BE03-1DCF-C95C-F96D5595C1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292B4-0BEA-E0EB-45C0-CA3E13FD127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87AF7-61DA-5C38-26D1-D9550600CDD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AB969-5666-A044-67F0-0E63F35A0B3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7C3688-6023-9800-3C12-3E8B26C4E38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9A825-FFDD-7CCB-6974-0596DA247A1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873E10-A94B-57C8-5F69-819CE026169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9F8F25-4299-3C69-84EE-A0FBC01E378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B2E0C6-8C68-47E6-5028-F4FB363024B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D8C105-41A8-D176-3CF8-CC784EA1F5A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99890B-BB31-F73F-726F-BC589B47D65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FB2671-F4DF-D4F2-AFD3-6F50F4B6E61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2DAEFD-581B-8E79-9BD5-47AC76F4923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942C07-0628-E965-8166-C97A5C5F8A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A8E705-7D6B-A6A9-35A1-E86B5232548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5D76B-B32B-20DA-A13D-C0D001DB2C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A7FDAF-A63C-8B48-F080-0DDF7DCC160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172FD-C385-D35F-9E2F-4DE740F54BB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997126-BBD2-AF47-2870-9C4E11A01B9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9EC566-4919-2B0F-0B23-CC92618C4A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D0EEEF-702F-B9FD-F696-BBA0B94C32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86B79C-87D4-F749-7907-9862116D85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83E29B-BFE9-FAC6-04E2-61BB56066E8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EEC3FC-BB09-9F72-BA2D-0EFA8C15552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84BC17-9AF2-FEF8-BC5A-ACCA60939CC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B3C1CA-5B84-E35C-451B-1A7E6D579A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E9887D-A69A-4AA1-B451-10375EFFFCD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7CA602-BD20-0E1A-3EFA-91470F72BC3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657410-4ECA-82D0-75E2-7C310831213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25C4D6-10CF-1B7F-D8C0-52BB2AFF1D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62A313-ED8D-E376-5238-F6BF238EBD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190D4C-BA9B-D3D3-39D4-8D01128752A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54202F-762F-1D77-FB33-DCBE207EDC7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21E81A-5068-795A-8433-D481456BAA5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2FA46B-5B2D-7F26-8E38-9CE7A86CBD8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401389-DC5F-43A8-C3CA-ACC1A690BFA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9952AF-EC7D-AA05-3920-24C50231B11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17BEFD-84F2-8072-27B0-83D78BAF14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6424B2-D1B2-CFA1-0BA2-BE00A3D8CB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5B114-9CAA-5220-2A0C-81842D212E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BA76BE-AC5A-783E-ABBD-9030C519919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4BDA3D-3A7C-6DCD-5EA2-64C7B599D4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B67EF1-BB24-C154-A82F-EA3038A330E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4199A-8C10-1812-AAD1-32F2E4CC6F1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8F1936-6189-6FF1-8342-CC4CFC71992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714654-2D16-EC96-2E55-20B959DA8A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A43D3-4A81-5CEF-E587-62CF7DDE4A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12FA06-BB4C-4218-A7FC-B352859457B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28291A-D370-CC7B-176E-661FE8657E6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3563D8-8C14-9D06-0AAF-7238196C2EB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9F3A77-9ECB-8021-FF86-7E61C86C4F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428206-C95C-7D40-CBA1-C99B33BAF21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01A280-6F98-C746-8412-EA7398AC77D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2C00C-FE11-C097-7FDC-BFBCBD3994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79802-1815-B42C-34E5-5C2CAA61FF3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6EB182-DD61-3FFB-98D4-58187A93ECF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A60DFE-956C-3D15-653C-8AB8AEEDFCB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340291-A381-1894-AC98-E1401AC38E5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D850BE-57D3-43EC-D385-C82B485FBFA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4A54F1-9141-5F35-AC4E-764CEB63444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52E691-3DB3-A6C2-7E3F-F474AEF8999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089E7A-EE6C-3A68-03FE-69EC34C6049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E1BB0B-D311-9BA4-AE26-DDBE5DDF80E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8A248-C78E-D4AF-8C51-BB19FAAC89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EDF8C-14F6-D1B6-3B3E-FAC5E2F130D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B97A79-4EC3-C609-C7B5-B598A2484AE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0DC39A-51E0-FCB4-D59F-E491B56D869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71D90F-CD95-1043-BF18-EED220FA026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A8B98F-8A34-6D3B-C5B2-5251E254AA1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675F00-746B-6EF8-E8E9-093B2D1F05F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45C320-C1E2-3EE2-60CF-EEE51028C5F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25198A-2855-0B3C-3EE9-FC2B7FA42CA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3E8DB5-A82C-2821-2153-928C1301F2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8A8D56-38A6-D6DA-B42D-EDB9C6E0D25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2211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B4E7-3379-504F-DDBA-EB5017DB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7C33A3-DA8F-377B-C479-987BA74700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[16 in 4] -&gt; [13 in 2, no 6] could be 49 or 58. 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B5FDB2-34C4-FEB6-15A2-940ED9521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C2929A-1C29-4314-E535-930A5E020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F795AC-B220-DE03-09CF-94569FED2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06590A-AC76-37F1-D37F-3B3098FE3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CF687-0EEC-C59F-738B-56FEB122AF9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4DA02-9CAF-099F-C4E2-59F1BCC8F5E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74F4A-EE08-0BC6-8AFB-59623D3B16B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8CC11B-D431-2B62-AA4F-245E313003D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09765-AEBC-CE5E-9745-9DE311AD32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5433A3-F777-A935-2ADA-66C8335C2C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2BB893-6DA3-113F-5AF4-91570071F9D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743CFB-48B7-A2C6-F715-4B506C36A58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AD7522-5DD4-DB1A-C06F-F7329CFAF56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4C81D7-7894-8B14-03F6-41C8F748C43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AADE4D-ADFC-FBD0-751B-4FDE4966F8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C65092-24EE-178E-1AC3-48B2C4298F1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322466-94D5-6702-F63A-AC7C5BD548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E325C4-0EFD-086D-5F90-FF572B9D8DD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5CB88F-5A8A-2447-995C-9483E2F3603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F2D870-73AF-7FF8-5CC8-918B73DDADE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1C66F2-6D78-559A-A597-26C8F9408AF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F39559-8A85-4E57-2493-0E1F7E95F9F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5CEB30-5C28-4A22-8263-18967B2E47B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82CD63-870B-02A9-1CE5-95CBDB3EF5E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3E945A-4EFE-6C9F-38D9-B8C67203786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643C9F-CF81-A62D-1284-FD7C3FF1E4B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EBA9FB-871F-3F4B-6691-34EA6BB23A9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47B889-3398-C1E4-049A-220EA65B442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EBF8F1-F097-985B-156D-27CE9794EDF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C06DCD-FC4B-3B54-B229-33BE20577A4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BC6096-836E-87C0-FDB8-66103FD0AFF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C79585-6660-0C3C-078A-C313057A9AC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8021A9-1DF9-104E-486B-99416EEDC39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77F3F1-6C64-6D46-A08A-51AFD65DEB0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BA5545-D58B-A699-CA52-03F52D6DCEB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1A573D-66FB-8E97-A453-4F2BDD39BA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D3C7E0-9C86-FDAE-587E-459E24611B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A711D7-DF6C-6EFA-EE11-F9D9343B3D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53A455-4E36-CB9E-F8B3-45B0E99A99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061AFF-CF76-9853-9E7B-EA8EAA00254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F32FD8-8D52-8761-5B68-C5FD736B2D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F1FC74-165A-3780-173C-51896245EE1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A2308B-C8F6-0132-E050-AFF32C31101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E5B0E5-D909-EA64-881A-18DF3D0F38B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57B3DB-1CC6-8359-D642-C98F9318671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FE4A55-A523-E99E-5C49-1101F98546D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1D59B0-3F5C-BE7C-A32C-22E2918D63D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E3A367-B9B3-41FB-B395-464387017CE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ED1776-7B2B-5040-7BBB-21985D54AB8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E573D3-5E19-8812-25C9-249FA855B1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CE9788-E9AD-90CF-262E-4935AE6BB33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C2A670-0727-10E9-348A-100E9A4D84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22C98C-5532-8B66-733F-2ECE83C94B5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C21397-A99B-40C3-5FC2-4066A2095E5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F308ED-5ABA-1192-BC3F-4145774407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43C577-369E-EEF9-6D98-22D7B1524B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75098-67F4-9D6E-6775-57295E5DC68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22F6D2-F7BC-2EB5-6009-DD5C3FB69DF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AC64C5-76D7-86A5-89C4-6597F13BF72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0AE410-4C69-CC7A-1C40-2D97733C057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AC684E-105D-0B1C-B4F7-0E8A0522567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B26EA0-237D-D151-D6B3-CB61F274D8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54DA06-239F-D9B3-A0DE-60414CA3F8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BCBE09-8DBA-97AA-FB6F-17C9B9BD48A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25057F-F340-FF74-D5EE-9683DBFCB66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D1C17A-664F-6AC8-3B1F-A84EBF56C12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1ED12-25AC-2F4D-C7F3-6585544B8A5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FCAA8-2F04-14B9-0D8D-89AA80EF635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20E83A-8455-A70D-5680-A9B22C774D4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E8C383-7E30-29A1-9822-275C3D97631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92980E-8C96-C4AC-44C7-FC1DCBB105F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51D409-997F-49E3-150C-2B1A310CA14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35B00F-D402-7054-D7B4-A846729F5E8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467B7A-240B-67B3-D3BC-083C2B1A9FD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82E5D38-E5E6-BF03-1608-4174C3595E1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8F975D-26A7-9D88-F76B-EA76BBF945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31DEE1-2461-5E43-6CA4-C03216CB2B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F3553C-1234-8D7E-90F9-D4E6A648FBD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ECF843-CA60-306D-8C76-51ED0CBB908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9854</a:t>
            </a:r>
          </a:p>
        </p:txBody>
      </p:sp>
    </p:spTree>
    <p:extLst>
      <p:ext uri="{BB962C8B-B14F-4D97-AF65-F5344CB8AC3E}">
        <p14:creationId xmlns:p14="http://schemas.microsoft.com/office/powerpoint/2010/main" val="111062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2C769-29AA-84F3-2811-CC749D41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5211E9-2334-3F56-08BA-C17F5628EF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E17ADA-95CF-3BD1-2602-5F2CF8206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014695-04B8-02A4-373B-ABC0618BC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491DE6-9EF8-90ED-F744-0FB503660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868015-DDC8-836E-35A1-3DC6F09936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FBA26D-212F-ABB6-8225-35CE850B59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C7FE9-9BD2-4A00-20EE-0309EEC54F4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3A559-5FA7-5B2B-48DD-711CD3BAC17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15E62-91F0-79E7-6D48-285BFC94B09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43B58-5030-B606-5C61-B5A2C732A6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1B2DA5-5648-8314-BF35-9FC67A68AA8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77670D-5F10-2F47-A950-A0645847FB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09082-1183-B0E7-8C7D-8D2F6F9BF70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94C145-F65A-E4F4-E4C5-3283E5B0C0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DF9374-0F51-0A8E-BEAF-582603EC9E1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10AEDF-F7DA-B468-A8AC-59EA8832B49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B36FBE-6981-1F47-1536-A85F5C3E02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01B3F3-0583-5634-7F5F-49C6E5463C8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66750C-FFBC-6224-4FBD-E22664503C8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CC5E4A-2F85-DA1C-B387-49F8CDB8C9A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EC8AC5-2F80-8374-0C67-E4CA27F3026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DDB252-B997-D253-A722-07306B092B4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2573B0-267E-24DB-D2ED-7BBF62D4F0E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D2CAA4-41A4-8031-CC9A-5CB6470235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6F0EB6-735E-2149-C353-F509698A38D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6CCC5D-6553-6417-C177-BACED6EA8C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E40E17-F793-590F-5C05-17B5AC94580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91D306-706E-FA29-06A7-0843E55A4BB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F591F9-2818-A3E8-8597-F7F6187D358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BE8D26-B7C0-EBC0-4AC2-2C03DAC2918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704F06-74EC-6383-D4B3-84AA0B9D767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D0C188-DAFF-0873-49FB-3777027EE74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D7AD88-9AF0-604F-E306-F1452F7C059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0CD636-72C8-6033-E332-A8F036102A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7F84B7-0669-D1A7-0D58-1B3F19960D5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B93E42-280C-4E1E-245C-05CD551E59B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E8C097-3255-3DC5-FF84-409E1A7E79F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D9ADCF-6248-BEA7-B48C-5C7EB81B7B1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2EE1CA-27A3-DCE0-E8C0-E850A2A0ADE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267948-9E69-5D95-18E7-FC06288769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079EA0-550F-E0AE-DF84-559D2B186AD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F2FC7A-6FE5-C92C-70CB-8DC9823A64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FECE3F-32E7-6760-D0FE-CA7E6FC69AB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338531-C0C9-5D72-D9A4-CEC046CFF57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42EDBD-AF59-D632-9FC7-C8AE4905C5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4E3B31-B5B8-EF50-0CC4-A06C09F92E2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B3340-C168-4080-34D0-02A45938B79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9CE392-8C75-245B-D6AC-5DCB47B3BE2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B4ECDF-3CF3-2CFD-D41C-04CF3911672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47E122-C933-AAEF-48B5-6F2A9C3BBC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824C22-7DC6-FC8D-D1A4-55C69CB3908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FC5C88-D855-40C6-CF77-2BB6DDC4F19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1BE2BE-967E-552C-BA7E-57FC7B5687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15A1EE-B36C-EF92-676F-465C7D1C2B4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657A3A-D88E-8C90-D992-C37CB77E6CC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7D5E77-F7F9-7547-CBE2-346243E00EB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B291EB-037C-F004-4CFC-3E4AF394549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43C22-CA26-FD78-B0AA-7191726A081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30B3C0-C16D-5183-666E-9ABA1CF3623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D861AD-4699-1B75-366E-2AAF5679B9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392F2B-A327-71D7-B02F-1DA88AFBD14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526F98-BB30-A67A-2392-E4BAE9252E9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D7047B-F0B6-E90F-817B-B4D84F5FA3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9F0F17-887E-D42B-3F2D-5774A23CC31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E5202B-9F5B-65AF-CFD9-093A1D9808D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D2B454-4C90-329C-3B3A-DB054206B3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E40B44-8167-BCB1-09B7-8EE9F15B53E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594CC-6CD0-D985-C9ED-66F5F9F3D7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86A80-BA37-263D-DA32-A080DF44443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8171D6-B125-FA58-DAE6-46E6E7C8C09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6C2E1B-F83B-7493-1560-579136E3EC1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8A04EB-88F5-D192-8142-369A833A270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01B971-E060-6A73-7986-99DFFE778EE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348E62-1F9C-72AF-2A1F-6C61B6EBB0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6EDEBE-BEB7-D524-EBE4-12C747340E9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375D23-E91C-7622-48B7-E9D281D77E1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EF72DC-A08B-D592-B393-41EB578D48D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506FF-F0BB-CAEA-9C8F-05946BB142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D523D2-02ED-3ACB-CC4E-EB8A723EEA9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FFE224-C591-FBB8-0BA6-1CEFFF0DEC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7021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A7C7A-690F-C8C6-02A3-43F1EAD4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1E0DD4-3611-BBDA-46A1-B0DA8E6960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69DFD5-DABF-FFAC-F9D5-A12ED558C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E237DCB-23BA-8874-8AD8-9F912D337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90CD67-26B8-1078-8F75-786EB4261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5FD90F-6C9D-2618-57A0-DCF3C3F49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5592E-97C7-324B-949C-124DB260F8F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6B778-0DE3-E22F-0F8C-58172B14DFD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C224E-7E3D-AFF9-6AE4-A90A21C4197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60D7F3-56ED-A729-2098-EA85FA29F1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B9222-1731-0956-D80B-635EEBD1AE8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41F685-FE5B-D514-986E-72042638481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E9903-726F-5217-1CDA-395364290F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1E6294-C9DB-D25E-5BC7-BC35ABA807E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815444-7384-70E2-F40C-7B6C16F85A9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87B0D4-7CF7-55E8-2018-7E52DC04056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DBB3E8-2286-E10A-3A94-4D291D8BA92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43D664-37CD-975D-D4EE-40F01CC014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9B0FC5-2F7E-A819-6064-9B506747257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56B9BC-36C8-294E-9E1D-9E99CF25C00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F633CE-725E-EE3D-C9BD-583C45611E1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0CBCD6-DB39-F96E-B892-CBFD7F8DE5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91A4E-D6AA-CB5C-831B-1D718D995C5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3BABCB-418C-DFAC-E4A3-1B05D22FC9A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E9AC7A-72FD-18E8-955F-D9ACC6E4B94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A38057-7AC6-082C-91D2-2FADDAF4118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6EB57E-555F-6182-FE24-DA3D658A60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71323C-6B2A-1CB9-6E04-81ACE840A8D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4D3933-B4A5-A049-84B5-1E028A8A71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CAFC3A-B6EB-3152-7185-981401EB205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81D44C-79EA-37B6-06C7-4933741C8C9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39B842-D429-2945-5118-3224048A19C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240DB0-A5B1-0658-4091-13385F4F273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8CDF09-EEA7-901E-3A95-9DDEAAA20CA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C31669-34DE-F39B-BC5E-4C3EEB362F0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27D253-D1DA-18E0-E4D8-4B9DE0B5F33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AB9E10-BC31-F9F3-DDFB-5662196044A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6ECAAA-DA09-FA2C-44F4-28418E720CA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F2322E-6E65-14DB-DF59-F34C57826A7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64EF5B-592D-D91C-4888-2710EF4E814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E900E2-5B90-9AC9-576B-1461B317983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930707-DFE6-6FAA-6CF8-463692E40C4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C4A6BE-AF5A-21D8-1B28-1443204C1DC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1401F0-43AA-975F-835E-CD0C7708A70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4B019-3EAF-E422-D019-D22FF10364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7FA4F9-4A69-94E0-FD33-5D061347EE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B65CC1-D171-F86A-3C53-70825756E5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881588-1FEB-AC11-FD75-C9AC6422B49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420827-31B1-E713-4D6A-6A135D718E1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937F66-0733-CF10-1BC7-7B4DA39B54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641951-15E6-9A97-CC56-828A08FBE24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58788-EF87-DB14-8485-34DFE1150EA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4E6155-A68A-A7F3-9518-2662CBF2BBB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887A23-CF1B-ACA6-60A2-CFFE6C0B9F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91119-DEB0-E25A-8791-1DF67C133F7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90DFE9-A2EF-9628-A095-EDB670744FC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71120-BE4D-B087-0E18-97E44D3CE97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9F043B-EDBB-ACF6-5B76-575A19E5A6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263F46-81AC-B3E0-5FAF-51D2642C6E9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7298CA-FA77-498C-5F5A-C440B2D80B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EC4B5A-FB87-236F-B2CE-6738C68F591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FB2819-71D5-8973-0A62-E28939AB456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6BDAF6-280D-8F74-03C3-974FB179DD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FA28C1-6909-B118-BF13-034364A8808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C5CE4-F04B-9AA4-747C-603FD3CCB2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6FC63D-1FA8-0103-1D91-28AB03CD8D9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4771FA-865A-4268-42CF-BA06DAC3C06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13A5368-8CB6-ACDF-FCAE-EA015D49404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C90E6E-D819-884A-16E3-5B6CD1A3937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37DD4E-8BF0-A298-7818-0F687955D06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C1D3FD-37CD-8483-1D74-2B6A9D42E59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768622-F179-1512-5EC3-AC9F6763D9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85C09B-9170-B2EC-4FD3-CA8A2E1B4FF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B5E3B-31CE-4637-F1AC-6A2EE80AB72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E8F8DC-604F-1F60-1A24-AA6DA53470D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9736A2-11D7-E8E1-3F47-A87B82EF02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5533F8-9042-9D7E-FA15-ECA3B7BA6FB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715F41-44BA-2A7A-75A5-7F71F21CBD8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9189C5-75F1-7A1A-3D0F-3FA2391EE9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FD1A51-6AC0-7233-2F17-FD577F146E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54FD30-F5F4-9999-EAEB-CE269CAEED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55515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20D7-9C83-6938-1915-DF9DEBDD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755FB5-0BA8-9391-2063-D7E41A1FF0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599A77-6B3B-A1CB-C609-2A6CA3542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AD835B-0F29-0357-B74C-AD8185273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E4F4BD-3E10-2255-C5E3-213576275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C69A1A-F7FF-3919-6C99-4569A3C07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3FED08-7031-D2D4-BCD7-026CA332788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5326A-2166-941F-6D1C-4961A5A7940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0A348-CF2E-AE75-5BBB-F79DB9DB921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93849-BF43-53DE-50DA-08162024298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E0346-2CE5-93D6-367A-57F3F62AA21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0A10B5-0B68-05B8-7BDC-F7DF31E8C22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276844-692E-590F-FE39-C7F87E6F18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1131CD-B53C-D4A2-3D5A-5A89C20C928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3ADAB0-497B-C450-CC45-C2E2A420A8F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B03D0B-CAA2-834C-6765-0506D9FB54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4BA681-92EC-B0AB-4878-2B994FA0DB2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53EA26-CAC7-BCE1-9345-41BA6826555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B9F8FE-1E46-5550-F930-F3CF5BAD8DA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24886-22B7-6F02-3759-B54ECBB144F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977FEF-75ED-819F-D5E7-D9F78C846B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D777D8-A5EB-74B8-C060-712901D68A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D25599-BB82-107E-78E5-EFF974FB072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FBE24F-E328-D8C5-E797-5D207EA0733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80A58D-A56E-47B6-5B5C-27709926F2C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BAE754-FA3F-AC84-966A-A2865425032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14275F-2B50-5938-D28C-3EF7BF76E49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FED8AA-F39D-57A3-C918-03021F571DD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5477E8-CAB4-9B1C-1638-79CF3CB87EB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451F3A-9209-3312-F9E7-984008F0FF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9BDB25-67EB-08CD-431D-240470A5D51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7B61CD-A956-9F8B-590C-4434EEFB77C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0B0568-5EAC-9E85-3951-735863D8776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05726E-C924-D678-100B-66B4D29AC64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25EB8E-6D6D-72B9-103B-00198B09DFA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BE3ED7-4DC8-383C-342B-0B97C29928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B97558-CD55-7C67-1808-8051B40125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A4C9AB-9616-9D59-8F54-CF8CFF3D5A3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AB3A68-06F5-F466-1300-69C1E65849A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2868EC-3923-83E6-D16B-326EAF4269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CB588B-4EBC-E9D1-4D01-2C73444D1A4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CD9B7D-63E3-2D12-146D-19A78D1337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1AA01-510D-2F7A-9635-B7D8042781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70AF3-E60C-F89D-CABD-CC59C83C9F0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4FA6FF-F86F-7CB0-3911-7FED43BC34A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3180C6-0303-BEEF-82D0-4CF3545CF65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0FA502-D9F2-97E8-D6DE-9AD28FF7A85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F839E1-38B1-29C1-3973-0071B724519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3189C8-6FC0-1413-FAD2-683AFA438EA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902B74-5365-4271-BB2A-B18C4B0F4AA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97353-1B0C-F9E7-BC89-8516731A0AD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F459D8-426D-0C81-F62D-88F636BECC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C7EE32-4008-EADA-A9E9-37A42C85C3B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07E2C-D194-1E24-3094-105D5369AA4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6E5693-7373-A0E2-48FC-4D1D04789C0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E6191-C865-7443-846D-DB20ED063E0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F7D44D-27AA-4485-BAAE-C6229A32711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412856-0D69-D805-2024-C6A761456E6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C81CBD-E127-26E8-B603-70A24BBAADC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46E022-2776-ADD5-BCAD-38C91067E4D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CF24AC-D527-02A6-D547-3AA183B87D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EC521-8A15-ECF1-0E04-8C0FDE10407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EBE02A-D6B7-AF1D-ED29-A329E79B2E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73E2D-FE04-095F-CD4E-DDD95F7065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6AE055-3DFD-5675-F359-3E7A4422022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8BC5C2-ADD3-2391-5EC5-CD3872121DA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E0E25C-4488-F68C-A14E-EB5B84C892D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49288C-128D-F73C-D4EA-63AF7557135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217D93-D404-515E-4F3D-BA9ABF9ADB9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DFE1CA-36E9-32A2-5543-83B7E35170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E143F4-1209-4F18-EF53-B91F73D98E9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EE69C8-B916-8856-40C7-6B6C4ED82EB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334D1D-616A-1567-983F-723E7E737B1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E2E894-A0AC-CB0E-E96A-7F7939BA095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B21085-7164-3115-F510-1886330696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DBAE08-A254-CBEF-757C-22BDF009C8E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511EB9-F9ED-FED7-859E-C75F06B67B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892BCB-B228-39F2-6923-0226DEBF2EA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F02446-45A0-9062-05F7-C1AE1512DC9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4CBE27-43E3-5F2F-896C-738389E06CA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C395E-A888-7C37-A060-45CD0A21A93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524394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7B6C3-8FD3-CFB5-A6DB-34437C12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E682E7-5FE9-2451-F55F-BE09DDB1F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9A2494-1CDE-7988-E78F-7BE3C222B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97480D-AE32-220E-AA19-2697F5F3D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771FDE-5E69-F9B7-15AD-479D65D9E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4D8532-CAE7-5D7D-57AF-3F0C36367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FFE0F3-B074-38BD-B445-B29E1C832E7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3B0EA-6313-EA6D-737B-418980B598C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33188-3330-F94D-289C-F80C896EB1B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9DFE07-F9BA-5726-4C86-AA6D46AC26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C7AEA-3A72-DDED-9348-43BE8DBD50C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D22B03-7EE1-4F8C-FACC-F36C1386CEC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5A13B6-03D0-E1D8-23E2-E8E4B9E26B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A57FB4-28C0-3C3D-8215-ECC2313DD75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3F2881-C941-8B93-2A26-8E82111C6D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F8EB52-1667-9811-EE42-8F31665A5B1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ABAF54-4E77-8837-1D01-753E42E1D36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313D66-8B27-4B95-F5A5-C4C5193673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415C4A-124E-1EF6-AA24-788438EFBB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76252D-8F8A-AEE9-F8D8-4A7E7E72E2F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4F1AB4-5C29-43AD-57B4-3FD7CB3AC81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BF89C2-73AF-8E2F-9E43-E8924D8E189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2B920F-EDF0-9B1C-878E-95991E79178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808980-5AE1-3ED9-6157-F24F2C2F64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95C0C5-3A86-B82A-F373-6515F00BE2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B4CA09-6D0C-ACC3-3962-ED7D540B09E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0A3900-346D-B5E6-FB63-57CD863B38F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9D246C-29A2-7EEE-91DF-4D312D9B2D1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038C65-9D0F-D28B-1A2A-B19913B66E2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D59C2A-4C2E-2840-E503-EAAD64622A7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7F7C81-22B6-9414-F1EE-C5DC71082B1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2A53D1-FAA3-1E96-0850-49767D9737B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00E010-EE5F-6C90-285E-8102F5B8354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6FE488-3669-D3D1-A500-AA53E34A6D6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7724F8-F3CD-8D5F-244A-0CF86D6C2D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9054E3-0FDA-2AF5-AC68-B194D9B058F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5ABCAA-F39A-71F3-8DCF-D3AC8F65F3B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7181BB-4038-422A-6D2A-1708D9AB8A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F9E4C4-47BC-29F6-4C75-A52B211F1C2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AF5699-6C2C-7427-5D6B-C007CFAD9EA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C0237-B0B9-3335-7333-52127BF0161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54D457-7264-C868-93F9-24949AD5FD8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9C78E-5048-F108-39F1-88F1227A10B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0A31DA-E865-BC7B-25C1-3BA831C0E8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070DC-9D72-26FD-5BC2-6D8BD3717F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A71AA7-F6C2-8991-BE7E-9A96E79BB1A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0BA300-8691-7A79-CE7E-979D15623AE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ECFF3B-D5FA-1F8C-DF7C-ED6F9A53CF1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55DB20-7FF9-209B-19E6-BC3F6C4DB19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1D1DE-31AB-6B86-C871-9A547F78DD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AE5FE3-C3CD-AEDD-8D99-6A6BEEB845C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60721-7387-4E16-51BB-C78AD2B264A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ACD40-D72B-52E0-D4C1-7C77D0E8A47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386919-AAF9-9526-4AF0-2AB05FEAB3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7B29A3-5649-B6E8-8921-770600CBA87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552913-4A0B-35DC-4625-60FBD01959E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3A162E-72DE-532F-DAE9-05442E21985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A40406-2D21-34CA-958E-FC1526FAEAA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D65CBA-052D-FA21-12D5-63E0C9E17F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48408C-41BA-E830-0227-0CA8A61511C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F9FFE6-0895-E5DC-3FF1-6380AEDD99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A7BD7-64C9-0FCB-432F-617B70332E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13D90-CF47-D885-056A-E13F3004D90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874ECD-E66D-9111-B0DB-D3435821276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C30F28-3AF0-95F7-04D4-14E7B987C78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50EF68-01C9-53E8-2DF8-17E9B9B3699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0D7845-B45B-C793-88DD-019190E822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5B31EE-AE84-46AF-D5DC-2EFB69CF7F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FDA0C9-8499-B556-84AF-1560329C1D7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91E613-0B1C-EE54-5161-0190819F42E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93B46D-4166-4FBD-21B6-618C4E753EB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B3D545-BC7D-7878-DB48-76264D1CDBE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4C6D74B-F215-40D0-BD67-2FBBE338BCD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B739EF-2ED1-3D31-CD34-8D76C83EC82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3E44E9-85F4-2A2F-EB1C-F119808E274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BE58CE-616B-5F1D-3A22-D7FEEA7BEC7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BAE590-F749-C11E-7513-D8257204BBE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9D1C36-A123-EFF1-1169-3F1A29DF6E1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D25425-35A0-7773-678E-CE2BB9C3FB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734115-3DE0-DC75-81DD-991AB49258E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12AFF4-3B1F-2A72-FF8A-92886F1D339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28244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B641A-70CD-C701-9CF2-A5E4C3B8D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FF6234-7DEF-243E-188C-062BA2D287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2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C8874B-62B0-7BA3-98E3-E2B11E26F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CE142C-DEAF-9D02-1E09-5DE3F913B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558B8D-961D-3D78-FF1C-CA9E31A59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186361-9580-72CC-57B0-0E2518E32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06A29F-E143-8616-A138-24F8083ED6E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117C9-D16A-9658-FC1E-7127F99656A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2CEA8-A6C7-6C84-E717-C01C251707D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789169-9067-D32C-793C-01FC9D6F15B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B43BB-5AC4-7870-CEDD-A03BB2B4570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25A81-0AC7-C793-8D64-B27122501B0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CCFA4-E5CE-8F82-F93D-4BF0A9C1C72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69346A-3EB7-E29B-10A4-BE91FEE8392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E4FD41-99AB-CDFF-D313-A8947F8D11E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5058AD-A4AE-67AA-189A-EBE58F043D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D242F6-949A-91DD-10B7-CF2FDA01BEB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61A3E0-65C7-8A92-FE2C-3C99E854D99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6BF324-252D-6ED9-3440-DA8E87ADAFB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8C8196-4F8D-6576-8675-42D56CE3F40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0563F7-05F4-764C-F067-F258C9D8FC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F44E63-8329-D631-19BF-C0CAB909D1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0A7859-A761-F53E-8E91-AB9074DE603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38FAED-A296-A521-8116-2544CDE0F97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95FD4B-65F8-500F-3A96-E622A5F2BA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F332BA-BAB3-34DE-E081-E195272119E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141A58-B54C-CC19-BE56-A3B6540F468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FA9DE4-D3BA-A209-DB1A-3220D9FCBA4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E8F44B-37B1-DA74-09E6-BFC15F46DC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80A64C-73CF-FB18-834F-37505FEBD2F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017F44-D55A-C5BF-BE1F-0F90F4FF700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61FB9D-9908-1B0F-DE8E-60CDCC42F73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ADCEE9-0D62-D8A4-5C27-19924166EB6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9EF29B-B42E-BE6B-82BF-7CBC2282BB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781F64-BFA2-D8C8-70FA-809FF8EA69B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09561D-A906-60AD-6CE2-C2F85BE138A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45C421-68CC-4D20-8863-DC22A88E9D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D39D11-2D6E-9C47-ADAC-3117746E9B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206616-8865-5095-4AF1-D52C357AE6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3A6B23-7F34-2142-FC61-B37DCDCC82F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054234-667C-558B-427E-C3E88F6C71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D78E3E-E053-C5C3-0CB6-EF09D2CFA79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4D1B7B-FC7A-2377-98AD-5D37B6DF43C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F66952-F222-AA81-B85B-43F5F9A884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07687D-0D98-A4C7-34FF-5126BF2D8C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49ABFE-6AF5-5138-F927-BB4A99DC4AD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61D33B-A6D5-9F68-1DAD-C331E86200A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7444FF-D1C8-AF44-2F80-7CB85C17BA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34803-29BA-A61D-67A1-5B44E16C3C7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BC8D0F-FAD8-118E-6413-B2B50E23E0D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65C347-432D-DE3C-4D42-4235B9656E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2A5D2E-ED44-9FB0-8C4E-B9AC54394E2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57C11C-D830-B845-2A7D-D56ADDFE2F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C6C7B0-DCC8-3EA0-6919-1F2CCBDE598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62871C-1459-9B3E-2CF7-37BC9FA13A1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B27E13-B38F-20D2-EC3D-3D9B5279AE4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CC9784-5E56-A139-D528-8E53C2BA879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C9FF70-E18B-E575-10BC-4DCA7F87DF8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5255AE-CFD0-63E8-A3F8-166E423E36E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7AC18C-EA7A-F31B-EF79-5FC465AD680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0D191F-0B9F-DDA5-5299-472F0CE9BB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EC5B7-C13A-F8F2-62CE-A0D2533F20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31BDB5-6AD7-492F-6493-BE2DD9A295C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FD80DA-86F3-26B0-21D0-0F0D140FD5B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46242E-9DFF-B058-A9C3-AC600F91466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13C324-E50C-7FE1-ABB7-3C9169D9971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85A54BD-ACA8-5683-DF13-0019028BB33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2F61A8-945F-3E34-9D04-558575BBD25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37373B-6F5B-F08C-2177-1280BAC8773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3156F4-BBC7-AB53-506E-601FC114158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39298D-677B-5C29-1B16-5BBF0D98A0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9C38A-D15C-402C-0F8F-33B7DCA8142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DD36E5-9BED-669B-BDD9-85E9B60AE8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CA10E5-E357-AC5A-59B3-DC485B35553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B9C3F1-CCDD-30EE-5F37-4B7CB1595C1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6A51A3-3363-E2A1-C3FF-9116A70E776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0E909-53BF-8EF2-EFCC-EF7B49CF58A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B8BED3-A351-E310-B826-37CE0227893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F3FC58-9CD3-F6CF-E1CD-90D5C181207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6BDFFB-F573-43C3-672B-B03DA1BE12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D262B3-9058-B9A8-FA21-78CF6F8944A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53F600-B680-2904-8B6D-26AAF0E81CA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5799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81F5-237C-C93A-63A6-BE775D8B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C1FF01-5D78-05ED-3555-A6FE3B65F3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[13 in 4] -&gt; [10 in 2, no 1, 2] could be 37 or 46.  Only one, in one orientation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43F55A-A523-755C-6DF7-DF71D1148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84E1D9-B8E6-2270-F4A9-99406C227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FF6F36-2952-CB19-B0E4-263B791F6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BD98E5-08F5-96C1-B439-FBC6D44BD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78D95C-28A7-B9D4-F2BF-ED03DDA6C45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D4D516-D1CA-EFEE-23DF-6840BDAF7A6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5842-1D1A-B76C-12FC-3B43F7FE4EB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F872C-2E79-5B8D-6B46-8E8224F3234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191FE-2E11-2AD4-EE30-8F98BE15A38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FC32A-2691-EF5A-CD0B-B9D04B92DF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38ADBB-0C86-AE4F-50C7-8A462E8BA7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C00A35-8F15-00F4-A7AF-A60D8C02164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D875A7-7A1F-8E46-7BDB-2741F053059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5DD2F5-51FE-B3AB-E306-0C46CB3D79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1B042C-92D1-5C38-B34C-4C4B2065212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8FBE4A-5B9B-A920-43A2-34D5EF025DD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A15C6C-71DF-7C9E-4AAB-94D268471CF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94FAAD-3D47-070B-4524-139D1945FF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9C0D02-E60B-01A2-F410-3C6B4900475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28A6B9-C474-030D-2E9A-1A0BBDEC50B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50C66A-CD70-456A-59D9-16D449C516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88861B-8F9F-C370-6EF9-54A52A3714A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EA855B-5DD8-11DF-FD73-A68FA36089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8181C8-247D-A608-49FE-0BE98079EA4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7FE879-42E3-0662-DADB-ADFD27DC76B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3EBA5A-D67B-8CBC-9E1A-DF88E0A92C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F77395-58E8-EB25-3376-1275FF4980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2187C8-C3D4-A2B5-E627-97992B6C95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EA92F6-F6BD-7DBA-1394-FE6C7088B34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8076C5-4162-3149-64CF-76E869D170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E21961-1EBA-CEC0-C968-214BDE49752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690A16-5F4E-61AC-1444-C048C40009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FBD62E-1FCA-1698-9630-DAFE904C22E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D9F0BB-8CFC-B58D-99A9-9DF6A93C3E1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CCC3AF-EABA-D56A-E4FC-3991CAD06D6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D121D0-D068-4FB5-2151-A9012B68A25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624EEB-2E02-9FDF-1585-DA821766A17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A823E8-919B-7974-2B7D-7419AE3365F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B7D9BD-4F0E-F4AC-E4CD-78B2EC70AF7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CB1564-A98A-7912-93D7-C72540C4F1D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CCD2FC-2859-9D59-70D4-3EF68164368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D23704-BAB6-63B9-30CF-FA156FD7623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62C49-DC68-6CEA-E09D-483505DB4C9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9052CF-5933-4E5D-954C-6B12C4F9C56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56A668-7091-D010-A71E-D6F69B9471D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8A0BB-C855-55D7-F866-282A25F76F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6912C-5B2F-DFC1-15B9-94E4064C10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D3C21F-C47D-8760-2D94-DB91295E020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EDB746-85E5-63FD-90DC-AF29D39F40A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1F82A-E429-B9E8-C5CE-757484DBC31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640755-082A-0062-82ED-3BD33CEE7D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C1DBE3-9AFC-64F8-4ABE-C17B9E17C5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EBEB8B-6460-D010-C589-C8FC9FB813C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5D7E16-E088-63AA-BD25-5A7930CD2BE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2ACF5E-28E4-A35F-4AF4-76BBED46763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D28A50-D431-A144-346A-30ABDBA44E8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6D7EB7-B493-5E26-00AC-B6718EBD74E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677EF0-9068-76CD-C946-C0F224089DB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E259D0-828C-1E06-E8EC-EF1A96BD5B1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6617E8-E8F5-6765-BA39-4B8A108070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093EC-CD2B-5B31-7345-7E732AA1CF0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2C9FA1-44B8-9F47-4783-CA841EA733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5D047C-FF7B-5A3A-84F8-E28203075D0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10D962-113B-EF71-1AFF-5419452AE49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AA7D07-29E3-CD36-91C4-F9B757037F4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39F1B7-33AB-51B2-7689-7039F2F2253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0CAF41-99CC-0B50-EEEA-E1AA6D793D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5A833B-043E-8F63-4633-EC24C06C596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C4369B-51DF-A54E-3B06-6AFB68CABD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356479-5EE5-9204-B740-42324DDF5BD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176A65-10C6-9B56-A3F3-693EAF4E823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3B5DEE-037A-C8F1-F0CC-649C606DC6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8A9E71-3AA4-DB85-9B67-30A097835C5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F46DF8-A82A-61C7-3CA4-46BEB32D4E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808996-3724-6A32-8822-1CC2F12A67E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533503-9AE6-3FA4-55F7-6765845043B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46A262-0433-5F6D-7A66-6D12B1E4C0F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C5CA2-E0FC-F84E-D2C6-1C98254CD0C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5ACC92-827D-3D11-E196-40D2B87359B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2155699-A53D-DE64-3378-9A66FBA361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DF6F0A-3C80-0D4A-AE79-E40B4C7BFE9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0E6DAAC-0A68-C23C-8897-378BC944C58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29748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CBCC-4815-79F9-CE00-4CF4844D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2E55C5-045B-2E99-AF47-95B6501FB8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[13 in 4] -&gt; [10 in 2, no 1, 2] could be 37 or 46.  Only one, in one orientation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B803E5-5C77-4998-BA44-94790B8EC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CA4210-F10A-128D-9229-CE878BB4A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2EF358-CEC4-D6FF-403D-2BE29C3AE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8CB365-92B6-120F-F8CB-6A93EF078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CB2B0C-5EF6-86BE-5CD6-1567975D119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A4753-793F-0DB6-68CF-21CD88A503C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FC6D0-EE5F-274E-5858-902CB97E7E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66251-5050-1091-E3A8-C2E4B0D03C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0AA24-C06E-B9DC-3A84-2CFA52654EC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BB718-C240-931E-1598-D853020B9AD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35272-31BA-06C8-19FD-05D3222511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4AAB94-6C0F-2230-DB8D-151D87FCC59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D13668-E239-0A5A-5569-079D3D2FA14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6E9DC7-E162-62D4-DB80-B29D257572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BD8DDD-80EE-83B5-FE91-48754035BF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BB8D6B-3364-500E-986D-585F3BE60F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8EBCBA-C0CD-B316-22A5-6858B2830F2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A00059-730A-1E01-83B5-6A2ED115945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FAE24B-8A4E-6756-BCF3-CB18E20EB71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ECA7BB-C023-C2B0-8505-1F489A5A3EF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AC3E66-60CB-CC7A-C388-EA65237A8B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E4EF74-D5E3-270C-46E7-3FBFA9F791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53B448-352C-79D6-2FEB-F3CAC29E7EF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5712EA-2BCC-70C5-DD08-932381CC4CC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5FD187-B0E6-DA27-0076-673C97F0216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B00DE9-15D6-8E23-51C5-ADD43EB91D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A2D853-4041-7DE4-A858-E4423D8135B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759D86-2968-C687-65C4-0B20B74F94C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81D1A6-70FB-DF17-48BB-DF4A02ADEA6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1F065C-32FA-8E99-5E46-FD2FEA86881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C92FFC-EE65-6587-80AC-90854B31760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A8C64C-216D-25AA-5175-B6799403460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607C2A-BE3D-7077-96F1-60ECD85DD3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58EE25-BD5C-1D45-93FB-4DFAAC5966F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37DF97-C0BB-C074-4DBF-DAE96C5C88E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3A564C-9982-2D2C-E2F4-C18DBB0C827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4A4027-5AC5-1DC3-3D69-E2790B80428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AE4753-1E95-95B2-9C49-3CE8994E1C2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714F96-6ADD-8770-7BB9-C81285259C2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4C036C-4AA4-AD63-7D51-4FC8875820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D784E-E2C9-E6CA-BC90-30B566FA410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DF8A40-1AC8-6718-037C-019C10AE299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1CD42B-C562-0A3A-F48B-5AC8E669AB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0CF73D-4BE3-7BC8-F6AE-CC0AA47ACA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0A96C3-EEC3-0A9B-F1B3-74C7C2B444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061B6D-5015-AE41-7240-3F2CE347DC0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3E72E-34D3-226F-1A4C-2C9755FF1F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8FAE7E-6084-B6C8-5F8C-289BCB4FAD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3A991D-9A1D-E6BD-6EE4-9B3676B1040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DDA53F-5848-7C10-06F5-5091DD73D3C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13EF42-B994-404F-7DFC-E337FFE446A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957E54-655D-F0A0-55C8-70268EA3057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4C1C23-0283-1A53-A802-32B0CF8CF5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003E54-9188-EF1A-F577-6A046B2FB7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BAFC36-703A-8D07-194C-F099E1BA4B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8F20AA-1A24-41E4-C373-6453B45826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12CE97-C16D-6FC9-1F59-C2C15AEF528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A7AED7-A5D5-2E63-5F02-38B065B55E0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BE2B8F-9CCB-81D8-12F8-23A420D9E2B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543EFE-CD2A-D879-813E-A017D85CFC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FDCF13-61EB-3E28-AD56-8EA7A03EBBB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40901A-0C3D-E146-B660-D71C1ECF195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163304-4273-7EC6-4DCB-08D502E86E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65729E-56A7-B0A3-37C1-3BEC545C802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D6F7A4-322F-9E77-12FC-6550CBD8C47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D6705B1-F59E-38D3-36D4-D22CB0BC2F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2AEF65-77CF-1780-9B2C-2B31DD88ED2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E86EC4-A81B-2565-E3B8-258982E47E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E4163F-EEFB-952F-9C2F-A0322147EEE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C31658-2E5D-55A4-F31F-9BE73C251B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131D49-2270-905C-B87A-0894E4BBC2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56A050-DFF6-3788-14B9-75B7DD4E14C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D7877D-8125-2B60-0349-687A1260217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E425B36-8942-8112-BC54-188605A6C7C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71207A-A2E3-0A09-02D5-172547BB878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362204-803B-F7DE-96D1-5AF314F156F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C87010-DD0B-0C6F-4A0D-02F4FC3ABB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1EB885-9930-4303-6861-5934472FD9E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3BFEE4-9C0B-35FB-C065-900B236EFAC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81C655-AA21-B432-D2A8-48F0F59589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6CADE2-425B-BFA7-F2B4-4D5380CE4D5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9DEAA0B-20D8-CA11-8B53-3491E4DC757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32857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33E0-3509-E142-DD97-451854D8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38B678-1D0E-370C-86D7-5955314C95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FFFCF0-F638-EE22-B5C6-E78F9DC89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CD2A05-60DC-E047-D6AD-4F4B1A7FF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6762AC-507D-8E8B-F43D-1C56617D2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89D619-8476-131A-2731-62F0971FFB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78C2D3-3DD1-659F-4AF6-8F8501E4025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858A0-ABB8-7065-B3CD-8397411BDF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4A133-03FA-0DC4-7BC6-5D8274D8E1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853BA-1E7D-9396-62FC-C8FAEB2DD0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DB9025-3B4D-10E9-917A-A81D142A70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6D2E19-830D-BF94-064C-4B7924CA08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E336B0-5981-5220-FA7B-A6C9C0203D0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B5009B-11E5-9E3A-2F6B-0A07F57AD04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828848-7D35-8799-D783-42E0084B2AD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D1B0E9-9B49-044A-1280-012C48B5F8A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93DA6E-D973-4CAC-70EC-27A5DA6D0AB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03F8E8-B9C2-7B08-EBC6-832AFE07A40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713C02-FE31-C481-F7C7-59B0CE20BAD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7B6510-5BBA-42B3-BCB5-97BA7B6FE53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96BBB8-5443-F1BD-8B1C-C70A2EC9982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B8CBAD-D414-625D-FAD9-9DB0E972ED6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E82E35-CE0A-7929-1591-D412C6DC278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4632C9-D6B8-B6AB-BF40-CF9197292F3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0B587D-B1CD-677D-D4B8-B78CDDB542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DAE5B4-8EC5-A5E5-3498-A0FD5DC151E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435560-98F7-6B78-565E-ED7599AEE5F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FBBCD5-D8B6-E531-510A-E5340709CF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72FCFF-1C6D-30A7-A1B3-96858EE650E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973593-0FA2-C5AA-A506-256C3F9F893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9D0879-FE80-5CA2-6338-FF9F9AFBDF7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04D191-B541-9126-8DFD-72B14F76DA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70F874-3831-A6BA-6378-A30F073DEAC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BF5069-D591-9A80-360B-5FE3283F319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8C7AF-35C5-7B02-DD30-43E09CB1748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00EEC5-06CF-1C16-00F9-D2B6F68C1B7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F8DDCF-9D2B-0F46-F00A-8AEE81A8933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BDF925-3891-E33A-B937-B1FD6FCA8F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002DE-517D-C911-7F88-A8F54E4336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92DF35-51C9-FEE2-35F4-62FC0AE45C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26196C-8872-B677-20CB-8021344E3B3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442E15-EA0A-1D4A-EABB-32FDB4227BD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A8DCFD-DAAA-98A2-159F-2074088223B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D9F205-E081-D73B-EC62-AD84C01B464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B3C6EB-6C06-3A94-E063-2A5516AFA54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D9D895-1770-8D54-DA2A-AAF0D93DD03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1B7E8A-0BA9-0197-1B53-F433C08246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71286C-3D3D-8E0E-945D-14EFC684FC8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043724-8D5E-6F11-7E3D-65A8C2A8099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888BF9-E35F-ECAF-7476-06CBAEE9FA8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37AF9B-BCA3-2364-7E6F-31D5B4BF187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508480-27AA-9CE0-12D1-61C7F5A0241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244864-850F-E45B-9FDD-CA2CD3658A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BDB77D-35D7-8E6A-01A3-5034076F0B1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F00D08-918F-B341-F6F6-22501E4C79B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BE0AF3-92BA-847C-E3F9-8E5220E30A6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922331-458E-5557-DB91-B61C6275A00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C9973C5-0829-5EFC-0800-C72E4A2131D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DCB6D8-0502-3226-C588-24A2DB22B86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82264B-C004-B737-2D16-7CF2033669B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4168FE-7F7C-60F3-A46E-FF9FE342290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861B3-F7C6-B907-DE89-8D43CC79028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D2C8F5-AD93-63D8-FB73-A0A18D73FAB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1B227B-EDE7-DA32-1198-9C48AA6E82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E81F7A-F22A-06D2-FC65-8575D833FD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5EEE97-B5A6-CE7C-DD34-AA3B579637E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363C0A-CC70-DEA2-771F-558FA2D9B20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94BBC-448F-B1C8-8DE4-0DFE48B5AA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D1A913-9719-8317-CE9D-AEF92DE9D05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22DE58-0ECD-89A9-2A6B-356875DBE4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4E5EDB-F607-053E-0317-9E2F751EDA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7A6768-0842-5EA4-332E-B07171E8E41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D6E507-282C-FCAC-AE0E-A2187A73451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7C6502-7C52-12BE-38DC-1C7F6EAFD79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EEA52C-3291-9D95-1F38-045AE6305CB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422FD8-084D-DB17-3C46-E0A1817095D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0C6E8C-888E-4B04-7F2C-21228EEC7CC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148EEF-9A51-DCE0-2B9E-10FF2AC2EE8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AF12B9-6E19-197D-25FF-7AF85C9AE7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B60036E-8729-CB9A-B9BA-579E4D3DF7F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E9A4B5-F36D-5607-08ED-6D4815827A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3B45B-4C9F-8CAD-D9F7-68EF33B562D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D6985-122F-DF5C-14B4-59396E9F07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6D8616-742F-42AA-C5C6-05D29153658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F924699-77F8-A902-30BB-E03DE6F100C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B485300-772D-18D7-B2FB-F1822E6FC6B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092F29-12AE-DB39-48E0-F7DBE89FC8D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19911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10037</TotalTime>
  <Words>3457</Words>
  <Application>Microsoft Macintosh PowerPoint</Application>
  <PresentationFormat>Widescreen</PresentationFormat>
  <Paragraphs>2748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408</cp:revision>
  <cp:lastPrinted>2025-12-02T00:08:17Z</cp:lastPrinted>
  <dcterms:created xsi:type="dcterms:W3CDTF">2024-03-19T02:13:08Z</dcterms:created>
  <dcterms:modified xsi:type="dcterms:W3CDTF">2026-10-24T18:12:18Z</dcterms:modified>
</cp:coreProperties>
</file>