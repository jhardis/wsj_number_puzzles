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4"/>
  </p:notesMasterIdLst>
  <p:sldIdLst>
    <p:sldId id="457" r:id="rId2"/>
    <p:sldId id="531" r:id="rId3"/>
    <p:sldId id="532" r:id="rId4"/>
    <p:sldId id="533" r:id="rId5"/>
    <p:sldId id="534" r:id="rId6"/>
    <p:sldId id="535" r:id="rId7"/>
    <p:sldId id="536" r:id="rId8"/>
    <p:sldId id="537" r:id="rId9"/>
    <p:sldId id="538" r:id="rId10"/>
    <p:sldId id="539" r:id="rId11"/>
    <p:sldId id="540" r:id="rId12"/>
    <p:sldId id="541" r:id="rId13"/>
    <p:sldId id="542" r:id="rId14"/>
    <p:sldId id="543" r:id="rId15"/>
    <p:sldId id="544" r:id="rId16"/>
    <p:sldId id="545" r:id="rId17"/>
    <p:sldId id="546" r:id="rId18"/>
    <p:sldId id="547" r:id="rId19"/>
    <p:sldId id="548" r:id="rId20"/>
    <p:sldId id="549" r:id="rId21"/>
    <p:sldId id="550" r:id="rId22"/>
    <p:sldId id="551" r:id="rId23"/>
    <p:sldId id="552" r:id="rId24"/>
    <p:sldId id="553" r:id="rId25"/>
    <p:sldId id="554" r:id="rId26"/>
    <p:sldId id="555" r:id="rId27"/>
    <p:sldId id="556" r:id="rId28"/>
    <p:sldId id="557" r:id="rId29"/>
    <p:sldId id="558" r:id="rId30"/>
    <p:sldId id="559" r:id="rId31"/>
    <p:sldId id="564" r:id="rId32"/>
    <p:sldId id="565" r:id="rId33"/>
    <p:sldId id="566" r:id="rId34"/>
    <p:sldId id="567" r:id="rId35"/>
    <p:sldId id="568" r:id="rId36"/>
    <p:sldId id="560" r:id="rId37"/>
    <p:sldId id="561" r:id="rId38"/>
    <p:sldId id="562" r:id="rId39"/>
    <p:sldId id="563" r:id="rId40"/>
    <p:sldId id="569" r:id="rId41"/>
    <p:sldId id="570" r:id="rId42"/>
    <p:sldId id="571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270"/>
    <p:restoredTop sz="94568"/>
  </p:normalViewPr>
  <p:slideViewPr>
    <p:cSldViewPr snapToGrid="0">
      <p:cViewPr varScale="1">
        <p:scale>
          <a:sx n="113" d="100"/>
          <a:sy n="113" d="100"/>
        </p:scale>
        <p:origin x="156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CCFB1C-7F6E-CC48-8B12-2D5A9AE1C913}" type="datetimeFigureOut">
              <a:rPr lang="en-US" smtClean="0"/>
              <a:t>3/9/26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E9560A-78B4-504A-9396-2AE516B13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927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4D157-A7E6-0CD3-8266-DE0939AE4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26FDA5-ABD9-E89C-43FB-F19D8441B2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8E2E9E-AD91-B134-310C-59487A42F7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F40DBF-0F4C-781C-F266-8D63105C1D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5788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5B54FC-F874-596E-64CA-FDA415798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3C1D31-9BDB-75A0-518C-694EB18D80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1AE693-65BE-0BAB-9C40-36DA3507B1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052A12-7F05-7A1A-82AE-FD1981AA0F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0683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955DAE-CAC6-142C-9F4E-383D039F9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7DF754-C47A-154F-BF48-56C98AD98E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69A5E0-C285-0B50-ECEB-C2BC1EDDFE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481D2C-460E-A387-F153-09909F69E2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802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17286-2259-292A-E092-A5C19069C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F92EA6-593B-5156-CC7B-3E803C6FBD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162A6B-5030-8A3F-DCB5-EA57FA7676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10BE17-FF30-513F-97D0-B336ECED73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143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81880-7A61-CD1E-8415-8149DAFDD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8F4E07-E9C3-61BB-F41C-AC4901F442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147BA5-262F-FD34-B57A-87F77D3A1D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E99E1E-4A46-3BC4-25A0-59DD9C365A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8954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195C3-C1E8-AFF5-0DCF-D9B2B4B68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B8940A-CEFE-E55D-76AE-B23CE7527D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9F80D3-0F07-D38B-6D8E-BC93D95F5B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66DCE3-A113-8948-2378-669B2626AB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9192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67551-9FBC-5FE0-7AF0-A2338C540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7E79ED-DD44-2AA0-88DA-4CAC8CC3C8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182518-16D3-1051-1CAE-8708D9523E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0E1C48-6A5D-6DCB-C967-E37323F66F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9893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1D6AE-806F-97A5-998E-219615CB6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AE7ACE-34DA-B827-5BDD-C36BEC49F6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0F0180-8DDD-5345-9E33-7473E851A3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76472F-1E55-FD92-7E68-5800EC7626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3903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6F7F5F-FEDB-BFD6-2602-0353AA3DF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A9FE08-24C7-314D-6E0F-F940E5F146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D3F3CD-90F6-2BEB-FE1F-6132ACFAC1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F0BCCF-D054-475C-2BAA-FF43E4A284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4447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069D98-382C-AF42-ACB9-90BA9C08E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7CC7DC-C607-2F59-DEE1-0B5CAC1AAB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D148EB-EB77-5353-5B0B-4BD7093546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572259-F8F7-E672-3F90-1F88582DF3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9657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C11F3F-443B-AFFA-F373-615C9C6F3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E0EC17-6E4C-F70E-7C6F-A2265EE9AD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7911A1-673F-7F4A-7C1F-5515B6790F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00A0B7-E972-EF65-D5C4-BA2CBD396B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2099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959243-EEE2-6E23-228C-1273B3DAE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3190EB-0669-35F4-240C-89223B8AF5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2903C2-1B5C-2B0D-629F-5A77B18D9B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CF4F37-31AD-A1C6-62C3-D9B69430E4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362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D8D1A9-7C71-A601-492F-E40F29770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C0D67C-1B58-0DAE-083B-71D2043988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75187C-910C-DC62-B962-1D85ECB576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D249C2-2A5D-3720-2878-DBCA31091F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9927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A6EDD-90EC-097E-5502-93D389ADC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9388EE-7494-38D3-60A7-5AC0FD0A48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DF6838-5A3C-65EE-21D2-1B635FCE5E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EB2A7D-5248-85D1-C0F3-98F63F9941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83270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6E379-820F-6B7D-83EC-80B5773C1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E8CF72-8CEB-F4CB-B526-6279B9BCA3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8DEBF6-CB92-D85A-DF4A-27A87CF750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8C9DA1-8DB5-2471-338F-F145796AEC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25291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F19F1-B740-B147-005E-2032620F9E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7CF85E-BD17-B5CA-2F84-F5C0171660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5A5FFD-304F-B8DE-5C6D-2AE7AF7ACB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F1A33F-4A1A-6B9E-C089-786B185F77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34130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17997D-A930-8A07-E9A5-9DA6C751D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6B9C8A-1035-48DE-8C6A-91B4ED8763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DC747E-0A86-DFAC-C56E-5F3410968A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1C55C4-6840-898D-C231-EACC0FA108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1201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BDD7D1-047B-3BF3-3124-3184224D5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457727-DDBA-2569-3E90-141815D3AC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25C53B-481B-26AE-01D2-2ED4143212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9FE0F9-FF0A-2F27-A6DD-F2200B5EF5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92728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76D882-9D18-C57F-D3E3-991F4B516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B446D4-8669-05ED-A33D-ED8D930C85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1BDA1D-F6DC-D14E-36E5-50BA9CCD0A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95A390-FBCF-830B-6273-C2A190ECFA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38215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63EECA-4546-F03C-F200-B89087993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B3F019-7CDC-5BF4-6C3E-286D7612CE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66DBDA-15E0-8150-456A-328D6138F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D7465B-F044-5517-C692-0F994AEC1A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76590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793286-3614-2B3F-37C9-BD325AB7D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72D103-C517-9C34-D302-502D8B0BB9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34531A-C2DD-B1A8-14CA-BCF78B3C89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844EF0-CB1E-D636-03CB-8843D2143B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25732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91A97A-FCD9-0E0C-295A-9668C45FB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7A6B7F-AE66-8065-E9EE-765EEA4426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3B124D-CD35-575A-E1D5-5FFB0A16AF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9089B5-B3D3-85BB-D19A-E1888BE8F6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4317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92AA83-62A4-4D73-C09F-7A552F47C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AA1C0C-ABBE-F748-89DF-4793150633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745F5D-028C-EF9A-0A4A-9E7C289A30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127045-BCCA-DF49-7EF0-01C202BD22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35209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76D91-E7CF-B39F-6F25-4EC01D25A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B45972-8041-F6D7-3420-292BA24D14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773E34-6F83-160A-A9B6-04F02485F2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A94567-8812-2193-A289-5E261EE105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67573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95C965-78F7-0C26-60BE-BE77B2D95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7E2297-B025-D557-2016-AF4FA150EA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04656C-9F34-8637-7ECC-CC44A3D354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B227CC-410E-41EE-7F79-A9699DF5B4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42934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FB6934-0EDA-0267-BD0B-9A62F7E88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52E46C-DE6E-AE64-A5AA-59DC9EB878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DFC336-0107-AB60-ADC6-881340D117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F7BAF0-92AB-E4FD-F7DB-7A9DB2E728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64630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21391-E8F2-2BEE-D5F2-4CBA3A83E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0D7EA0-0D6F-784E-72AC-10C9582BAA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7DF0ED-BC74-3F30-B790-0905B7AEA2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F63727-636D-709B-6F45-0AABE22011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35793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91EE2-69A6-DD6D-7D05-F4A0517C9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26A780-B949-E18A-F9A1-125438A934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EB9070-34DB-98DF-527B-ACC3D3255C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119D9E-A86B-89AA-8691-9271559FC1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27042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CE09B9-342A-A430-C8A7-87041AF98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1BD748-7DD4-9278-1B08-271558B034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C1ADAE-65EB-8D6A-5365-3E355DC82A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198577-96A1-C28F-1CA5-46A10B9B5D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05525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BCE2D-4115-D166-1604-172E6B383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966405-45C6-3E0C-DEB6-A8E3DF526E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883E1B-2C86-F2F6-732E-56D3835C08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9FB037-B055-2EF5-F9C9-60FECEAF6F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36035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A25EDB-C043-FAD6-D6DB-13B3B8A78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A74660-EA72-4A58-C604-4A46504BA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31DD9D-8A48-8287-5183-6694E91A43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098A0F-3B00-7D30-2720-92B8D550C1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47262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7E93F-3B8F-5B55-C2BA-8C2EF9AD3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D325F7-02BE-F3E5-E996-F9177B54DD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042C20-AB24-29A2-1CFA-725DDF7E49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2B7841-5012-C67E-B298-70A3A551D8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97778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147506-3B00-1137-E89C-624028855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AFD511-F9A3-6D40-4387-81AEC4C063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E02EB9-7650-EFF8-B98E-807A0A4714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811F40-BACB-FAB2-F9A1-6B7A7FEAC4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33422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B8AB6-F4A0-FF6F-57D1-92F3233F5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B65585-36F0-ED18-B019-86241FA86A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8ED682-B240-017D-765C-CBE7AE6CFB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F6A85D-C328-513E-CCB8-83FAA918EE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0531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55AC8-9077-8E90-848E-90AB1E856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25B69B-4380-2F89-ACAD-9D42B6A20D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78578F-C47E-1484-0346-5661A27A92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B01233-9F46-9614-4B8D-8E98A19D00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37940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1BAA6-FF4E-6F93-B4E8-67285E9837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35C3E4-67E1-50DF-D4BF-FB8C0E53EF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158BDA-495D-6C09-1311-6F1C024B45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C04A15-81C7-07C4-BE96-CE1D36470A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69726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B58943-4ACE-AD21-6500-CE8405B8B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DEBB3D-D072-0F35-8BA1-EDFE8F713B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44D6BD-AC87-FDB3-F803-2D86806A2F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F5F3D5-9ABF-6CDD-3D33-E4A2925099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03829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4D482-A530-A0FF-F9EB-FEBC79622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D513DB-181C-5CF4-758D-6FEEB62BE4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7AE3D8-7F8A-D4F0-4FAA-3878EF8A28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7FAC43-9CF6-6D13-E7FC-566F3389F1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74496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1362C-89D3-6F62-D772-167E2233B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7F893F-7FC8-B869-FB3D-23F4BF3548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AE2387-418B-C7CA-DE0D-3E0B19B180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08F660-E054-2287-DE88-EE7875F279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87532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72994F-1F7A-0E4F-2737-0DC63C53B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D5FDB4-11E0-7DC7-83A2-39AF243777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C5003E-6362-368E-0EFD-F9CB6F8A3F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35A362-8648-96DF-ADF5-E3C28C974E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05229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C64E4-B10C-3689-F86E-F4A6F208E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598F2D-9B3B-340F-4BC1-BEA55772B9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AEFEFC-C2B4-978A-055C-1E8E0CA0B5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EAF87E-3BD3-1A41-ED1C-64708828C9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38663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282140-72B3-D564-9AF1-8C8378D07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5DAD0D-6935-B1EE-C9B3-BF59C9A3AE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1F9213-4AFC-5586-F075-C1A3F0BDA5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689CAF-D752-5858-8A25-4583CF308D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2973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sudoku game&#10;&#10;AI-generated content may be incorrect.">
            <a:extLst>
              <a:ext uri="{FF2B5EF4-FFF2-40B4-BE49-F238E27FC236}">
                <a16:creationId xmlns:a16="http://schemas.microsoft.com/office/drawing/2014/main" id="{3D3E8609-2FD1-C649-E7ED-503831037E9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163217" y="57609"/>
            <a:ext cx="4545295" cy="5216541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9BDA2A3-0B56-A4BC-FB3E-5478898E2B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486400"/>
            <a:ext cx="9445752" cy="1143000"/>
          </a:xfrm>
        </p:spPr>
        <p:txBody>
          <a:bodyPr/>
          <a:lstStyle>
            <a:lvl1pPr marL="0" indent="0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34513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94743-B086-9A1D-3BE2-DD15285A74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CEFC70-38F9-BD71-579C-1F4DEDA47A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F92569-D687-F730-54A4-431B65550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03A70-2667-EDB6-55AA-33F2B75DF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8A86A-DF98-B80A-F92A-0243739D2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018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10CD2-26EC-3693-3584-A1A3B203F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E58AA-4CD0-A17C-27E6-209C794D91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697F3-ACE3-F75F-B6DB-E2EDCB101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77B070-E19C-7C7A-25CB-AF7C97F4A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7F193-7B3D-9447-B9FC-64FB2E720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500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894EB-0995-8BC4-1C13-B926701ED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55E3-AE09-9D5C-4866-DBCAEF2977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09359-F2A6-099E-D457-FB4976E8B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68D10E-33CC-A61E-F850-633C403F3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E52A36-99CB-F55C-ACC1-D46F4EBF2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860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0032E-D76D-01DC-ACC3-A5F6F34C0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81452-1F3E-95FB-1DCF-20830E009B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B7308B-161F-AA81-3B91-25A7195D6A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584CB4-2FAA-C87B-0278-FD1F16105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EB3548-58B7-CC82-7526-F47EECC63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725728-77DE-9067-C037-0F4A37C61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673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220DA-D412-1E6E-D212-C26FE2AE1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6D9DE2-8BC9-5CD3-98A2-2F07C05E3F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52FD07-250B-0FD6-7698-EFBA488CF8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AE512E-5E7E-6D45-2D58-1B044598D7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5F8E62-62B7-FF78-DD11-69774DDB6C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E82641-31B3-87F3-FC9C-760F5B5EF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5D0B37-C72D-AB40-FC50-0F2BA55DA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C0F554-9EE5-C216-0F66-7B3B49445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539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96625-DF37-5199-8B5F-0AD4D7EB8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CC992C-BF00-880C-96C0-7042C394E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390746-6A20-2222-138F-BDCA2EDA1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7D388B-382C-CD6D-1A3B-DE8DF017D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337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3BC02C-7483-7A7A-5354-1616AA5D5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0BC8C8-CDC3-97B6-5888-93197E154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C0EB0F-BDCE-E810-451C-168B2B13A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363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63DE7-75FC-0404-38C4-4C8BA62E7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6F1FB-D688-5CBE-3F6B-277925101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1E1062-A0F8-7378-6259-452596C601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FF6140-8766-DC48-76B8-3CCA9AE81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5EF2E7-A2CA-3672-1E8B-91BB70564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F05B17-1A06-FFD4-9DA2-DD17D363C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403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4234A-C922-2D66-252C-D286F8F88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A83645-2F0A-288D-3E4A-4B2A0F3993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3567A8-683E-46D7-65F7-FE65B0279F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FF03D4-5799-29C2-B960-ACB1D94C3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4B8BCD-EAE3-2871-51C7-771B7DF07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5741F1-D331-2192-5F65-9DB5585C4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609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831E0-2506-463B-6A1D-2E997B58E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C2888F-D6C9-FAC2-0EB3-EF63307BB1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D9D78B-309E-CCD2-C0DA-8B2E3D16B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318859-EB6C-DBE7-E231-BD638FBF7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DCCD95-C583-5245-72DF-6AD690D35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0675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69EFD7-1358-426B-0140-A202A2D530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6D7B90-D96C-BD6E-65E7-55E7D91F25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7CB66A-8728-B88E-C058-E9DC9E0E0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4AFAF8-3C65-F3B5-B108-F27717ECD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21642F-5721-9D1C-3D1D-6C1ABCC72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743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6A456F-C771-8F4B-C98D-9BDEE5781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D23516-7E50-1256-7BC0-68CAD2D90D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011502-CDE0-E081-1B9D-874EEBF9B1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73C5F3-3A43-75DF-E382-0F9630A01C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C1DBE2-D540-2BBE-7791-BE410B8C51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515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D0A50-E4B8-B9C3-5177-C6AFBE291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8EABAD0-26FF-2429-AA3C-799A8664316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Start.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6091D9C-BB94-C92F-54B6-41DFBD939B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00F2C2C-B17C-CAE0-2A94-0B0164D60A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B6A1E27-B0EF-0D2E-77F3-45C5486A13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6A3FFB8-54B3-D7CD-B299-A023629813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136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5CB618-F2C9-C8AB-E1C2-73F1207FB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8BA47AE-E263-8E63-E9D2-7F7D49373ED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3 in lower left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0887DC0-ACBF-1C7E-C435-9A5A3CFA29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9D24D3F-15EB-F8BD-4E74-A6A1F190EF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DFD9858-B8F9-C342-841E-20693F353A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3874273-78F7-ECE9-2365-FACFB9C1E67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70F9D07-5DC1-2ECF-7D9E-E01329A4A5FD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8793336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879ED1-E848-30F2-781B-44A4C291D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667ACF6-2901-392C-5BBC-C7F9E57D190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To get a two-digit result, multiplicands can’t be 1.</a:t>
            </a:r>
          </a:p>
          <a:p>
            <a:r>
              <a:rPr lang="en-US" dirty="0"/>
              <a:t>This is the last possible 1 in Row 6.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627DD8F-1B54-5EB0-FA50-20F9BB6FB7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175D158-350D-525E-EF54-EB395EA5DD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0B5331A-EBCA-C928-1834-FDB5939D47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B4E321E-E5C0-6A9C-3D09-FCA2A4C349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D7FFF19-17C7-BF22-772C-EE1A27DEE07C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6AC3B2-D987-0AC1-18CA-3824DB94A59D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5621615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90FA24-C5ED-846F-568F-4B0F2B98F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7515DF9-A9F5-A4FC-877C-6557EE8576C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Initialize some cells.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B9D1827-0CAF-8FEB-6549-C628C5D453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54ECC7D-8105-9443-E5AE-5616D0F535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608C3E7-7DD8-E686-2EC9-EEFCC0981A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DEA8449-2D86-3356-A03C-3360D763A7E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99D4956-4CA7-3C4C-E113-08D16466DFAD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BDCDB6-EBDA-B59C-C262-3C35B6BC6F68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A89383-8E6C-A14E-CFD8-E17648F065CE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884557-161A-06A2-9576-984998E66B45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C5003E2-A890-6E04-9377-6B1C414A036B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F70B333-450A-08F7-F92B-1C8B8180807A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5B0B141-0314-C896-D84B-2871B431CDF8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EC8137D-E164-B4C2-926E-9BFEDBDE6E7B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93E3309-7D81-FE66-0460-BCBD8D587ABF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FBB048F-4091-C449-0E12-78387C788877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E4BA38C-F11C-B574-3990-D50609707A51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BF60065-822E-9ACA-DAF1-D02F1472D9C7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6C29700-81F2-7789-0BEB-19EE46D385EC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93C0859-AA24-BAAE-6341-F8F6E4F03D7A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2689</a:t>
            </a:r>
          </a:p>
        </p:txBody>
      </p:sp>
    </p:spTree>
    <p:extLst>
      <p:ext uri="{BB962C8B-B14F-4D97-AF65-F5344CB8AC3E}">
        <p14:creationId xmlns:p14="http://schemas.microsoft.com/office/powerpoint/2010/main" val="37756548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7E7F3-ADEC-4DE2-8A6F-D6E823ED0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F3C095A-1961-8832-9B86-AA80C986213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Initialize more cells.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4F0A540-00D7-C32D-BBD8-D41F811D92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0C18234-1201-94BE-F02A-988047D7FB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5626330-70DD-09DE-ED59-26A0951EF6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E2F350F-A414-C997-48C3-ED5D85ECC2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F711337-255F-3DDB-55C5-75F4BAA294A8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CA4434-0FBE-97C3-A81F-BF326FD237F8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D5EA8F-4013-A5DE-9D05-7C72183DCA39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242559-9797-2BE6-BDBD-6EE6AF66F46E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E8F3F6-4080-60EB-5079-01AC5B1270FA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EBA3A1E-2E83-ABEF-DB7D-E06092644613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44EAA01-5443-CF03-81B5-65C19D49064F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66E10EF-5888-804F-849E-220F962E970D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3EA63FD-733C-E57E-4DF7-5518926D003D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DA79F1A-5C63-D1DE-EE1C-D40AFA18B984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66CC5DA-91E7-7C00-0B98-D3BAFDFDCC0A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F454051-90DE-F936-F566-12C3FF6E89F5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97EEDB3-0C75-F69A-69FD-C9372E3F0154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D40106B-30A7-EB53-6DD0-234391932835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8223D27-CB2B-11D0-69AA-35C7F6290770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45423C-6C6B-EBBF-1014-00BB2FB73353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4474BCD-6F17-1E7C-4F2C-468CCE574C11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A52BF5A-E8AA-F15A-BAB3-883AEAD30FB8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D177737-2C05-A89F-EBDA-03EDB8BDF43E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9FF0CAF-28E1-B98C-736A-F7DFAF3BDC33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70E14CA-E2B2-65B5-A1C1-232EE3B549EB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A965F57-BFB6-9F46-DB51-9C14F3606969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84AAC42-0C43-F2E1-B981-DDDC89F82654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19342F4-D2CF-CAD4-9AD0-45C74AC8F831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22BEACA-1BBB-7FD1-D338-C91A18FC041B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01E2682-912B-87A3-9124-518E795EA166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7F9B21C-B63A-C51E-9CA9-6E39C0B3017B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ED2B12B-853C-A039-40FC-1891F091E1FE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ED5578-D4CF-8068-DB53-0A7727773597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8176455-94E1-BD44-8AF9-8D64F437291F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B724059-E791-722F-CFB2-4A89B0BD9813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124678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C68EC1D-66B4-8BD5-FDB3-13CCD953438C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821C105-0A16-2664-38AD-F00872823E42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C18ED66-25DA-1AFD-DDBE-57AAFA8F1A92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6C57889-83A8-B46A-A828-5385A7CB4FF4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124678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624DCC9-0A85-06D6-CF69-A41DE1EA6373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124678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CDD8A2A-17CF-EF46-83B5-3936FE98A67E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6BA40A3-6DF0-9720-973C-6785D68CBC2C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123478</a:t>
            </a:r>
          </a:p>
        </p:txBody>
      </p:sp>
    </p:spTree>
    <p:extLst>
      <p:ext uri="{BB962C8B-B14F-4D97-AF65-F5344CB8AC3E}">
        <p14:creationId xmlns:p14="http://schemas.microsoft.com/office/powerpoint/2010/main" val="22607246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809883-A38C-69B2-2CC1-FA76303A6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4BFBE6B-EAFA-79D4-B102-74292B6741E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 And remember that multiplicands can’t be 1.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A1DA1E8-6507-2089-2ABA-28EAB71A64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2BCD9EE-3219-488D-103A-657747189A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9F4A725-4F0F-CB18-AC67-DDE23148BA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10045A1-1A06-BEBE-082D-3B21391632C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55C2048-3D39-168F-6FAB-383685CAC971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2851E9-67D5-8601-15B9-B0A774BA3EAC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340ADD-2927-6BA8-20CA-CF0A2C7FA969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FAC517-716C-70D5-1255-00D356CD0068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CCEAF04-E8ED-E87B-1B32-A4E977F93AA7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2B46EA9-E0B7-8D11-93B5-6D0AAA6A0574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2D2E011-98A9-0EDC-19EF-4200CF15FF79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140F56D-4D2C-2C79-FC4A-3672AF3FDF10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0A71F4D-46FE-E458-DC0E-6EFACE709951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39EE299-CFFA-921F-A74C-773949E20D80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966D868-81AD-CEE1-49B6-B7FCF9369295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8C1C669-85EB-86D4-A168-7A55E80A9F4E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E968863-A025-1FA7-9C66-B131F08B8B42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405352B-A01B-B9B6-CA7B-1BAAAF20F428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EF47184-E282-64F6-6467-22D91354F18D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40B8EA9-FEB5-7ED8-94C6-0621B81769DF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8AC04AF-2A3B-C1C9-A3AF-DE12F22A608A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5ED8466-3EB6-0276-5ECA-666A8A34AB50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0A1978F-7946-2986-B34C-3EC63771AE58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253ED44-F8AC-FFD3-0BC6-4BED65E29A80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B2C52B6-9506-028D-FF86-196ED0FE2944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43CF7A4-89FE-A0D4-680F-49925A4B2525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8BC81E8-6E50-C2F4-8980-13D6A3B9160B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65F4957-F262-A06C-F2CB-BB7C1473C6A0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14D308F-6069-A8B4-8221-0B52CB3F8C36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12567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7C2BA8D-1D4E-666F-08D4-772ABA2D3DA8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283A10E-8A10-1863-75E5-54E106C8E36A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09E162C-79DD-D459-522E-ABB13F2020E2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235AE8B-D808-8A2E-FADE-09FC0D40D7DC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ADEA68E-7B75-D1A5-85DB-C913E7AB8939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2CA57E4-C696-A81F-2878-7E355CB5897C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C28F8DC-ABF5-A5D4-B2D1-637F2D5CD035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1288545-E545-15A6-7E70-9FC7BE75D1C4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BB30E00-F66C-085F-D884-429C1C97645E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DDD1912-A129-095B-145B-EF3293E9C595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65AD211-616A-CDA0-0658-C297494E0550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124678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4850062-D382-59BF-BC9E-6A0DE9FBB506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6EB1D8A-3A3E-E1B8-29D7-C399D2EDC4C9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12478</a:t>
            </a:r>
          </a:p>
        </p:txBody>
      </p:sp>
    </p:spTree>
    <p:extLst>
      <p:ext uri="{BB962C8B-B14F-4D97-AF65-F5344CB8AC3E}">
        <p14:creationId xmlns:p14="http://schemas.microsoft.com/office/powerpoint/2010/main" val="40934648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3D82F5-C69D-3B73-FC52-EF43AB802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5712122-7A58-7852-7A9B-5E7D42F1CA4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A few more cells can be initialized.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56202F5-B700-1C12-0886-2E6B17948A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F44EBAD-028E-B1DB-8103-AF8BB98C44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2C86C63-8BB1-6A03-D6D7-11431CD141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51780D2-0C05-0D9A-38EE-5617DF612B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AD6E4A3-D79C-08D7-04B2-80A784675AD6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40552C-4A6B-13BE-9313-8716D1C41A01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D864FC-3FF0-C3DD-AD7C-1FC246076117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A85CC5-2B11-9A15-1009-E534741D4AE0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8121DC-C6DD-F584-8193-E3F61A7E4730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637C7F2-3B2A-7DBC-CFDA-669EAE5E01ED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77B760-2D89-B7B8-514D-5BF1AB739147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A200A5-1085-4CE2-1F1B-1C4FA65538DA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C8499E6-9E70-6EF5-C351-5A32FD10DB6F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03C0D0E-6FD2-CFFF-8F9A-EBB9FD418576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7288E14-0685-EC04-1ADD-F4D823424F44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88DFC17-BC9A-02E5-F616-AEC83EB89585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30629FF-1BCF-FFB8-61C6-646DF84CA67A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E168142-10F0-33A5-6472-7717F5521B6C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8E49C15-FD7A-065B-35B4-71992677BA7A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4DDF935-7A1D-DB96-6E41-29CCA80566D4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5F8A924-60AE-F4A3-F8E5-8682C7E6E872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B955D83-BE88-92FE-5869-054A2C467681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86BB347-3C5C-E8D1-0B37-1CC0B528EE6B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86A2150-E5BE-2BFF-1DEB-2EBEF6E429AC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BE655F6-B8FD-182D-799C-235176A762BE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1CBBD7E-7BCF-476D-7912-0AF43BDA2EA8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76B70A8-3927-2011-0209-C4C176812DA9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38BEC5C-A24E-5276-FAD5-0E80EA446A74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260AFF4-75C8-38BA-060A-7D4C39C45E4F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12567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316EF64-551D-954C-1D6B-0EC83ABCA6FE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E4B4CCA-B318-5A04-1B04-A2E4A75D7A42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A0AEA2C-6D9B-A9FD-61BE-511A0C9707F3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ABA9DF3-D6C3-9961-FF2C-2C35D4000F7A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5E30292-9A93-F2EB-708E-56031AB283C0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13A9B3B-2853-FEC3-A109-9C078AEB6FEF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46158A5-B6CE-90D8-5673-8D3AF1D49BA3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3BF1523-72FF-1766-417F-5D86CAE9A5E1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1DCBF7B-3ED6-8C78-4C81-344C9990F23F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998E862-C2FA-AEE5-C73B-D99963C03108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8D2E2EB-E086-6B9B-E0FE-6AC7D31DA0EC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124678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392DDC4-66D0-82E2-192A-BB27C6F664CE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C1EDF71-CB30-CBD5-144C-12153390FB0E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6C4F090-0FA3-BF7B-3477-61D70B5E90BA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2925097-D36C-E49D-33B3-E22C6F3630E9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1A9B6D1-82EB-2C08-DDF0-2C5FE6D3BFDF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124789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A20C2C8-D1EC-353D-D133-4488989E271D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4E03E58-1CC0-ED77-2028-07B88903A03D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C8D270B-95C4-1DBE-57F0-644928578E36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25678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636ACF3-BEC1-24A8-6757-75855D30F51D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EBEAEBC-7EEB-8BC7-94E4-82A4B0E02137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7AF31E1-EB1E-3F6D-B512-86E4BABB2250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124678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3971D2F-60F7-81A1-4F88-1E3DF803165F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6184EF0-0118-630D-9E40-E114C4A528CE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245689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507983D-496C-88AE-60E9-2A4F2874A81B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EABDEEA-0EAC-EC57-CA2B-BFFB74BF19ED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126789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950148A-B015-A6AB-2905-9268FBCF81F6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234789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7854B3E-0E19-0D84-2A93-44B25D3E505C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234789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7BA6FE6-120A-64A8-244D-A7F1E5A775DE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124789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A5819A1-CF07-61B0-8925-161768645C21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9CA648F-7398-FC3C-0D74-406621A1D2EA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245789</a:t>
            </a:r>
          </a:p>
        </p:txBody>
      </p:sp>
    </p:spTree>
    <p:extLst>
      <p:ext uri="{BB962C8B-B14F-4D97-AF65-F5344CB8AC3E}">
        <p14:creationId xmlns:p14="http://schemas.microsoft.com/office/powerpoint/2010/main" val="11721565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C7A7F1-B1BB-643C-B903-CFD800252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286639C-2AF5-7640-ACEB-1D54B26EF6C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The produce that starts with 3 could be: 4x8=32 … and that’s it, because there are no 7’s for 5x7.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296053F-C11E-556B-C59C-747C5CEC06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CFAFF61-91E3-4C93-835B-AFCE142085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BABD315-E7B4-06AF-1BDC-DF113D5D49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1D1C779-87F6-A2BF-7DBD-D530C944B4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6E53025-6CC0-4C56-96A1-41228BA58E8A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39AD91-B0BC-D93C-4B02-7BB463E0E1CB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304894-7A71-903C-BD5A-439E20A1CA78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D2D6E3-0293-F50B-5D6F-77000788E380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B60BEC7-F88F-3E9F-FA86-489460E23E1E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C5E6A1B-71D3-8314-E0A2-469E529E7918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4CAB201-989A-4811-7A35-77E56E190A28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97B28D-B79C-1FA3-21B2-A906A98D4F5C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6CCDEE-027D-B78F-BDF6-08FFA242B147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F57474F-E020-11CD-ECA2-FF980E0E21F1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DCAC9E5-7C6A-A951-CE02-FFDCEB9799F3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52D47E-27DF-7853-0199-3A45CB62DAD3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A6C1561-C9E3-8EEF-405D-8B6C3904C35F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D38B951-7AC6-9F12-97DB-0A195D754A6A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90CA39A-4094-180A-1721-0BD09540F972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A16B942-C38A-75BA-56E6-CE3007F9F026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0666B82-36AB-04D0-0854-8C31DF525D97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9F52B59-AFE9-AF6C-5D66-5825BAFAF085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B361B7C-AD41-6A61-DFDA-67E1C6969634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A671751-A2D1-44C6-C457-E6C8E8F5611F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FF8969C-5BB7-5AB2-885F-1BCB67FB9CA1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A934F25-1C5A-F57C-F862-ADCEB5606D1C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86F85D1-8152-9612-5F8C-92F604E35730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C152E6D-75C1-F9D4-7D76-06B8CD3EB695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D65C262-D581-27CE-B249-0BAB2A08BC55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12567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005A5B0-0E7A-5EE2-ACCA-F70CBD9CBF27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3580211-BB29-E315-6CFF-1D8E14A836E7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1042954-08B0-6C7E-6A01-472DD967CDAC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9566ADF-29B2-AC83-AF0C-65AAD2CF3E80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F8EADE8-76B6-132E-0E3C-8AE075FA7304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7EFD75B-6142-8808-07DD-28D5D83E2B89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45AD06E-8B96-1E4A-E714-317B67249F95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03245FB-5D06-95AB-EE53-AA6772485A99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7C31787-DE5F-D944-1BA5-D1874A20912A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124678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558D540-A325-91C7-0A21-1B0DA9A1F80A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7302E5-99B6-8374-638C-FA77EC291B7D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E699DBF-59C3-9531-B5B9-E89EC043C0C6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F09B211-9793-80F5-907D-67CC85482811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7463609-126F-6E1E-AC20-9B979D318CBC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124789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5FC8F35-0342-70E8-C738-7496FE81804E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73D8543-E2FC-6308-D833-036595255DE9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C61D048-2E32-09E1-4891-5FE80C418588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25678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771EBF6-409C-33A4-E09D-C47C190608AF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829EBCF-9813-3837-B1DD-6147841693CC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E0FB420-2B80-E231-2A9F-4C260AD43688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124678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9638F7D-5549-EB8D-167A-21A1F0E39D02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1471C21-2E65-263B-ABC7-947EA4D5B776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245689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13B5FE7-9F0B-50C0-B547-89C0D364A756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126789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D5C1DF6-01EF-F763-F308-DD19669C22FF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234789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3D117D0-BC17-7ADC-224A-80816743757A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234789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58B76D8-7DF5-E7B5-81D6-60247BC519CA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124789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0C9C0F3-7240-8A90-BCE8-C6C764D9E06D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3C0D364-6032-2CC4-468C-E1C6AD8366B2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245789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7CB424F-C025-335A-9CE4-CFDFDF64C45E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CFE6020-BD69-4E07-A5E7-58BEBAE2BD07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2AEE687-7B7F-6C83-00D4-461F47D346EF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1081114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EEFBFC-CB16-95D2-9198-B2635A7EC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9C06E03-F247-3BE4-9E5F-6C513E30807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D8D37F4-2430-A3C3-D52B-F6A71F9BE1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6696D0A-E39D-F4B7-4B71-3487668998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3BAE801-957E-4C30-8C07-1B35B9085F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AF880AB-47A0-25AC-B74B-C19A5FA98A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25CB039-325E-430C-52A9-D1BE1FAA723E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C8DB63-6637-60E3-9F1B-2B60732ADB21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FB71EF2-1735-B28B-040E-4132E0D8DB67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AB4121-6DC7-A8F1-6AC2-28D37D6D533B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7493B1-6E36-3DC5-D5F4-226019EBD38F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CF18D99-E4B3-0D11-8FA6-035D65C385FE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BAF79BB-92CD-2E78-4E7A-79E27D89BC4B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3143A7B-2D7A-E285-533C-DEE602B72C04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EE2D891-65C5-53B6-BACC-D1BF3BD9706F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9667584-0B61-D85A-7E72-3D00B38AD2A9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21EF45E-109B-5ADB-5F0B-1B840F8AFC61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B1799EE-CDEF-48C9-9395-BCA433A31E6D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51C61FC-AE7E-7FB8-CC15-88E03EF9FDD0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426EC98-95C4-DA60-1032-D2E69CDCA01F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1DD173B-2668-2AA1-A0DA-BAC1630B2586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96DB2A9-3449-2683-15CC-DEDC77D93409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5B496B8-C505-0C2F-DF99-012A6C0C016A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51C8093-4166-D31A-65B5-2C848532DEDB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B83E750-020C-E591-F4E4-D1E5F357F041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BCBAC9C-7548-3453-A398-7D36B2B8E844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8FCDAA2-9C76-2B59-6BD5-6C27806453F0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193EFE8-2454-40AB-A60D-02B6BFE7DF46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3591E6D-9F94-4AFD-179A-9E7C0705A19F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FD6D2F3-DD29-8EC5-26DD-C49D3595F74D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26E3DF2-4738-CF85-3C7E-87BBFBAAE984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6C0D4AE-861B-3957-053B-F0C75693A280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31D6F5F-C9F3-EE8A-A751-D503A3EA7298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CC490D1-904B-4F60-4854-0671547C9D60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E3CF0C4-6494-B572-1ED6-1AD6A0B475B9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4BC4709-784D-9DD8-25F0-D6A72B597C15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A9908C2-F247-196D-6F4B-2095E4E24F31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629614D-3EC2-1445-047A-EB91742B9018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4218493-C21A-9FA8-9D0F-7546DADEB596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A055C47-E8CC-E36B-6815-57D44E2C72B5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FFC71FA-AF77-1AE3-E1C6-AB6A950369AE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EF7F210-6F40-68D5-B197-B22F2CB0D6FB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90E6EF5-7BA1-EBF1-CA64-F4571E3A43F3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CB3906C-76D3-BF1D-77C5-700A718CB674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856BA69-B795-6664-2482-8ED05CF826B2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14789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EAD8CCF-4ACF-CFA2-696F-52485A7C5E67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3EF98B4-9FBA-7850-428C-D489A2DA8E48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96CA6F7-F701-DC2F-5EFD-8F5731D9A448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25678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63E474B-8EED-C926-455B-14C72B7767A6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3A934E5-BBD5-5B43-5EA2-CAA5BEB7D7F2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14578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E494597-E281-B9AE-5D0E-BB109E5FB6E2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88B79D0-99D6-EA19-DFCA-2CC5E781B614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A82E285-1291-5C8B-329F-0009AB043CCC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ED0DBCD-B5A7-EC2F-509D-09F44E388CBC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12679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21B0818-74B7-63E1-9131-479D19D1F07C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234789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F83053D-C528-81BE-A88A-FEFE874BEBB0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234789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4B6D48D-254F-273B-0964-5542939159F0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124789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0234D36-780B-1DA1-B493-CE501867AD7E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BB8DAD8-F4B9-31AA-D13F-5A13B5B7B186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245789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18A2BFE-B0DF-B77F-173A-45FC4730074C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D283397-5454-60B5-45FD-A03AFF9A9529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84F2464-90D6-1873-F990-D03491BA2626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5093338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889E5-F4EE-64D6-005F-8BAB44D92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7B30D84-8A63-D70E-9C9F-74B85B86D9B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 (Note the 239/239/23 in Row 6.)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E707812-F9D4-2F0B-8813-A0AC5CD832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5F9685F-4E4B-8E5D-78C4-8051299D41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DD96037-9365-73D2-4804-37B755BF33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ECBB42D-A088-F509-3154-F7EE07C561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447343-9741-3653-B2CA-8CA7BEBE84A5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1056E7-2EC0-5DAB-0E50-056B485267CF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37B7AD-3C25-3C97-B501-965CEDF18AA8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205A1D-679A-89CF-C73E-58C43251C245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6350956-2C2D-19D3-217A-5CD1E731B8E0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3B93624-3141-0040-D11B-7F8F68EBC7E4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397C40A-3FB9-A977-9056-9483ECF00F68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87310C1-13AB-8C3E-3AB7-C5DFE2EF4654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C92EFB0-448C-4CCF-CE64-7900AC915B47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00DEAC2-E576-3FF9-DDFB-946AF0B42938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EC9DAB9-2A90-9990-6535-327A84EC5089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BB21662-6B70-FAE5-6775-4C960C550A51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44C340B-3FE6-227C-C816-C1441F154F5D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11A22EA-EFB5-72D6-09B0-9D645FC9E8CF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BFADBE8-594E-7D16-01F1-2B37D977EA4C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3EB1F79-331A-DEB7-153C-A9150FFA9E76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E233E68-271B-1914-9821-8E29776A8905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885A2B2-96CA-5D09-26D3-8D3605AD8891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1072511-C46D-16DA-9B71-E7AE35196D4C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74A581E-038D-EA4E-EF46-F8BCF503A738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8E48CB4-8F55-A181-D755-7EE2FEA5D4A2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5E5A39E-2588-E160-3CAD-03EEA366F5C8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7437A3F-029E-F626-E710-F14CEA4287D8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2FA2C80-A726-BB7C-2495-22CA0E8B5125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415E8DB-B5B3-6066-1F54-0AD29F29DFE3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FAC46E1-EA83-6CC7-3291-2F867A2B5B7C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912FEB1-24DA-1D63-4AA3-80FD5DBBE63B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7F782F5-F6B8-FB99-6895-570CB24A17C4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59ABB4C-0EE8-1FD9-3666-9722F1577757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8C931D1-E465-7F08-2439-8D4F79EE9596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8B15F81-D3DC-38C1-61EB-1CE0B1E4E9A0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4ADDECE-EE04-10C8-3F61-D4757487551E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32E8BC0-EA73-FA55-A1BC-3CA3E3C80A4F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E6E74D0-F87C-4C3C-331C-54ADF38487D6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F0CF350-D6F0-9AA0-404A-A32700D61E8E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9A68BF7-8297-0340-74E6-E930C0CA7808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99CD4BB-8B73-A86E-C944-670AA6911201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B61FAEA-CB5B-09DF-1590-9ED806C8E8EA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E1A173C-7727-A0C3-2C63-F7DCD658795D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14789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4E7C7A9-EA81-E025-830A-89D584F17870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EB3961D-1528-0FC8-0C99-E5908057B3B9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9699D1C-7265-18A2-D6B1-92E44DAE19FC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25678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D4B587F-6626-1B86-1B34-BE870E14CF2B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3A851E2-5443-9771-ABE6-894BF1CF9DE6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14578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527734B-D0E1-708E-7D37-60271AC34D02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E3B12E2-4B64-F8BD-4981-F0207F775530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C423924-D5B4-312A-3CCD-9D3DD863153A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D453F78-A0E5-70FC-E869-DAB852A76DE8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4207A88-BCF2-DC4D-4811-DB0190DBA726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234789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E80011B-AD84-3BD2-C92E-8100C69D4724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234789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3FAA387-2109-0B9F-6A47-1EA62C63D7BC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124789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66C7F0C-AEE5-416E-57FF-23271527302E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41FB246-8378-19E3-7BC2-FA41D2ED24ED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245789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55B8024-02CD-DFE4-E433-275E2EF19750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AB78810-ED84-97EF-2C32-6B9F05FEB179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C2C6AD1-3C80-75F9-7585-D803E9C77654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0005481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22D489-09D9-9AE7-FDAD-C9A967737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2CEF513-BAF4-D3E8-4610-2ADDEA2914D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6A994D6-13C7-DC94-6894-CCBCC17A47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49502F0-8A40-D21A-AFEA-2FED8F16EB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78EBD9E-5325-6619-F808-1B84FD227A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72A1064-CA89-5F95-EAB9-E00C117421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4A72DAA-2180-C80A-810F-FBDF560127CA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00B21F-8DE4-7848-A420-223ECAF48D43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310203-E27F-A1F3-0280-536BD484B59E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12F132-B5C3-4E14-56BE-2CE32285703D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ECD06C-6B13-F11B-D99B-B5FAEEEAAEDF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4384718-A823-815D-9532-FA20A3400AD2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0F3C3D0-1E92-9C9D-73B0-C9E5D6D0881E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A4B28FA-D656-F262-4480-AF2A2C78DB60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5FCE04-ED4D-A2F7-DA0C-E74D4B0F1CA3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55622A8-149F-879B-38C2-FA259892F614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9A3814E-FCD0-0B65-ADB6-FE90D143646F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B8073FD-F724-B0BE-ADE7-D94A8EF37FB3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FDF163C-7EAD-9EC5-948A-6A7B6549316D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8AFA3F2-BE6F-E8B3-7A5C-782E92E0FB34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28BCF2D-8BA0-C535-0F7E-4875586B3C0D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3E1EF78-B018-6F48-60AF-5ACF9CE87CF0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9CE3E8A-643A-315F-961D-B2EAC675D7BA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804844B-11CE-1BC4-AA90-8EFF844A2B1A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20A4A6A-5E22-E9DC-5D12-110B44C3F1A4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54CB314-FBF9-FFBB-DFB0-1DC6D82196F2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62722BB-69FF-BA80-F633-EF2EF2014471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3F9E12B-8FFB-EC67-1467-2FBC912E8EDB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B778D85-0906-472A-0370-2767C990E2D1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16EC966-C1DF-007D-AA64-186366AFD16A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4B12D97-E40B-E3CD-A27E-AEE868DBE6E9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0E41E25-141D-8534-B93F-39166FAB9C6E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E4E0899-1E1F-1CCE-D180-128ACA5CAA0B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9AB9D65-5DC0-6657-CE62-4261CED8AE10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720465E-CFA3-76E6-1502-D82A73923D5C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9A420B9-7CCE-8311-3F08-2246DB5E70E7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C56553D-0B60-AA1A-CD92-09081258B290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0F3372C-AB23-1B6F-6EDB-E3B6EB403AAE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156B120-2EB7-A71F-C5A5-5DC5002C541A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53D45C6-5A3D-BB38-1B9F-D12A376AA208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C476FB9-53E7-DA7A-413C-22FFE0D29924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AD57FD7-D883-5298-AD97-9B1A7D2DC40F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3F1C502-2921-BE21-37E1-98E0A49A9EF0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961EABB-9A5E-A4EC-D50B-064175F1BEE8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57173D9-F872-6E58-E7D9-C95A83548DFD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14789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B28B9ED-0140-7AA4-34C3-7AEA240235BF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4F780F6-635B-1101-BC75-D9CF1495E24E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09E48C8-8247-C3D3-3227-66049941DEC2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E5106E8-6BB0-D8EB-FDC2-3F850E2E8F2A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DCBC9BA-6420-609F-4A73-C4D546FEAF5B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14578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08AA703-0B2E-5247-0734-6B77D34DAB20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04BCCD5-386E-ED28-CC3F-8C37C79CDA0B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F66FE6E-9898-AB23-B643-0B9FECC4EC44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A4BB98C-D992-F37E-5BE7-B32A162AFB30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BB353F4-F5EC-8145-06CA-5E34DEC94C40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234789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70AC36F-E71A-3C6B-D261-4E6B3384E826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234789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EA36A4F-F25F-2C42-F4BD-E68091FE98EB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124789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5D48286-69D7-265E-8C4C-E3CEF3C6634D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E462EB1-A078-BCB5-59A4-9F1EEA90B156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245789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3421693-9C60-E006-8EF4-7EF53788F094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499738F-8BB7-BA77-29E4-8DDFF52B4B7D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D46461C-95E1-F928-5688-376CA7BF3A8B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5310182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11B8BB-A262-E421-A88A-0F9C0200A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06E7094-69A3-20B8-8202-2E1840E99C9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More cells to initialize.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D0E66E1-A1F8-1356-2AD1-6650E60A2A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77711B8-214A-AD54-F9F0-CC1EA371A7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782529D-828C-9FE8-8D35-513FA8A88C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968F8DD-EF7B-6F6B-073A-1E806AC159C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E71B943-9473-FF3B-CB21-A0D1F773179B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C48ABC-D4C0-BB1F-3A22-C9D2CC7C64D9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6DC612-A5F2-A067-BF74-01FC637DC26F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6AD106A-1A84-10FA-3B98-FD106D154CDA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4DF5466-0324-0FDA-AADF-2131D79808BB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8932B4-0F45-4F9E-9914-554FB5685703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51655B4-DE91-BD06-6FA2-4AC698A3A974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15ACE9-2461-A45C-6291-9DB3782459D1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286FA1D-D0DA-6DCD-D3BE-E71D352DEB20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D3BD286-8AD7-BCE6-527D-4EE933C654F6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7BBD7BC-6393-D8FD-5706-9446B24FCCBD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372436D-F060-560A-6D89-BE8A060E9285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312D6A0-8D74-3EBE-E429-0AE73EA60593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6640401-3270-73A0-FC20-004F2213A7F2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1C22BFD-89E1-A62D-C4D7-D4EFBC6FBC1D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12E1AE0-65DD-AC71-A217-0B76C8E32205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3B61487-6354-BD6A-0E8A-A8BABD3CEEE6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4B9F3BD-8EA8-1568-3145-DFD30ED57EE1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5C5ED11-5DCB-0E01-9B0E-D474B3F18A9D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9A8B168-EA9A-4AE7-2FFD-0EED7F69E2E5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C0255E9-EB26-EACD-85BD-510DD173D46F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E0F2C3F-64C1-FF96-2AE6-0BAD993B5450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A19DFFB-2642-9F9E-A043-B080513B686B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C78C39B-A979-70C7-07B9-1CD27C66E83C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6E7103B-446A-C2BE-DD20-48998DE02A13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A872FEB-6F8B-E43B-36D2-16BADB7384D9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3D7F7D3-8729-FFC7-C0A8-F3B692C36BDA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F2D0281-EF02-6F84-043E-56988A3CF8D5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E703F4A-07BD-9D94-E9BE-EFCD3B3157F7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CCE6112-34CD-12D7-5991-20BEC3055BCC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344793F-CBFE-068C-627D-FF5670ED354E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44C3AD6-8615-F6DC-0A50-19E84486F4A4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061BF98-29B2-C2C4-9756-9FD3F91F706C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2D67FD6-2CE4-ECC8-D243-AB64930E62EB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5AF2525-B390-8CDA-63FC-FA5E37C07841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E7ED71D-15EE-0276-D811-56DF15782CD5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AB92928-0A27-46A7-6DAC-6DC324F59830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ADE0A10-F198-8883-0DE7-24EF3057C06D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124679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73D0629-6BFF-C37D-5DC5-04A743AFE9D5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14789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DF388D0-899C-9CC3-EA98-DEA813D76712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3ECC484-21ED-8A1B-3013-2239FEB1A464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24DCCC7-2A2F-3E2B-B4A0-345391C11DBF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681A36C-7017-F971-7BD0-1FB60F406E9F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BE63BA3-C4A7-55AA-F8DC-AE8F72B69DBF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14578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139F193-9BE9-296F-6B00-45AA273E3CBB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37B9287-E3D7-F056-1FA8-1089CB4227E1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8E2F8F7-644F-16A9-6AB8-9BD1F102E035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B6A2C87-1B2F-0C84-5600-5F5179294791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2483707-FFA7-EB60-C84A-36F6539DCC3D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234789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B94E6E7-2275-B789-C1C5-66691F7B52F6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234789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9199E3D-6045-84D0-8B2D-21EF549AD5B6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124789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64D15C1-CDE6-F75C-AC22-A0997AB312DA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F4CFCA8-F5A8-16D7-88C3-766FD82B273B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245789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E64CB82-54C6-D5A2-8A19-38D8F053CD68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ECC9E04-EDE3-1D30-212C-6DB20D94B55B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9B711B3-0106-7252-7367-5C17AE66656C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FF931BF-2DA4-2A61-3F8B-1E03EEE4D461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125679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D8B6DB5-6385-67C9-932D-DE6972335DBF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145678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D3942CC-A06C-B12F-D594-7349DF10360B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145789</a:t>
            </a:r>
          </a:p>
        </p:txBody>
      </p:sp>
    </p:spTree>
    <p:extLst>
      <p:ext uri="{BB962C8B-B14F-4D97-AF65-F5344CB8AC3E}">
        <p14:creationId xmlns:p14="http://schemas.microsoft.com/office/powerpoint/2010/main" val="34687935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F6F05-1018-CBB8-BA1D-3938A7E4E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AD0D2D7-AA0E-C10F-7E0D-299D6B1F38E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Only one of the possible four products works here.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3F537AD-A3B7-586D-69A7-0244597C9E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21B39B7-B7F9-6A01-DDDA-BF221E7A82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C00DBCA-0A2A-2B0A-0EDC-D671AF4F4C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BCA79BB-71A9-7CF9-89B2-93AEA9B465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FB9B1D8-0A71-6F4B-98C7-0CEAF5EEF237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9D979A-F0C6-A50F-66D9-F6BA546B458E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CCEE9F-6195-C9A6-9B90-72182DC5D7DC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8E8CA1-1D1C-D58A-AB14-7B06276F277C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F608929-316D-BFAB-3BFA-F718C17C15BD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723C41-310F-AD08-52DD-F97B7422A456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E74F17A-57B2-929C-74AB-1AF1D8A0DE60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1CD8A29-88E8-9F07-219E-0A82989A7543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31B9349-CDD6-7DD4-75C3-138BD371DD97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152E6E0-4DCB-C836-0F3F-99E5C86B6D65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CBD2322-99B2-B408-2F2E-3D8DCD33B523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A96321F-343C-1F79-1BB1-43EE4A32B19E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1EE21A9-27E4-8915-5529-ED1EDA3AA917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A154DFF-53BD-66AE-32B9-FA75822BAD17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ACBD89D-8E52-BB74-B331-E85AD948AC51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2E5BA44-E39B-76DF-3F52-CE5D343062ED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C713112-BFAB-7E87-98C1-8CD8AD6AE122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3D5F125-8562-867C-5FDE-A1B967967816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8251BED-0553-6FB6-FC8A-4FDF107A933E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833D0E9-D294-1DEE-B6CB-76BADE30E68B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2B2D7FE-C282-488A-A954-C6DCCAFB691D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685AE5-1789-4F7D-44C3-E151EB3C5361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4D81858-41BB-8430-23C4-A67C63781707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AA55F64-E13B-CB09-1B3D-2A6FAD693724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47BB345-FD29-5D2F-562A-35CEA758FD83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8F1A45E-EF02-DE34-C98B-F1941066E567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08A6F51-DC22-8FC4-5BD2-E8CF63EE1F3B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98CD707-B547-BDCD-239C-1AA7B35D0247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9103759-7794-0936-361C-452F2A9B5BDE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CE6B89E-69EF-A063-B3FC-022244A7D0FE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D158C5B-D6E5-049F-F163-B16AA8307ABC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2EAA80D-8477-618B-AB14-3D1C5BBC2796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8D984DB-46AE-6F15-49CC-C4730262CE26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3442BB5-E116-2C1B-88CB-AAC88E8097FA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F98C074-2566-A3B0-DC6B-9492725FC546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36BC7B4-C2EE-BDE4-CE3E-9E8AD3EA31F8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124679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900CEFB-382F-9379-A52F-B0021B63752A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2CC6F18-01DF-9F31-0891-20947E4C4278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C11A36F-1499-15AD-C660-466A7093550B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4F90647-74BE-67DD-BBC3-8CAD56BFABBF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14578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6684327-DBB6-2CFB-4811-6FC9BF5EDD64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8E06743-A0F5-D177-B7C9-254146A8A16E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37905B0-361F-96EE-866C-5AFCFEE90E67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30202D0-F8FB-1540-A694-BEB4CD2EE8CA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3921A9A-3DA1-99A8-224C-42B4EFF3E400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234789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6AFED2B-096A-0918-E4D0-118B37EC4D3E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234789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FF10F38-B9A6-C259-6C8D-F0A16D7BA7A2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124789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0AD036D-8200-2DC3-05B2-E4B31F0087B9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511A32F-EFEF-94E7-C1BE-D51D9E85FE07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245789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C6813EE-8F9D-2840-036C-85A533FDCA28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DEE5371-793A-E968-9C0A-06F4D92EA6E0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080D12E-890C-AD46-7A9D-126AFC692BB0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28A1F5D-8095-A4B1-6A3B-AE3C6F60ECEC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125679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A74F30B-DD81-37C1-D214-D07D541049B2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145678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7E42979-D5D3-B716-8BFA-8C7A90569039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145789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793075A-24B8-41AA-8714-BB425B75776B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CD5D199-19C0-75A6-BF6E-E6DC636057A3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E2936B1-B3C6-8A18-ADF6-6EB697C1EC6A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0D41798-82C9-82EC-7412-E81B63D0A94F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6311043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3DA4D5-FEAE-CB77-F6E8-0F1668322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0998231-0201-AD00-918E-45E8DFE8FEA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05EF4B9-5217-98B9-3699-7005F049CC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D90A65D-0ABD-59AB-D1DF-AD554F99B9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167D07D-B809-E111-B373-84EE0CAE9F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BE7564E-3433-8164-6C49-F25C702F74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4658B0E-3BAE-9AA3-BB0A-54B4140F0443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EB5190-7492-A1D3-83E1-EAA55B82B658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64254F-41E4-AED9-5D58-20B3D56C6368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629DBB-B4F6-CAAF-41C5-A925911B34BF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02F848A-3BF9-B698-9756-8D1C2A24977D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530E9B5-180A-5E4A-85F4-66C5EDADBD00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D303EE2-C8E2-63ED-C27B-B4B5B128994D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760D9D9-D066-DD38-FE22-EE19F45B940A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90688DD-1AFC-B2DF-C435-DCE2DE243E8D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618E8FF-B094-CC5D-F462-FABD8F11DE11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28F9CA5-3298-125B-C4CE-634481645A84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F713DB4-9F63-0EF4-139A-4452F6308F70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43A71C3-434D-78D9-E8F7-78652C04754A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0B960F4-D9FC-CBA4-D7DD-4793F69AE9FB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3892720-E7EF-2F21-CA9B-088047DC45F5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6AE6669-315C-AC3D-DA6F-F1F8CC04828C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18315AF-D851-8CC6-5155-D172C58099EA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9863183-C133-8AAE-6197-7CB1AAD31CFD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D5F5270-5D7E-BA63-3739-4A972447FAED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4A791D6-3F73-94EB-BD86-B28A3474BEB0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883D87C-25EC-0BFC-48A8-EFA3A56CF8AD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BFB2927-A81E-F04B-46A9-B08F3C328E0A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C4CC463-B3CD-B59B-92B1-5E3F6E507C4A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FAF1D0F-CDD6-DE0D-02DE-8B9854D96C31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21CE52C-2D3E-C4D9-9810-0C0FFAB406A4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F0E9A9C-E3B7-9E43-2639-31373B55DB7A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FEAF461-4650-0271-9043-3A16075765E9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DE34346-FD0A-BC56-821A-999C7D426DFF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488B301-B90C-540C-924D-14842B98E391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7BFA4E0-2AC9-036B-3CE6-137D41F5F9CA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E17FA21-1A58-BA22-5510-C07BBCAFC675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0252447-9159-0AE7-4385-F68C07D1A114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70CE1C6-776C-C298-9F6C-F742F3611B68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124679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0A36744-D691-0339-92B0-11110D807875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F4CD9E7-4707-043D-ADCB-FD4A228ECD59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32D6865-6E1C-E21E-6F7A-54D9D2D396F8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91F9033-78AA-60D2-CFDB-3F88CABC1308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DB4DABE-DBEF-4049-42FD-AF5356123B8C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4933006-F9E3-6628-836B-810290860B4E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33A45CE-1CC4-58F0-59EB-ECF770766711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592CBEF-1128-F5F6-81B6-0E68A2F8B4FE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234789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C0E2D8E-F6B4-B604-BFF8-35061A866F4F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234789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DDD6BE4-9CF5-7BC2-BE61-E7E853659E4C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2B09932-95AA-4524-C54A-5969609BC4E1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E934B61-C70E-DC95-E122-E9223CD8CCAB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245789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2146B71-3382-6B30-3954-1958E73B6689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D4A26EE-14A4-653B-E2BA-70E280DE7F23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A13D838-084D-437B-2302-7C8D412F2A44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528965C-7B40-43FD-F7C8-A971B9DF82C6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125679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0D6A144-C288-9E01-A139-C80B97637C4D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145678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B566D93-20C3-7EF2-4D47-B852CE8E6CF2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09FE46D-2C13-A213-2B61-00CF1D0258A7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99D8A26-A0BB-6FBA-0F2E-443A938EEC81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495BFC3-E10C-91BB-383B-BB4703FC0C04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DCF01D2-5312-83DB-B459-7884F36A07B5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25A261C-FB22-E66A-3174-0D5FFF2ADF25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9758B01-C024-AF86-A543-1A09E907BAFC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51E9950-1C90-D3F0-EBC9-0D3835B4D681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AAD0DE9-D43E-8814-D04E-1AE4BB702A83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40133191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5616B6-E018-1CD6-DFCF-A1BBEDEB95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4558799-071D-1C55-A43A-8E13A0FE14D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E75E6E8-DF36-35D7-2FC1-2FA4F3566F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1BF65AA-5B86-D810-1C0D-4A9B20889A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06C6598-6022-F363-9828-07F0D1017F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E28A228-99FF-A148-EAC6-06AF07523A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2C3A8FC-6484-EE05-80F1-9AA26010C628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66C3F6-7AE2-9BB3-6DD8-DCC2D71F7F2B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B2D3A4-0330-C32F-F1C6-A1B7F2F88A98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BB4606-AF00-25AE-1F30-E66AE48028A4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751F87-21F5-95B9-87A3-AEF76C33298E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2F2A10E-C67E-3135-2FC9-34A736D091A5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5A6C3B1-4A87-A579-E475-3E910D888B89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CEA08B2-D618-3C06-2BF4-F9E9B53FE7DF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DE70BBD-C92E-D24B-C493-1089D1CFAB92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831168-F60D-AE9D-D2B0-812623DC383F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C4BD141-180A-9A8E-70D5-93DF89B17FE3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9735C7F-B3AD-B271-A876-45C317077EDC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76B0A37-FA11-0826-66E3-48A1014AE63A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09343B8-6149-EEAA-0CEC-18D6E25B9367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7E016F4-9FBB-79E7-711B-5A3B28A2B24B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3D0093B-6272-4513-8A95-B75AEC4A7E40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20153B0-EA38-5B39-5AAD-27A9A37F0DFD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A33220B-A7C3-3C6E-56A0-074A5438F7EE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2579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6480CFE-C99C-798D-6E7D-B50DCCC04BCC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00B2EBF-DCFF-5E6A-929F-3F08E9F5CE86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377B9BC-C5DD-3A0D-0987-D8F31E3A16B7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6BA28B1-8E88-F31D-BDCE-34658ADFA8BF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8C42116-59A6-D8E4-2CB0-E4B1BFBF1383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15ACF51-E169-088A-B7E0-DEEE24EDBC5E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58BD959-037C-CEF0-8547-043D8ACDFF23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93DD1A5-6D78-B23A-819D-87E131AA4815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8A185B8-2D29-267B-E8CE-5A350BEBCB0F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2453F98-4EFA-49FB-62E6-F239A07B7E5A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154A37F-968D-D703-06B0-22DC817934E1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0FA2281-F9B8-B3A5-3792-661DA829D974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FB29CBF-97AF-5852-9634-BE83522F9817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332C4A2-BC8D-4A37-1A8F-03226D546DAD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15F28DF-22A8-098B-9C6F-801C53F5643B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124679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BD6DC52-827C-B20C-3A9B-00D268BCE562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8B0548F-3CD7-C567-A357-60954919A6A1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3AE553C-0F59-1434-88FB-A2D226B20E80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55CD79F-024A-EF98-1067-DCEED5B71C9A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1EC4E7F-FEE2-848E-3020-BDBE1C811AC4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75D09CF-5312-A45E-841B-D94F4A4FEBE5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87C7569-CDD3-6E58-30F3-BF120BE687BB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234789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8434ABB-7C0D-C69D-CB76-E869046293CD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1A769C2-F120-108E-E5BD-0E4426E2651D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B7B97CD-5A9A-F028-7D79-16D27C731E4B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75CB770-DB29-7DBB-7323-214EB2AD40B3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245789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8B78700-A370-D087-817C-74AF70623B61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1085DF4-1734-7FBD-CA36-D0DFE9E68BB0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C2F594A-3E39-1135-75CA-420E4897A3D2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E4E26C3-2369-B817-0F75-B86AD04CBDF4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AE53415-61B1-E7C3-8F55-919DE64A752C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14678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B94D430-5F1A-FCDC-261E-B91968EFFE19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14D07A8-D5C2-A94E-F04E-5A471FD85C80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FC0B45A-34F6-F7FD-6343-CC8C7B508AC0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C30D1CF-43C1-8BC4-06DC-80C2B1EE165E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1BACC65-65A8-6271-254F-5C25DA6AD221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6F9ECFC-322E-4371-01A7-6F99184ABEB6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A926782-0BCA-8212-077E-342AA4096FD0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8C1B5DA-5509-B09F-38E3-8E91E055A568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05A7F64-3DE0-5A82-101E-B3C9C468521D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FB1683-0E2E-A387-A4E9-48AA43973110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0139702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1219B6-6703-6735-BE73-2F1A456FF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6B6C7C7-DD32-B050-6FD4-EE7769CD554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 (Note the 167/167/16 in Column 2.)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98EF03B-D275-EFB4-7311-28CD9044DC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0F3A943-E078-7F26-1E2C-F2C437857A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D824D10-D551-99BE-C31B-6ADEDFDDFE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09155C4-C94F-D65F-25F9-CE4924B63EF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DE06130-2120-9A41-5F0B-F688DD4B8355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F4702E-3611-D429-A196-EDE5F088C14D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8A01EE-29DE-08F4-827A-98B7EEA7E0CE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803208-B416-0F17-18AE-D0A73EA08CE8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278A3F-CC90-E668-D17F-6729095C9F5A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E60B47D-646B-7B0E-3022-00F07D59180C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C8CCEF0-5DAF-9735-ADE1-81F515437A1B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55D6C45-1839-BFE9-3E55-F9849028B5A5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325B749-6360-2A1E-3B51-053D67C18CD8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494E53A-DAD8-79C1-0BDD-DD5C53723AD8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7BBD631-0302-E558-496D-DD0DFD8FCBFF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413ADD8-A6FB-3B1A-AED5-C5D1455A6681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0A7B2D5-E7AC-F649-9D6B-145723D0FF19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BF4C90E-EB36-4558-62AA-6344198F7A4D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0097A56-D336-3F1D-0BC6-9BAA384B28CF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B7565F3-B798-1E2F-A4FA-DDD34D6473F7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E6CE74E-7BE9-95D7-B742-8E55ADB1934F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E6419D4-F271-341D-EE4E-42FBF6597303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2579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1B7F32D-E87C-952E-52A1-B33E3E518558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96151D7-83F1-A90C-83BE-875A772E92C8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3BA56ED-51D2-F477-3E49-6DF41272D69E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AF0E335-1C05-B747-18B3-A87CD205403E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3E8B2D1-0051-DEA6-9B01-D79CCE6EB925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7C1A5CE-C0DB-3110-87D9-86FB1FF2F98E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B850B61-E0D9-F696-95EE-EBF2F7A0B319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9C75E02-7229-DA98-8667-952A72256908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E725B0A-0B95-BB9D-643A-91A20A868BDE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83755C8-543E-EE2B-326A-088304E1E507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84F531D-862A-EE83-A1CE-16F1A924E17D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C7953BE-AACE-55BE-4B12-E47A89093925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C8A8B8B-871B-9402-01E7-F65BC2D6249C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89AA4A5-43C8-64C3-6735-57540611AE9F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124679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7A9CAF0-9947-361E-C785-4C371C7B47B1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B98928D-65C4-215A-C35B-ACEFA8550470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26FCCFE-BC3C-335E-987C-6640276E91E8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484D571-0D59-D3B4-E986-D37A3A65E07D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A042A6C-38A3-5887-4DAE-817333C002A6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5DE6A93-DC0D-24AE-ED75-356EAECAEA51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C12909D-7CDC-0449-BBB5-E8DE8D10DCE2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234789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FD6179B-91F2-34CF-C530-00437EEE5B55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9AABE90-5BB5-1CF7-CD35-72A34751640E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BE15FB2-5043-4206-E386-AC3867376A63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D616B3F-9CD6-60EF-7B67-AFDEB416133B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245789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697DE98-6453-C49B-EAA5-86534693DAB2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7F69DC2-020C-198A-4037-B631BD7FDD57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81A7E21-9C23-E88F-A67D-AC8D0B1D1A24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48D52EC-AE9A-6E55-DA2A-9A9CEEFC8C67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A95DE88-1DF9-34FD-996A-FAFC4CC5B620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14678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EF90704-BF71-C25D-0D5B-EDCD280BEF48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F0970B9-AA81-175B-DB05-779C6C621F9A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8EFC492-C8E3-9F90-9F4D-7D4D36C25307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509B40C-E501-824B-5263-4C27E1723CD5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B83DF21-C896-E490-F528-2D2B9DEB0DBB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79FE77B-A69D-ED31-C751-0E256D862B15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36182C7-09AD-6DB4-7888-FC094D85F5F5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7BDDA33-B3F1-9FD2-9EAE-C7C5ABF91F55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4AC2866-DBC5-24BA-F921-F3E5095D9B53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10F043B-0B04-970C-640F-0D79555C4582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A3359D9-72FC-4264-7EFB-35D0CF4053E2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9995228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B41259-8C9D-45B4-40B7-FE576EF40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495BA0C-88DF-703F-C014-207E07D4EC9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More cells to initialize.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4F7E54C-D24D-AA67-ACFF-2674993ADA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8C8A757-DB75-27FB-A161-8E66ED0CF8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57265E5-8B14-6EAC-5747-059F1A1DA9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788CB51-245B-F5BB-6EEA-CBB48474B1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917C488-A4F1-F57B-AF26-26BA7F0647D3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4F0D85-8EC9-1209-EBC7-AA831318026D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4BEF4D2-1896-EB24-FE2D-6232AAC2A9B2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804324-8B33-A4B4-5BD1-6FFAA1251BF1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DB9D117-DF0A-05A3-7728-B5AECF98FAFB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4C008AF-F809-120F-28A4-486E85AC6A4D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353DDD6-C7F4-6D75-415E-309AD8A82698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6DB4A83-043A-730D-7A48-C5E6FE86F7DB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F33896E-CC8F-3BB3-B3CE-7DA65AF7AF8D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2D5202A-E80D-884C-2F61-B87596E0AAE4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7975EFD-AB3D-9028-A7F8-6EB5AB1C590B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3540448-FF78-DED6-06B0-47C79B6B57A2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800E0C5-D9DF-8838-F336-7971AB3E429C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892B5BB-1F8D-1A08-8805-59C96D747424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5EFFF58-3BEE-55C9-F3B1-1C56809522DD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D663B0D-3675-B48C-F044-7E3FFC36218D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49E185E-A0CE-0614-9782-7EB3F7F57EA2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FA7478E-4929-0775-446F-45A24CD2440C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2579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1E3C95-E600-14B4-6B4C-4E0EC3B0E996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84A5DAF-0FA1-5D6C-0AA0-5830671F2944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EFB97C2-7CE1-FD08-E1F6-D53E76146D29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F0DDF22-3013-1B8D-1CAC-98CED6D97992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64422BA-8D93-F85D-3FF5-3CF12FB4B755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40D9208-3A95-FB77-CC03-E8E2517FFD7E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D5372C7-B025-2C04-99CF-3E6E5D766BE3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6261DAF-252F-A08E-7963-2A482341E363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975A7A2-4C76-8446-D28A-32C8BF66EF85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6CC80AB-2A04-D7B7-AE4F-90B5DE08E0D4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EE1E005-C4E7-38FD-D456-50D0505EA155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80CAC90-1ECA-3A87-63D8-3E49BA355E86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15396AD-8C15-EF80-8D09-C88C6BB64804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B0F7C97-38E6-AF69-D929-90463DE3125E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124679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9B979CA-6994-2945-A305-E151DF65C828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C20A5FB-D152-8CF5-BB90-3E699CF3CE3E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DA0B590-6832-AD6B-AE9F-86FA78AFDDCA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FA2B914-088F-9F35-28D7-5B6BAA02C482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5CC9663-B8D6-5740-9B00-2E8615465BF4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F73F694-F83E-9040-7738-C39324C3213E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C0F1E95-072A-7034-ED8C-ACC5CAD0EED8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234789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3E63DF1-0297-70BB-D579-101FE54A176E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82FBC23-5EF6-DBEA-819E-EF4D4DE4C2EE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463A5CD-A3FD-4319-2AD8-B072539C811C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4F8075C-0051-B3E9-AC79-14022BD27AC8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245789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41FC9F1-C29C-1710-D88E-D4B150111893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E9BBE8E-0DCB-64AE-B0C0-A68720D14292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6D47FD2-E30E-DF8B-95E2-F9A78161BE76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53B01A3-5EBE-81F3-2CEA-B1C8B7E48D8E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1257F69-1B78-E6C2-43F0-F06AF9B105E8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14678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5466E71-D742-2CCD-2144-E89FD47C21B4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F36CCBE-BF7F-CE59-1FE5-59ED83A5CAC2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6AC2EEC-C543-9F1E-35B7-18E60046C85E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BBDF627-E7E4-7CFC-ED2F-7105C2686DCE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1F624F4-FCB7-017F-2414-3F8B2E416978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ADFBDB0-98B5-5639-F5EF-D8B0B2C79723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194BC9A-3573-05AF-0D59-882A9055B060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3353924-388E-3983-CC47-F208CBB39B41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E9B135F-199D-3F8F-1ADB-B8D26DD93451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8B3101D-4873-297A-411F-9ED74FD5146E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31742D2-65B8-8434-1F0B-DA93F006A424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07A1227-9F87-E340-CD91-87BA2BCA407E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2579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5B7F3F1-BCD4-AE22-C126-F92905F1A235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41A7925-2D6A-1793-5FE2-55659E4AFCA8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4596093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504A3-34AC-662E-1100-A135C50F6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291C24D-BF7A-0CEF-A91A-6263057861B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1 in Column 9.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94627E0-EDF6-795E-C58E-A68F212D30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4988AE1-D8F4-4273-70B7-5C38DA7D60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A82A214-8ADA-DC72-B5B7-4A44048D05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4EFDD9E-EAD2-AF95-8A61-6DA18DCF50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692A128-4095-0422-8934-825EA80A5850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C1AB67-1AE5-C67F-62F9-525B94A5A23D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9DEB13-66A2-9EC5-9D3F-38FD9DEA1EC8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4AFB4E-047B-980B-B7E5-AF4CA93A08FB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7B206D-C94D-4CE0-0186-5282E2E2E271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467C72D-E8A6-BAFE-AFC3-F01466784E03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AD59FC8-2A2B-7CE2-36F6-566643B190C3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5B798D6-2AEC-1BA7-5E4C-3CA8554E39B1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A1A7912-CB1F-9CE3-4DF9-012203F2FEAF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1F5679D-4035-9479-327A-C300BF5E9CD0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4057557-3832-4E15-9859-E96136AEA706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69E8612-4C4F-CD59-442B-80E93F29B173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8777030-0B6A-EEF6-508D-D3EE8C157EF4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7F6D616-D0B8-00E0-24EF-9FCD74DCE9EC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B617D91-4335-595F-4ED4-9A9D48E83D58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77E139D-9F79-6E6E-9709-96054EE2505C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B7B1168-BD0F-9E38-75AC-E9CDBD124EF8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59D2D94-3638-7F0C-88B1-174E282FC708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2579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CF82A3E-BB0A-61D1-7B4A-2CB1C0ECCAFC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A5B09A3-F5DC-DB9B-C2AB-7504DC065BAB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C020B33-D4A3-F317-B6FF-D7A565DB1AD9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B680FEB-7E61-5FB8-3A34-BA60F158B7D2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A0366E1-EB89-4C85-C97A-8DD9A4E74EE4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3DDD5B8-8396-63DA-7FFD-0143140772CA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7C212D3-6860-E23B-459A-8A93E6F44AEA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E511E1A-F483-E9E1-494B-101F46682537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4C658AB-CEF7-2C0E-94B2-2E8F3A67B739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CB6C182-4894-D4E9-82D7-AD3E8D19DB1C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783AC94-E093-555A-CCD7-58F962A7572F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64C20B8-7C10-4F2E-3122-2FC69AECD65F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6AA8F0F-A1BE-8992-1624-766306087C9A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CEFC529-3B0B-37B9-889F-6FF645FD7E81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124679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D4740DF-CF62-112B-F48E-F055C502747F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0C85DF6-1895-D341-2FA4-361DF9E189FF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F6BF821-D951-F92F-0A3D-E2F929FBBF7B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8063283-7A69-8524-933B-1EA754E38C75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899BD12-653F-13E6-54D4-90E4BD0889B8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9D6F855-8CA8-5280-48B3-48DB3B27DEEC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D607EA3-0F1E-2B98-51D1-A1902A9A92B8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234789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CE07960-3214-113A-CED2-739C7B25ADEC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E5C5B39-E762-8E0E-9F87-ECC87D354694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640641B-D755-155B-13CF-258B3A4A51FB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245789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9149280-F388-4B59-96D0-CAD2CEA99E02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DCDCF15-AFB5-14D3-0942-1FD1907BE6BA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C923C0D-EE07-A3D4-8AE1-9772BD33F696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260D430-B61F-6829-5E92-096E9FC1D2DE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763069D-1F58-4F91-5F3C-307D19D593F4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14678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11B66D1-391E-874D-B319-B85F29F5B1D4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C033A4E-D9FA-CBB7-0500-15C60888E29C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68CE946-F71B-750C-D575-2A6D5DE00E11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5EBA6F7-006D-4967-864B-BE8BB2E5EEFC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D22FE3F-700F-97BD-2495-65B655528F59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6D7C20F-C074-AB7F-F9F5-5341E021CDE4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73B4215-ABDA-45E5-431D-4DC4387A3341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D4EBF74-8687-29B1-4477-AEC6DB1CB387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17AA707-C705-A5AE-B4BE-D89CC00AE636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7F19F9A-AED7-4283-C6C5-4DF27836FD7C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E63B7D7-F915-F96F-2589-DF2040F84AE5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FA0856A-980F-3B38-0169-E7EDBE116389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2579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B7D1904-48F9-D4BF-67C9-870B08A9E51B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C0DB188-2AC8-73B0-D1A7-B56F3A8832AC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7156CE9-C344-1297-738A-B23465C3FC94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6138812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B1914-0C54-7815-DBEB-3F483A1C2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42E353A-9527-052A-03DD-10E3D7C752F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58655BE-2B38-2AAA-9DA6-8CCF40A2DA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35BC119-E958-9CCC-637D-745795F1D2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B7524B8-4257-A50A-685D-1194F59116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2416BC5-2447-D17D-428B-74C58DF9C7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D7ED8C7-4F21-3778-EACB-81A57B5FF693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F396AA-D2E5-C3F0-29C8-9B0597B9BF1D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CED360-9784-9A0E-7BAC-9744351FBE89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98EAF3-F320-E7D6-5B94-8234B7D0FE20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1F34E-102F-430C-104B-8A488AC2EE91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09047DA-C52E-8097-B129-838FC697E5F5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6BA243E-A388-428C-D5BE-5AA9B581E6DC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B7EACB1-0AA7-A34F-9E84-13E69A5B9CA7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92FFF99-0A2E-37C0-579C-2A130C0A0A01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72BB280-955E-D3CE-8042-ACBB5B86A538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065A550-F89F-3A37-21A0-87C6168D58E1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C9833C5-5939-CE47-7841-6E9E389C76F0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B78A921-4495-65A6-89BF-37E167CF577F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AC0055C-F8C4-D03B-3E3F-099FFF12C8CF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441F0B0-8AB7-CE72-1D03-A748F0820E7D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B5A0F41-B1E8-52E4-8906-1C010FB3847F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C6185EE-56C3-CC34-834B-EE2D94DC4AEB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4C947E8-B5D1-5443-AB37-2470EB07C28A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2579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7C54512-08F6-666C-6004-99FDC7A7B384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9C2B2DB-4447-5300-B98C-A82B43E04E15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A62D566-2000-3DF3-A19C-BEC4581FFAC6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75570D1-3C91-209D-9341-047255288472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BBEB867-BB42-D4B8-3699-1D70603DC245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BA2EEFB-7879-511E-65E1-4F1DF9BAAFC3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101950F-1786-BCCE-CC1C-2ED0A796A554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E4737B2-6FDF-A79B-1478-ED2AFD03A42C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CD10C87-60EF-F614-E425-5DF31F62A06B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358CE2B-CEBC-110C-0D60-4A8D0267697F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A1115A7-65C5-60EB-9958-1E6DC2DC3392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18C5C85-241C-5A53-2556-BC5EA6C098B3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5A0AA6C-8894-5DD0-D947-73D6AA72AF37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257361D-349D-DB90-6FE1-79F80D52FAEC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124679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A1D910D-E7D5-5973-B101-3B23F8059BCA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5458A6A-5672-0D4F-F8BE-71976888AB4F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BF0A5B7-3591-F590-EEE6-D23E179E47BA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B7F8CF9-726C-639F-E5C0-D32BD1174A79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737704B-56F8-9BA5-56A9-9EF4B46EFD99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47E7CE7-DE62-6CA3-1095-2F8EF472DFC0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2B31477-EF4B-C6E8-7736-7F2A30AB56FF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234789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4C807AA-2736-E149-5F9F-39267D66CCA1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090DB73-C996-0A11-FF14-301B709DD1E9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973CFE3-51C2-A052-C307-43E79873CE75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245789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83FD261-EE51-E3BC-0018-8F706DD48708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660644B-A177-A4AF-448A-93194E0A1782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F7AB6F4-7569-1A1E-EF92-39E6B3ED1AB5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77D604A-6AE7-47E4-CF9A-BE26D663EB6B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70F7F97-5A6C-EF20-3744-1C5B3B6492B7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14678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EF1800D-3239-B375-C39F-E9472831FFF8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DA65E4E-B5B9-481F-2F5B-0FE59E99D380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298FB07-6FA6-2835-CD7B-578E421812CF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4C728ED-0311-3B05-ACC6-B17E4E3211DC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B1E861E-52A5-4F11-BB79-7E6FECDDC7B1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93276EA-E719-D742-80B4-C778C67FC24B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24D5FE2-23AB-50CA-2B49-B3AEF20F2C01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633E555-0AE5-755D-871E-8304A83BCEAF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F5B44C9-5DAB-59B0-6E66-CE38A873E22E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4C7042A-307E-B81D-8127-51ACE1222F39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6D48297-CCB8-8005-4FDE-757897FDBAD6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B926410-195B-7164-5374-BE2A19FAB45B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2579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36F2AA0-4B84-5B9A-04E9-016ECD86981A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7EEDEAA-EF22-72EA-5D07-4C2338166C24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92FD336-5750-7A55-6B4E-F12BA59CE3D4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9684221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F41267-EF19-1DAD-7006-988B1D10B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977C861-0914-D59F-5EE7-6DC84461184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5x2 is not a possible product, because there are no zeros.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0149058-FF8F-6A03-6A64-8E1012135A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297451E-B9BC-8517-2BBD-BBFEC9A7AE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3F4B51C-10F3-2654-AA6B-A1DCF28936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F926046-2FC0-579A-62F3-CF1724DA3A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ABCD023-2E61-7596-710A-3AEFDBBBD478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444529-EA8C-7760-3539-98A3B370D303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41A610-268D-AE08-437C-87A3B3D64313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CCE341-9F4C-23A2-0C90-BAAAAB16DC38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C6679EE-EBA7-5BA0-4E3C-5B67D7191EE3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A184587-9D88-A7F6-3BF8-FF756341A7F4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35FAAA1-BB56-140D-AD5C-2F050FD67255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B78D29-3C46-FA50-89E6-8BF572B77BD3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D01E101-45A1-01B5-2DEC-D3E566EF2A4F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8CEADD8-BED0-BCB4-66CC-FE279E1EB447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10DE08B-3EE4-9CC5-B8B1-F19FF5423371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1B61560-3978-402D-6ADF-02C4AD42A5DB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B00E2DD-2CD0-C2C6-2EBD-8DAE3D0BE38B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FE32958-AE4E-7C8A-8164-55EF9ED43AEB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85519DF-3B62-C111-DDC6-480D008BB565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7E424EC-9B5E-750F-A5B4-F11545278B8A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E2F60E1-D524-17AE-FC08-51719C0AC56D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2579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E50A01E-B2BA-5C3A-960D-70AA8AC82DBB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27B5B06-2F5B-D00C-356B-0BAF9C238ABD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53658D6-BD09-371E-49EB-F895D0CC2416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C0B1222-95EB-5C55-3F28-EC27BC6C8E43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A0E1207-B691-C440-E1E0-B0B81A6685F8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6F21D3B-4373-8CB9-D2A3-65ABD435FF5D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9B900BB-CC83-AF11-DEC8-51C08F12CDF4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142E1C3-6888-9B56-0BDA-E7640C75734D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4A3447D-F303-5647-3455-6414A86F6FFC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69112B7-2641-8633-463C-66840D358057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06DF5DC-D7E0-1222-3F3F-0D11AF9CEE6C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A5F5A67-8504-10A7-57F4-623C2A5600D4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4D2193E-682E-8F52-44AC-EBFB7FE58D5E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1AB38B2-E8D5-C5ED-EF59-8022AAD7DFDE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124679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4B1F086-AF88-3608-8743-7B519DC84A72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B3CA7DE-A17C-935C-8A2E-ACB461FBFC0E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8752A60-FF76-7E62-305D-4D17AC1CA43E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394BBE4-F07F-09F7-B71F-8C89BA1AE948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E037873-2BE3-6D54-D5FF-4D5E320440ED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234789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97EB9ED-37EF-5FE0-AE9C-3B1EF97EA4BE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3F95D3D-AD3F-CE1E-9331-775217B22B1D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D9D7957-7E28-71DA-8B73-28D2D73142D7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245789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2F65C83-9AD4-A56B-F0EF-10DF871F97E1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AADF1E6-399E-FFAE-0C42-5CBA8DABCAED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6F6996D-76ED-D715-29A4-A9D379D1205A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50FAD48-C719-BC41-583E-4C22F32E36D0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0BE699E-1D51-B449-86BB-2EDA8E95090E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14678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EA1FA10-AC1D-8DFF-C76B-5D1C4E4849AC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A17CCAE-B822-BD99-7B6E-06D5C51BAA4A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BC66854-7452-2151-42C3-AC96100CFCA4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A149A16-67DB-2649-B32C-0322B9E612D9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CEA9509-E4A5-8E47-FCE4-A2380DF6FC5B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5CEA19D-011E-E9D7-9728-F10DB4E97044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C2AD575-1B5E-57C2-DE7B-2834DAC731CD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82CDDA3-45E7-FF73-7C52-9235B88A8AC6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DBBE5C2-D4CB-669D-B78D-960F08EA75DC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A3D0DCD-8D0A-7CA3-ACF5-C5C1BA03E0FB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14EBF6A-EFE1-B9C5-0240-12B968ECAD2B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C89F781-304E-E923-F1C2-4394BFB931CD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2579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5E3F45B-4977-A532-18BB-9106E2BE3F4F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A67FE6F-F3EE-DD33-E24B-2EB4ED15083F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8D827F6-47FB-932D-A94C-D7F25AD50CC4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7768553-C39D-FD46-F1AF-05AE2A51BE99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1D1F46A-D7F6-51A0-98D7-E0CAB906C432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1C63848-0968-BD92-BEBD-0C0DE15EEC2E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7660968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E2BE09-AAC8-8709-FA3F-B2AFEAEC4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3BDB05F-6AE6-EB15-CDAC-EB0CE529EAB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B1FA750-C7E9-0FA5-87C9-FE03606955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EE28C25-ECF6-0E3D-811E-87E4EFA693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7CC1FE1-80F3-FF51-2B4F-E474BA9E52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EF91439-AA27-CC57-2D8A-E1FDE6A7D6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D13D84D-3806-2B60-22CA-B8B4E95EA607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BC65AA-5E1F-930E-5D0C-8F6A7DFCBED5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DE0AE2-9C2C-F6C5-8D3C-8C7B6DF563B9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42820D-DB3A-0A20-61C8-18E9E19CCF18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F421D6-7AFF-1D57-8E57-C67EB606B405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EDC735-0D66-D16B-0BDF-0C8FDBEE51C5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3FAD839-DF09-1530-10A9-47752784F46D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C4BB658-CAA5-CF2F-CE0F-5C0A9C106060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E2BC9BB-F681-BFD7-2C84-8BF65A8B49E7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7977E48-C621-D1F6-8898-89D4F02B96F7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2DEC41B-BBC8-91B2-F517-EF83BDBDBEBC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A9CF6B3-EA4E-80BF-5321-53DF5AC52A30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233DA5F-A59F-D08C-26E4-8D3E5B6FEBA9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89FE834-14AD-816D-0D34-35C65E2C575F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4739947-63A1-D79B-D04C-DEC7A7EE1978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81EDC19-5992-031E-96A1-7ACEDBF160D1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2579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E4FF73D-8AAE-662C-8F22-020E5A90D39D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C97003E-7BA8-642D-DDC0-E36DF17D02BB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AD88F53-924E-8959-C6F6-D03E1126D6DC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C0278F6-F611-ED7A-E774-1A30CE11E691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EC887EB-56CF-EA3B-49AE-7215226B9049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3734240-8F85-E92E-1FE2-093FAE278F5A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CB027D3-08FC-564B-9437-D7E54A557139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FA4554B-DC0A-E410-521A-B7EA01B8FA48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46A8D78-4BD2-48BB-D583-93CD94DA1ECA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63A1548-0744-DAD2-DEFC-1B95D3FF5CD3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BA55E74-0004-458A-4A83-6773CEEBCFC4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3D04CB0-08DD-9E40-4594-8C4AF92F2A43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A4BF7E2-0407-5022-967A-C23D066C0439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D53D426-F093-AAAB-CDCA-CAB0008BB515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124679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676C757-3289-C372-38D7-224AD68818DB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5CD11C1-A40B-E1A5-600F-DCE419C43899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9CBBF8E-284A-2346-DE7A-390695C67A1D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E132821-E197-6FEA-14D7-1C8DF84D5900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BDD3EE8-3944-99E1-DEFE-749F3A6B7AA8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234789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312B667-32E1-BEA3-4853-76FC8686362B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6EF9605-542E-D8B2-1144-FC73913F955C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16A8880-218B-653A-2FB5-5886E1FD76E6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245789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5B3C2B6-5FC6-EFAC-85B1-E71CB799F37D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2D2F26E-ED76-E580-47FA-2B8BAF664DD8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D0DDE6A-8465-9205-4DC8-42EB8701FC46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E5895CC-01D5-3D89-2A8D-EE517542C9B7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8B8A8E2-7D5C-A4FD-CE88-56178D612069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DBBC026-BC2C-76F3-572B-531C920D5401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5BA2A47-CFF9-7DAE-6EBC-63522521031D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C3203BE-C36B-6812-E015-0BEE25173AAB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1D9A19D-1174-025D-C684-16869576A2A5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18F81A8-A667-F0A7-B06C-7A1320DC102C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C7754B7-B182-980A-137D-46B40CF0A50D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EE20B65-5A45-623C-C5E9-4F07E119CAC5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A3CBCBE-2C34-DDB1-C8F8-1D7F37D12C89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24075BE-138A-D10D-1A83-5157623E9CED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98A01F7-7C8C-9555-5850-001DD345FF5D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FB26D8D-6B5E-C913-D5D7-80EBD69354A0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2579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5506C6F-EC43-E03F-A462-9179F2F4049E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9BB3091-C48F-2AAF-3D06-F60C811DB873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1DB8763-3D28-D174-DD6E-18E3D7C47C98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F7C91F0-DC2D-6554-0195-722AAC945C94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82F09D0-2F74-A1EF-A768-5D336E562246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69C2DB3-52D2-2356-1227-D12133627A8B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BB7BBB7-DA65-3B4C-8736-F0BA570637F8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765CA1E-F157-AC1F-707B-6CF941EB75CA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4149393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C1125-9BD6-F3F7-18D9-CD3C0A010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087EBB1-D5E6-0E6D-9A24-E59DF9B8D78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E494645-C7BC-04F3-BA1F-045C5C6329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506748F-3308-884D-6EDB-D5A6EFAA3A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B1C7FE2-E571-290F-AF8B-6488DDCFF5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5642A4B-E46D-EAD8-3F2B-557E807CD1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526335B-8DF1-D588-5893-0EAD346A3097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71D000-B271-A7CD-C3A7-857D830085C2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FF0B3A-940F-5224-6E4D-2124293917CF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133078-1E6E-31E8-7CD2-9A591F3E75C6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A13D81-CF04-BF86-FA55-90D0C927342F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EB07673-8CAE-0C19-813D-2E183367C971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7C1381-3CBA-B926-AA1E-04A6661025CD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AE50856-996E-65FD-1A71-669816BB1CBC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66C4C85-6BC8-981B-549A-E4861E181B6D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621A45A-D166-7639-D062-C4F23AB09482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0DF504E-CD60-F294-9CF2-27AA94EF81CC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5894551-97B8-8309-B408-171B9AA5FAFF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58AA891-2261-621C-9E1F-2306E2E0B77D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913BD7B-2408-DFC5-4F81-993BC2E1FC00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07A3A39-48B9-25E0-2C81-7E4F2A14AB13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F198BFC-D255-5747-9DDE-CC373173A56F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2579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BEC98AD-5949-AA1D-03EF-4F58F60F5144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0B403EC-5CE3-B820-38B9-8E265488C252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665F96E-7D5A-0EA3-94C7-1D18DDC4BABD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3D0389E-40CA-85A5-D03E-030E86736832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A176203-5210-CD90-A469-BDD8F745581A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0C0AD74-EE45-88B9-14EF-3C2EA3BD639F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A461377-54C7-EFC1-F901-49B59BF757F9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BA97C29-98B6-D1DC-EEB8-44F7215B87E4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CCA5C39-7EE5-6181-D43E-544E6D1D51ED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41DDFAC-2607-E7AE-5597-B4D6A7271960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954D2C1-265D-EF7C-0509-B2828A1B4EBD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9375650-E261-5B8E-CBED-B9EB2160A173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7B0A60C-0BED-A134-A648-75592009386C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DFEF613-A515-9D37-A485-B5E7AEE8D1C3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124679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F3A9B7D-ACB7-E6E3-E874-B5B303C227AE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9728256-EB99-0DB4-3D8E-D622CF117485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E530211-CB9F-15A7-E168-6DC7E1AD2071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B34146D-1B28-FA04-7188-1B84ED789B26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E652A7B-BCD3-0DD5-3FD8-52D159DCF7B9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C0D6757-4117-2CEE-0908-04210FE31D49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B3248A5-470F-60E6-2A67-12C37C30ABA7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CF9036E-4147-9A69-F51A-B90198703E78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5DC2AE8-ED12-EEC9-FD37-E94163BEE9AB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4048EB7-F835-92B3-CE6F-4DA6BA23F386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0DC1C44-6978-8C3F-9A7D-5A875F04D1E8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E7C2979-4910-F0C5-A77C-C71F7E2B2789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C18146D-D532-1028-C462-40D45B406791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6795227-5905-08E1-ED28-FD2F9765DDE9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B699ABC-ED84-98F9-E1BE-EF98CC89381F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774C585-A0CB-402B-106F-4E098996987E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3DA2FE6-2CEB-A597-A802-0DA0C9B13137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3B7645B-86AC-DA73-5141-BAD57B8B2DD6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7ACC109-AA7D-530E-6A61-861C20682657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E4FD2AD-F212-1EDB-9099-52D5353C73B9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72CCF5F-BC54-DCA2-5D37-D2CF42B13595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6AA5660-D78B-C2F8-8F96-22A1B1AC04F3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6D182F9-38C1-ADE3-708D-E03C8948868C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5AC04FD-95A7-2522-6F3A-5FD13613EA87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2579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537DC3F-61F2-5D19-A0DF-BBED0EFC2645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BC0FBF0-CCED-4666-EFE9-4FCF661AAF39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9CC1AD9-7214-BF42-9226-C4DDC93023B0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18DA57A-6FA3-5056-51DF-A2A6CCAA73D2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B1BA3E1-AB2B-EB38-9BDA-ADDF23C3941A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63C89BB-4BAE-1AA7-2712-4F2AE52AFE62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AB10BF5-1333-FBB1-1654-6A6F09D7E512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EDE86CB-244D-D870-7784-19E7EF67CC68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4775818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227E25-F442-68B9-1940-6A4D053C1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43546CD-8467-63D2-44F5-F3E41BCE56B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Initialize remaining cells.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747E0CB-E828-CB96-1AFF-667672D164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0595B46-E609-6CC4-CE3A-65ECBAB2D9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32499D7-A09D-29DE-586C-FADF8B370C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EF0C364-AC30-CAF2-C6B6-7EDC8F8EC82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C06869B-1D40-0206-B2D6-2C07E8DE2605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4C9C41-7F85-8637-D731-7DBE42AE640A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55FAFB-0909-A909-F709-2B7126B3E2CE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3F924C-7585-56B2-F7D1-3150D1AAD0D5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4E2D55-E1BC-115C-3C1E-D667D83F66C9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AF7FAB7-64A5-89DC-A640-30149FDCC495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59ADDDE-A7F2-68C2-8266-D4F49D78FD98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7D2B50C-625A-AF76-AE58-DEA9D77E77FD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780B04D-DAFE-AC6C-43F8-7EC44A379141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421E9A2-E45E-67F5-742F-1C4D720E1CF7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3B3D2E2-5D44-59E4-A2A6-FBBD45DC7BED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345AFE2-6106-58A3-5976-BBF29466D3AB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042D237-E49B-9E0E-ABB0-E8A7F24502B1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9C93AEF-6E74-1BD8-1D19-B3A46C1EF890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A4A45E5-F617-EAB6-79F8-28B0CD7DE639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9C285F2-0DE6-6D2A-3C9B-D13ACE03D451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2579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885C67E-AE25-6B8D-B185-D76BECEBB744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1320592-AE36-2875-2D35-33DBA42E374B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B6DF97B-8B96-012D-F2D2-12C618FA34D7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4DC29F9-63B1-CCA5-4A43-F3A0654D9DCE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451286F-3F47-9126-E795-8509B09D3E03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C645EE5-8844-033E-C8DE-5C5038CA22CF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CB477E6-2A77-836B-6FCE-A587CACA6147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6405F00-0263-7DC8-5AE6-09B9522AF6F8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166E81F-8304-1C9F-BAF7-A28A5A8BCAB9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4294ECD-4FFA-8997-D1F1-89CB0613C837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5C5F8FF-9FB5-C66F-E11C-462C541572A7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6BF0BE7-C85D-3EF3-F876-45630EF44E23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33FC318-48C3-18CB-D399-B9C953C28E8B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1082384-D06B-6C8D-05A2-070734FC2ECC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124679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C052ADC-FDE8-F79F-A415-D1D35A2E2FFB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4334F20-DDE6-6961-B57E-79F06878934B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613407C-3131-89AE-DF61-88DCFDB9123B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281337A-A36D-D664-5B54-197F335DE807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8A168D0-FF31-9112-601A-2471D1692CE7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3A417DD-F672-CB78-F49E-6E23ACC42DB6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DF52C0A-07F6-B379-8E43-17662F757D1D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2A7BC78-772A-551C-CDB3-B489006996C0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6F17F68-34F2-BC52-60C8-1FD94099235B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3302BDD-8F28-9547-1922-DB0B848CD246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D96906F-DC1B-87EF-88F9-6193BDCFEF7B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DCF3970-BFDD-94BD-3B88-4F863E989D41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0FAE1F6-C386-23E9-600D-AF0AD528D76D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6DE5D63-98F1-C124-44C6-95A7FAF7F0BB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1159C70-46F0-EB31-3EBA-42ABD9469C4A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9B8BAF1-A29F-3FE5-C15E-952A2736E605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3E12F56-6E2D-6B88-E00D-6A3DD6857FB5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9AAA753-BFF2-08D8-BD19-B6050DFFCA0F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27F693C-A783-BA2A-13A8-4633DFB276E2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7097669-FA4C-B55B-FC47-2C3DF8CA9913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0F1315A-AA5B-6890-205E-1164D9E4CFC7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4A9296A-C9A8-E598-FE78-C59E4EE75BF5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0A34917-7912-24A0-4325-A0586B8AD830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8272964-2824-C225-BD0D-FBC7409ED439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2579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535E723-B752-123B-965D-E69D21A2BD0C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2F9F6A0-8702-FD13-208C-011FE9B8B7CB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1880789-3C11-BDDE-5686-8B59E105C6A8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11DD2BD-BFB2-8723-9658-17D9CEBEC630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F114AF2-BC74-1981-D737-76067BBBF2EF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89A80B9-E5AC-2255-8079-C25F8FFE5ACB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2303D5E-333C-493A-3561-794DC6E323A9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B6B1C95-2743-8A13-0EB2-3205A56E2CB2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1CFC466-49AC-0676-6EC3-591851EEDD3A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B3A958F-1013-48BE-73DC-BD7050E0E907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24678</a:t>
            </a:r>
          </a:p>
        </p:txBody>
      </p:sp>
    </p:spTree>
    <p:extLst>
      <p:ext uri="{BB962C8B-B14F-4D97-AF65-F5344CB8AC3E}">
        <p14:creationId xmlns:p14="http://schemas.microsoft.com/office/powerpoint/2010/main" val="30779545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51C69-6847-45E7-36BB-030ED8019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503AC1D-AF96-FC08-7F23-4E7F2EC105D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Only one product fits here.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4034ED8-94EE-F686-0F3A-2CCC3EEEDF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A9816CD-AAA3-D9D6-4077-2EA839EC8F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966D9E0-4262-1232-C4BF-88C70F6BD0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9C920BB-8B04-2BD2-80DD-3963DF993FF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AA5A746-0784-EC55-9E35-458BF28D0A97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35AFF5-2F20-B327-6462-722D9F7DEA31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4A9E9B-5BD0-31F1-23DC-C12E06760705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70F6DB-AFBF-C83D-9C1B-0F897FEC5C23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F661113-CDDB-EFB2-9932-4FBBDBAC6911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28EFBF4-4F12-A2FF-0CE7-C39E810437F3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8411362-633C-D22A-BCCA-98ADC0D70F96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0673B4E-5BF7-CC1B-E7BE-35E5FD6B404B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E03815A-BCA0-7600-D76C-8EC9CE00BC9A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C4C52DC-08AB-09BB-037E-5C9DE6EA2FCC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8E66A35-75A9-450E-4793-3695F10F8677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C7606E1-DFC9-85DC-993C-76A2A03677D7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E999C1E-21E7-5906-DBF5-51A7E08E004D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69A77E7-F382-C68E-089A-0DE9E7D9E811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68FAF23-3298-61C3-16A0-5EF3C2F83B67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06539F1-85A4-9053-8008-FBE5D6C97081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2579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F7519F3-5D9A-BAFA-DD45-E100A291C088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C477823-4D2A-D77A-95DC-0BD103CECD1B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61070C0-53C5-655A-48DB-5B45621F62A9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711324F-74FD-3993-8211-E8C1329841EF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FFF5CD1-6C6F-2BCA-3A13-7E2277822475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2D3E17-AAC4-8145-6A0F-75E20E24EDE7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6AAB31C-7399-F345-C10C-8DB234D4A4F8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80E3F61-505A-191C-C965-D087671752DF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4967B08-7809-EC41-319A-C3A1A6FCFAB5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C2E58CC-5902-F8B1-8A04-C60D171B43D3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1574F77-CF3C-B707-BEAE-5BD9A467CF82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59926E1-0129-86F8-FCA0-08692E70CA40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124679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14A4950-BD92-06A0-B1A4-E7451904C2BA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3C5BC3E-8D64-0C16-1B67-91B57566A35E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1C2EAF0-571D-3FBF-C907-9AE3686D12F7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0F3FB60-E68A-0C12-02CE-2A5A7FEABECC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82B8945-C39E-B195-D51B-A84C71FD2420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614A038-4506-E8D3-112F-B9389204DB53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45FBB8D-E2B3-9799-03E9-3A7F06271EA0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C3123D5-FC82-6A38-3B52-2EAEFB33AD9A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AE4DBE2-0FD8-E379-9BB5-CD2EC3EEECE8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11F29C4-2B83-18B0-D472-C37E1FEDAB8A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7322658-0440-0A28-3B13-A542FE1B4316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08ABE16-FB7F-E952-4909-21FA367C9D66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D0AFBC3-688C-AD1B-8A27-9B683FC4C1A0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67354B5-D298-999E-FEAF-787AC4D8CEA1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362A41B-E68A-C66F-4401-7A3EF70CAC90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888CC46-C364-AF0B-A42B-BEBA57A1D66E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08AA09F-D4FD-C1DA-3E87-348BB274ABF6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3B4E267-0C82-8466-B004-E50CF7D9DE22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87FE734-5D70-40A1-5105-20CEB8726D99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0CBFDB3-64BB-1D76-FDEC-234C75AAE7BD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EE6E630-B381-9063-45A1-C0161AEE3E50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9B5A559-C066-E703-C1ED-1D443ED1018C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82CC6DA-6D9F-E377-B060-B58CA782A32F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1A6AB7A-B14B-01D6-48A6-15AD513826CD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CC82DD5-DA97-0AA4-CF11-744E43987B7F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4E3A40A-AB31-D29E-5FC8-7CBAC1B1C688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35488A8-14F2-EB51-7B91-133E849430DB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C965AEB-9D33-5870-6909-E24E91AE0B14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557A875-7904-F358-D4CC-A4BE618CFAF6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382E3B1-30BA-58A2-FECB-5CCAE662689C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FECC28B-01DF-8FA5-34DA-D13E6EB06DE9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53E5B88-A39E-FDEB-C18A-6B2A66B46B07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B2C92BF-E060-7528-5A5C-34BB2EDDF5F2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26D7FD2-090F-FA18-22ED-D8330EA6E42A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C069F1F-4206-D3F6-F8EB-707205922926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53892B4-2FA8-DC91-B1C4-1D3807EEBC25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8842807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F8AA3F-76CA-F195-4A9E-532ADEA4F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7C02733-3B3E-E69C-C69F-DAA32B24E38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BF1FD4A-A146-E955-3057-C888F5678B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D935933-9D97-AAA2-0C88-AF436D0588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60E8039-3629-8585-25E5-4668EA46A6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785A8BD-378A-ECA8-5A93-593788C4F2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BBC03CB-5CCF-DB0B-862A-6DFCA4408114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36BE18-911A-6DEA-F9C2-B9B42A3C7025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878C77-62A9-2210-7201-2B12B6C89015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57FF131-CF28-22CF-F6CB-56D106414A41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D8EE110-C3BE-45B9-765F-B16A6793D912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83313D3-08C2-9D03-E6CC-823F019D2A3E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0CFB212-372E-BC0E-26F5-51AFA603A38D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0713954-394A-720C-9C8C-24ADFA8F0748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B1E128B-8795-8E24-2B4D-98B5FEB2C127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4D3AE54-DE3F-2401-9D99-43B6EE5134DB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0A49E5B-85A2-5017-0C43-2162CEE20439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C75C75C-0CB4-9922-599F-7188BBAF78DB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43A37D4-45C4-D10E-CD60-CBD92019503C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CDCC34B-3D7C-0FAF-4EC3-59CCB486AA89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87B3C6C-2C68-D551-81B2-D507F7105776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A08F178-6577-5059-8BD0-B6E3ED27EA19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3F7013D-2171-FF0B-35B9-5276B3D2954D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87DC295-FCB2-4CBD-D548-FDA0EE3EC1D2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5328515-7E4D-FBF3-8555-7E77675168F5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9AE8DF7-4C51-AD2D-AE0B-7D61F4626EDA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BA86D28-52B8-AAAB-1A00-64EEF0945668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01DDDF0-0373-0510-CA6C-A544D8DC69B9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27CEB76-9998-70D2-2B09-E23859BBFABE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7706FEB-E01C-905D-9BB9-2AA29BC94988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284B68E-4B75-FA5F-569E-D5A51C001BDC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589E5C6-06DB-CAE0-4A4D-8920E318102D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D7B4FA8-BE18-9137-82C4-913FB57E9536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09B6FB0-44CD-27A1-13C3-BDB5052945D9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2E8EAB2-0DA4-C31E-EA11-00A242F2D568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0C0DCE4-8F68-1463-B6D0-ED1F00232966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47095AF-403B-EECE-B283-31BB258AE5D2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0AFA1FB-4E77-1A00-8519-F46F96D2AA59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410FA22-03CB-DDEF-48B0-7C64F92EC76B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F19902A-9799-D601-1924-46818BD6486E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2E5C067-6909-CC07-946D-D79F8BEF2AA6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E67FB77-5826-6768-9DC9-152DEF9C31AF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4D5EDCD-CB3B-2B4E-02C4-EF6671CCA1BA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4DEB94D-AAB1-67B8-D5BD-AB6DBCBFE865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4F47042-AE92-D166-B40B-EB0D95E1ED3A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7C1E992-B468-A768-2EB0-E80330AEC7EC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B58C2DD-CBC0-A999-0211-E643A59311A5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A24417B-F8DC-5FE6-48E3-1024296F70CA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7588354-F51E-BD58-94EC-40DD07672432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C5F5925-AE20-2693-53AF-26725BF01154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4B5C8ED-9A32-13DF-9422-B5AA48337F8B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AC3AA0A-164C-C180-36B6-AB5F0D755F0A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D2E3785-C19E-58FC-0D9D-33BB438F50D9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CFEA56D-BF1A-0297-6208-9CB87854BEF4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079A0D4-0516-FA6D-79D6-8DFB8231E757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CEE4C1F-AFC3-8CC5-F1A0-FEE956016F65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C2A3DDC-3BA4-99CB-3E02-4B964B21D581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A482FAB-456C-54A3-B2AA-87F102484280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9CAEB56-AB96-1F5C-7AAC-3EC3B4ADE30B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BDF6106-817F-DEC1-20E9-DEE3D000428A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1AFF502-6A2F-03E8-CBA7-F75E01A09274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BA56AE6-0936-06D6-AED0-A829FF16AFC0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1789408-7368-454B-FAA9-C688C17A1353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4316841-E0B4-E448-621D-E5C73CB4F5E9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3BABE2A-F83A-F8DE-39D2-11643CE44C19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3F0CB4B-312B-323C-9E73-F6149E12D889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2305820-6D73-5CC0-1519-C97919CA6E60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316FE26-FB42-EB10-84F1-CD1195991F6E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7AB383F-91B4-5CC1-0D5E-83BC7AF8ABBF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A6DC72B-CCAA-965A-1B27-740638CF5A52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6204912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718C4-98D0-1B02-92C2-CA19B3287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B4E3B17-887B-5891-67A8-8B5D7B36241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B53F79C-0BBA-F8FC-E7D0-676C1826C6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FEB4068-E564-F8D2-8424-AC10387127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F8017A4-D775-81C3-5B63-F70D0E585C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A8FC75B-9D38-C899-56E8-043C14DD04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E157E40-E5D9-5C0A-89C9-38724C683067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6A600E-66AC-037A-E122-5F42E1C71892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52A6E7-67A5-2205-DA61-0BB0F19A33C7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EAC15F-7C5E-F934-A343-3816BB0D3F84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6B1BE45-62C3-ADCB-3D9C-8EC586DD07FE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1334E07-D457-9C65-3B9E-54C10550BA1F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A4DC226-8CDB-47D6-9978-A24EA88D91AB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E3B4F36-56BA-AC4D-1C2E-06BD829C2389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014F6C0-150C-6DA1-392B-E00999A3522E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6CFE631-D6DD-0A8E-77E7-C6F487FFCE5D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38BF331-10F5-0355-B29A-11794F5620B0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555A3B6-CB36-19F6-1DF4-6435DD3983E2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14A998C-0EE2-7419-F5C7-DC9E39CE4347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4A84083-6D68-976F-CFA4-4840D9C0B407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D4CECC8-DD16-82A3-D699-49392B3B7DA2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446DB72-84F6-3AD1-0EDA-AF39B6454850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7EEB255-EA4C-1B17-2F4B-649A06E13CF6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9C7ACE5-35E4-A9EB-A79E-7068D193B96F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04D20A5-4B5E-437C-C8D5-1B8C8B6B08A8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C988381-98A0-2154-2FCC-5F66E8DC2EBE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0250F6C-7261-C246-8744-9C6CCC75C25B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5692AA7-4717-99DD-10D1-1358C19E068C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98D474E-B274-E26E-4A64-BCF6381061E6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AC7C535-94CF-CCC7-2EB8-82BD91D0253A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7EA5C62-610C-DEEC-CBDD-0203E2CEFD85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768B3A9-F083-57B5-8E17-66ECED9CAD8D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DB18DA4-E9D7-10C2-7169-448B02C79B31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4505986-E0EF-D94E-6C83-EE5639A47F5D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A67C65C-D927-13B8-C7E2-DA456232D8F9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7D3034A-5796-D8CB-58CC-C02CDE58B5E6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642DE08-A136-7855-1D34-A04E92F1E877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847F9C9-79D8-F92B-0DFD-98FBF7F807E8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8FD904D-E2F0-9F23-5BC1-FCC7C15FE759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A9D5276-F611-9780-D508-5C46F3D2465C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A4FEFEC-68BA-8A47-5620-81A985786098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F03B748-0FAC-C8C9-6730-853C95B47DA3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340533B-671E-2B38-4046-7457CF487F5D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1FB91F2-C02C-70B5-C010-2815A7E655E6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AA2A571-6C23-2131-B0F1-48480D2F7533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A9A7B42-C472-A01D-4E77-4D760C8BF81A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DF0AA57-923F-8516-7D9B-933298EC91EA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DF20BE8-C3DA-EA9D-787F-AA2252277137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2FB5A70-CCD3-BCCA-1C82-753E61B80E51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6093E4F-E991-26CA-A201-E5EB3AEB9199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F21DE15-B54C-6EB0-7E4A-A98737C4337D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465764B-C613-E468-A6CA-15754BB5F559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55782DE-1587-EB9F-A645-BF1E39ACEFE3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9B89722-0CFA-D05C-34FB-F20D0222F4BC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AC7FAC4-B91A-31B4-98D3-23BB879C57C1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2E7FB94-F5D3-59D1-73D4-DD3D77E61AFE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31281C5-3A69-4153-D370-F2D23A293F8C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79ABD34-4CFB-BCE6-D8DA-03049D60192A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D1916E8-1985-BAE1-5BCD-69DF54EFB157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2F1F096-8D39-382B-8795-1869F0E601E3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4814AB9-F9EE-D8D2-92AD-812830DEB1FF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90A8A14-8FCD-DBEC-6823-36BB7E5D152D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680A39C-DC6E-7DFF-6525-1AB17DB7E394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D2D3B06-7C4F-C5C2-770F-3EF8E45EAFA4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3527FC7-F87B-BA73-8306-B7B2A2BA301F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A079407-99AC-3DE3-C44B-A9D39EDAA642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2614A80-6266-C020-3243-EB48EB0663B5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BC227ED-9B17-245F-30D7-A3A2D89BD856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0952DE1-495E-262D-9BED-2F42A5AEA4F7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FC64651-5093-3FEE-9513-B5BB7F773210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42267685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57FA27-3939-D953-FA41-995F35EF2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FD737FD-0AC8-F91D-059C-039D77C671E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E80E5EF-7C36-36CF-6F20-A6F4AE664D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595B9A6-B1D1-968D-AEFA-6EFF8595CA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7520E05-0F68-52BE-4318-3F555BAD45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2F957AC-3761-961A-41FB-BEF3A11488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95372AD-2D86-F1EF-AE23-66AFCC050979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5DCDCC-5003-5505-9147-6A0FBB170E6A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BB87ED-EE89-2DC5-9963-3516C5085A97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F08B64-5FF9-55D9-01FD-47B26E688C8B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EC29B6-F3DD-AFCA-6D96-34DC549B634F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33C494F-7BE2-2241-E301-68BA65333047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67C6E72-FC04-E5D6-28A2-9D0EB977559F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4FB0088-B620-82FA-A8AC-3340B5BD10E2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B581727-BC24-5993-CF79-E82CBAF2EAB6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E64E08E-7F37-2D60-F470-37317DAC0B25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CF054CE-1994-2C30-58F1-ED9FAA343DC7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9B22B0B-CD21-B6A1-BC25-4E3D45FC6E35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87B954C-55AA-70F2-2DDF-B2417277EC68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7840751-9038-D8F1-F813-6C8507FE5CA7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32B1FB2-5785-736E-38F0-3C00C91679E9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A5B4BCF-7408-9FF8-93B7-82316A7708A6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FE88FB1-50FE-EFB2-2E10-C38FE019756C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4C40039-C9B0-E0CB-4605-B251BC212D03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232E087-C25C-5423-F8E1-93364459DA12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EA2F61B-2D2B-7BA7-989D-2EBE696CA79E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A7D722D-1BEA-F3AF-0665-D56B9CA7385D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A7ED056-4BBB-F69D-ACDE-E08EC60D999E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AA84AA3-0768-26CD-9F7A-FE51C51B8774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AC17CB8-0781-2A2A-332B-00AB7EDA37A4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73194B7-ABA3-E012-073C-8411CB7D6797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4417C48-0E08-A326-F76F-77D437C6ED43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01238F3-9DFF-A6C0-3197-58B7D1C444B1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46C344A-4A83-89CE-36DF-49C7DC157343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CC236C5-7730-E270-1F86-991C258E7403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AC82060-48D0-B7E6-5A4C-EAAF357308BF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25D1214-F434-6E0A-22D3-A82D046C6DAF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7859777-8057-D8BB-928D-5BFC89AE29C3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F514EDA-4B4F-B874-86C6-4E57B611DD21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EFEB204-8723-43C9-D5F7-8953E1C9D169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FDDDB17-32EE-8218-9FFD-1E1A4BB844DE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BB4F97B-D212-CFD5-8488-0D87FBDADAAE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6BC71B4-9E71-691F-FA81-721791C41973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CAD5A92-3E44-5DEA-B3A6-D01FDDB054F8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E42D772-643C-64FE-599F-182AA7948A4D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41592C7-B67C-F8B4-DF20-4ABE9E17EFE5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E52957D-5D19-EDDF-EBEC-BAF64A2C17C6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5A244FD-0F40-C0DC-47D9-6EB2E67AF262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4CC5254-BB51-13CB-CEF4-0E083F37DB6E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2F8865E-D895-FD10-31AE-4D63241B33C1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A21CE32-C6B0-8271-E42B-2CB343D76325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6F31ADF-613B-D7F7-9AC4-169F3A19457A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D2235F4-D514-3607-B0B5-AF1E7578AFAA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9D8A176-B5A1-587C-90D2-64C30DFEC1DC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4663A9A-3AF4-782E-7012-414574DD2F7E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0F348C6-C45E-974E-3435-94E80BDF35BA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6BE9CDB-29ED-7493-0DC8-C118FA823DDA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49BE49D-B169-0E90-3158-4F1534C7471D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F995F52-91CC-C229-43BA-5EF2D547D89F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7F9B0D2-C925-2BA5-FDA5-D405B240E1F7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E2E07B9-FE6A-4222-21F7-A06488A28449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3F58FAB-F463-D7EB-FFAB-0E704EC857AC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7743DCA-2262-B57B-550D-BB7E8B658100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C3CD783-07AD-6EF7-DABF-0E64EFB2750B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58E511F-7E62-FE4A-4215-33202643CA4E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77076FF-2546-B259-D83B-02213486B5C2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2106BF8-E1B2-0F45-3E61-1A73CD84FF11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1EBF641-2404-2181-E5E9-2A5081135582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5E41572-FDAC-7B14-DC49-ECA818653F35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2A798A3-6375-719B-4F25-BFA48C8F0A07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3838724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BFD0C-E831-54A3-7A41-D6C108128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320A906-D50D-718A-D90A-917239C0CBF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5 in upper center block. And it’s the only product that fits.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9993721-421E-81D5-7D0E-632773B01D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14051A7-C31D-5DD0-0640-CBF012FAA3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748DBE7-9431-76B4-EB3E-5EDA066C68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A27FE50-D0E5-2C45-F6E8-5276B3309E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5355A2D-FA9E-C7E7-99F7-F542F0048726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7BA058-3906-5D23-07D8-27A9E1ADDEEA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606795-0140-AB2D-3107-28BB4AAB17D9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B03A3DF-AB94-E6C0-8FD0-87B7F2122E72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FE591C9-86A6-DEC9-89A0-A6C64937D640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DA8F6EC-4843-F8D1-B8E6-1813AC2C21A7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448485F-E372-4B75-5720-C4C0DF3D1DD6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EF12CF4-A30E-34F3-7EDE-1EB67B4ADC56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7434280-EAEF-6AF9-15C8-4BBDF26A6B19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5B8EA47-8281-93F3-9D0E-FB861FB9883F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CAA4726-0FCF-9273-58F3-1C8AD612AC3C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00A3C6A-6A3A-6E41-87CA-808637762C3B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50E5BE4-18CF-007C-58F4-D4EEF5354743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5C71758-2655-9C95-B5CB-5127C4C84961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2DA75B5-D935-4E87-AB90-BFBC951E8135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BBBFDC9-665C-1A54-8920-83E938E1952A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C720298-B32F-0B26-A510-7CE59B080ABD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0AE6D6A-5FD8-51F5-9CB3-01C2DA7B1D14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4021416-57A1-0FD9-4A68-F3B8C57790E4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6BB8FF0-801C-CF1D-5D00-B8B927C502B3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CBE225B-F2B1-E5A7-A84A-390422300A00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16D05D3-72EB-B154-C692-77B04A82F3E1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69E79FF-99CE-8D76-6ECB-5CB055D76396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97D50B4-E43A-FF31-27CC-E16B2E850DAA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F1FA121-81E5-519B-4E42-92BFDD021BF8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8CED23B-F8DB-1C77-FA6C-178157185BF8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2E00F32-DA1C-0B6C-3A67-8B21672F7233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D4E09AA-ECAD-AF12-FB49-224B7B399A80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2D08070-939D-CBF1-BD68-295F67B7E673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29B9B90-7BC0-6E0D-EE83-A9E1E195F395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AACE965-81AC-5F9D-7F4A-1FEE9859A809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387F0FD-3A7F-F879-DAA8-6537971F4D35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1047623-C7C9-9A5B-6F4F-DA9C3F0A0D65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515E254-9BAB-FCC5-1DBB-08C1B9A225BC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28AB0CD-A453-D5F6-EF6D-FEBF79363F6E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8820106-FB17-0DF5-90F9-23F78FBD1616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0409D55-044F-3776-CE70-071E3FBE6EF1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0D4533A-D2D6-AAB5-2525-048BA5AD8EF7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C845131-535C-3019-21F2-6DCAB761FC42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FF6F078-132B-360C-6722-D41758079FB3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EC1D2CB-1CFA-0313-86E4-A81EDAA18E67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48D0C99-4155-AD6A-1D3C-716E9680940A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D8008F2-1CE8-AC71-923D-96C6872467A2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B2777CD-EF38-2CEC-65CD-D6E83128B5B9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DE91097-955A-6BBB-20C6-5D4DD91E4809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50318B2-90BA-E975-0845-ECA377227B54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D734BDA-002D-00F3-178C-C3C14DA5E8AC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623DAA8-2154-DBEC-E530-D8BC4C028370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68A3CC1-8A59-DD47-D9A6-DD2644061618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793A012-94C4-2B5C-7205-14E90E0EA294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92C14E2-6650-C505-0156-4C78CBB879A5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CCA6525-3114-30D9-620B-18DF94389426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504BA83-07A7-9D8C-D864-FDD3B3AEC570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083AC97-95F3-E246-EAF5-578F93FB8EB9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71015AB-DDB9-21B7-250F-5F9819B19561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F3A626A-0512-1DE9-F303-CA4A2B1B260F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D6C8A5A-EC41-AC66-B9A7-DB52F2435D32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3F67F42-6B64-3627-FEBB-F29BEF1CEB6D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460439F-B7A5-D360-4A95-17218FFBB259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4E16166-D397-1FDF-4DF7-E148D45B01D0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A6C442C-1D5A-B57F-60D2-FD099ACFD31A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AE37FE4-5B9D-71F8-A608-81C0537FA14F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09C4815-327F-9502-70F3-06844430D879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5FAB55A-D899-0335-6A9C-B3A1717F3A92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0176579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C0AB77-B18E-5C0E-7CD9-22F85E377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2D0EB95-E739-FE64-B27E-F2C9239156E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3E67E64-0BCC-37F9-600D-0057C112D5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8325046-FEB2-085F-15F3-9E091F544B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FD76476-238E-D4C3-0E88-B094EB51BA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04D1A02-DC25-E4EB-C987-E173DF7FB47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07E9409-7CC4-82A7-EA3C-BF0B3AC4C6DB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580308-05D5-A830-242B-F91ABB2975A9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49A9DE-0BF6-EF8E-F5D5-57984B0EB7CC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4000B0-1EF5-E8A1-FDCD-F07F550908EA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3523C3A-476C-1F92-7A41-DED1802C94EB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EBD03CB-52A5-E9B9-A692-BC95D7813972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B7DAE91-8DEF-C6A8-C522-2BF3F07A4A26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1079161-28AA-51BC-CF81-193BB23C4376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6017964-9CEA-1769-8B0A-65D8743BBFA9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D8461DC-201C-0A4D-BBBA-A73AE45036C1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B3188B4-439A-AC63-DBF1-5B1F3306CFEB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96CCA2F-EEA2-BD97-1C9B-7EA8C2D7B912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3487D7E-BE67-5E45-6A8E-D14AFE8A7349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E94C6D1-F230-4B9E-D1ED-868E6124176A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EB1B080-53E8-9AAF-2010-51F6CECCFFAC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C1511EF-02D8-AAE2-3E2D-7C3867798568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E2E863D-39B1-A327-6EC1-88B441D07F68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DD88054-4744-4525-032B-0CD5BC948860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6BD939F-F680-8312-A174-F30A174A415D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DBDF1B1-A7A7-A2F6-7C99-FAE56A8A7D00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32FACA2-C437-5703-60A4-685FCAA33414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2555FB5-91E1-3435-7F1A-5D96640CCC42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ABBC4CA-8116-91B9-BB23-F1419C57BE8C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87D6D32-7D5B-07D0-858E-3D9CAD15CA99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F950857-945A-D3C7-69A8-D72891CE30BE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CFFE692-7C4A-438E-CC35-C3356E2236F2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DB56376-1557-A8C9-BA80-812F82B4E484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69DB8CB-EBEC-35E1-4329-36103DB0287D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F1571FD-97CA-8452-2389-128A9E6A669A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41DCD09-00F0-1EAD-2F53-2AE8D117964E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7D76C35-D087-361D-3E63-B4275FF3841C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596C490-D2C5-7364-43B9-C34AA770C673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D630272-D78E-D6F6-7651-15DF8B62CB64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73B6B54-2DD5-A6CB-A529-ADF23BCE1EB9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A715E00-BC16-C0E2-93F0-AB271218E083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017B048-F517-471E-3B4C-562FB5944063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4B15412-499E-9240-12A4-F98F2621ABF1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9CA9B34-D734-A8B0-0A1A-2AF28B3B3016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CB03BAB-DB33-9746-3EBD-CE1A5F174FCD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890A565-21A9-C0A3-B4D9-1923CAA5BEB1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3A1B7D2-6F8B-05CA-458A-7AF6E215C277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32808C9-F188-43EE-4897-E554DD4E9312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AD8D4D9-C188-CBA2-B9E6-962C90DB149F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23F99D5-E9FA-B875-B2FF-36D686F4293F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AAEDE14-CE9E-CE02-003F-3454CDCA9EB0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D3CDA54-8915-CFE6-8893-7FAA6B138162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37BCA62-A76A-11E3-6515-58BC3D9E7996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F138374-B6CD-0E5F-401C-ACC36591C047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17A4260-9D50-5A62-0FFC-DE5340D10A99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B21FD18-D3CD-DBDC-8518-F103CD5C90FF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BB12617-39F0-5864-8195-DC8139E173E0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3F970FD-A808-EEE8-FF26-56DEB30BE9EA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B37590B-1460-CFCA-FE1F-44D73FD878F1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7459A87-6614-486C-FD74-D0ADC88F4F85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2B1566D-D403-3E19-E135-79981EA3DD39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6E8B3F4-2446-94FC-8748-3A594E0FE23F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153BB7B-3EE7-F3B6-2A6C-A374999D02BC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CAE2768-CDDF-8817-131F-F2951EAB29AE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88B6EFC-7489-8FC8-9C7E-F6029B2AC5E0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EB2E8CA-A6A9-A764-B463-8BE86CF15D9D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8790E84-D9DE-8BBA-F0B7-7FD2F21031C4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B8C01D4-18FC-3108-522E-F715E22BAC0D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1B60676-30D7-8674-5534-A3FE783C5F8E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C42BBD-1A0D-57F9-87D3-49069662B5B6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7385102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3FEFFF-F519-BB51-3516-E6A809688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FBABE08-C0DD-0A1F-FF03-DD526959B3C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C4710D3-8BC0-6396-2AC1-3323025596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E945819-71E8-588A-8432-38D31C4BC4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6314930-8DA2-B10B-D704-5684D3489F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A4B707E-89F7-4A44-D794-1F7ACAC7F7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06C8EEB-0B00-9127-106B-E793A12EF2C3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60E95F-D345-6219-A191-A56FE2492BDF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991296-E04D-D23E-969E-A8AD512ECFF8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7AD31E-56A3-011B-EC9F-8C1C8DD3F172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15531E9-D33B-B7C6-19AC-1094AA5A0951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102F54F-0700-064B-4B01-791BF1F0248C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F044582-8789-8404-B7D1-24E3468F5045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1501B22-A7A0-0A39-5BF4-203CAF4C09E1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110717A-CDDB-6048-6939-850351B2889A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0FA7CAE-B3D2-AD12-F01D-FD54A57A868B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4D50CAA-24AF-C43B-B76C-9BC64A3D33B0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776DBAB-4E73-9DE8-A502-D578A3DB540A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0C3F516-B8A6-2E6F-5699-EC274C8994EF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91C8141-F32A-9491-0F87-8A1D01EE8A74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2303A84-19A0-FFB9-1B3D-6991BA5EB862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349D4FB-4976-FC82-EF5B-D84E9913FE9A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BED906B-27E4-F24F-BBFE-4D0EAF8CBC02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F4289B3-1646-E3CD-0BCF-3F87C48DFC88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C5531E8-8DA7-ACA5-F7AF-0A6E4AD2E48F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CC99D54-0B4A-67E3-90DE-AE6F0C3A6CC4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EBC9CAE-930A-8CAF-DA23-046562FCBF63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66212BA-3392-E914-59A7-59244C3DC092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9473A4D-FF49-42AE-2DB4-1408A3C44CEA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7AF2B04-28DB-4A68-EE6B-653CE05A73F7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DC90E3E-FA45-CE30-22F3-E5271801959B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1282769-1E8D-2010-6844-5AAB1C105EB4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3246376-1B72-437E-3FF5-E21CD205E7D0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4755E99-C472-1E21-D7D1-4C5666788B35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F3D52B1-3F32-E696-1C9B-825A916724D4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842F364-93BB-2DE2-36A4-4AEDFCC53D6E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3F565C2-1AA3-95CB-9FF5-1D96DA3FD693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4AA8A23-2EE6-416E-FA9E-D089CD26A681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913C63B-9556-9821-75A4-CE2349B400CB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C238754-B4C4-268F-210C-EAD7F5341E63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60AFEF9-978A-308D-883A-9F2F5F26F45F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05B6BD5-F429-D72F-841B-76F8C7AF301E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A2F5616-C23C-3A3A-ED36-EE4668B25FD4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BE4B434-EC3A-104C-0C13-F55FEC6F4DEF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17EE14D-0860-4E01-A4E8-51DC9E12887C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6F8809B-74BD-2638-CDAF-697EAF3DF3E3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A1FEEDA-4701-F1F0-96C8-45C47E8DE9F8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4C9EC0C-39C3-62DD-4C96-9BAF92E1DC82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34D8625-759B-4917-AF9F-7245363A4369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432A426-E50C-05A1-F90E-35F08F05786E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89DDC23-D20E-486A-2001-C08B3A4AD908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DEFA652-C72A-039C-F9E2-58DB9094434A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B04EBE7-A0D3-0541-F0D1-E861720914D3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5334A98-9319-A701-2874-6D37077371B5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F06027A-F299-757A-70C5-16199DE84E96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375A649-A733-F3DB-2688-D3BD11B3EEDD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2D50FBD-BCDD-913A-7595-2D6768DB3E8F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03B2DF1-D8A9-294F-D688-884FD9F4785E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D016D95-788B-F6C0-E47B-0D8154AB79A8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C42BFCC-324B-36C2-CE44-316AF3A18606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27CA4CD-A46B-2A7A-F82B-F06BE7BB816A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959811C-40E9-D65C-C24E-27B3EBFABEF3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B840755-C5AF-5756-9424-67ABE46D46A8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8ECF9FF-EB56-3F88-D63E-31F58E26AB0E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55E8A61-2E24-3C2A-1D6F-C7F95D32FC8D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A8C5E28-8B2D-27A7-B670-FE3A7DAA6B01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4A9CF2D-41F7-2E53-0597-57FEA4A4B09B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429E87F-B95D-8302-FC75-0FF347B04C4A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9579E35-2EF6-32E4-4947-E808A4622EF4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D5BE94-ABBE-62D7-BD11-53FCA2032B05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5087526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6C34D1-5312-CD1A-DD39-6B06EE715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282CBDA-42B1-33F4-D1BA-8721174071C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3A725CE-2E9C-2C7E-77CE-9F15940B2B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78A1D0B-37B2-45C4-4FC3-6B61BD1117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4BD8172-49BE-6C0A-055A-121DDEC395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6C36391-49CC-F238-98F7-77351198CD6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6FB489E-EB64-5CA9-ABF8-C4BA744D32C9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50F264-24B4-3C2E-81DC-DE3E14212946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8AB41A-CB28-A6AC-84AD-E14CD65EFC1E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D5BC0E-2E68-A0F1-58F2-507D0815E5F5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FBEB64D-3570-3B77-C433-E15B94F20589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0AA6B6E-8230-D1BA-40DA-8252AEF13047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716B4C4-4ED1-F2DE-C4CB-F560D5DC32C8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9F8C4D2-F377-2A3F-95C4-18CC94BC30D1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47AB852-996A-7A57-4C03-4F8BE506C01D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67B32BC-F0F0-CCDD-FDA0-73874E90F9F7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C5B6C77-64CB-3505-2819-B0B8D82DBE90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8DA7C51-E1B4-04CD-234A-A8A9CB74473D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F7F21CC-D86B-5066-6CB2-07CE200645BB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F24596B-55D7-D126-2B60-41AAC4FDBE83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CE93E62-1270-B671-331B-3D5BEE383D0C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3294D99-2725-AA67-2C6B-FCAB51F4358A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6C2BEEC-170D-3606-A91D-6C585536A344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2F06C1F-0113-6869-2E3C-9918911EFD81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75B43B1-D5B0-3C21-0E4B-F595CB112583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CF59633-3133-C1BE-8E05-6472EEA8FA26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8785E88-FEC3-7E69-66C7-62BF142D18B4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BA7D0B4-9AEE-1916-12ED-BF757B7C5ABB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5CD3C22-4C80-ABFA-4926-389B12017C6B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0BCC6F1-1F7F-D5B4-0CD0-9C4EC5DA1D4D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6FA9874-6761-7291-8767-3938DE010187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562FDD6-0319-3319-D964-73095C29926C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743243C-3FEF-1DF0-1860-AF1DD30524AF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9F1E5B9-E5A8-8BD9-2D67-A2A41C612D52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9139538-B0B9-E72E-2BED-3DE46E1CD295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D82404D-F04A-BA7A-27AC-66DA34C94487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44F103A-D026-EB99-6C43-006425282C7A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E2520E8-B431-8FA4-1C52-8B5F882BEA5D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35BA881-90A2-B928-DFAF-E4502D872CB3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8B430F7-2C38-6486-631C-E327774D736D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E7E3CEE-0DE9-9CAF-5E0D-584756593528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402D895-6FEF-B32A-680F-9612020EF555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1AD7035-DE1E-0A01-2003-BCED14BECB56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7105BDF-5F4A-4484-987E-A873141CB415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57E36A9-237B-0A3E-2370-290DB25072AD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DFD5992-A50C-6FFD-4461-84DE07A5597B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DED5BAB-43F9-1DA5-C229-0C1BD596164F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2B44C4A-CDA9-D07C-874A-6E338094C8E5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B515945-97BB-241E-8DEC-9FBABC4C7FA8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94B063F-2B13-A2B8-B97F-EF0DD070B9AA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8250999-8D39-A641-37C3-7790DE19B126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12BC151-A829-FFC5-ABDE-1A705A8D345F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542A5D4-219B-B1CD-3C1D-424B34FE50FE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D99A35C-15D6-7CB2-7ADC-830271B81459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C8D8C6F-3C8F-3833-3E4F-767557F6BCDC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349F61C-E517-15AE-D162-BB23193E1DEC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3CDE3EF-CD51-22DA-F93D-F2ADCCA6582C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90B894E-B7CC-4C61-7E46-54CD9F9D3DBA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28EA0B9-869C-33C4-3581-360427B2D603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C4032A8-949E-E861-DCDE-4B65585FF4AB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BD8D6E6-F3B5-BCEB-AD24-FAA4B0EECC88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ED0A30F-7B0F-87D3-6998-077E0A0851E1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0D1B48F-A55A-67B5-8DD3-98719C4BDB5D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6D923B2-034B-46CC-805D-D0FC85182FD3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ABE4111-30B4-87E5-A5C7-969AB1605A95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A83384B-A878-3FEC-0904-4F37E112466E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50E6040-52F6-D762-FE49-8BFE8AA4997A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41D8CFF-DE55-B20F-9176-6791FCC66FBF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7383B43-EA6C-030F-080F-BD15BCF264E7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7F76A0-1837-177D-A202-B0FA668633D0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0347242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865FE9-D02B-FFD3-B001-DD2FDC45A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AFD0E29-1711-8928-BD08-F7FAC2F856C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7 in upper center block (and Column 4).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E7A9783-D2B0-E257-10CB-4A6B8FDA1F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97C91E5-6318-85E7-663A-7C177C72C2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C099C6A-271B-34C3-0E01-87504444E1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A4236FC-84FF-F53E-BB22-761968B1D06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0C6062F-ABFF-855D-A6F8-05C02C0ACD16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5F5CFB-C23D-CA5F-31DB-4B7A172F3305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8E134E-1285-9EFC-870A-D6908BF1EC45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22CBEF9-2A2C-393E-2E2F-1858E6741FCD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BAD02D3-7440-1F2F-5B7F-C38063554EE8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3C162D9-5A6E-F23F-74A8-CAAAB36AFF33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3D5DCE4-6EA9-0827-1824-C146375BF0DC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05B4E1B-EC87-8A01-593B-8BDB8BE841F0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8DB16F5-1D0D-3896-D1F0-F7BE85902D9A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C80E7A4-8E04-CDA7-8692-0521619102BB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1456A72-EEB5-CDDB-A9DD-2E45D7197FC5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115B9F2-0D64-5B43-ED65-37A274926F48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5A5B935-D128-90E6-83A8-C640439B79AD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E14CF2C-E9E3-A9DF-0608-6527112990FD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2A2E381-5CB4-3CA8-FC6B-CA1023E0A119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71A1228-9F88-345C-D295-8303B0AC2263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B7D8F39-8581-F4AB-E627-760CD76F1580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0D543B5-82D5-0103-A819-A002F45EC19A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DACAB81-E2C6-F453-4AC5-3CC47AECB19F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2FA4D97-9D7C-F724-8D7E-5B9F3D345FFB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E6896D2-57D0-B6D1-C4DE-D27671474FC3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3DB2551-6D8E-C1C4-27DB-80FDE28FEFD6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AEA2854-6B26-0867-81D4-9527B5BA0FFF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5C1A124-4DD9-13E8-113E-1BFAB5EDB8B0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5A498DD-B428-6D43-ABE4-B077B165A58E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84A0509-609B-28D2-7CE2-AF305C538045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4F0998D-06CC-D1BC-A5B3-81B42646F2F6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EBA68C4-BB1B-0FC7-BA39-2C111A9A7C76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1CFB2DA-A2C5-5C81-0360-55EB48D1B499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17E9FA9-71DA-2F78-863C-3B3A87C52ACF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CBE3C13-06D1-6F93-FDB7-429B2396C966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FC07CF1-BB20-BC64-9F57-732EADEA6C05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AB80A7F-CD90-8072-4857-72AF3EFC1E21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A328037-E76E-3D77-474F-0F25FC418A84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A05913C-B71F-38C7-EFED-F0F4622B1FC9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7B4148E-6CB0-0EF5-BB55-977DE0B1681A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0A3CAD9-8804-DFDD-A6E7-A0E18D85CB25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B66FE35-A1D4-C550-73A1-B101D2081C66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1A2E67F-A797-18C7-E1B3-CF4B7F21719A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4C09C08-5F2E-3AAE-6671-CBE88C20373E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4A317E9-AAD5-9E9B-8B37-0925C32882AC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41358BF-DAFB-181F-8F61-A4C0AE8899FE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091852C-5CF0-698F-5154-B7D2EA2AA4B0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6A525F9-3EE0-DC32-4FAD-71BB047A2F7E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0B9AF5A-71C3-A55C-CC6F-7E84D9ABA0E5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5161FB5-A897-E0D4-B2A3-1A7D8DC7F2B0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86FC40F-7974-ABC5-3106-7CB28350B9AD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142A05B-BDA3-9C30-D6B0-03DA4FC1C900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81F2907-06D0-E308-9183-D3E312091217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5939F85-83F7-2F80-ABA5-F060498CBB60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5164972-DD4B-3DBF-CA1C-299E5ED50ECF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8CDDE2B-17B4-8550-1C9E-79C5FB669021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E74D75F-E965-3ED6-CF42-8FC387B3A403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1D71FA8-F00E-EB87-5183-D08C35019A5E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2E1B7D4-0330-ED67-9F69-28A8115FC686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487A69E-7207-D1CB-7EF2-080FE6D3F83E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ECCD668-5FE2-E241-8012-A1FA4C538133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772B89F-A392-E6A5-8F99-66B7E9C21D88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78D3B22-E7E5-AAFB-6036-42F62082DDA6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1A21D70-2711-F9EC-6252-9E512FB3681D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32A6855-D0C1-B2C5-1811-7DD1ACF62CA0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468F321-31E2-23EC-FC53-F47DE0C7FDBD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1EA1B4-4448-4856-3F13-BA183497E2EB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DB4C61B-CD7C-8479-2258-E86B65123D48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90855919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369622-48F5-DB4A-D9C1-ACB997B21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D1F00E1-3B86-3614-B601-BD0103C1B7E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Note 249/249/49 in Row 2.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B184FB8-6A69-D0CD-FC3C-E9A4E6A8CB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2A276CC-640C-B08F-34BB-B004C552B0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5CB9C38-825F-D419-D389-DD18FF4866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4707FE3-0CDF-D490-0294-AF57CA5029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593C19C-D8E1-CE69-F0BE-83A22362CFBC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3572AA-CF3E-D916-D04D-1E137107445B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90466A-ADA0-C50D-39C0-7CFD59C6D8FF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CFAAF2-687F-7392-376B-6746A46B0F39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54FE98-D74B-DDC3-8C03-148A2A58E297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DC1B4B4-0055-B255-E6E7-3ED0901C130E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2B2CB3E-C80D-FC7A-D3BF-F732B67C1AA6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B110A53-203B-0719-07F8-6676FE153945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C5490DC-1E49-E4FB-01B4-A14E3E68A0B0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1103EB9-A968-D623-6B15-5A4D794D06DC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D3EF1BC-93A2-9918-D1A5-748604E15233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890D9C5-6A4B-1459-A831-BF7E02D690E8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F5BAC77-B666-1838-1BD5-7BEC35048BD3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274129C-E943-E468-91AD-4924E3E667B1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722B934-F8FD-911E-7705-76BA6B678B09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A9214F0-AC2C-D25E-C46E-80DD963A2DC6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E8A8CB1-AB6E-508D-092F-F34B83E14253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B603064-8D63-95D4-9363-02655BCB5263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B566A9E-2627-3C44-12AC-D10A49504BCB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6680A8E-D2AD-3EEF-D09A-60EA22943950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37C5A0B-F35B-4894-0246-310BBF6E8305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B8DBFBE-CF67-68AC-EADD-45E9E8DB2ED8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8432CC8-46D2-D7F8-43DF-460386D7D710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B27A0C6-999B-33ED-51D6-FE0B51E283EB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5823110-4E1C-75A3-51CB-86D749439273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242FD6C-60CC-4064-1FD8-F322A9750439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D378133-097D-689A-C960-4054A6AE165B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5AA48C4-8987-96BA-F857-FB4763FC0581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C15A867-68BF-0E1C-30D1-5335D7C1DA24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4E7B195-A29A-31CF-34AE-91F79A1318EB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12976B9-0AEC-019D-F58D-6869EF7358F9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42C5C6A-27B9-F6B3-5FEE-73C849C2F58F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419397E-74FB-1030-D9E2-BAE9B904D69F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25899FC-EADF-080E-B8B5-2DF7F6E4415A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E14D09E-6271-587F-0F6B-F6667A434994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47C328F-07E9-8CAC-9844-EBA070530247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CDF69F4-5538-60C1-A449-F2B095A7E4B0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BB0FF68-FC28-97C8-3D59-C5909ED477E5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208357D-9BA8-FE66-3E76-20351E1D7E73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00ADDBE-3018-637D-795A-42B7FAE0AFD6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2B805A4-0340-31C4-3E3F-71C8D110C715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0FE8AFE-A4BC-FF80-7BCE-75805052A366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8D960EF-9706-9372-EE9B-53E988F0A1AD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A5C9969-962C-DBF4-4C91-88DC026C8B58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9261281-39EF-6FF4-9506-C9B9FE6B9FDB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9DAB0A1-012B-A9BB-2AB5-7D2E9F8F5424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6567CB8-C269-616C-8C1E-83B87B1269D2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A7DC873-0570-6FDA-0BB4-F9394BBAC24F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F1EB7F6-6283-DA90-65D0-9BEE81DB0314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230CEDD-D5B0-839E-499D-8A3A8AA36012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AD10FBB-938F-D2FA-D1F5-8272D2954FDF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4A68CEB-3B3E-43C8-478F-E2CCFCABF95D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4CCA74F-E54F-FEDC-0E77-95E0BDD98758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D3999B0-A4BC-CF1E-BF6C-E1A2765E5C18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9D8F12A-124B-B54A-E147-A7E0B238B35F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717571D-0744-735F-5D66-0886A4F71593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DB451CF-AA12-F777-2020-5AF1C2ED3CB2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936EB92-269C-310C-5374-523AAB1EEAE7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4AEFFEC-FDA2-BE2A-F2D9-4DD051F3EAC3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17D808C-8346-B2EA-379F-BB00BA47D163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C680CB-87F6-632A-A2E7-A81EC8A1F390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5D497B-E024-FB37-15FA-7584F5145FEE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35E2EB5-04D7-3146-D666-0EBFEA0A61CF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DD5E7FA-7C5D-FA92-FBF8-DCFFCBBC8685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87173860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19EC5-945D-30F4-2DF5-ECC905AF5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86291B8-F7D9-18D2-0AB8-28ABBB2E7AB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3C2F797-9A92-2EB1-E686-E353803D8C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75A928F-9E78-17AD-F482-B084969A0F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15D6B8A-7084-6EF4-C2F3-2A86A83EC9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522C48E-A904-9665-6735-3DC65FA370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F161FF4-4BCC-1D74-15AD-C0789354D495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E4585C-1748-B470-0FF8-B969B24C2EA5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35CCE1-B9D6-037A-933F-FB6BCFCC8837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57B7A9-5E08-2F0D-0C11-0F9D95C4A266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84F5BD8-3C8F-8739-3AD7-73D5836B4449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61BEE40-67B3-B5B7-3AB6-B8BBFB66867B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C111B13-D487-A692-FD1E-6755FE25A748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129A132-369F-3102-65CC-A0165282404E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29C89E5-C91F-5305-EB61-EFB06E067BD3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29DC21C-5011-7F3D-51CF-C8D8B761D289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2C97CD9-FCF1-6CA1-792C-ECD4267F877E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B97CFF6-7E8B-977C-7933-8B0A82BA73E8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6DED4AC-AD3E-4956-6333-FC902775ABD8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9912DF5-2E93-5AE5-79FE-B56AD9F583F2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910FD21-36AF-CB94-A97A-18267E4FFB1B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AA57468-2FB8-C1EE-376C-22BDC7B83ED2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6D0820B-348B-06BA-645C-98CF55861686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7C0EA64-C5F0-F14C-75F0-17B5747F5298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1B27D3F-64DF-4692-F9F9-40088B8B20E1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591C1E1-370A-57C6-651D-DF2D1B846804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EF7E1D8-4F3C-A40D-85DA-B6051C7B8428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0A7F2A7-22FE-B796-1AF1-1EF5DCFB001B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ADAFF39-B1FE-A3AF-0640-6A36B59F6699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D3AC57A-DECE-BC67-8218-10019D61C02D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AD7599E-5588-7494-E0DA-067A0D7A3E64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4D60DF8-221F-D1A3-2CE4-7E703FD67AE9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B2D6B1D-D7B9-A024-AB96-D960C5877D82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2AC0D06-8868-4CA5-9E61-D587B344897C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410FA4E-E9AA-7148-0FDA-5BDCC7E08906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26DC478-CD1E-7335-F220-62F4009E066D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D4C7BBD-CFC2-E890-EE64-B4B0ADE43C65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8342CCD-5E35-6DC3-B5FD-A0AC4D1F5529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8FD0159-BA5E-BE97-9DF2-E8D2819B2ECF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8ABDD70-EA57-1DD0-FC99-F72679DE72C4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A3F0E70-E2C8-C7F0-C0BB-4B11A2D97889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2D49E38-9F56-B431-8BF0-E0992374DD60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E1D9338-DC3D-3BE7-0FC6-80B88C11AE2A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525D5CC-B392-2472-D098-5969EE381929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5CB6F6D-BF5F-1592-F19D-C3E34D80244B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F20054B-B750-AF65-EAFB-87FEC1C93F3E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A9C1DCE-3CFC-85C5-07D2-84FF19542E4B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E6B26EB-4A88-F228-F2AC-B901148DAB72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413CD67-FA5A-129D-3927-E593DCE12A48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241F3B3-3D66-37A4-E452-C006F2D16D4F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288025E-0151-CED3-AE9C-F5172D69BFCF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38DCF9A-5BD6-7C2D-AD0F-F950A36931C3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C5E3F7F-204F-F182-B975-BFB7C1C59291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4CB5903-625C-B275-0551-1BD91B60C21A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9E5FD2F-1FC9-2E17-6D0E-7DE51DFCEB25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20AF3E7-5A38-B1ED-39F1-DD835FA85A60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EF58106-9E3D-CB6D-592F-3A90BEB6EAE1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6D18C79-FCDE-7475-EFCC-4E76AAA2BE66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75817AC-9FF6-8943-A9F6-10029C0930AD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8543790-0BA8-C466-A4D0-80F50D67CA7C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D8392C3-6398-F641-B811-D9C4771CAB89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858C59C-31BE-B03F-BA0C-5D5E2D35C3CE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0821035-70E2-4236-0903-CFAE21E826E0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8893D79-3D88-85E9-6AF9-7E65614D2DE7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1DB8D30-2D9E-1BFF-C3DF-828991D671DF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54C26B7-FF2D-ED2B-CB40-314622FAA93A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7DEEE6E-CD3C-8BFE-81AD-A079968BF887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E5333D3-773C-6A97-5293-2A3EF7040AB3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C824727-E2BE-7F05-B9B8-9B0112FA9CFB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B4F19A2-7502-B5D4-49C9-A41AEFFFE61A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7944734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BF90B-A93C-62FB-AA46-A2BBB5C45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338701A-0870-C698-43C0-AE17452A112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10E51F9-FA00-E25C-EFE1-0641FE2505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44B9620-7CE3-1248-AC63-023BFFF843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7B98411-2894-B83D-E0E6-0FF805D917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F6E210B-E390-11BB-1A79-437B1F26F7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F7969E4-EA3D-4010-E3A8-EDD697493F60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A5C385-0FFC-E03F-861A-802824755DB1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C9C89B-B9F7-2612-F43D-3894B5E7D7C2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FC04E5-48B6-7E96-A0EF-6DBEB5BADD43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045ACB0-374A-F428-E2C3-0D39B2206226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290926A-DBEC-B20C-42ED-C351EA15F31A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00ADC85-0175-5691-0EAE-6C1CDF45483E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4412E7B-C437-BDFE-B4E7-494C2618CE5D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566FF44-2291-0C95-36F7-A8F02CED7FBE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51D4D0-259E-609B-50A8-C366ECBBC938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5F53916-CEB3-8FD5-A896-321EE51FC189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AAFAF9C-B25B-DE57-7D0D-735C73E55D39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1DE00E8-F172-E620-B407-31932BA4F7CF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26FE72D-5D0A-FEA4-739B-9B4088EFD57D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2138DB4-D6ED-81CC-08F7-29111902419C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41FC5B2-EAA1-E889-42CF-B75C9D9E60A0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1E2F3F8-B7A5-CBBB-56FC-964C706BE491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80BD50A-2A88-DC85-6A3E-F7F7367577CC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6C8AF15-D38D-8700-B662-63F96748444D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8EF9483-776F-10AB-B81C-4405B90F1369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81DC71B-03E3-BD56-C63C-DC3827DC2743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E69BC3E-86D0-0E34-8D01-7B822B2BA3D8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7CDAEDF-CBB6-E3D6-FCB0-7F64ECD1C3BD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49FFCBB-3A8C-F004-AAEE-07CBA01725C2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589E38D-BA9B-041F-94FD-8DAA43B8D9E9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3956415-1CA6-B347-EC0D-C503D76B279D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3FB0CF5-03E8-C337-B94C-4806FDCBBCDC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3A12837-4FCC-26EE-FAA1-FC2DC0D3975A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39A6F77-1937-757C-405B-1C7F89A641F7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D45A4D2-EF68-304A-F78E-A413F1FD682E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3016121-5431-2F8B-832F-E6E1BE9A56A2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01490FA-C082-3CD9-121B-631C8410FA0C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F10F171-85C3-6829-8FA7-BE052912B6A7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8EE5F6E-8D4B-3293-2AEB-E096C66A9533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8DCBDDD-A58E-F281-EA28-C637DD6221E7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B7D92D0-7F95-90F2-ABB5-7DAD3B1E2A6B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CA31939-FCB2-1303-7ABD-2B47B588881C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A280271-5EAD-DE1C-C49A-E6DADD464B36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EFCA9EF-74D6-D12F-99B1-9E7596A5DAFB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9F2007A-7E80-6229-9973-BF94D9B48C2F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DE4AE81-E8A6-84DD-1B79-586E7CAE0D4F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2B02D32-91DF-5138-5E1D-E1951E12F60E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7BA508B-F68D-DB23-1FAA-874460DA8F16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B6B4ACE-D42E-0A1B-243D-1A2365BA3929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FF55ED8-6AC9-F4C9-6BE3-CEF75FE3C5C2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577134B-C1B2-E94D-A4AA-E08FCB3ABF73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1AA7067-CEB4-2572-9A1A-28B6C5A48B33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237D8A6-1259-C917-C028-24E68DB82D45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2B64D4D-4EEE-879D-CBB0-CF813C4541E2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3576936-85B7-1712-0891-8762C6CD8B72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9A52A74-9399-EACC-9975-44D38C78030D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EBB4733-E406-520B-B986-3B11BBFF0187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6351870-536B-2952-F9D6-B4690C867C2C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6127D11-A96F-307A-F613-74DB2D8FB17F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F8A1B80-C5A9-E2A0-42DF-3CF4ED509DAF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895B9E6-A7FF-D1D2-FAD1-15F9345F4BA2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15D7DFE-85E4-3C3E-3C33-5DD66F523FA4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8B24F85-18CC-CBAE-E636-AD12DCA6619B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7EC2B41-8014-4013-88AD-7AECFB83C677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B86E267-6708-A7E4-966F-30C7F25ED1A7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156D220-5DA2-9502-5F97-90E35FB4830E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FAE454-EC20-8F68-68A8-CE3F3362F975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CA84E86-70B6-6891-8E4B-C6366DB46D3A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D415DE0-AEBA-0607-F13D-92DB2DBCA061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98716203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F22812-0FDA-D129-9939-D2F5A49C4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820216F-619A-6DE7-1D78-44A70D29BA2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Of the six possible combinations here, only two fit: 6x2=12 and 8x2=16. But we can’t have two 2’s in Column 4.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20AA447-6672-2DA5-90D1-37E51A67A0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676263B-58D0-4EF1-7F83-49ADF05B23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098DD26-7EF1-96C5-9CFE-18ED5061AC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6AE0ABF-08E3-EA94-1319-C48B1241BC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0769855-FDFA-1E0F-B26D-2CC9AF312642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9C3C60-1C3C-BA6A-1A65-E00AFCB4E217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43AE48-68BA-4AB7-97EA-4BC6955FEB2C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66902F8-D015-6089-BC3F-AE05033238F2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80A222A-0A52-5B7C-2C02-BD35A2519BFD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C3666E6-B7C6-27FF-C28F-AF38A143DFA0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3707D40-154B-CF93-6764-F1C11A865729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C240C66-7F4E-64AE-A17D-23B64D11C5B1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BA02CD7-7334-83E7-820C-CB82E3CC6901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198188D-449C-AFB1-4D8D-5106F824FF5C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DFD5B0D-F596-BE14-61CD-6A2691E4729F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10FD39E-A4AB-E97B-08A6-36C78AA4551A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9FD0F63-252B-D28F-FD53-8883BBA66095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D756915-0CA3-E249-35A9-A59018C378E1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D8C76FB-A9B2-D132-7780-A4E4C4F26A5D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24DCDFE-2637-1423-0B23-0822342563AC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174F759-EA20-4938-C3FF-F58B39A1DB62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AE93BB2-7D3B-E749-1998-80ED3F896DAD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9AFF3E9-B11A-DB4C-3D09-C04F6B03EC59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BBAF250-D16B-CD1B-1326-9DF514A2C0B2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5B27A9B-6C95-6AFD-E76B-E122C5495FD5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088C899-4F0B-66C4-D3E2-985E3EDA9BEE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C281586-77A2-AAF5-5D4F-460B64904009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EDF05D0-E447-95E6-26F3-9CEE0E1EB5BD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96A0B56-8C5C-1142-CF9C-E9AD4EA0C555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A522272-AC32-AC01-E3DA-66EEB819E898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9402C09-675C-0A0A-C01D-F2747466B8A7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8B23744-A0C9-86C2-3CD2-17C26CB9D64F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B6986B3-328A-2D6D-915D-AFD48151E726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48E2AB3-FF86-6332-500C-DA7321E45952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57E78F7-237D-44B7-2163-2A811A673B93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4983959-E8AF-3D1A-0502-7C131195037B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196DE04-905A-FD79-99AE-44DCE9F6CF9C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A0F759F-630E-CAD8-E548-52DABBC97B3D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DC0DD18-E1AD-B6EB-2E28-7A292261F3B6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4337112-B680-8D93-99EA-3017F28D958B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D822C15-0BE5-C380-5111-0E70303E82DF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1E77560-08E9-D9B5-3122-1D770C968D37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2547B25-47F0-6A74-0955-9E6B0C86E62F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13F8F5F-B477-6A3A-BC09-896F75B67B5F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B9F0A0F-65BD-F8E7-2C8C-29B8E69F5ED0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ED480B9-79EA-A9E0-F0D4-1AA89FBAA35F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8E5DA29-66DF-90EC-CD43-AF9AD97CF047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73062FA-B99B-A578-0880-4B3211A3EEED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DD0115F-9349-733D-0C94-6F546E3C43D2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2A37E1D-2C03-CF71-9390-95C720A63F06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2049494-14C8-1BC2-9E0D-F37CE75DB54F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7CF3375-EF9A-9959-9542-75769022EDB7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9F51D80-AF8C-462E-2850-DF961DECD649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39CF3DD-5A31-EE5D-F923-43BAC1EE08F7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F082F5D-3433-EE24-1416-5E005297A279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22E32DE-50BC-74CC-822E-F9C73DA3437B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0D3374C-65DD-C919-7DC9-360EC9939E6C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2B3B725-FF6F-B81F-682B-7473AF173015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B9F216A-9184-65A7-7D2D-750731D0AC61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EF69406-FCBA-A40E-A096-27F32E93689E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7EE531-F405-16A1-8EE9-4A9A4C9EA96F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FE2DE2-AC63-11A8-4C6E-2EC6F8F4D738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5A5C55B-7E1A-113B-F22E-EBC0286F8156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8AB8C48-4544-425A-5F80-4DCB79EAEAC5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4C4044F-22A9-5713-8AFD-8A109C08A81B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C6E76D7-2DDD-3A44-A5C6-448E6CF6A3E1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6CFDCD2-8603-7C03-3B42-77B1E1DEDFC2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D660376-8DF4-BFF8-1486-0021DA3F18AC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68544287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B503D-096A-9188-DB5D-234B48EB3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AA3476F-1FD0-3B83-4663-60104BD75FF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D61E317-8AD5-F33D-7846-EE7AB762CB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B561B78-8B75-02EE-EB4B-53A293517D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CB2ABA7-1572-7134-2202-70F9B664BB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315F9B0-1219-E963-46A7-BD353EB7CF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8413848-AB55-B874-25A0-91FC32BAE48E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A63475-8EBD-9E08-A26F-ED39AD7D3FCC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6D239A-53ED-B499-7709-FA7530737187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C1CA96-C4DF-9968-225D-7D6B49B676E3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97A630A-3189-B9D9-4472-A5FED92FDA39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C29EBA6-2557-754A-CDCE-40EDCE4B805E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DC1C8D8-F92A-8147-D5FE-10F214BC5282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89E4101-C413-2385-67EE-A63D280D3CB3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63CB674-72F0-A48A-8B20-D110453E3324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B7B92CE-7FC2-2D58-72C6-09FAD4C5499D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939FC90-8068-D437-7E52-6F5F5CDD4DE6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C347B63-103F-9707-ACCF-ECCD44E2F555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936F9FB-8D8B-197B-F66E-9F9EF8AD9220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97E982F-C241-AF4D-BA05-FCB8021F7AC3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FBA50DD-54DE-71D8-F993-68DA5A77075B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326D0B4-A95A-5E78-C785-F79CBBEF041B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D048C2F-6703-E61A-2EB7-316FF7585066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3A26CDF-22D8-AF40-7712-1A49F059FE13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AA373F5-1B7E-B745-0A55-BA10AA925D95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31B0253-FECE-6CB6-FDC1-38F94EADE643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DED1543-9DDD-B9C1-5F24-373D8009AC5A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69586F5-E9BE-D5E9-4974-94D2744F07F6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50523C7-BD3A-AA14-37FB-DC01782EEB35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B7BE040-8359-25C7-E0DB-E04F75B5E318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83B1CAC-44A6-5019-52D2-F9C5365EE10A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BFA979B-1D5C-DF47-979B-3492B710EC6D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C39B699-F8C1-0327-B73E-ADA1E0826974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02CEF21-3955-F178-593F-D89BEA64AE16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2D8BB20-CA56-E632-E576-F891316FF832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C6F6541-9664-B1AE-AD0F-8963BF3F4F54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A5644EB-571E-ADD0-75C1-6483AD0658C0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8AB456E-E40E-43EF-552F-5E2CB27901FA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4C9CDC5-2DB8-87B6-BAFE-37A9ABD94F01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8EAC65A-FB89-1D8A-AD9D-99BF8E90690E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61D4A60-2E6E-3AD5-39FB-73A7432D6081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3C0A6D0-C62F-1BB2-DEE6-B45C1E8B6B93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D307A15-267B-6185-1EA0-A26872E60CE9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3E610B5-6F0F-835D-D709-72AE351D65E0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65414F5-969F-2CA4-D69D-0B56F371706D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FDC541F-4D7A-A156-41CE-8E42941CCF08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32C5B33-F75D-66AE-FCDD-EAAF0075A870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6A333CF-5554-99C5-BA0F-E6CC27BC4066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210AF22-B39D-7D2F-4F25-DBC231DDDE37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C703267-6B10-0DFB-8709-09D59E16BD52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1A3BBB7-9BD1-4FB8-5D49-7AF5B1631F1E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ACB782A-5AD3-BE9E-6531-6A74B6AD4A43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AA946BC-B121-8FE0-9634-1F33612E6DBC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A097D9A-F71A-B75C-E756-C9DE8787634B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2241901-DF18-E4DB-3298-309E3CB3A6BB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2BCC5C6-D443-A2DE-06CE-E3CE8024884E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307FBCC-140F-7BFD-76B4-3D1D46C99378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A9E4FA-31C2-3C05-592D-74E9B54C6BB3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C5AC8EF-386D-7CA9-6A57-D11F219DA7AD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EB5738B-D610-D517-4066-30A2FF833565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0F32B06-1438-0737-4152-2432B09399C4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6EEC89E-BAA3-D3F1-3F4A-10DD060B4323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D098890-C267-C0CC-9FA3-58920FFAEA16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B7B81A6-CACD-9E08-EFB1-F1764B0C0067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AC9FDDB-CAC5-0AA9-CB7A-459C27E6BCDB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38D85CE-A427-3C15-6A28-A7EBE87AADD7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340C4AC-092F-B535-F583-97534B0A01E1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FB1E1DF-5E38-6816-F609-CD16E1B6377B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205D39B-498D-C7DB-C3E0-F6C79FB6B6B8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1202984-BF6D-30AA-5622-B93B868DDB1C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03298984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1AEF91-64E6-D0BE-5337-66F92831C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F1E6CF5-1260-9434-1128-4E105EAF978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D1F81C5-BF30-0656-CF86-D1F39B6FAD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55A12A9-EE37-39FB-B739-C0DE1F1A91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5DF734F-6748-7D11-A684-CF76790BEB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8B7654E-4B0A-D7F7-9003-048EE9B26C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33541FE-A1B0-C221-1273-B5824E46D199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99F7CB-CCA5-1E51-500F-357D843DF1B9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64E7D9-F5D2-0CDD-F4CA-7FD3587889F8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A74C9F-CBC9-481D-F82A-AB20A0E1DC66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BD2B27B-AFD7-A6AD-51E0-D936363E6C9A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6495F85-2DF6-DA2F-1B45-95A270E88467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6988525-26F2-A08F-85FE-1BBBD5769569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3C5A2FA-6C23-40CC-1CF3-B0BAB21AB0D7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12B032E-D05C-6C05-FBA9-EBE136594338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80FE1CD-62ED-B92C-4CF5-532A5B2EC479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5BF3FC2-8B98-2322-95A3-340D11B5D41D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7C0CCBB-4AAA-3A63-05F3-BD578CF9505E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2F814E4-3F34-7620-A6A6-A0BFC00CD0D6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E9EAA1E-F06F-D270-A3BC-B79C3D4A8232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655D6C5-C31D-8E4B-7E77-A8D1E2CD2DBC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475EB28-2A34-C086-0579-B0002A81E1D6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8B490DF-5323-CC4E-8D68-84262367A9DD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EAC0A1F-F68C-94A0-69DC-5FD41156509B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420483A-2A5B-30AC-9B8D-12D6A1D9E90B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6DB27C6-46A4-53B2-7757-16384E4DC642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82C13C9-4E0D-1F52-6394-BC6ED4084015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5FA4025-0277-9041-1EB8-D6F198CE015F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AA9A5A2-9468-A684-79B6-331F3F85CC70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CC67BF5-BE74-1C10-655D-6750A95D912C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282DE9A-11F6-449C-5AFD-4AF1AE630457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614FB-B0DC-5F9E-72B6-1190F27A6D03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DA8A3BB-D329-1FC3-CA57-79740F3D8C8D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526B458-29A0-7F26-9EF9-24D86435DA9B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50FAEBB-8C21-2D18-BB8F-2C9FA5A99380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EDF2A6A-C05E-3ACC-D32B-4D8E2342FAEE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936A34-5D1D-52CF-7483-291117FA8B23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D3D947C-B911-B55E-E12B-2FEEA33E5D06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D6C1689-7537-2D08-AC54-92622E974780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CFFE24B-54B0-FF93-D571-1C8C76A57EEB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0E0BA6E-BE9C-2368-EF21-96A65C9A971D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E29505B-7930-647A-C34B-F53AE0827658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840CF8D-654E-0757-229D-DA3B78383F3C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C7C0D2C-3DB9-0AAF-EDFA-27DFCDF61033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F810A2B-F62F-04E2-0CD1-6397346CB7F0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4B1666D-22B3-148F-D226-71C67A8DB1BB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129C8DA-6AF3-AB60-376B-25DE65E03646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ADE2192-7134-517F-9616-DBDF1CFEF7FC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A447E08-5570-1D24-2511-BD9128ECDED8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D518838-9AA4-F371-E8DE-1E2D2842DAB1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8B7A737-D70E-C02C-7E4C-C6F988DBE5BD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3AAACB6-CCB7-9543-E044-800D09FE4F29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A147748-2ADF-25A2-2138-13EBFC0E77F7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7718979-826A-C416-0769-21D453E44E69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A548BEB-2B8E-4C21-6A6D-A7E9AC1B490C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C6E836-C943-DB7D-5BCD-3D9E3B642356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6C16429-2DCE-16FD-A8B4-54BDA2D90AED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DCA02F8-A0A8-C1D6-8383-BEE18903C589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F99BD7B-D3F8-7FFD-12FB-3546913F309D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F3831A7-146E-2A37-6ED1-9D3DA075BFBA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A528D2C-0BF3-FDF8-B5B0-EFAAC2D6AA7E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42B5446-5985-C64E-240F-72FAEA45C309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A4F09D8-131F-1E0E-7CF8-A9EC80B2C0D1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D51BF51-BD4E-52D5-F9BB-239A3816C67F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C5E57C3-DF0E-A6A0-1FA3-DD5B08528077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88AE103-EFB2-99BA-F5FC-CBF7DAE7D026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6D55057-5A50-AB31-1033-C1F8AFAB3806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C97FD16-4241-44EA-14CE-B3EB67B072B4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60A7583-1074-ECAA-BCE8-1837854BCAF9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C0C757D5-D2E5-F356-C3D1-357CFEA52655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97628240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90CC94-A29A-70B3-79E4-2B810A4BB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7B5409F-2A3C-E929-94BD-4A0B52408CE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A68AF95-A433-12AD-4B51-796A59DEE4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713A4B3-0CC7-7814-A7F1-2676C4E924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5255EA0-8382-F698-AD13-AD2C3725D0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D0F0B50-B387-5984-D85E-CF8FC57C57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D6BCE77-10EB-E0F0-6E29-93254A77B9D8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E306D4-EE1A-BEF3-40A9-85B44D15995C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B0C8D8-D4F5-0E70-87F5-4F4F05EE0DB3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53B60B-96E9-59DB-4276-605CCA977040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723B737-FE0B-BBDE-4882-B28D4F757A96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969C818-5B37-0EAB-2D31-3AC962FF4C0E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3650F4C-722F-6117-16AE-A1E3DEA60318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DD83F12-5F8D-67E8-95F3-CBE94477AB19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51412E9-5D8F-A1E1-A9F4-1C51D176AE67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968AD99-B267-27A3-E59B-181280A45AA7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6AA50E9-B6B4-A141-E636-650FF24A8006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5DA3ABA-E765-A69B-B81B-166DFD322CAB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F4FE5F8-7C3B-8988-D60E-004F3E28E693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B538283-4DA2-6ECF-9DB7-424AE3610C08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96A1AC2-B864-BFE7-FA2E-93F7E83C12FC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769476A-527A-7DA5-E70E-187F0CCD99C8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6757396-5FA4-7304-649D-ED7280D64FC1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427ACB8-404D-64FB-4B71-73BBD846D1D1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EBEE236-8BCF-3FD4-05BD-9610E81DF9A2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40FAB0B-E16D-4ECC-CCD0-AAEC6623418B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9572D67-B11A-C327-A9D3-E5453A380A4B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3FF4CC2-D7BE-97C5-BD01-0845CFE9DF98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560A9E3-C53A-B38A-2B73-48AF6F898BC2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0963EAE-3DE1-7F8F-F107-2A0665D50BC7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DF609E4-329C-3E9A-0330-CC728928DF3B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90C8ED4-459E-878F-2E8B-CC985A98FA7A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CFE33D9-3BEF-0EDE-CD39-D6BB6BE073F1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92478ED-BD59-5306-DB56-429F37DE2272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7327BED-7BAC-BC1D-8401-DB7C570BC91F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B067098-ECE9-6094-7E82-16EE86BD0A73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9A63E85-1EB0-B968-5CD3-99991B3ACEF9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2B06C0B-7EE4-FFB1-5EC7-96F449770A1D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6799011-6B58-E816-61A7-E78CD5A9FDAE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539E8E7-622B-29D9-5C6E-6914165AFCAC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98BA181-C1F1-6091-86E0-819733E4FA72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69CFBF8-4CF4-ACF4-F848-0A85B739D6E1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31E9E26-B2DB-D401-47FF-9FBCCB181957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A9FB344-58CF-9603-3EF1-4D474829420E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77225D3-3ED7-F863-C0A4-98EC3271EA4C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A087173-6487-96C5-A0B9-FF574CEF5652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CF9A3DC-87C9-93D4-4E0B-CF5A1E600CD2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104A54-0EE7-0C66-964C-7B7CB1DCF454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6877CAE-D840-B119-C52E-5160ADC603CD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271DB12-C39C-4593-DE25-1153250D7215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E3ED01B-C626-CF7C-393E-EE052986A233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9F0E06D-E9C1-F9BF-D33B-EBA656457448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B0E95B1-870F-5408-BD5C-A276440EF114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3088EFC-C62B-8592-7487-9198A98FC13A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91F0E74-5398-95FB-1A34-B742294560B8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85066A1-833E-7BA8-452F-AFC6570C764D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E1F136E-2A68-5B42-9A7D-644C9A5B2D9B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530E968-E6C6-4ACF-D778-BE793130B31B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98B9AEE-8EE5-ABEF-00D7-B689115B5255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1B15CAD-AB2F-DAC0-5CD0-105FEFF369F8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B5B0ED4-E63E-0445-33A4-B1298DDE856F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4C8F1F9-C804-4C2A-09A4-E0AC3624CD91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5CF64EF-5275-B340-9AAE-C1993465888C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BEA7CCA-C7E4-F90D-7F7B-D847F83C7874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88F90FB-4775-7E3A-4354-E080724E4906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604D170-2F12-974B-5EFF-16182BB91642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4E54332-5A99-2DC5-294F-29F78D2E48C8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D1ADFBFD-788B-2540-0527-1AD47A750C2E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ECB351AE-0506-5FC4-924A-F7F68ED9B66E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EFC3F957-3B18-5D23-3592-AE09BECCF691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74219183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140F9-ECEC-6F7E-3F38-59748EFBE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744378F-1E0F-F8BE-A10B-341FEB952A7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5D43382-590E-623C-B549-844F1930B5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7327B5B-B0BD-91DC-3847-4BC592E20E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43B907F-622B-B7EA-3DCD-5A580ACAA3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516B021-AB32-F3EC-6EC9-319B4DFEE8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93061DA-6D2D-E5C2-768C-4972EB9EE1CB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3A21D2-8E38-E792-F0D0-F76C28CA535B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A2069A0-406B-11FF-8F7F-D251D2A2EA3E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30BA1A4-DC6A-D3C9-789B-5F4F23B13D89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56B8102-EE6E-B370-B973-2D755F1542D6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2D12DCC-227E-5AA5-D841-E72DC634E885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ABF8DF0-4DAF-6551-EBC4-0D1E3650C745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F2B0723-75EC-DC58-E482-C88DC5555F42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3130EF4-EE79-81E2-52BB-1A4280A92DF4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A5A8D4F-2988-A4F3-FD81-5F77822DA139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66A1D15-17B2-FABB-71B7-BB42657287D1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1948CF3-BF7D-36B4-9BB7-673366E484F4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0EBC9FD-A097-8E6A-8D7A-95AE9E800E8C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4C2737B-70DA-2E67-8260-CBC10A8675D9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4B94C31-F840-9BC4-080D-BC36930933B0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86927F6-0794-463A-66C4-BB1FFB925ACB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646BBC6-88D2-8E30-4C08-DAA08CFD5818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BE7DEE5-9A59-89DF-D502-16A6684EC2BF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848F26A-3E16-F3BC-D245-9433A2CB1B7F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F695AE5-5BCF-D179-0071-038E8E9C6572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82BABFF-0EE8-F30A-823B-34F73097A43C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6059717-892F-86CE-3CAA-B4D3B4CCF48F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E608FA8-D265-DD84-419C-26CC7A712233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009F624-3A79-1D44-95C1-3738F29EDCE8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DCBDD05-ECB9-977A-401E-FDF543743CD6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E14F7B1-99F9-5341-356F-366E8431C350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C6DD9DD-F530-DACB-4E63-649A71EB8B8C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0049C6B-7681-EEF5-DB8A-22EDB74E82ED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CA120B6-8111-5DA2-9093-8D65921A97C9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16498AF-6E26-6187-7528-EE161326661C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2E18C13-211E-5AAB-F0EC-562B980C8343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8CBE60C-C06E-C6B4-5BF6-ECCBB48F9896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30A28E9-FE7A-C95B-91FF-702364B03AA5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DE35B0D-E4B5-4D82-5913-296C0CFF8C2A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A4EFD0C-2023-0AC1-EE70-782ECF1600CF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CA4E1AF-0E5C-01EC-2CB2-54F8565D2A75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D5A6276-786A-3DEA-8BB7-B70FC9405F38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4738E95-3EBE-486E-02D8-96E45CFB5D69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3A699C8-1D42-2972-8125-78E0BA334AFD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21970F-CC3E-4667-609D-96A1155C3B7A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B339600-6FA3-FF8D-66D4-E07CCB4DB0B2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95104AF-27F0-8697-E9EF-95F0F023C080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E2A5176-8EDA-97DA-F7F5-761CEF46B952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9880C0D-6FC5-D64D-F584-2CD584897EE0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F3D5525-DE40-D5C3-D21F-4ACCC2D420E5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0071702-477A-23DA-FD62-A7A3D325E06F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857B7AB-C595-8E67-7ED3-A4CF66555B5E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A83EDB8-B327-0241-6580-9AA77727B988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5655778-13C3-E5D0-22AE-471D21B054E2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42B8B67-A221-87CF-679B-E2DB1D296CDC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1088293-19D4-592D-8644-EC9187C0824D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DCF1A95-579E-F9CD-9D6E-8603829842EC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ED26E2D-9629-DE4F-722F-8345C0EFA985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DCA1EC4-BECB-02D1-76A6-329811B4C949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EF1C1C6-63B9-DDCB-3B64-200CB5FE0D7D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FC439C3-8A79-3E4D-D797-B1897ACE9678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1FAC8F1-EED8-835D-006F-10CF51F02C97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8DDCE50-B6E6-B162-2008-C3BA442090BA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D3D968-70A1-3DB6-2EB8-E1C4329501EE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8FC452C-CBDF-42FF-9123-F0FA1D583B3C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C0C409F-63C0-F7D5-7E04-2F7ED2F07C99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ED8EED0-55FC-268B-340C-EB7ECD5E7624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9163F40-7D7D-9EA8-9459-5E1513554E3E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F29ABD6-8013-7277-8121-140FD9A40B66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56268189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512CC-4ACF-832D-86FA-9422B5B96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F3AB651-30C5-B74F-5C6A-3FC80CF211D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11ABA99-E81C-2B22-7741-30280ECAA2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5E6BB40-C44C-B950-7E19-0822155494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5B3615F-3788-1BDE-571A-F4CCE1F3A9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8F408C1-B2FF-BC03-9370-45DA726D91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C91D30E-C8D6-1CAE-A9DF-01032629E868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065E76-EB0C-436C-EE71-FE8BE8D5B4CC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B9B7BBA-51FD-BBCB-8C78-74D8766BB076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397B3F4-C419-E69D-06F7-E3C1E55A2C1A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8071EEE-BF41-8DD8-662E-AB3E03E344B3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0C2B3BB-7F36-5B83-2DCD-FFFAEA66FBD5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7455DBE-A74F-0B4C-1242-EDACCBCA2186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B3C6E63-D726-FD37-D481-30101E8D99CA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D5F421-AA2C-4141-1517-B105C2C212BB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9FB877F-7CEB-1B2D-C6D7-BF43816A365D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38A6738-9D8B-1B52-76C2-F2E9D46A3956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2C810AD-936F-5C05-6D0F-4B4D859AC431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76D6B4A-BD90-5ED2-806C-E8129F283204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4FAEC8D-AD57-AB77-19F8-5BD9BB9C16AF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7837BDD-8EE4-C2A9-FB84-1044AAB604C3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8F2521B-9DD2-E24F-3007-3EE51B491D28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24CAEED-CBB8-AF53-93F2-BC583F3BFF4F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0422C10-3DFF-F1A5-6CD9-08BF896070D6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F76154C-20AF-9DA4-9CB4-2389A879395B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957D323-C784-FFD3-CC10-CFEE25705234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143016C-F842-9BFB-DFE4-FDC9F87A0FBC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AD192AE-B0B8-92A3-C631-28479369359F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AFE7FBB-957A-E8B2-4FE5-70A1E9D18B95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58AED06-474F-DF01-0895-11D09E0150E4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B72E4FC-52B7-A128-ECD4-E4B0B661AFA4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2CF4B24-C0FB-14B6-6601-7835D9AEA761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204F3B1-737C-C0F0-2B9B-65BC35E9C471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45103BC-D1BC-3160-05CB-A0D647FA8E79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166F04D-CBA1-D457-4246-1EBDE752221F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20FF089-CFAB-0130-5D74-CF7E1D09EBF0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35A84DF-4D38-FC51-28BB-F43A661DB2D5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C6EB6A1-BB1D-50F6-87EB-63181DD317A9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45F18EF-6504-1523-9581-CF824E5C38F9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5DB2FA9-8DA5-05EE-34B3-7119665F4744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57D1AB2-A88E-DB6D-22AF-57F84B2A9CFB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A930373-02AA-CAEA-7CE8-FFB203C3F788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523EC7C-3A38-9EE1-F17C-C456520AC414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23A503B-7AA1-E855-22AD-0B3BC52956D5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E7AEF1F-7FA6-4281-179D-6479E820AF9F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79C14BE-97E2-463D-1154-178F233584E0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F1C1E4E-17FB-8578-1A5B-B260C5C6F769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D0FC2C0-D439-5371-AD63-6D4F4F5FCDA9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F606773-3AF3-3F1B-905D-82FB1AD45C18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D252ECD-F863-743E-5C39-FD0EA877F9C4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1AA547F-9AAF-0B21-F392-FFB12CAB08EA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28E7A7F-0865-E688-6916-21BFE9BE0E65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9C4F7C5-4BD5-0261-D3CB-849BF76B8BCC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A58DCF3-1117-A75B-E14A-4E305FAB4BCB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D7CD017-1341-C243-F897-5472148735F9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C747D87-C518-5973-36B5-F3EE4D5B5DE8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FC2A3B7-4BA4-136B-01BE-3F285FB9F022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6B6CB5D-1D93-7D6E-039C-526356E823BD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DDD657A-8025-23A3-275C-8B4E93A07834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EBFE55DC-3FD0-639A-4962-A7BA04D1EC18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8AB07DA-18F8-CC59-016C-1E2B0F2ED547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04FA29-D783-79EC-DBA2-FC7AA693F05A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55FFEF2-B10C-80EC-E731-6D54D5D00026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C93C247-0087-CA95-5B59-02536D83DC00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B9936D2-0CFA-1EEF-C48D-C84F7BF1F5B6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E795CE9-B461-C3AF-8BF4-CED3C6A48116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5BA272C-B1A9-1D58-68A8-6C71380C9488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5DCE59F-9432-2C76-008A-774091EA54BD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EFA993B-D70F-2CF5-1AC5-085C44ABF990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F5F2BDF-574C-8E76-779A-63E9D4FEBE0F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67288108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3FCD0-5D1C-9AD3-8009-4AEFAE7CD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E456F44-C943-55A2-34E0-68C23144EEF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3489481-8732-6341-6821-607E9F4409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BA79027-0B5E-B184-98CE-6B30FDE0AC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3F312D2-FCBE-6EA1-8DB5-0BC6157884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E49D568-63F0-141F-F5B9-8F68F08468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3A4FD0B-EF9A-2EA8-0D2D-9E5285B96041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C58050-E9C1-0320-11C0-B36C6EFDB5B2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9CF7E18-8105-FDBA-97D8-9435A567ED90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9B603F6-5D0B-8890-402B-D6049C5C35F8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8B8BD08-8257-EBB6-5774-8A33B1AFA409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EF66840-EBD5-F412-94D2-62ADBF7BDB3D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ABD2D06-3FA7-7D6A-7682-E112367D3C87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62ECE6B-6DAD-E056-02CC-18ACC9E57B98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6B6ED2E-D7AF-7380-D6EE-59271A871321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48208E0-A2F1-8520-FEBC-D9A305C47563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622A6BF-1259-5CF3-694E-DF6A964E71B4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961BB38-C1F7-EF1B-8254-E2AB3939B553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74C94F9-96F2-654A-B8D2-FBA9B2811328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6A6684E-3C5D-4022-F2E4-97BACBFCCF54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3B15C10-29E9-D867-7CF5-1A575AFC773B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91FCB43-F157-3C7C-D623-E555F517FB0F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71EF2E4-9641-346E-62AB-865CE9CEB5EB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1EDDAAD-8B3D-06E1-62E3-14917981C570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DBDDA59-33DB-711F-342D-A08D9D6C9A0C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19CB3E5-7A9C-0572-CCBF-8E66654F743B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FF24346-114B-C073-1D5D-BA2CF1C302C0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3C50588-AC2A-44F5-8F1B-A2BDEEE22217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AD90C6C-63C2-8A33-8935-346FF54A17B6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C2E9853-A2E8-4B70-849F-E0F9C9FD3E8D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431BDC7-A333-1490-D73E-C6B3953DDF25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D7A9BB0-298F-1B8A-4CE9-94CB6943EC72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059DE52-D438-1C21-E6D5-D8C9F30C4C46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347542D-4ACC-1CAE-B4A3-E05BED50F43C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0E7C7D8-E768-079C-239F-49BAA993FA87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26B47B4-B2D6-1AB7-38AF-E694421B4FDE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D6BE972-3A48-A097-3AE9-FB5BC7C69C2F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8E58554-ACAD-B3F4-6D93-AFF5EFA6BDC4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7114F0D-CD6E-6571-806C-43D146E94CC7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B07DC4E-0BF0-1A4B-0A95-1C1D0F0FE8E1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E9E9797-561E-3023-7951-F211CC902990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367D5DC-33DD-3C7A-83A7-D6CB20A19A57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2261757-CE80-92EB-9B34-3403FDC646C7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A11CFBB-CF6E-399A-E895-613C4F448EC1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332A422-332F-0E6E-3995-DA8ABAD45081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9333860-DDCA-415E-60DB-3C79E56D7295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11BB040-8415-C744-AD7A-BD0353684479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22AA3DE-3FD3-DE02-465E-3F2E865D84EB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944F9A7-83FC-2651-DB9F-042E366EF0A6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EF05DB9-B761-463F-7883-2E56F8F9ED18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8D888FF-F02E-E835-81A9-A86EAF831F81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B76FAE1-7DBA-E3CB-60AB-C8197FDBD0E0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2886449-A2DF-3D78-8EB1-A2D2910BE93C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BB2E712-5998-E87A-FBD4-71C553B4B3CC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7D2000B-1AEB-7D54-70DA-0FFC6BFEB693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A9F7328-B850-C517-F811-B65224E30C20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7C79380-FE42-0A61-764B-D9398CBFCECB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CF19E1-AFDC-C2B4-5369-2C53AAE23F9E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8AAC648-AF9B-7E0D-E5B1-6BE12700AFF0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C7A0DFC-46CB-D376-AA8A-9C3F9FA640AC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DE35286-CDB8-11C7-B334-D06A2D0A6387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28A151B-F8C7-959D-9AC3-A054111E449E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7EB07C-AC27-50C7-44CA-BFC4AB882304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3E3173C-5BBF-E45F-99B3-32B038D3BF4C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D16D7E2-CF3F-80AB-0FBE-1F70A512EA15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0B987D-BF95-69ED-F5B9-8218AC30C6E8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B561072-FAB2-2647-047A-11178606C855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AB5D1EA-77E3-085D-6214-C37FA9856709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998B5FE-2FC4-E846-F584-B81654F6DB3D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01CE76C-6CEC-4CD3-228B-83E0D1659CE6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7429645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9839</TotalTime>
  <Words>2613</Words>
  <Application>Microsoft Macintosh PowerPoint</Application>
  <PresentationFormat>Widescreen</PresentationFormat>
  <Paragraphs>2405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Jonathan Hardis</dc:creator>
  <cp:lastModifiedBy>Jonathan Hardis</cp:lastModifiedBy>
  <cp:revision>391</cp:revision>
  <cp:lastPrinted>2025-12-02T00:08:17Z</cp:lastPrinted>
  <dcterms:created xsi:type="dcterms:W3CDTF">2024-03-19T02:13:08Z</dcterms:created>
  <dcterms:modified xsi:type="dcterms:W3CDTF">2026-03-09T22:40:57Z</dcterms:modified>
</cp:coreProperties>
</file>