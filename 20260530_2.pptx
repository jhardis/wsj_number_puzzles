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sldIdLst>
    <p:sldId id="457" r:id="rId2"/>
    <p:sldId id="532" r:id="rId3"/>
    <p:sldId id="531" r:id="rId4"/>
    <p:sldId id="533" r:id="rId5"/>
    <p:sldId id="534" r:id="rId6"/>
    <p:sldId id="535" r:id="rId7"/>
    <p:sldId id="538" r:id="rId8"/>
    <p:sldId id="539" r:id="rId9"/>
    <p:sldId id="536" r:id="rId10"/>
    <p:sldId id="547" r:id="rId11"/>
    <p:sldId id="548" r:id="rId12"/>
    <p:sldId id="549" r:id="rId13"/>
    <p:sldId id="550" r:id="rId14"/>
    <p:sldId id="551" r:id="rId15"/>
    <p:sldId id="552" r:id="rId16"/>
    <p:sldId id="553" r:id="rId17"/>
    <p:sldId id="554" r:id="rId18"/>
    <p:sldId id="555" r:id="rId19"/>
    <p:sldId id="556" r:id="rId20"/>
    <p:sldId id="557" r:id="rId21"/>
    <p:sldId id="558" r:id="rId22"/>
    <p:sldId id="559" r:id="rId23"/>
    <p:sldId id="560" r:id="rId24"/>
    <p:sldId id="561" r:id="rId25"/>
    <p:sldId id="562" r:id="rId26"/>
    <p:sldId id="563" r:id="rId27"/>
    <p:sldId id="564" r:id="rId28"/>
    <p:sldId id="565" r:id="rId29"/>
    <p:sldId id="566" r:id="rId30"/>
    <p:sldId id="567" r:id="rId31"/>
    <p:sldId id="573" r:id="rId32"/>
    <p:sldId id="568" r:id="rId33"/>
    <p:sldId id="569" r:id="rId34"/>
    <p:sldId id="570" r:id="rId35"/>
    <p:sldId id="571" r:id="rId36"/>
    <p:sldId id="572" r:id="rId37"/>
    <p:sldId id="574" r:id="rId38"/>
    <p:sldId id="576" r:id="rId39"/>
    <p:sldId id="575" r:id="rId40"/>
    <p:sldId id="577" r:id="rId41"/>
    <p:sldId id="578" r:id="rId42"/>
    <p:sldId id="593" r:id="rId43"/>
    <p:sldId id="579" r:id="rId44"/>
    <p:sldId id="580" r:id="rId45"/>
    <p:sldId id="581" r:id="rId46"/>
    <p:sldId id="582" r:id="rId47"/>
    <p:sldId id="583" r:id="rId48"/>
    <p:sldId id="584" r:id="rId49"/>
    <p:sldId id="585" r:id="rId50"/>
    <p:sldId id="586" r:id="rId51"/>
    <p:sldId id="587" r:id="rId52"/>
    <p:sldId id="588" r:id="rId53"/>
    <p:sldId id="589" r:id="rId54"/>
    <p:sldId id="590" r:id="rId55"/>
    <p:sldId id="591" r:id="rId56"/>
    <p:sldId id="592" r:id="rId57"/>
    <p:sldId id="594" r:id="rId58"/>
    <p:sldId id="595" r:id="rId59"/>
    <p:sldId id="609" r:id="rId60"/>
    <p:sldId id="610" r:id="rId61"/>
    <p:sldId id="611" r:id="rId62"/>
    <p:sldId id="612" r:id="rId63"/>
    <p:sldId id="613" r:id="rId64"/>
    <p:sldId id="614" r:id="rId65"/>
    <p:sldId id="615" r:id="rId66"/>
    <p:sldId id="616" r:id="rId67"/>
    <p:sldId id="617" r:id="rId68"/>
    <p:sldId id="618" r:id="rId69"/>
    <p:sldId id="596" r:id="rId70"/>
    <p:sldId id="597" r:id="rId71"/>
    <p:sldId id="598" r:id="rId72"/>
    <p:sldId id="599" r:id="rId73"/>
    <p:sldId id="600" r:id="rId74"/>
    <p:sldId id="601" r:id="rId75"/>
    <p:sldId id="602" r:id="rId76"/>
    <p:sldId id="603" r:id="rId77"/>
    <p:sldId id="604" r:id="rId78"/>
    <p:sldId id="606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7"/>
    <p:restoredTop sz="94591"/>
  </p:normalViewPr>
  <p:slideViewPr>
    <p:cSldViewPr snapToGrid="0">
      <p:cViewPr varScale="1">
        <p:scale>
          <a:sx n="118" d="100"/>
          <a:sy n="118" d="100"/>
        </p:scale>
        <p:origin x="96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5BC9-F141-6BAA-B5A8-0D0A762F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B33A2-9F81-88CE-6FD7-B32C0B64B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D8930-C50F-5E40-3C02-B7A9479D7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5C27C-6942-A88E-CBE2-2FB5044F2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98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0F07-52E5-2586-F9E8-BF574859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6B1E5-B136-7FCB-AE81-54525491E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F8E7F-B23A-5445-7E29-7CB0D4754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37756-C163-7124-5A45-FC1DBB43A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09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A6C34-DA5E-C6A5-446F-592DF82F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AA9AE-F0FE-A6F8-9198-39C198D2B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5D33F-91D8-E1C8-33F4-829CBEAED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406B5-B083-8915-F9D6-F45C0E30B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40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3194-DDB7-744C-9638-A4F860CB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DB095-58D6-944B-368D-6EA717DAA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EBCCE-4727-A649-784F-7C2DEB8E3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85108-0B28-6FBF-EDE3-18F2433DE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41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7117-AA8D-B47B-177B-01CA74BA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B37B6-DED9-5837-63D8-2392FE739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49AA1-2B18-A90B-10B1-55D8BFF60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5BCA5-C025-C6C4-6363-0CEE252AA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34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A512-3CF1-C9DE-E8EF-E9493118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6D787-CF25-86EC-6C28-D2AF22434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16556-99D3-F0AB-7AF6-E0EF3360B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FE8D1-C7B8-05AD-E9A1-8FDE68D1A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29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A0EE-D1E2-E372-D78A-80FB4D7E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28B35-80A2-74AA-68ED-A7ADD4CCE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67090-1CD6-02ED-CF36-319980872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1714A-25A3-E5F4-697A-1542EC4DB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17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B8E4-D1DC-04AB-7D9E-CC08B477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DA371-94D9-197A-70FA-785E95249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06B83-4530-8868-0A3C-AA7EB86F8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7222-B6BE-0ED0-3B35-2C504EF8D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6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246E-613B-FC24-3DD2-C843093BD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E557F-7BDA-E0F6-9580-1186ACD32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02DF1-02D2-5EB6-1363-ECCA981AE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BA40D-3D4F-13BC-BED4-E8D3B4E70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58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E8A3-6E13-3924-D0B4-3D9F2341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6664A-C838-4A88-5E84-9CFE82BFC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A50F4-CB07-47C5-12FB-AB1BD34FF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19A9C-B47B-D35E-1B2C-982EDC543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16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D08A-CC88-E9A7-8234-59FAD7E1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5D18B-DB83-3D3F-D1CA-96D8DBA1E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A5BCD-79BD-5D0A-B3E3-4F30510A9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D5479-4A14-B2C4-22F1-D92B11979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89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1CB3-7EA5-ABAF-DC51-3DD48DDA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F8ACD-DFF3-9B0B-4E30-FD532ED78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56DE8-0134-682A-AE89-6B9150F25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E051D-A4FD-731C-6750-5C051A688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63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A818-EFCE-0EC5-D072-4AB3FB14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8413F-A1F9-583C-D01C-4A69C213E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964AF-C379-661C-C7F9-4028E89E8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D7AEB-C796-08E3-A500-865F81AA3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0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1262-F48F-FACE-995C-2E85D6FA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918F1-A6D4-75DB-BB6A-87A7C2262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01C69-9E9B-4FF1-FED4-D5A4BE99E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0B3B6-B552-1A0D-B53A-B970BD22B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8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F95A-0484-9A42-86B8-C0CC8571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D4683-B2CF-A9CA-A891-9B75E88A0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F4E62-B1A3-1372-E3D1-DAC1A0430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129DA-D241-B7AD-755F-047BE9289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06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6A39-4C83-EF93-FC6B-CD691624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8C2AC-6F3E-3FB3-5275-E6E7B537C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E90F8-AFFF-59B0-13AE-5D38271A5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5CE3F-205F-205F-6873-4725B9AFC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11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4DC4A-C8E5-B5C0-19C5-0908AEE44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A8B9D-80E1-68C9-3031-0E9F6AD64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25572-30C1-B1A3-BE75-E2C38AA45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B970D-3713-EC89-E38B-B333DAD6C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47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6BE08-4251-5365-3D1B-E67274A6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8C076-7859-D9CF-2C91-17E27650B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6372C-CEE3-9B31-7B1E-8402D6716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C9D5F-2B0D-7C67-C080-0F3144897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71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4543-63BE-9D95-8C5A-6955DFFAD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5268A-757A-5439-1E06-F9EAD05A0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CF734-F14E-940B-8D46-B3FF78723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8F6AC-CD80-C908-DDAC-FE4009E1E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02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111B-4B20-3DCB-74EB-9D49FF3B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19414-5A3E-1BB9-2892-BB3ECA7B2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ED10E-F2E2-ECEA-CF03-9F115E7CE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20D0C-6226-0C9B-F900-7C8D8CC62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80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6A3A-E415-8AF4-2FA9-047BBB2C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A7E75-A029-9CE9-D957-E62F0BE90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6B7AE-9EEB-0CA4-CDBF-D5B8E9488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15E24-ED1A-93D9-F590-4ED1A4377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702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C8D3-2A53-7757-5E58-4DC5F282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AD2F4-1D7C-BB9B-BEA4-2B0B05332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3E935-74A5-ABA7-DEBF-2AF13E38D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E8945-E5B6-995F-CFA2-9F8F89DE5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18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250B8-CC82-70E7-CDBC-70E25CCA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62C4B-4C00-3598-9323-4CF9F6680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AB12C-6FAA-A98E-BF36-DDA7895FE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4F4B2-3B3D-D0F5-D1F9-812BCAF3E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51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5906-88F1-424D-D9A3-AE49DA70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7F0B1-7573-96E5-929F-ED2210D0D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9C160-E2A9-EC40-ED53-2ED5CBBB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117AB-9F7D-1852-1589-9B4E77CFE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27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F0BF-0BB8-3F4E-27F5-167F2ED0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C9679-478B-0195-18E3-878A4FE65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DB6C1-5897-BCB6-11F6-00021A604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A6246-6E8D-88E9-DD0E-E229B334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261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A9D7-5594-6823-34A4-20747517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93542-F800-D422-033E-32A1FCECB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1FCDB-AAA2-004D-DF05-7491406B0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AA2B7-F808-A785-21C3-5C3B9495E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383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3930-2C00-BE0D-64C0-C854BDF9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6EFF3-2C51-DB55-F1E2-71AF70FC6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29DB5-1D8B-F648-EA26-038CB4C2B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24485-BD44-B1B4-771E-FEBBD891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492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ED93-D84E-4CB9-AD85-65D371EA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B2E85-E925-98A9-D338-E5333A31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1F587-0A03-9149-F595-DFCA76DC0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C2FF6-D4B5-E560-640B-95981E1D7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945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C3755-B59C-6724-B914-14338080E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15DF2-418F-149B-265D-C3D4EA8C3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8E59A-D1D4-15D7-E501-F3773C1E6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E571F-7D81-5656-BE61-BB248AD7B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433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36BD-8ACF-9C3F-D1E7-7A696800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920D4-6F25-262A-E4F2-8EFFC5DF9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5A725-7C5D-E8E6-97EE-3385418B9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6C266-FED0-310E-1B28-81B2C2EBC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65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2303-21FA-20F5-F4DF-6D864B28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AD402-E1C6-B6A0-2F32-1139052DB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7509D-8C89-8160-C3E9-EA4B05D4B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B3FA0-0D40-3016-9AFF-3D46F90F8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242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764C-F457-26C2-426E-7438B694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9428A-39D8-DB6B-A3B8-4667FDC22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96D3F-5575-F75B-F2E0-AF3C0C722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D195B-980C-049F-BDF6-5130A6CB8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548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4FEF-CB0D-355D-ACBC-C4FD5D5A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AF07E-FCD3-D54B-D5DB-3E7FDD86F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97511-3CD1-2B07-21AF-290D475C0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C9B1-9179-3207-1F6D-EEAF5A2AA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592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610F-0301-D822-3755-8302F71E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BE839-2FB8-5EE6-DC58-CF8B7EBBB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BBE3E-B547-8060-60BF-ACF424347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95A5E-A563-7462-C275-8CD3603E1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47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DB87-2820-18A1-14A4-2AA847E42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90C94-532D-52E0-1384-1D5E47B5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709CE-B029-9931-D45E-70A96232F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125EF-9108-1246-435F-BF2AB3A4F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241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1D500-7331-4F0F-8A85-E810D80A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B19EF-E461-4FC0-D4FE-A5F63BF7F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6743-789B-9234-3CAC-BC74139AF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F0E23-D4AE-74FF-525C-ECB1A8909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861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BF86-3C7E-012C-9263-2ED3AC61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C1145-7270-9224-A9D9-8DC851B83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BAF18-6453-7C05-595B-EA03B95EC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7BA2-F507-9315-AC8F-CEBD42BEE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450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0EF8-8934-BBE1-7628-B901D209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C3BA4-7F65-3319-78BC-F11502D42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9E40C-5864-DBA2-AEEE-2C6B54CF3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00959-E7B8-2188-89EA-D203B5984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936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9203-49D4-15BB-0985-3895F788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63D0F-67B5-5960-169D-FA898DEBE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6E73B-A5A1-025B-96CD-20A7610A5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B7C1E-63C6-CEE0-5FC0-E7366CFC2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941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306A-8AE6-36B6-5107-D71E9411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9CB16-47A5-B60F-A765-CE752F54E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130BF-28A2-2BF6-F890-0AB20AB39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08D4A-1E68-F8E5-FFE1-390331212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994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B53A-CEE9-840A-B9CD-F4BA63EC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C0E78-965F-5E82-7441-8433F87BB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E7CB9-3FDB-2F6C-841D-C46C1616A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12B16-DCE8-7DE4-0E06-12791DE11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281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46F46-378B-28F4-E019-CF8A6A7C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964B1-1103-9134-879D-FD72F288B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69F23-7C58-87D3-27BD-28A88429E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2DABB-655A-8E1E-4587-BCE3CAC1C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994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16C7-12CF-71CE-F71B-C75EEBE5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63F41-5EE1-7123-85E8-F07C89255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FF9F7-7DF0-0DED-FA8E-700E0D963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B711E-B144-90CB-9B01-F0BE05650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088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9E31D-66EA-1FC3-969F-6CBF66D6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814D7-87F7-7F1E-6EDA-CF665AAC6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36792-F774-3E67-5BA7-0AD87407E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957F7-7DE1-6A69-2A36-9F041A6CD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889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4FF9-14B6-45E0-D057-0F17490B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A5B3-220E-D049-2E7B-76D6535DC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7B998-002B-28E8-A1E6-B56DC4997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BE1C5-A670-03AA-CDAA-3C1F9D060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376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036E-89AB-B3B5-D184-EE6ED9AC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14C60-CE38-2055-18E1-8555BE411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25A5F-DD8E-E5F2-E19C-758589758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A7BCC-D1B2-58CE-8950-EFF24CCFB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595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2ECB-8EB7-0B4A-A70E-16E0A348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B8143-100D-9A16-3181-F0D1B7D6A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21005-C2DB-4EC1-3320-118A0A152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79078-9445-9DF1-5D05-1AB1E1195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064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8037-02E8-EC30-5B2B-71E13306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9906D-1623-ADD3-F7EC-1A7404E3F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6C3A9-ECC8-A3FA-1C62-34A1FEA27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3F54B-B618-5E01-CF94-E7DE9AB94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283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1CD51-C4F3-DF0F-6C13-8322566E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4227D-823F-BEF4-C21E-C026FA312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DE1EF-250B-00A6-1379-65EBFF872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653D3-EEDA-6903-643B-E971AC8AB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355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689FD-027C-7EBB-ED46-02B85FB4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E858A-1615-2D77-9799-62937B9EB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FB311-A8B3-FC54-701A-B75E04BED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3035A-AECF-8831-2E6F-4E3FD8467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718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B0D75-8222-1042-C87B-F9DC1602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8CB12-9CE1-31B9-AEFA-CC63925DD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E56D6-295A-FD82-7B8A-ABE18D102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450A4-293F-CC1B-D5B6-0E1E4DF55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239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A2FA-A778-2AAF-BBC2-6617CC0C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BBE36-B877-CB1E-D8A7-BE3CD02FC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D2C46-42C1-5782-D14D-12E2445AA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E95EA-E271-1152-CDD9-93CE5375E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620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A59E6-F43F-744D-2E85-197F337E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E671C-0C92-4227-F32E-90822E64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39AEC-266D-32B3-383E-4EF9E4916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E4D0D-75C0-CF99-50D0-B0BE37B97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984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AF4D-1A25-FF1E-C766-2DB4C3C1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46899-6EBD-1D3A-BA36-F8E936CCB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A5468-CD08-22B2-DEFB-6556C5E9F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830DD-82FE-F553-47CB-7BCAD8BC4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1950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16FE-B69F-ECEF-1011-15AB3FE5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A9D2B-FF4C-93B9-1FBA-F7AD8E47A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78856-216B-4E95-6A7A-5A6B0DF34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ABAD8-A83F-9D67-AE30-949400803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464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693B-A02B-30EF-612A-7FEC45A1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103C1-1228-767B-5F75-66C859AEF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C4E0E-B89C-CBD3-FFD1-4D79D4F9B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4FCD4-9A9C-8232-875E-A184DAB86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305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DE21-DF23-0C84-FC85-00E12E1B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E5A8E-F557-B6EA-7DF6-2E2898AE1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EA579-881B-9340-545F-16ED785A2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0F6D6-F514-BEFA-2BAD-516E8ECCB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107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57B0-0438-CBA0-A03B-40BE7091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03784-785F-6453-2A6C-3DD8CFC64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2EAB7-F89B-25B2-EACA-021B5D139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C633-2B5B-D186-DE2E-C897A188D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403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C1F7-3969-3AC8-4AA7-382822A2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5D6BC-1D2B-2A54-FCCA-B02EEAD5E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8E3E3-B6AB-9760-7327-1DAF37839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360A0-A53E-8974-FD9F-5A94CBCC6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6364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D127-B780-49D3-DAC4-52D46839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16C94-5CB6-405D-F642-AD2A6219B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53885-2095-CF2C-019E-E0106507B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C103-B302-FA55-D0DB-007BC290E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338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C152-9F2A-2091-C67C-33DA59A1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86508-3550-CAD3-BB60-B17FBC58B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9B1BB-A76F-2EFF-860A-CEB98B1C4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76A9D-E6D4-14CC-755C-11DA47779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751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061F6-0153-CEF0-B552-D65E2FC7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F797D-E74A-213C-4E43-086819083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7CBAE-A5D5-1F2D-DC23-67DF08C76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48B3-DF73-ED6B-A400-18DBDA695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2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5C6B-E483-1FFC-2686-33039D67B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3C55B-27DB-FE3D-CF04-B890389D2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0CFD9-B29B-8CDF-5462-BCB671F62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DBCFA-1807-50AD-FBB5-481395067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564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7B16-1F9C-2EA5-77C9-5D04FDD6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39C82-9A03-A9F6-6B88-005174B3D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C54FE-046F-B52B-F4F2-0E870EDB0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74B2A-985B-BB40-EFEE-2FAFFB49B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4705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A5FC-367D-973E-377F-FE209326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F166B-6371-3E96-1B2F-702CC6EF0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7F964-8406-FB33-B80A-1595B2A5C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8F608-CD1B-7C0B-68CB-493250678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314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3E6A-F64C-CC8E-BDFF-FAC412B3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A4EA0-016F-2CF1-114D-E97D1DC19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0D29D-0160-266B-C06D-A0CB654AE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32165-74B1-B6F7-D42E-1CA89E763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700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2B24-94DE-0EA4-8BE9-568FCAB6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A6196-C70A-31E6-23BE-7F78453A5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D9D09-1CD6-6B8F-05A7-6C49C8F51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415B0-DE11-3135-04A8-1EAAE383B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0047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235A3-86E7-1210-9E5D-13CC3F1C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364EC-3734-D37C-27F3-7E94C8FA0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14EB2-B967-3155-ED66-37CF24088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1C736-AD4B-BF5D-30AC-CA64DAE1D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0973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BB8D-6246-ED17-ACD4-CDBF3A0A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F491F-51C1-3638-FE7B-C2B763602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FEB27-B5A6-6FEA-5566-8DF2B98B1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7B93B-DA95-2040-5D15-C0B2CF2D3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893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B6C8-0BE2-0393-6C12-B957E2B6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62501-BEEF-F155-60BD-6D69432B1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78AD4-2D1C-8611-41E1-B94D1B6EF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F3BE2-96A4-B487-D95A-1703736BC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316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BB2F-9663-BADC-7DFF-E476132C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F545D-D8DC-FF69-E5BB-B4E88C072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25D9F-BD8E-1B1B-6D40-32D43145A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92373-9F46-DD0B-D8A9-0793006F9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2124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CFD9-EECF-5FC9-E592-129BA7E2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F8917-F3C1-C7D1-2775-60EF7115D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A4E12-8A7B-FB67-3952-55A30E7F5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ECEAA-2C73-F083-C479-3E8C8CD2B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613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7A75-B76D-357C-6744-C606C188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16F80-F8BF-F40E-B648-ECDF1B815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73E88-8CFA-7D1C-3B66-2EBAA084D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D47AC-084B-53EF-F797-B5FEE5731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1901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321F7-B97A-C8BC-2AFA-6FF6E800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25205-BD98-11C2-4B97-BDA987D77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995F5-9D5E-2777-29BA-A53783E0B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33F53-810C-7A74-FF7B-F904CB835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2608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E43BE-4515-78B1-C6F7-57286F3F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EC949-6FBB-6331-EEB5-0BA352B56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1FD0E-FB39-3AE6-DE83-9903693CE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1C4B3-17BF-559E-C73B-83B8E8D08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0349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7862-EC59-AA8B-283F-6B48B0A2D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716F1-3849-EA78-9070-B065583CB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22633-508A-F73B-A322-7F249AB50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BB5CB-40F3-4D30-EACC-A1CB31102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5987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0531-16CC-7A98-DC0D-7F60E041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54D84-0437-53E9-FA06-499319D46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F1251-A7FF-A07E-0CAE-BEE63FA42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8BA4F-F7B6-0D95-FA65-68348E497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5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AC8213-55A1-86E1-E11F-51ADCE8214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69393"/>
            <a:ext cx="4543224" cy="502861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6287C-7F9C-7D0D-4831-F888EAA13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5FA48B-FC08-55FF-37FC-5DCCF3CD13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(6)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8EDD84-58D8-88AF-DDD6-8AC5CF2C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F3E77A-E516-279B-EE03-B95CC6A1D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3B2188-BCCD-E492-22C0-094319CC6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11D523-A912-4798-F864-3C7F6DEC3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482823-9FE3-62BF-01E1-2694D52FA5B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4A8CF-64F5-FD7B-FE87-A967D481DFE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225634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BC67B-75BA-733C-3A49-07DB78CE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E75887-65D8-AD81-FFF4-F9390268CD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(5)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FAEA61-EB7A-7FA2-3960-B31A21FFF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FED6C8-CC0D-CA60-8E83-059DBD2C6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8F0608-0C4B-4DF6-0F5C-68B21541C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D6A9C8-4BDB-7C2C-8D79-8E67DEC60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E602DF-80FB-3D9E-679D-DEE5B7147D7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60130-7042-5DD1-B857-3D8AF2511C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FB466-5A25-58A6-0085-7247F24EA80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D0A81-7043-9995-0761-92706A28701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120076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BB5E7-E63E-E09D-FE99-427F07E9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77280E-46BF-1512-1FB7-DDA6A077BF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(4)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5D29E0-7B5E-198B-98CC-4E86173E4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27D7DF-F4D7-96E6-FD72-37EF3AB76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353448-7619-FE63-38D0-11E3A5614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464F15-E2AB-1F63-91ED-4B1B37CB4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A86728-4478-88C2-E9A9-EE50C20F74F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0721A-0353-3717-4997-098FDC8DFA4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9CAE-977B-C198-DF49-DFA264EA8FB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CB688-ABCA-21C1-6A70-089BDB54806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0F99C1-3AA2-C58A-B2D8-04B17BB05D6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6E470-87F3-87EB-CB95-1EEC8FFFF8B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72625-E0AD-EDED-42E7-FBE3FA9C497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65A6F-11CC-957D-44F0-EC81DAF86C4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56F97F-B22D-D50B-C171-3A30FE5DB7F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5B0159-490F-1D48-CB14-34E0AD9A62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2F5281-2EEA-AC51-700A-DCBFE7C734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960EDF-A720-0858-9443-8FD74AE3E8A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</p:spTree>
    <p:extLst>
      <p:ext uri="{BB962C8B-B14F-4D97-AF65-F5344CB8AC3E}">
        <p14:creationId xmlns:p14="http://schemas.microsoft.com/office/powerpoint/2010/main" val="2561024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48BD-CFED-FE05-5AAB-8D59C457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A17B15-AFE4-677E-FFF8-E17C938605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BB08AD-E401-8529-2934-D3B2A1CA7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3B2F47-0748-77B8-8644-271051BC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257F1E-285C-F290-6794-7D165DBFA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A6AC1C-3BFB-8347-F348-C6C760A69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4112D2-0EC6-DC14-C109-A4E0190FB64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E9D8B-96BD-917B-CFE6-237D5C7F0CF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E1F43-A039-3274-9813-9AD224B0631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9F33E-0502-525F-BA45-4F12C77C9BC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79C16-BFD3-F803-C235-33DACB0466B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0838D5-1E14-847C-E58B-E8F82DB2E35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C8B36-14C0-2863-87B8-F68B2B90CE6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BF7702-6AAD-0EB0-BD09-5C2AF547EA0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3BB6EC-C394-84F2-3DE4-154DAA83FD7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871DC-CF14-1221-9848-9F12D81F435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7A14D-EF8C-10B8-431B-A732C020090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DC9F32-A301-C4F2-0198-0ADF76A002C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</p:spTree>
    <p:extLst>
      <p:ext uri="{BB962C8B-B14F-4D97-AF65-F5344CB8AC3E}">
        <p14:creationId xmlns:p14="http://schemas.microsoft.com/office/powerpoint/2010/main" val="429128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B71C-7FA1-F0D2-C4C8-60A0DC06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77C3D2-1D38-39E4-2D1F-C6AA321479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(Can’t be 28 because that would leave (4) in right center block with no possibilities.)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6A358B-C803-D0A6-E692-2D9AF9D1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B3C3E2-CD0E-713B-1478-FF67EC9CC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BEB39C-F082-3787-C56E-98D53E914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5E6072-577A-F229-33F4-77A320FB4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1B54A9-21C5-909F-0133-4A7DCB836C6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3EFBB-B0FC-19E4-C034-7CEB2100B45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0D835-6623-E813-4265-51BBFED2F77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1CE4A-C181-4D9D-B0A6-CB27F738B6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3DA5D-5311-D5BC-56BD-216F2750891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B3B53-2A26-6E40-8EBA-74261BEE102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F98A1-37CA-1289-EB5B-C17B5FC4E16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FFF456-DA1E-F941-2C19-5210686ED08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9D84AD-E7E3-B181-7780-BE30072833B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A68DE-C813-D3A2-6122-521B1C01AE0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7E590F-8974-0C31-9070-C5AB6C630EE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65797-A2F2-0A2A-3A00-427C7C91E6C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</p:spTree>
    <p:extLst>
      <p:ext uri="{BB962C8B-B14F-4D97-AF65-F5344CB8AC3E}">
        <p14:creationId xmlns:p14="http://schemas.microsoft.com/office/powerpoint/2010/main" val="3999387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0C31-3980-AF7B-9289-EB8DC68C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6F8B27-211A-BF89-1BBB-4B28632062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72C674-8AEB-FD47-A664-AD139C8F2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55762F-F0FC-76C3-8C24-ED94EA194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1A4132-8DC0-9BF1-F273-171B3C3B8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CAF520-7702-A091-A733-B17610A2C8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C32BA4-D9B7-1C54-171D-7E18122BBAC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072BE-5C00-1816-9088-236EC6BC80E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2B7D9-DA6F-5C9C-D9FD-73D59C68852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6FC719-F13D-0E0A-2859-C19DD5E45AE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B94D3-0593-D49F-F833-31AC64D96BE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1E0A2B-DBB4-ACE9-27F7-B69706FA40E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E231A-30BF-3DFA-4488-95D510BFE5D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1B3728-1FAA-D057-786E-A673306A2F8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F4185C-6E4F-757E-6536-FE3A1B7E40A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CCBA31-9BE9-23E1-73B7-E5304DD5856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D67D7C-4238-F007-0F2C-B0DA464C573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39F57-84FA-0729-906D-8EB94047651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7189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6B44-73B5-258F-260C-4B8A3C46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C72184-FC7F-BF61-657C-375065354D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214D4B-9905-6DF3-8783-FCE2DA61F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0A0243-EBFE-8B44-A37E-30CD05CBE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5ADA2A-B4C0-EE5A-B862-B0F4552B9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D34931-3CFF-DDBC-01B7-EA6940873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ACD435-45B7-23C9-EFBF-B570E153806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2B678C-0593-C3C4-22DB-429783F812C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87C884-19FA-EAE8-D176-66B1F7352FE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B5062-B25E-CDED-FA3B-9CFAE673DD2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749183-FCCD-93EF-1768-DE30CCA1615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D84DA-0B8D-C6B3-868B-9CA843729D3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9A280-B569-BFE2-6BDC-B976EC3D9EC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040205-8C33-6755-D61B-F794E6E8463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38146B-E1E6-0EA6-70D8-EDD6CDC3676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196769-28E7-7964-FC1A-AB62DF6F0EF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0EAD9-A739-CF04-739C-E9970B4198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C9D14-3309-DA6D-D19F-D5899993AC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4176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815D-B9BD-8755-B28B-8ED996EE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91FCB6-06CA-3DCE-0EF9-936F94E5E1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2. (One (4) must be 14 and the other 28.)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16933F-33D5-36DF-E736-82EA31046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8B8CCD-4FCF-142C-7AE7-4486F8FCA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8EAEC0-4993-116D-7874-DB7530ACF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F0035E-4D5D-9764-F28A-584C431B6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7AFA63-3487-0942-46EC-2C8DE285618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54277-3360-640A-6BE8-3A83F1FE058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6CBD72-85E7-BC24-3F9C-57858F985B0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91845-36B8-2159-C662-C0C7A8B6A94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A46A6-AA42-579B-6597-EEE75274B0E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90FD4C-FB92-863D-D546-419177F49E6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528AAF-A610-AE98-1CD0-69CD19C6768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569D4A-59DF-7D5A-A9AC-40809A6509D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92C344-97FA-B2E7-1403-8069B897EB5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F4A9A-BE5A-DEA8-D241-11F1604E86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77C02E-4C7E-A509-E276-4C7CE17E5AA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AB036D-C22C-B737-5221-44ECBA7AAFF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77CD41-8CB2-5DAE-3D1D-9D58BFF5892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3E7EF7-2D01-1F4B-7729-FB1590A36FA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4BB855-1A85-7C26-84DF-F96E499D3D7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2D066A-7C46-AF9D-9443-6E917A6F36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6CED6E-2F7D-BCA5-9AB0-A4D5274326A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591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23175-952E-5038-357B-B752D1BC2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ACD72F-CE36-02E5-4CA5-BB7EF959E2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(3)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20A4C7-414A-0121-D017-366C4DB68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CFFD7C-98A3-006B-F22D-BA47CD403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06E4D9-449A-DD0B-32D2-E4CCB6224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CC4E8C-A2CC-BB2B-2091-C2A9FD2FD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435318-4D82-8A9E-CD89-2F7395479D3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D157AF-3E8A-5278-DBEF-A1FC8B919DA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936E45-EB4D-7A53-974F-1E0EAE7AD14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EF7A-D130-0DA8-8FA4-468B4138F93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A6775D-A467-71C9-350B-4F73840DB8B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6C4FAF-6D8A-21BD-99CB-881D8BE27B1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2993D5-886C-BFC4-94B4-B688DAAD4C1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59445-E898-A4C5-9C71-364405E0CD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A9206-60B4-C7FC-5057-DCC77640B4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80FEC7-5A3E-3F40-A21D-BE0979275E3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DD4171-F6F0-40DB-72D9-24A948AE39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67476C-6209-06EF-17E8-C0B4A118189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E1D8A-2DAE-8705-C95B-00AA90FF6A7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2AB26E-5366-1BC8-C678-932BE2A8DBD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F027DC-1A31-107D-46EB-C1D01C269E8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103D57-5D4D-4F7A-D587-A20106D4C9D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D90A5E-6DF2-3D17-44BF-A08126C9533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8C9913-84F0-8AD8-5605-DAA406FE297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78474C-B30D-777A-8E56-B311989A7AD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6A5C38-EC26-E825-FFB7-A43B90B4605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8C1322-50B3-3D32-F200-706A100CAA2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7B47FF-0077-0A78-D918-E7CEF77F09B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4F204-FC24-1040-E343-F4F08EFB37C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B3DB78-1775-82C9-BF58-0A9BDE6703F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A56883-C3CF-C5C9-AEC2-F780CDFCC07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E2F192-342B-97E4-2EDA-8821A662934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72DEC9-1C32-7B84-9EFF-ED680A62FEC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24C3A-7D71-B28E-AC5E-20210957CE9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BFBAD4-2779-298D-7666-E7C256C9F3C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FCF695-7B28-17D0-000A-707301B40FD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</p:spTree>
    <p:extLst>
      <p:ext uri="{BB962C8B-B14F-4D97-AF65-F5344CB8AC3E}">
        <p14:creationId xmlns:p14="http://schemas.microsoft.com/office/powerpoint/2010/main" val="155710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84A6F-0C54-6E71-4242-D8521FB6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F8497E-9AC6-411E-E712-2C5C6A5DE7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6D5047-CFF5-4B80-1C3B-6FFF774E8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64607A-60D9-3F42-CC80-519584427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813C46-2308-A49B-5374-3D9A81EE4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703F72-2D91-52B7-2017-7D245510D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874CC3-E864-871A-309E-C74D46AA085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FA017-244B-7170-B19F-8C87510885C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8DB7E-10A5-C627-40B2-07551A15253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1136A-C9C4-3D77-B314-A7F8F7FC387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52033-3A0C-4375-D0D7-4120D7C1E97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8BFDE-7E6B-ED4F-DC07-3A81B133244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D8231B-099A-9811-FBCD-4ADE40EC8B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CE4C8-DF42-7837-F31D-99929467A30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0A081C-6BE5-10B7-A5D2-31E2FECF553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464222-2C2E-AAEA-274A-5BF32624674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61D27A-75FF-0477-2E6B-D1CFF1DBB9C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2B5DC6-2347-E40A-AC83-389C0019C58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E36B96-5748-4AFE-BA13-9595FB58C63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7B531A-FE9A-B4B1-B29C-E5DA5655A34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B1272C-F291-5E4D-52AA-4F72AC384D4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C53066-F404-BD1B-4FF4-DC182C56B83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F74384-D432-386A-CFB4-B7447C8CEB9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3C2BE3-E2DA-6EF5-98BB-9A4634B2EE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E73CF1-ECD0-F54C-4C20-CB52B8263ED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B81DF-2D3F-D736-8978-D5338B9B282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74502C-735E-D8B0-0884-BD6824BC64F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503375-8D0E-0C4E-537A-151BA072B22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701580-1F18-D2FA-DFD2-65A041812E5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FADC95-5748-504C-29C6-0D2CFAE348B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E517E8-A593-E187-1694-C467C0B5760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D1A324-EBBD-302E-FAD0-18ADB0CD841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56CB06-4258-A5CA-9B63-B61C2E11841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F8EAE1-FB53-4E13-5B64-457D39D8597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6F242E-04A3-F46B-1FA2-F40C7616BD8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2ED0B0-4132-BB05-93AE-E6C10E3A51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</p:spTree>
    <p:extLst>
      <p:ext uri="{BB962C8B-B14F-4D97-AF65-F5344CB8AC3E}">
        <p14:creationId xmlns:p14="http://schemas.microsoft.com/office/powerpoint/2010/main" val="1845177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E8FCF-A7DA-A638-0415-46B2D51F3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AFFDA9-3FF0-4E3B-0AF6-54033B0CB4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(3) in upper right block must be 13 or 39—in either event, containing a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FF5AB4-6359-80EF-6986-43CAB1C2D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6655C2-9F99-5D7E-27C8-C803A4B63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DF66C5-CD41-7E6D-7C6C-7D274A39B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77A87F-8D5D-B83F-78E1-2F8FEE1B1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DD3CC4-32C7-869B-F0A4-CA31C622524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272F6-C9C3-10AC-EFDA-72F767A9890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DAA75-DF1F-10F6-2C6D-61645C01E57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5A3F44-7733-6AF3-7DCC-92493AA2085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7D7D9-E63C-557B-7EA9-0651B07C230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D67128-A3F9-2FFF-DA2A-EB0BB1B295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BE461C-79F2-974B-284F-CF23C94ABA5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C4C969-C33C-6959-A9FB-E0E91F9AE2A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E9F600-ECAF-12A8-29C4-EEB65660F24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363949-B84B-0097-DC43-00519497EDC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7C9D09-FEC1-464C-8C48-BB08A919B7F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1EFB60-0EAA-5BFC-2F7E-3A3EBE5839E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5D1313-BF4C-2A41-F3B0-A770A0F1EAE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0DB8D5-CCEB-8C89-0C43-AD657243623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5D369F-9CE2-C558-9CBC-B05E276DEC3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C34564-18C3-69A4-D014-8A4BD9CE1E2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80C1EA-09E8-8EF9-DE3C-E186179CB8E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04E74D-C017-E34B-3DB8-FBDC302A6A4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3DB003-FE44-1EB0-0D43-766B53EA8D3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5A6E70-DA6F-0EDE-D18C-F3DE5C1660A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98D46B-CF31-2AFF-6032-7A0A015B316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82A1CC-83DC-83A5-5A28-7F0B663D42E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96912F-7261-B967-1F4D-147D7366EA2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5D3C0C-644D-873F-2FCC-83B8DFAA990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65C733-E9DF-82B0-3722-322515AA0B0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10B080-D1F3-00B6-5092-C5E9258C2E5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C00E4C-3614-8690-A8BA-C75DE7C310E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7DCC20-C9D0-1581-C40C-901537AD590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B28861-76B2-DBED-8EE9-3971FD0DF3E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2B22C8-0AE2-A158-FCC5-7348B8725F3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</p:spTree>
    <p:extLst>
      <p:ext uri="{BB962C8B-B14F-4D97-AF65-F5344CB8AC3E}">
        <p14:creationId xmlns:p14="http://schemas.microsoft.com/office/powerpoint/2010/main" val="5125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A727-5125-A22A-0C91-95538DB03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E9890A-7EDF-2C24-4285-198AFB2017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AB597A-BEC3-C330-CEB9-937BDC531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AFE961-57D0-A8A3-8F65-1A370AE1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3BBD9E0-98B8-6F77-4A02-6C4C7BC40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B60921-B66D-D4F5-7A28-E2B2CE40B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11AF4A-D129-0680-6981-6DED69F2591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33380-F2BF-FF70-2643-C93DBA9E485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0F2354-0B4F-92A6-E8D7-8C04FAA05BB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33F510-95D8-3720-2544-CFA0D4BF9AB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B2C69B-CCB9-776D-A9B4-79FB521FC06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B609E1-92FD-3D8F-F4D9-4BA641BC4E2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F753A4-0B09-8CDD-5F34-E60151F4360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9455F7-1FD3-7C9F-41A5-126F04C4092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C540BE-E07C-61AC-4BB7-A5A99E7E20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5B796A-5400-355A-86CE-780CD54C399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5D3BB1-0BE7-0AE0-58B4-611554256A5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6FE572-4292-CAB4-A069-AF871806C87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BC356-2770-C095-7079-17582DA0EDF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97F0E3-36F6-83AE-EA99-684E7708930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B46B99-5FDC-BD3B-7889-DCA2369C2E5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C8B01-4C86-5BF2-CB54-7E0C59C1FC8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8B73CF-6B6A-F8E5-7913-0FD2C5899A5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5DD3FA-98AE-C0D0-7F16-23B439E4F3A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02736A-0A7C-6473-A095-072D0C1B7B0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49EB81-099D-2F07-ED0D-E20B591D056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5DACB6-6FB8-52E5-441E-4CEAA9D979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7FB654-ED3A-9AF0-4D9F-2A11C0D2921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A3CBEA-BC64-F67F-9034-2DEEB22F7C5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5497E1-AEFC-3FB5-D462-1B14D833955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320FA-16B7-F013-23A5-CC985A32D4A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6B8949-6D23-B3EC-8923-7C7481F8E01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9DBE6B-81B5-FCC8-BFF6-427DFC9B8B4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D1ECCC-1E90-1107-D419-9E1F108A5B7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AF9FB7-4969-140A-6CE1-770ED2B69D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E66DCE-9B0F-41A1-ED9E-C8BA2DAE13A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</p:spTree>
    <p:extLst>
      <p:ext uri="{BB962C8B-B14F-4D97-AF65-F5344CB8AC3E}">
        <p14:creationId xmlns:p14="http://schemas.microsoft.com/office/powerpoint/2010/main" val="2302374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F966-5378-FD43-305E-31DA74A6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F83A9A-FD91-8047-F275-6B1D6B9A43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(2) constraint.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FEDE80-C533-9CAF-5A36-3D2BFCE34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41112F-6626-BFA7-EC7E-006A5D245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F55F0F-053A-43C0-70D3-4A8B2A346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2A9CE0-B2F4-F71D-DB42-41FDBE1AD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53AD93-7BB6-6C26-F9DC-8C377657874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9DC43E-52C6-08DE-9D28-FA2673EF103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96B8FC-23BA-47B1-92F3-275D7A20872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2BFE1D-6933-4971-7460-47D6370C199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42B34-3518-21DE-20EB-2D4521779C7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432D5-97A0-5B2D-B315-4076B1D176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832D0-72BE-5289-C3D0-198A49CBEC1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95822-502B-D42F-3B43-BFB5F5FD2E1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C8051A-575C-6120-F958-0D1822647DE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F8AAF3-9A76-A7A8-4185-4A9A733F2BD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A1F0E8-0C05-7459-F8E6-BA77B187B05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906D8E-E310-BB74-F31D-FD0BD45FEF4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3E2FE0-18F4-DF9A-634A-9F8F96CDF13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D69592-A88E-E5DD-1336-9CB35BE4BB3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AA17E2-05F6-7E44-78E9-EC56118DCE0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3208BF-B606-3881-86F0-563A22B9111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757DBD-0E83-926B-73F4-52B62929AB1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0E4572-9638-1177-A5B7-C54100997C8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A8AB91-8A92-E401-DD75-31C348F86BD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10683D-0BD5-7715-AFC6-1612B4F303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09EDC6-B083-E1E5-A25A-413E34AA1C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EEABD2-C7BF-1A69-49B7-86DA6C9B67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A658A8-2D1D-E433-54D5-A683AD4AB85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BBC2BC-9283-1E19-1E71-2959101DDF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0B5293-3672-E448-2B1E-D337542C2F0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77888E-D750-7C15-9A32-7FE593C6E0C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8D7F2D-64ED-DA4B-DBF7-C72ED3939E9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6E433A-10B2-6362-5154-15BC2B4FABB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A02FD1-1F1E-FB3D-0205-E1240F54F96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CC9C5E-37B5-6071-6726-0D23D61E248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0073F8-DE67-76C5-A897-D76298DD985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3BA24-A295-244F-E853-478E36E0A8D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4A82D-3A6E-CD89-0A2D-BF19E5BD6B4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861AB-2C78-650D-2DF2-3700B9E5329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850049-6F09-2381-F303-C25D38D772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1744D3-2EFD-31FC-A00D-B5388B2AE25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B160C6-9681-20FA-7A5D-6AF4427C711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DA1A11-DCE6-3405-C70B-5A291DA2775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854962-0C6A-948B-BA48-8FBC14E143D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</p:spTree>
    <p:extLst>
      <p:ext uri="{BB962C8B-B14F-4D97-AF65-F5344CB8AC3E}">
        <p14:creationId xmlns:p14="http://schemas.microsoft.com/office/powerpoint/2010/main" val="2092490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65E6A-926C-A251-CAE5-F8A8AABD7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EC6DE1-0BD8-4C8C-9817-5B70B57228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14A8B6-1140-3460-1DB9-A2543569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44887F-BD02-7450-F47D-0C6DC5BF4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F8103F-A86B-BDBB-AA90-6CCB8F6A2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0871EF-6AF4-4A4B-8A50-655BB58DEA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16FD57-350A-0E93-9D6C-BC5DDE1005C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BDB57F-A4EA-663B-B38C-26459A7C012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56BEC-E8AD-734B-E9CD-B28C248E0CB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6050E9-D290-2D55-7FF8-4FC5D340FAF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D0C37D-568F-45BD-DA4C-6B0597AF457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07EAD1-0152-4A61-77AA-76197CC7651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213FE-7FC5-65E4-7169-DB4AD06BE72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017489-964E-6B0A-462A-505A1250BE3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C20617-8B83-4E33-7723-38B545C845A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A1841-4370-FFEB-91CA-AFF82E99E23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426FB1-0206-D46E-DFF8-7399AB6C13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CB8E80-056B-04AD-DC20-47371EBC34A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18EA0D-AEF2-E210-9FD8-348BBA3A1F6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A03AAE-D065-C750-A435-2511E0EFF64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917CCD-4B7F-F074-8318-8CAB7BCCC7A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6DD629-87FC-5453-31C5-239DFE8FFE4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929AA0-4D22-012A-CFC1-DD887B1CC95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A55D29-9C59-F36F-B0A4-3A09EB1AF39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A51FE0-AE0F-E88C-C044-2CDB74F929B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D7485A-D184-7DB0-4AF3-A45587658A2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C9D6D1-09EA-C62F-5383-F36FB04C11B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C1CDC3-5EA6-B51D-2DAA-1D6B7482A8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E6DC01-724B-84F0-9B95-3ED4D0C20FC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91428B-67C7-C0A5-D51D-F05BEF863E9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8FD4AC-2A02-E570-3C53-7C2F27407BE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12F2E5-ECC2-39C3-76B2-C64BA3F177B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9D7C5F-8E87-D5D2-099D-6450193D9A7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B65BFB-F6FE-94B8-D5A9-004DDADC9A1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252953-09B7-7C72-FFE7-C93ED068CB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9A21A6-F8C1-3740-9BFB-0E6133DE83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1C2D4-F81D-8B1B-A427-57ADA18D94E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50D69-A609-6270-7B30-984E58F0E5A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0905D-A281-77D4-D6ED-6C24434D352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60167D-CC6D-C582-34EE-E60E2AAC907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C5B4AD-BCD9-58B4-A5DC-568C7392893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9E83EF-8C60-56F0-0D4F-D387D3CA30D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400411-D5D7-95FB-9976-559CAD678DA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A55A7C-84C0-0B9D-CF77-780E71AF7ED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ECF74E-99CA-80CA-6F33-E8EB686466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55991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F3E9-519E-D023-55B2-D23580CB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4915AD-B08E-2248-1F03-A22A38BF0D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4A42F8-D166-90AE-262A-2A7A2482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DB0408-D4F5-BDB7-D264-B031E69E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70CC79-230D-72B6-4AD6-FADB69D29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C5301C-0C9C-AB8F-B2B5-64927824D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37F43B-35FF-C518-A8C4-ED098A7530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9F656C-BF2A-14AE-0130-42A12801795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04C51B-9B62-ED73-D2EF-ACCC705B3D9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E3AF2-094A-FA32-BB99-C619B2E7A06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D324EB-0DC1-741A-8321-DF52F9784AE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35EA76-8FF5-9E90-01FA-8510DE21866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15C6BE-C3FF-C508-D04E-1B630C4AB5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387A06-C988-D8B9-D662-8F50243C56F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73F88D-9246-D07E-7D45-C44C24EFEB5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2AD4A8-5350-DD52-C511-1BD5BF04AB5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322B29-5C81-8534-A05D-7888385AE00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42528B-2B64-2DC4-9EE7-0238ADF0B56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6F411F-6CB4-25BD-DFA4-1EC61443F4F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5500D8-685B-14B3-AB05-133FCAB171C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B7064F-C416-D20B-3F39-1311628AD0E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6293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7E3415-84B5-8BF2-10CC-2F080569B07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3154CF-146A-EA38-24A2-7CD8AD0AC11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7E68A7-6A81-1438-2C3E-C7B3DF79098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5C27C9-8C0C-ED4E-2DF5-E00ADD2C10C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243131-C084-7853-FAFF-36E0A1D9D85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DF9229-BBE1-C298-AC65-D5D80AC8AC3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B9D7BC-3704-AAB1-ED84-D188F35B69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DEAE8-FF44-B521-13FC-53F9A50B16E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9A68B0-D3D7-8872-9F2E-B4F944AA5FE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F3D719-9314-B98A-E59F-7ED69A7D73F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5ACE4D-A482-2E10-A42A-6C387706801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C564F6-8AF4-3545-3DB0-0CEB768F403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CA9CA-63AE-9CFC-FCC1-0FA9F6C5849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6C162-5BB7-BF90-0AD1-D83DE829C07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0FB04-95F0-F83D-6DD4-F761744DE0F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DA2B28-C446-E3BB-7E5D-C3D7458948F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10E47F-DAC0-A323-9BC5-DBCB24F19BA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313EA-E6BE-A604-5411-2AC385C364B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7DE4F6-5F94-AD8A-B120-8C6991CEB82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28719E-45CD-1BBE-8E87-C35AC4A4B64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514798-ED6C-E295-32DD-840EB85305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1DE06A-4BAF-A66C-8A42-4D780B21CE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527535-BA30-66C0-710B-409B109277F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186AAE-A24A-6EE9-56E2-94C6E04B964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460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F33B9-7AE8-7B34-2AC0-9D286376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E0E2B3-87D8-0E8C-5D7E-0A5B56563D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965D15F-F713-2690-E011-DDB8D141C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2C24C9-4036-DD1A-580C-252CDFA83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DC5EBA5-070F-A12F-767C-F0F6C49F9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1B7DCB-4A2D-5FEE-4C81-ECFD2E553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382930-54D2-BB9C-2B57-20031E97720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A4BAE-D7D8-92CF-A4D7-1FA4CC2E46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8A3130-BC20-115B-E810-1EA452AEE29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5B8C0-5016-2296-6635-B6862DFCDBB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30DCD-50F8-E56A-7085-49441D41FC6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6EDE2-725A-6535-8A04-7C22A1F84F3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9892B6-62F3-5F37-2F07-AA84187FB1F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F36C84-B48D-A878-C0A0-76253ED76CD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AB94E4-71D7-D07A-709A-4956B0C76A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6C924E-F176-077E-8D13-85437108628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D78FBA-B2F1-6568-B69D-FC284D9CE45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555B5E-0B7F-F9E7-316D-161269E420B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FD9650-7333-4643-B2C6-E158233477B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B933BA-B56B-FC90-C11B-151CE84E796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4D7354-C89A-E42F-A177-3D787A8ED7E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048B98-2C5B-D4CC-CFA7-4A271F3745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E63B0C-AF75-F11F-9CD2-99E38B8E10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06B056-CC73-1BDC-DB21-201569F9479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B9CB7-535E-693F-7BD8-D560DC647D4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FB3348-4DFE-F639-7732-65BB54A1E0F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533A16-A68D-BB24-D541-1C652F0BE90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2C65C6-6491-498C-705C-CA0BF688711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CE685C-0576-EE6E-DDE5-B0EFEAE335F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B46B5-FC7B-5B44-8873-56F233335ED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6FB4B3-AFB3-F5FD-CE7A-1ED5B8897C2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D906B7-E34B-0016-FE38-1B3C3C80B60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87CEB9-A47B-A858-5A48-6B2BB53C1D2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3A0E5-B9F6-D06E-A700-C7A41731AD8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DA0DC-F584-A46F-3E77-7627E0475CA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78DF7-DC5A-8E40-B431-411A21551D1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F09D9E-A3CC-56B6-A530-F6C36921F31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3975D3-999B-8ABF-F8FC-86DC5F49095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E16A8F-E39E-FDB5-C2E3-2D1184E8D85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FDF7BE-41A7-8EF1-7069-0BBC6B9AD9B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B62212-0D24-43A3-8AAA-3E88D1B7A07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2BC40C-2652-1DB2-C1CA-944C81FE311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7FA26-8015-8565-A4B7-4AFBBCDB57A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28CEEA-B1CE-0D4B-7E8E-E5588B1760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7562C-8531-D11E-ED2D-3C6025E01E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62620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AF98-621C-4B81-DFA3-145FA2B9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F3C100-23B2-B8F6-13EB-5F525D2F25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D89CC5-DC7A-9FE1-CE0E-006593416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EC64950-5271-C61F-78E4-B4B9635BD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F419B3-B112-D0DC-C8F7-DDFCFD370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D1EF6B-3ECA-AF7D-BAC7-D96CEFC80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C73122-94F6-4B15-6534-F32C49B2AE5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8D70C-F809-B083-1889-C264A01CDFD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650B6-4585-B64B-FC8C-7FD4AC0DE54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F431CC-7F9B-882E-8259-9E1CCB7CB0F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91403-68E2-3780-8573-975765DDD8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6AC9A3-A9CC-0868-4C47-AAC28A2143D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330CC-AFF3-211C-6434-9DB47321E7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EFF5D-8D2B-A374-7DDC-69691534E3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78B420-D165-9D66-6F1C-9EB75783AFB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263073-B971-BB39-402D-29F4FA1B7CC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814D0A-B149-DEDF-6BFA-AAED97850DE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59212A-FA2C-CD98-5708-BEC5B6115AC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86CC92-FCE6-53FA-6E34-30ABB97DF13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4F7870-B012-0282-EB5F-D88B9AA866F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F420F2-CB9F-E71C-C197-2BC4FD7C3C9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709AF5-4786-2209-828E-FCF426BABC5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D109F9-8F40-1A81-2084-F943299B55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B8CDC2-C855-8DC9-7F50-C220239E98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3E9F70-186A-1D17-4C3E-43FCE310F85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460655-B5F2-1BBF-E491-9A62EE4279F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09D4A5-D889-C2A1-FC3E-639F3C1F196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622492-15F8-32CE-8579-72E5EB999CC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08E2D5-AB6D-6E4C-D0EE-4ECF2CC3AD6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AFBAB3-E355-23B4-1C28-73541654A65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6669EE-8CAC-627E-F2E7-7C8E6564C93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7AC00-1D48-F841-B01C-4FE990E6496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38E95-496A-84F0-5CD7-A9520980A91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1EDAC-4686-8383-DB39-3E1B3A0C2E8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9C6B1E-581C-B59B-8F48-CDD4D30CAC7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9F5592-EC6D-8BBF-DF77-7858BAC7C6A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A0E99D-DBF8-B46D-EDF2-AB67AAEECB8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B9363C-0890-43F6-7020-8C4F269E661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2722CD-3410-6103-2437-6E7A23CE71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7F460F-E3A5-655C-C435-162E0AE6848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71BF5-4D92-7475-D7D3-57AE4440937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001611-F571-BF3E-540A-1BA40B55946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00D02-CCAF-8FA6-787F-BAF04B2DE1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BD7540-0615-3370-B465-3FC1A8B211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58DB2F-6ECA-C90E-540D-2D7463063F6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0925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ABD9-F11A-E36D-24A3-6128DF4A2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10C78F-5F57-7304-C7FC-35B8CDE20C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E14512-5299-0DDA-147B-8FBDD5468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B52BDB-C3DD-8ED0-C12A-8696C25F1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41FA5E-8AD2-CDE3-88A0-DFE9ACF97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67F7A0-AE4D-3D5F-EEA8-0273D6D84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72FD37-62F6-A94A-76B9-ADAA1D61930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37B7C-7E4F-1254-9D6D-6EA757BFB86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343A2F-605D-1432-2C22-EC2B63B241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8717C-55F3-4D80-564D-B4EB0604100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24ECBD-0D93-81D4-6B64-125A9E33504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D22AA-62D4-A30C-1A86-8B7AD2685ED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A6A871-8088-EA5A-C534-ECEF66133E9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633EA-9A16-0AFE-B607-E882D1AAC0B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324ED6-D711-E8F5-84EC-F82E0D922C6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42D583-4149-7233-ED3C-76F6F5510DE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2CBA9-5184-A739-2376-558289488AE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9F30B-0B38-E2E9-D5CF-6BF3DBE85AF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F8C3AF-D20A-8EFE-0BEC-887F1D0A2A1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FF1E3A-66CD-7FFE-A61F-5CFC2EA31B5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F71662-4368-423D-358C-C72E2FBD6F6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5E29DD-8DE6-E95D-55AC-CE2D1E6E636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19F4DC-4635-9F09-A988-E27D748B7A7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1299C1-579F-888C-9D79-2B5DCE2EC8B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66F19B-24F9-3880-BE94-291BB3187EB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04B8D2-E0ED-0FD6-387B-11D2061BA2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8C0B1F-CB46-63A4-C461-ED4B76822F7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C4B6F3-7318-867B-B4B4-2957952B16E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D03F74-403C-446D-F768-815D1E5E9E6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B5281-66EC-AECB-B806-EE389A7AA0A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F4B0E-8A14-42A4-C705-F3A0E0A2F5B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54486-29D9-339B-668A-6198AA9DAFC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C12372-614F-4295-9AC3-E7B949BABCC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BD3AF4-922E-AC48-6C8F-D0B0B039537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BBD098-09DD-AEEB-A40A-80C63B1D414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2817AB-8BE4-8666-3DAE-A781BEDE10A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2946EB-3146-81EE-6075-ED4495F264E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AE1B61-168F-E5A0-3FDE-BD8D00BEA19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A312A4-1D61-B090-794C-0BBDBA94D9A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BBE7F-3EC8-9796-0B68-ACE5CA6C3D5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F64D9-1ECD-C9E1-C94B-A80EE34FC1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F68195-D39A-AF84-3060-B7B7F444B7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FC9444-8506-90EF-6952-91FC5CC165F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4F4B92-3F47-8A66-BEDB-485C97C5F0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9A6E83-ABC4-7A8A-0D70-5B5F413F3F7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3937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009C6-6BAE-07F5-4C43-40FEBDE1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482262-8C64-371D-38AE-82DA537D65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48A01B-934B-7BF4-5332-247F42D13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8A7374-1DB6-7996-5661-2DE527BBA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274D7D-0731-37A2-C4DA-4D292A062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A47446-817B-9A1C-2453-0D9B31C8A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E9E6B2-21D5-217B-A3F9-9BE6057077D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50D74-CE63-92D8-6B3E-61D424824C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2E41B1-2CD5-E43A-DD2F-7F788053D34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3E5E9-4B3D-E3AA-A840-800A413FBA1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AE062-92DB-42D2-A2E8-77647801042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2D3EF3-0D24-9508-0205-12D2B6EEBF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BE61D8-14C7-AEDD-51FF-134E687610F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B45E97-B5A1-3276-3344-EA6E225B03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FFEC6B-AE72-ABB5-D0F0-616EC747AA2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6B3F18-B148-8BC8-68EC-CC26D5E29F3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C2CEC9-C187-8D71-146D-E6925144443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867B2-9940-D4C3-C64A-C88B114A8C0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371B7E-DF8F-2444-E24E-ECEE5814CDD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1A23AD-72DE-F726-87A9-6B7D6BFCAD7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3EB60F-7685-4C19-CD58-B7ACBB721A3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F6E287-C29C-F09B-A6D6-8F9A13F32D7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1844F8-697A-6518-017B-B034BDE62D2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ACEBE4-7DC3-570B-04AC-46225506940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29C63E-9109-8D20-101E-808542DB9A4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509DB0-0625-3207-1978-8F05197A0F2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1EA2EE-3A9A-4EBC-3D98-3281E2E1C37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1D53F-BEFB-3B3C-610B-90CD5A08552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604A0-6506-607C-61A0-3E39118D828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0D8A5-5054-4C03-2223-C49CD0F3127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AF2CC0-651E-BFB5-A26B-851C247AA68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8DC402-7B22-7875-0D1B-BD9E37F9AED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CC184B-BA02-0D2B-93C1-F8729C779D8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830763-62D7-BD37-000C-36F94AABFA7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7E15BC-88E3-40C8-5E7D-5FF61C6807C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20ECD-83A3-E866-6A36-BF533438188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4C6C6D-5EE8-1686-7720-DE675088B62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22ACD4-C06A-C66B-FCC7-B23BBE63479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D6188B-DA90-63D1-859F-D8C489801F8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36EF5C-AFCE-9E33-38CF-814230F0994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0E718B-226C-2B3D-CA6B-6407BE8C30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E151AE-21C9-A3AA-DEA7-DEB8CA3E697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71DE43-945C-C7DF-3844-EE26A68F916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76A7DB-3CC0-E583-9496-90B26FE4FA5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C69979-36C0-C73E-3F11-E33C4F13125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9308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9739B-4C31-1C9A-2D34-80F7A5A2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90A38E-56F6-4BBD-2DFD-7D05AA395A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AA942A-E0D6-F311-D0D4-DDEFA7A02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28CDDA-1B29-7F43-DB84-59603286E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03050A-01E9-5AA3-FF32-F3613FA0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7D8EB0-05D2-A4A9-8B54-0FF8E9816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43DE85-A3F8-7A10-361F-2EB4C6479B7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1B6A7-2776-2EBD-D33F-97C0260CE6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F0A1A1-240B-D251-0ACA-2E6880EA3CA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016FA8-8CD1-24FC-FB7E-42594B7B67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6DBD0B-A10E-F6B5-180B-91A5ADB56B1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559DA-A13B-5561-8C6A-8D486F1B669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37DF2C-8EFC-0100-41DF-D8E5CF9A8F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E8C87C-9EFD-8F93-F931-559724BAF67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EBAAC0-41D2-0D93-E73A-93D0D7D10A2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33785E-FD40-1892-BB6E-52736C684B9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C8DCBB-2A23-A1C6-46F6-8D1EF93A5C2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7FE81-028A-4CE5-B843-A3E8F59E0F2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D262FF-2713-019B-A3A6-C96751AF89E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1FB1BF-EB22-37C3-599C-E483B99FC62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2043E8-3811-09C1-E43D-E9C5D54ECC2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30A285-0DAC-0A09-8E8C-6AA771DD9D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B7772-9F5C-8037-D28D-133CE121D98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FFF405-F0A6-3516-2012-705F2CFF5A0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C71004-CA7D-297D-20CF-A99B90BB23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806E1B-5D6D-F6A6-D904-1EFC318CF1C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5D06B4-9379-14F1-7E4B-0EE658BED23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33E26-60E0-A9C4-E9AB-3A982E1E864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D76B6B-7DA9-4D6E-6734-1FD3E6E9781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3492F-BEA2-B55E-ADB3-2DF64AA9CAA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475324-C6A2-D34D-8CB9-1FD0947FCCE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C3B0C5-39E7-E07B-C040-76815771CA3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A53F87-B523-DACA-9F8A-79C5B43ED8A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959676-7815-4FB3-E58E-4B8753EF0D8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1B19B6-7256-B47F-C6EB-1BF3E8A3A8B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68819-F3A1-CB7F-D0CD-E6ECE869CC2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A87855-228E-5F86-4AFD-CCFE1C3BF29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2B63C4-5E67-C86F-4143-D5138BEF758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0A2F6D-09F0-E22C-FB55-3E32CE18E8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512F08-5D5B-CA89-A26B-565EBA97175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6F2D88-06B9-9CD2-248D-72558854733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DCA903-5B4E-3934-0905-A029153F28D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B945EE-754B-63BD-9FA0-AE8547DFF1F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A52BCE-E09B-3000-CFB1-1435E72FECB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EFFDA2-D694-8451-0C71-CFA458E6ED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1589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9E302-3BE6-F6B0-20F5-ACCF654B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7D98B2-EAE9-1519-76CE-3A99AA9253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D4C76A-A89D-8C6C-57A3-9477199A8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638D57-36F1-887D-BE1D-94667289E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6677DEA-15E5-FA36-457E-3F1C0C2A6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8E32E3-464D-AB69-D1FD-4C3A72640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9866E5-B594-62CE-6B4B-4649AC91153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8DAD37-CE32-5416-42C4-C606B983A8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627399-C4A5-4E0C-EB46-50174446F7A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0C61DE-19D2-4A42-6471-9959DE5D5A0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CC9AD8-A652-1BCA-5004-BEF6DBA50CC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80D24A-045A-2FC3-E050-B994BEFD822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F60D0D-26CF-E305-797B-BB542DE6A5D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82DCF9-B0F6-B5AD-DAB4-8ACD8183F19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377C05-9095-F59C-F54A-4662FAD351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2F7972-EDBA-27BF-9FA9-551C6797593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B3125-2523-97CD-AA46-7C92B975932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82BC1C-021B-D500-D32D-EEE609FAC05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A66492-8052-B10F-4547-E41AF7528A1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21AC3C-B587-F429-A04E-3F3F4848372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4BE41F-AB19-7F91-C019-936EE22A6E8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6E3309-6735-6175-B330-990AAC52F8C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E029BD-3931-CDEB-A676-4C6304A8BF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909056-E44A-9014-8E75-304A26F4738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9C963A-7073-4BF8-22D0-7553D342A68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636589-AB2F-2820-7ED7-55BD64714B4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472A9C-9713-8236-3015-95E89B1876C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7FCC5-90C3-A9CC-AD26-F54B54C4A72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F0DEB1-0F1E-0798-7089-28C1746621A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66BA1-26BD-5CC8-AB1C-448ABC6B59E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37E0A0-B5A9-9810-B6DF-463A98DAD36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1B7CED-1F9D-99AC-182A-C9AEBB53F56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6FEBF4-6BF7-501D-920E-4C2E415B5C1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3FC605-9630-2683-D5ED-B51C5E9989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77B191-012D-1E53-4DFD-2580D7F67D3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FB6A0-5160-ACE3-CE0A-4420B0E57A9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58307-5413-5BFC-78EB-C414F7ADE31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436F7-2B59-39AB-54E3-8842A48375A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8D2AB2-B035-AFAC-32BD-9F6AC51C280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6EEF4D-A1B9-410B-F452-5A1EB0E4A12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86F5C9-C6C5-3D85-FB96-2FF2CC1CEED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E0BE23-3E4C-FBE2-EDA6-6800CC298DD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AA97D4-5407-6BDA-18DD-13E3D9297D3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625DC6-24BE-F632-BE27-B50A4E61AB5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7E564F-324E-98A5-2212-4A38414D5EF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7AA13A-AE92-631A-BE83-BE243A33744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B0928C-3457-C227-ECBE-6814A50010F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8284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84DC-5AAD-D175-CDF6-1B820ECF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8369BA-967B-7E41-DA1B-1D896E9A08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B6A58E-2E6A-EE1E-6375-1F6A7DAE4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DF44DB-B728-5F34-B778-657F72ED8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56E135-3615-6F5F-057F-A5055D884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8EB546-CD56-9D25-5EDE-A2FFB229F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32053F-4C18-37E9-6061-A40CBD546E5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DF037-53B5-2E5D-C716-55184994DB7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1AF88-C9F7-CEEA-D8E8-681768332EA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17C5C2-F7C4-EEC6-D416-A318ECE7327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51D58E-7D07-A775-86A8-D0E4A2EA98A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3B28E-C135-B658-803B-0D0D90DC8AB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96F158-3D14-CE4A-CDCC-C9498FEA91F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5BB658-8585-03DB-DF93-3FCE2B4051A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D9D60-0D29-5890-1A9C-B2E8D66F7BE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7BD561-41E3-C7B4-0DE3-34FBC876A2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72F320-DF93-3872-BC0E-EAC700D0AE6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D0C79B-DE6C-1418-9F5B-F068BCE975C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2B9636-FB88-32D1-E9C2-F7A664587C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E04494-AC75-7A6E-5C9E-CDB8E83BF4A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623A91-DB89-A671-1FDA-950F4B12A1C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764C57-52AD-403A-66CA-DD7B109E527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0D80BF-E96F-5619-0CEC-034FE7751C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FBC185-B1BD-0A97-89A4-D4A87BC7642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FE2414-4972-A138-5765-6FB316F3DD3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BAB670-0C56-E015-E887-A8013EF9135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110677-69F0-B86E-A984-B1268A7A2BE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E83A0-31E1-C895-E465-73007894312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C9B2F-E151-D061-454E-B1EBDF69CC4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F0C56-CA5C-7B09-0986-39BA6F41863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F9989A-109E-9E9F-EE31-74D79E4E99B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AEDAE9-C4C8-FB0A-762E-1990271BE9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BE1AD2-724A-2762-0D6A-CA035D4F3BA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4F00E3-C164-CF92-E4FA-AE64ED1E96A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369FE3-E1E1-2365-C26E-09DA10B51C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033FAB-A6F3-8086-9CD2-273A18BF125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E43B36-1DF9-A39E-978D-CEA2F033F42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236988-CD81-377F-7472-CAEE65BB66E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D5DC37-21A0-FB88-10C3-015FEE0837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73FE69-5035-015B-5BF4-95366CB0D48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24BAB5-3632-4FDA-333D-F4D1BF02759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0D69B1-BD3B-6065-09A0-5357BAA3DA7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BEAEAD-352F-DBE4-0019-9F1B1E7D6B2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225B42-BF00-B704-40F6-46BB7302B96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A51892-AB4B-3830-C58B-50C8E089F18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BCECB4-0B9E-0C9A-746D-7C8A0046138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BDEC36-3719-F45F-F12C-D0AC1C01ACD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2EC705-A697-C449-36DC-3618FCAF933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39DEE1-EEB6-51B5-FC7E-429DF59A9D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B42D37-EB86-3F7F-BAC8-454F5ACA601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090B06-E6A4-1219-711C-C965C7B6E2F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A91BF3-187B-27B1-211C-FEC56229596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77F720-1C79-2D27-2ABB-5CB189EF2B7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DBA85F-AA19-0627-611E-75D9587D196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AAA2E2-6600-BD20-0CE9-AEDACB4D42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514577-157D-57CD-15CA-3650E5EE139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6D83D9-93D1-6DBC-BDA5-C63DFF151EE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</p:spTree>
    <p:extLst>
      <p:ext uri="{BB962C8B-B14F-4D97-AF65-F5344CB8AC3E}">
        <p14:creationId xmlns:p14="http://schemas.microsoft.com/office/powerpoint/2010/main" val="69603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5053-AB85-5758-90EE-9018A38E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7DFCE3-A96A-44B3-44BB-8182CDA5A8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CA42FD-683D-C92C-DD40-E84FECBAE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4B0D0F-7264-2B33-2DCA-F15EB7FA1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4072AF-BC8E-8276-933A-38941AB23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64BE68-DD37-78D8-7563-005B92472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17F25D-66E8-55A8-3447-A584654C768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F83F4-A308-3D64-F5B8-6306B71175B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27361-7180-25E5-CC83-562310EADCB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D9D32-4142-53C4-22AC-633B9788E7A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C2BCB-E1D6-2FF6-09EB-5BB9851012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4ECD5-3B6C-D99C-A794-9FEACE2D9D9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E5EA19-3189-EA00-A480-A09A52F4A07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C9E82F-930C-E857-B650-B0CE502CB36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E85085-ADEF-1F09-9967-EF7FBA0E91E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B86788-92D1-D6D7-709F-DE37E908405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3D8CCD-5014-A810-DBE2-F7692648D4D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2FFEC2-BAA1-07C9-2134-1C007BDBF1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1D68AD-E7BC-4EEE-8B13-0AD9E1A07C3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FB9D3B-518B-E8B6-07FE-F9DF5153360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D13052-04E7-DE0F-D4C0-B6BC83D5329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476DF3-F9D4-1464-3DF5-EE0C9A2847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39CC26-83AB-33B2-6675-EC0F0EBBBF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D66214-5BF8-5A5C-8978-D62B342B29B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03F9E4-1A30-F70A-961D-52C25B3E4E1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05D7A3-D88C-3B43-9902-AC24D3C5534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082491-7AE9-2279-EC43-4F483BE49B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48FCD-FDCB-829B-AC24-6250FAC2F00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3EDD1-0BDA-AC7E-E827-A4DA1D15C0C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447859-D44B-55E6-89A2-0DA2D0212BF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6EDB10-1F65-3B21-0A72-D312012F650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A7009-188E-1E1B-B674-850F42F4202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DD35A9-061C-7B5B-EB38-C291114B4F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B3FDC6-DFDC-B3B0-26A7-54F4084BAA0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524519-2B28-1FFF-839A-04D23CF57F8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52CDA-3A60-E67B-0CB2-981F6B67BB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CF74C9-2147-4842-07B0-30BC9A0987B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D4BAE-E13E-A4C6-28D4-36CEE6090CF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65727E-A247-819D-79E4-E37746868B0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0938B7-A9A8-C474-E876-8C03315CD81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5F4100-A11B-7E77-F182-BD28BA2B78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2FAC7D-D52D-2AEE-2A77-807333C9746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559ACC-CF41-15B1-6F48-3518690CBE1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792E74-DA2C-E286-F7EB-458F663F75D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BB4D0-A441-9DAD-B49F-5F41CA13118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AB1D6-5F15-16F3-AEF8-4B1B31BA2B9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2E1980-8E7D-A82A-913B-1FC9DB5F87C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CE72A4-005B-134C-542D-64486E89E83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E2ADFF-84D9-0367-EEAF-FF5F94596EB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933CDB-1444-0DD5-2764-1CED1EAEFCA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88A4A2-5F9B-4642-FA96-B1857B5935C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9E1167-0C81-BC41-93C1-2DC126B13CD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6E9CFB-A54C-D6E5-C2DF-77DC77DAB5F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D9D8C3-ED84-88F7-5FCC-8437CCD2D2A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DCAE65-2FEA-D52D-D191-4F26DCEE168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E8F687-0BCD-6716-A173-940E1B7FE9B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71E5A8-B7E5-5383-2A1E-2F17BD6F807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2349</a:t>
            </a:r>
          </a:p>
        </p:txBody>
      </p:sp>
    </p:spTree>
    <p:extLst>
      <p:ext uri="{BB962C8B-B14F-4D97-AF65-F5344CB8AC3E}">
        <p14:creationId xmlns:p14="http://schemas.microsoft.com/office/powerpoint/2010/main" val="54161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EC7E1-257C-48EF-C085-7C0889BD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804412-5AD5-F485-635A-05C1EBDB44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6EF500-8723-9F17-A726-CF5FA54E6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B418CA-6A14-8D7A-B31C-83E936592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EFCF20-1B53-9575-5ED2-5C5BDAB4C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6D7CF5-AB61-3A48-1CDC-DA8FBE52ED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51E962-6C6A-C0E6-5875-1C2CF788A55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196F5F-ACDF-8371-1930-C086EB9E40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812B1B-99E7-E5FD-ECCB-0565E38DA01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12B484-50CD-43C0-E54A-BD3624F52E3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6E52E-A2C8-4840-D78D-01B5F461A95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729280-9494-3334-36FB-4FF10D10801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C28F69-E6FA-497E-C87F-0922EFDEA8A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93CF73-F2E3-8F59-3A19-BE3365D8BD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723C06-6CA1-A4B7-E7C0-0D8581976B8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CB2A1D-04AA-C212-8177-758988EDF55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365E24-239E-449F-2EB1-9B868F1ED06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61C7C-1D6A-1DB2-91CD-C7BFC351BE9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084A33-D2C0-6E45-AB53-9AF06787B8D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9E2FD3-B422-E7E3-2C79-844DA950934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ADD75C-E6DC-3474-8C93-D15E1BA940C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A29C6A-94FD-F39A-F9D0-9D5E319B0FB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776B51-40B9-7FB9-6510-D82D054F486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5273A-3F1B-A6FE-26B9-0B85CA3538D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8CEA77-B702-9810-D1BB-AFAD334489F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0ED56D-49A2-7BC8-1939-E8003BC935D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B5EC6E-9DE3-F8C8-99AE-27D7522743C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92686-2250-1CC1-5191-4B256F65252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F5326-6182-3C77-B364-5696C53193C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2BC52-A3AD-8BDA-AD02-613CA24788F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A77E22-D030-7DE2-CC0C-B409ADC9D39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549BC1-56E0-E796-4845-CFD29E0AE8B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08E75B-3F8E-4865-E3A8-E3971291DA6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B8E284-1A4C-E6AF-408B-64CF8890B04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310498-175B-A965-52CD-FE80B171DD2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F354E-7C94-7BDA-92AD-BE292CD5F2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155C02-006C-4273-333F-C249BFE9927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A692E-70A9-8CBE-F5E3-FB2E4443E17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AD976D-D3A1-593E-6243-33C1C1DAB7E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04D6D2-325A-19AC-92AF-D684ECBE2C0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9DA340-F09E-F9EC-07F3-92F7D1B46A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DBF9F8-D301-2C9F-3523-779532E5CB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D2D033-AA2F-9CAC-FAED-FC64ADDBE30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661A05-142B-2875-E559-C1FA5F44032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81AF0E-07D9-F654-48EE-1ED7415379E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BFA44C-CF79-459F-FAE0-D02B04CA14E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76BA83-AFED-BDC0-14B7-541FBD6DF7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78CCBC-F6A5-75A0-E456-C619AE443FE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66E2AD-EEDA-C9CB-2EEA-971FEAF798A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4D2BC5-9832-EB38-DA97-91A86F522D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44B113-864D-9D79-191E-DEE755C5A7D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9DE352-0720-9F46-D921-DF9E88E324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C559CF-6716-B830-D4CC-C96B933A7E8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5BC396-717C-92B1-E8BA-A844F1B5BB4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DABD3-0BB3-8754-0B48-71A9B4E9DF6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9D53AD-0ACC-9679-1537-1BFA8C2076A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389936-FC22-34D6-816A-C719BA7D0B5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704754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ACBDA-A5E2-06CC-1924-0686DA34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C60EF2-6CF7-CB45-EEA4-2EA1669780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3413D1-D72C-7834-9BA3-5C672DC4A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AF9A3E-CA13-30FE-AA86-4302FDCA3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076C9D-81F9-21AB-7B2F-A19DD1011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E05D2F-1006-338A-B68C-13CB99281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BF6497-870C-C3E4-D6F7-9A3663655D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13BA4-D06F-9CB5-F17F-08F5BE2A100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748B01-007D-54ED-4ECB-B844E1322A3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31E163-D217-B8E2-F873-00D380672A6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B85F7C-65E6-83A2-CE80-8A32402812B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9E7CD3-D51F-6C3B-C594-EAC376FAD78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89AA21-94D2-3887-C08A-C7B74A381F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CC98B3-7F39-0B94-5ACD-11ABE555A4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3B70D-8842-3BD5-8B1B-C770C3D6837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B06017-9CDE-D047-61F2-94C02EAFAD8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3FE9E9-AE99-66DD-A21B-DD788DB74B5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C84C68-55B3-BF3A-2AA7-B6CE2A9C09B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78BA8A-58E6-E08D-9D35-8BF1D10D55B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B2D7A-E300-6D3D-A241-B8D75AC86E9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0809CF-EF3E-3438-72B2-0DEAF54E64F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B64138-8FAF-F1C2-8B65-C5C6D287E71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0F722D-AAA3-FFD8-DB0C-7037B443F9C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E696CC-BFDA-2528-90BC-8CBC5D1E7A7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A1BC8-59F7-DBAA-BB13-3B277C21FCF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AC4056-54FA-C593-9F7A-93FE42140B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F5AE72-58C2-CB99-197E-CC5D82395C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3D189-694C-625E-0407-8168CA44D2D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DC093-C7A0-08F7-450E-4665ACEE47E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4ABE7-1BD7-D822-11D9-0D959AAA582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22E2AC-60D7-8481-E315-E25D72A4E27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9549D1-8CB2-FBF4-CB25-6889020C1C0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C74D2C-6992-3A41-4734-BF257311CE1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BF9679-70F6-C3AA-18B1-B1B9547DBD7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489FD6-1AC9-16B4-99AE-08F615AF3A8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47894-C740-42E3-0307-764DBBBF0EA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DE357B-1E41-CA05-7E7D-BDFEA6E5602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48DCD-EBAA-9C17-2287-EAFEE1D8AF9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066BD-F7B9-00F5-6964-67DCBC2D147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CB5D23-2002-F8EC-C871-37B750903B8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2258CB-8DB2-7249-1FC6-2EA9FFF20C6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FCA08F-7370-ED38-B09B-D9C4D20F1F7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D3055F-A9B8-866D-A0B9-9677C695403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EEA31C-86D7-5DBE-B26E-070CD3C302C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13F35-C34D-A1EB-7BDA-87F38DC4D34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46D0B8-0DFF-0FC6-F280-BF74DDD68D8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230A8B-9B69-9BCB-B35F-43FBEAEB055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774437-40BB-6FC1-31C7-C4E36BF1E8B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F28F24-3060-8F28-96FB-C01EBC3222A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406E7C-3B9C-8122-9AB7-6C06835BD17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F5259A-0D11-123E-21D1-0C64F1F7CFD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54D658-242F-158F-69D3-4608E88689C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771F1D-A366-3A16-C9CE-03004B984D0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2D47EA-B35A-2AF5-6211-3E89C1BE187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039610-ECA7-70AA-B30E-08C431F56DD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4E1F41-E3C4-A12A-ED68-8FD8A92D558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17ED3A-AD2F-9546-74D3-2B7A1072431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6841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5079-2D22-DA5B-5E6E-539DC582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94BF39-FFE7-0A73-9723-FDE9FFFEFA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02587D-F904-10B5-342D-84F313B20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197C32-FA7C-7671-EEFC-5A03BAF1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45A0C1-0110-5986-39E7-59B1BEB8D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628375-09EA-EA55-5C40-38ABC92EC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5BAD32-E307-CBD5-B80B-8AB7137D1E1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AED933-31D3-B91A-65BE-6F4F3D04D9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D5A75-3E4F-0212-4FA4-CF6D7A46823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D54535-3F96-08DF-48C4-0212DB47CBB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425235-EADB-4FDB-FE88-EC61A5A7081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46F861-7A38-217A-D003-CAA93ABAAE9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580771-9B60-EAD2-E006-E2AE0109BAE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84D4DA-469A-CB27-2F08-570CC063BB6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352846-033C-87C1-0533-02F813CAE29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269001-4880-1410-72E1-0ED434FD65F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A1DDDB-AEBA-6C18-1E8B-C5AC43434F7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1E2105-5774-CC0F-A9A1-4C33A8454C1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0436BD-DC52-DF6E-545F-C27BAD435A7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F543D2-B781-DCB3-34DE-979301DF48F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14263F-ED66-709D-D4BE-DB0FA7FF907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BB3619-8F5B-34F3-AA5E-FE3E66C81FB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AD731C-0279-1ABF-FA30-63940CC7B2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E31FD9-EA23-F388-B099-B3EEAC85B76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D4BB0F-4179-45A8-B04E-11A613B44F9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DA332E-74BB-17E3-87C4-146B58EF10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855ED6-78EA-6D8D-12A2-33936C2605A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517A0-D3EF-8C67-3D1B-04E6C6B6922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0D9E75-C658-7B28-9EFB-B153698778F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70E5B-8D18-2EDD-3AAE-2665B7F83BF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ED6DB7-3A20-4714-2A39-E983127F122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B0455D-AA39-04CF-284D-999240D4491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7285B0-8175-D9AB-41B6-48BAFCF564C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46D78-E260-4265-9FAF-BE017318D06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3BC4DF-CE35-D243-D80D-A2F8CB69F9D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041BA-FCB3-F042-D578-09A19822E1B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5B9AB1-62CE-AFDE-9783-C5EB5427450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903F8-1EEC-1A56-3266-2F1D590F672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D1CD1E-A715-AD6C-D665-83E88BA1779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C4466E-EEB0-569D-4F83-645CE2C6076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7801B8-8F4C-512F-B3CD-F32D739AD9E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42D40A-852F-C17F-0D2C-4A8566FC8D3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7A98BB-95FD-60F4-A811-280F3080DFF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CECCA7-E7FF-C107-B6B8-FB644F67247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E6FC35-9BDA-D27E-4C4D-6E83D1ECA23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56073A-0BDA-74C1-AA05-3515D5BAA68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C186B2-E70D-85BF-2AFD-C1728E35DA1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3BCC67-1367-6412-EC74-923C2DC8D67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768649-2E0B-1626-1B87-B5ED8357AA5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4BB09E-A8BE-225A-7818-BAABA0DB1F4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112C3E-77B0-3175-55CB-9D1CF68BED6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35A264-179B-6267-E394-18B8690037C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B2F9D2-CACC-071F-81E6-852137A6359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D8A11F-9CF7-0C7E-B313-C520CF9866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2F76C6-BB9A-0995-8C37-56E3B891339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2638FB-92AE-F3F5-BDC2-BB66EABE77B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03C231-3001-1F99-E467-CBDD4EDBE56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2079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868BB-96CC-9159-0329-9AF007AB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B03D47-EE61-AFA1-611C-673A3B6DA9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D98134-6B61-074F-3002-B3F620581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5C3086-A906-0A4F-87D0-818BD451D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0FD94EC-4827-0136-EDDE-942FCAF1B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17F49A-BF83-F836-E228-F38779196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9650FF-5DD2-6B82-A867-1F5256A9E0F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02E2C4-E552-219F-BD56-BC93180C951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771C7-DBE2-73DF-6FB1-71B57703B96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9E1F3B-E086-161E-41B6-015880A30AD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78846E-7F97-0EE7-B9D6-82A4996A330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23407D-2EFB-F429-B9E8-D6617EC5C0F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84EB6-45F7-1D1C-9D57-DB13B5B535D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664FF8-0DF4-C707-BD17-FB0C4344A07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03814-E801-2284-8267-DBF2777D735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AEA2F-7421-5F41-DD67-2DD7EF05F5F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932E23-4841-8D84-282F-564B2C8DDF9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E4BB32-DFEB-E85C-4F02-2BF91013156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AE4674-A62E-9933-3C35-BD8C00DE9FF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9AFEE7-8770-2480-F0CD-594A7F23B7A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D9EC2-49D7-364B-AC15-ED6C5F23F3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ED763A-C018-068E-EA39-D889E77861E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1F7B80-D8AC-7C71-8685-892C7B36F32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74ED3-2752-08C0-8BEF-D92704FB477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696D87-8DB1-F14E-5E41-42BE13E25CB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BE3BF8-D21A-3601-07D3-F123792D9ED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70D46B-3C2A-8997-1279-98F2B5B98A3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FFED3-46D3-4B85-BB40-99FD00C7B68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0D68B-06F4-775E-23F7-313D29AB79A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D5230-7E3C-1B8B-4AFD-7256305C7D6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768A89-1C44-C969-CEE3-DB93EA261E9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935148-C479-C8DF-88FD-5851CC2E80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D7FA2E-79B6-6143-99A3-39C15D9994C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A461A-6FDD-ADFB-98A1-E0388D02885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39E35-BB3A-1E43-EFBF-0D2A5AFE9A9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7E853-9EE6-C6A7-C5C8-6708C6FCE07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23DC3C-3116-B014-4D27-10E1195EA0C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0604EC-59D2-F41D-CF80-BDCA8F73A97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C06998-58C8-5D89-3568-35E223CC4C3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43B58C-96FD-60CB-788D-36BF1300091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A3B20A-C55D-0A06-7A6F-7487AB58244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25970E-337C-F831-3B53-5B8E373EE97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EADA46-2211-342B-4436-4C063F184A4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D2F697-889B-492A-7A2C-32157B3AD51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580212-0EB7-54C8-9C4B-23DCD14C27A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341F43-1A25-A61E-147F-C4F4155F5EB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7E5002-2A7F-B36B-223B-B30B4081A83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11CEC0-26A6-56DC-75CD-446F82867BE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9A0B51-2B5A-8726-7E48-AA3BE0EBCFD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2B53A6-D5FD-38AF-3458-6D21118AF6E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86CEAC-FE88-A680-76F0-B7A601A22C0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4E27F1-AE06-9271-11B4-D9389EE77E4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0A426D-D278-FFC4-8B6A-B48C16CD351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03FE37-8FB3-0D3C-6900-603874F41F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A9839E-61A7-ED9E-0B2E-0ED7939CAA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D5455B-9FAA-D8A4-56DB-6AD2450471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BBEADD-0C1D-7D85-6C4F-B15B1BB441F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933DC0-2BF7-C888-E491-0F46CAAEB48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956540-FD10-D2FC-7538-F22824CCA99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264161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DDC39-FC59-9997-67CF-1A757AE5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9EF1C4-0CF7-2546-8B3D-EAA18E6402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7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F24DED-AD18-73F4-5D16-399BA1A7C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62486E-1DB0-F3C0-B25F-0D3D53023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F839AC1-0400-CBFA-FCB8-EB77AAF5F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148EF8-F375-873B-7FC6-672E0DEDA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7AA3E9-5A97-2AAB-E230-6A1E441287E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FC6D74-55D3-3E78-DDAB-5D786A2A8E1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C616D-6355-7804-B9E9-E951E64BB6A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60FD35-9631-21F2-9878-A20E86E1F34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D584C0-1AA9-3174-2AA3-3FBCA421AA8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BC1815-DACB-7368-F812-415D5184FB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9FEFFF-BEA3-A6A2-FF31-40CC2E1AFC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0A41F6-43AA-ABD1-8AE2-13E6C68D6E4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53129D-9DD1-2471-5B9C-9C88F75FECF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C8FE90-01D1-8CE5-192F-7F70DEFC2F3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38504F-B7B2-D63B-6827-AD25B6124E1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09FDB4-A735-66F5-D948-E4E88BFA367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027659-2425-45B2-2FC0-8A6093CE00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194113-C62A-C245-23D5-5E0C1137E46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1DC1A2-6B25-2176-72F7-78F4380989B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110C11-8B9A-4501-3ACD-5A12BB6A18B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C8B1D2-D5B1-201A-C285-81B286707BB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D73ED8-6980-15A5-D232-9F5E843A628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6A95A-8F1C-14EE-72F4-FF6397F70BF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D5E6A9-F05D-3C8A-9BBF-0346B6F470A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37F7D1-05E2-3571-38A8-9A5941D2CFF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11789-DAE1-07DD-92F8-CC8C6D1A1DF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298E3-3B36-9DB7-D596-6DF3FDD621E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84DFD0-CAB7-0933-98CB-697DA9EEF44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45FD49-7641-DB84-E269-DD239C782F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7C376C-D4D4-9A02-B886-1731BC3CECC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C02664-14E9-EC96-766A-4E0BBE980C6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855D34-2224-D717-9795-2D8F8AFE96A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FBE7DB-B25E-CE5F-E495-B80439A5DAC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85122-F98C-6B1B-A9B1-DBC7B9C68AB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DE089-676F-09BA-6CA2-EA730603D9B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6C49CD-1363-3FB0-7E0E-42E133BB962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2B11C6-DD7C-0ED5-4990-714F597104C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54BA4F-7DC8-EB65-D46D-BC65A940579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1BB1B0-69B4-ACEB-7E6C-C3901569667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985B0A-3A56-87E6-0B42-B446D39C973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268A97-F767-CFFD-6DDC-D8F7CE512F8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98EE4B-B350-3D4A-BE8C-96DBFE4DA3E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7893E4-5825-0D70-4F60-47852AD8B44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AB5F94-B9C0-D70B-7CAC-C0421183A68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629D1A-9A72-410C-4466-027D0C9A6AD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63F540-2FA8-C918-3CB2-2684C4F2209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AA6DD8-26F9-31F6-A2C5-547D8B94C50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6743DD-AE3B-9085-E2E1-6BD16883627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4F3388-BD65-A102-9F43-62882B98402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A4A761-B8E3-D5DD-4DB9-E0A8E79E789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F5DBE0-EA3E-4F3F-2C30-8192DEB1753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DC01EB-0812-1B93-8051-9D23C37BE01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EB780D-AF3C-EC21-8AA3-2284A824AAC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8821F2-2795-A35E-D615-5567A746B9B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BB69BC-9C93-8EBA-45E8-52AA9D1CC95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E9FC21-EB18-37BC-F166-8E681F2BBCC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16180F-2E2E-4E85-D9D4-168A9722522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1FA6FE-6530-7F6D-8F62-D12C8165DB7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3F0BC7-1686-D964-B6D2-CC165081CB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68FF2E-DD21-27D8-C19C-1D7561D74CE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E7B584-F4A5-5BC7-18D5-EB2DBE58849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F598D7-CC09-E970-F593-F1268E35A09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F8DC4E-C051-EC54-B408-8B77CD46E40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E0077B-0A55-B114-4D92-E0966959B9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546A06-468B-58A4-DA69-61A69D4B0E2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</p:spTree>
    <p:extLst>
      <p:ext uri="{BB962C8B-B14F-4D97-AF65-F5344CB8AC3E}">
        <p14:creationId xmlns:p14="http://schemas.microsoft.com/office/powerpoint/2010/main" val="2141378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50FFE-4D59-3C2A-289C-224FF6CB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BF8E1-37DC-582C-5E18-B37AA9CB8A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B34C6F-F3DC-1729-BCD5-E3D034B2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8DC69A-4183-AB08-E5FF-3C3873F97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F6EB11-7589-208A-D513-191C30472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ED9ADB-DAB1-6BBF-43DD-C46718B55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1B779C-9758-BE1D-A222-1B84BBB51A1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EADE2E-782C-AA3A-ADA3-9D8C01DAC7E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EF1316-A76D-7DA0-507F-11CCF503A75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2294B-1778-5F46-5063-3E4A9C6C1ED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4D1780-36A5-F4D2-100D-80C88D86CC3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A505FE-A4CC-C882-5A2D-8F43CCD38EF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3F7C5-199B-0E92-E55F-60FA2138FDA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BD9C37-5A9A-31AB-C346-62D792D3210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2F1336-61CE-14E5-46B1-59AECA686E7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91B37-3BCA-F88B-B068-0CDBF8B68E5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709E26-5761-D61C-8012-BBDAF90A362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8295A2-19B0-BC5E-6401-D66AB59F055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DF3402-9DBD-A225-40CA-10A70838CB8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F7DB73-00CD-EC9B-104C-ED856AA3F60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6E5584-3DA9-DD2E-018A-E8C4930A281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86D18D-4C00-794A-16DD-ADB8CC83806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41738F-F997-BA38-8F16-C6B76FBE0D3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218136-3051-41AF-9DA6-B954D9DBA35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5D5A08-309B-5015-8C6E-EBC8430753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8B0FB9-C843-423D-F2D3-BBC00C3FDD8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CA6D59-0F20-D140-50F8-53975DBCC7E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31A2BB-EF1E-2F26-11B4-72343A08A91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A63CE-702A-9265-8B48-28C28962B32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EE7E1-5C2C-CF23-7371-152ACF1DCF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6006DD-804A-1AED-3F1C-7AE9F730087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9901A4-B301-9B30-3AE3-3C08E18531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98A81F-6ED2-D683-D462-65E4D913B75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44D95-737A-BA81-FB82-33119F5362D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4CCFB7-0360-1196-5DC6-4F2462C41F5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65219E-CD2B-643D-0146-3ED4C6F9A52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D52B9-56D0-CC27-83ED-AC8D7929698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5E6171-2E79-E79B-5E45-F5D2412F70A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52A686-EEBD-0822-ECF5-5B3FF3E5663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235351-5F85-5A62-96D6-F2128A724FC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494780-9395-684E-19B6-D3BFB43AB0D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A66A5C-234C-9A83-7201-4F2FDC2DE61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7C2E53-41C2-733C-13F0-99C357A2FF8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85F75C-4F88-DEC5-E3A4-A20019C422F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AF4FDD-C675-EC31-4A4A-52CA8597BE7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EE2C82-D8B6-9DAF-6DEB-B28D30181FB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BF7226-2F06-2362-A76D-D8D5F30B5FB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11B537-35C8-D086-00BB-FD446EB3622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8BFFFB-02CD-27D7-4374-9E8765DC92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A61A12-D059-4407-1166-A18EC35705A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010B15-5BDC-E063-975E-B6BEB3A3CA8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211450-DD1D-D73D-7BA4-2A39DC44E50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3752DF-B9D9-D448-E80F-031D3621430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E9D3A2-AB96-A176-2424-067992BAF36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3ECA15-9C13-C009-1AC4-F72DCD39E21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8307B3-D00E-D6A7-9769-171A1424DD3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122C01-A53A-A8DC-ACDF-7C087EAD42E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428452-F585-EA00-8CDF-B8723B0C683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282ECC-B6AB-AB20-7039-62036F028AA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A11CEC-64C3-5AC1-74E1-86EC3EB1DB1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2E15E4-B6B3-8248-4984-3619BB0AED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0B1943-40FF-18B8-663E-0D65E09A679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71FA6B-EECC-84BE-ED24-A65CB136D7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A8D25D-F03A-73D3-BD91-0B866F0416D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0CDB1A-4070-2A1A-3E76-4AD479FF8B4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1E41AE-D9A6-2AD8-AC03-1FB066E802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2D94D6-E3C3-AD5B-A2C8-927592EBC7B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</p:spTree>
    <p:extLst>
      <p:ext uri="{BB962C8B-B14F-4D97-AF65-F5344CB8AC3E}">
        <p14:creationId xmlns:p14="http://schemas.microsoft.com/office/powerpoint/2010/main" val="1513140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D77B-C660-D689-DCBA-528C3D31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D79919-79AC-0403-B10C-4922978A05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62C216-913A-BF80-8CA9-6B6CD7F7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A1FF75-D8D4-4E88-A4AA-C0FEADAB8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29C5A9-BD5D-C145-24E7-0B5B87B82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591D57-FAED-A446-6A92-704DE15FD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7EDB4B-B2E8-0D1E-110C-B49B1DDFA6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DBBB6-891C-A19D-17BC-E08B27DBD06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4CF4E1-51B0-929D-5A9C-6B4F0A42847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60821C-16B3-91BD-26D6-E9B4C0D4F54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FEFE2E-D269-6C48-6732-8C88ABC7B9D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405E91-0D33-EECD-CBAB-84C9D91A678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2E0ED-98ED-792A-308A-9D10D99FE6D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9EC762-8AC6-5705-4FEF-99361CB7E89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FE2DD9-6CB9-4889-1CEF-7AB597D0CAC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156811-753F-C10C-A283-0B269213A16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311018-569B-6C23-747B-215EC8401A5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2A5C79-A2D3-F7B1-D03C-9FBEC306375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66A0DF-C1BA-6D5B-568A-168CF6F4982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524193-7B6D-963A-B76B-266B34ADF0F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2566EE-6D33-2702-4867-D02A674C6E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FAE226-06CF-F85A-3E9F-29F0732F938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B2229B-FB8C-957C-56F6-BEA9C67B4E8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54E266-AEBB-62FB-112B-0CAFED34EFF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16FF27-CD71-C86B-83D7-CD1BF1A736D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8A5F42-FFD9-DFB0-15BD-3827C46B5C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EB7843-0A84-074A-3EC6-DF0EBC2D50B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7EC4D-AB79-F946-6BC0-7B4A33D227A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3D1B5-4AE8-728D-2B26-5A12F67CF61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80E89-7010-2CC7-457A-7DA469CE6D4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8E4CBF-B1C0-C0A0-3A4B-C85142837BE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EEE519-402A-04D3-EF51-EE4E2C01993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05D52E-FECE-EAD9-F5F6-F4866AD2981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23AE4-0DD1-6825-2276-ACCF3C7C18A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E3171B-7939-A3A6-8679-A49633B12E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A62BD-1C5A-FCF1-FAD9-8F307B7C084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2D8B22-2BB3-89A9-CFB8-92DD0BB125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06693B-FA48-8ACE-4CDB-06BE1A893E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5DB8C1-570A-FCE1-7207-83D46D78790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62AC9C-399C-961B-3EEC-8F73617666B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071A88-3278-3176-C059-BFF46E76024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F42F59-5A3D-619E-2665-D9D95E8350C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8FED64-9C69-E358-CE61-2FB5F3B342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8FCFD4-56F2-B86C-898E-6E234C54BEB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2B2FFE-E278-AD8C-305D-EC6E377FAEF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9E76D9-CEC7-9E9C-4680-B1D5EBB7534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D65B31-DDD7-B33F-CF66-48AC1E71538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CD17AE-4DEE-3273-7BBC-05FC4F6AADB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707C71-EC76-E864-2D88-3F0A45A8721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575AA9-8D61-6FD6-BEB3-B8CE860995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D70400-4FD2-CF4E-2B4C-40E0F6DEC72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1421FE-E2F5-17EF-F0EE-DD58420C99F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499AF6-6F8E-B8A7-8E5E-2568F488622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0103FC-EC7E-AC96-E05D-D5CFC077BB2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CC6950-E885-912E-0FED-6E9ABF0C9B7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CF06B37-9D48-E565-049C-BA15AD7C4E9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4F235A-F744-6745-0F66-599DA64DBC8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718208-EA8E-56C4-0B74-C56FFAE70C0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6E7D02-836B-C5A3-172A-84000F994D3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748EB0-44F2-A08F-6873-68C0D53BD98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4743BE-874F-2178-0DE7-1EC267C8BC6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12ED76-F0B4-A71A-BADC-D89DD70F042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1A36E5-D5F3-E00D-A53C-ECBDCF121A8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6DEF72-1CDC-1D2F-61A0-EABF8CDBDA1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584351-3DB6-B089-B4C8-AE005612504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FA7C45-3153-FC1B-1BE7-50D0804E7B7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F3EC8B-A765-EA36-4FC0-647EB5EE709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3781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1FF4-D205-64A7-8344-7968B6CBA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0B2125-7D52-0035-C7AE-A937BE0109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right block.  23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1E7C70-7DC2-8F2D-4BEF-761AB74CC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3C1789-D5F1-9E1D-5F06-7A61CBEAF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E797C1-A413-0F40-A428-282F02836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6B1BF7-C39A-D97E-8AF2-B5325AA18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358424-8113-9CB8-2297-0E7320F98A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7286F6-8247-B507-3E68-3F667B7B0BF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E1E0A-33CA-2CDF-6B82-AC6544A9DBC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97EB1-91C5-32AC-BDB2-701F4445A3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7A479-D1F5-D52E-BE49-0AE2AEBC74B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FF589B-1178-1984-D467-69C9E950D3F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3493A-BB90-4BDE-B6F4-4B0825CCE3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F6C598-D8AA-057A-E85F-CB2F5CB334B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1AB383-67F3-54DD-38D6-D94B339D202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1162A1-B0C5-EACC-1FF1-3EC66CA8683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CA5C5C-7E7E-8AD9-D988-52DDB47A076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108B87-2322-DC21-3723-2CEA8997FDE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80935E-5979-96F2-6344-1DC85232366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795688-E393-6D3B-E154-DEC0651E89E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9EFC59-515B-7C80-D5BC-8262B13A497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2DC804-CFA2-3C95-5B91-1752F6EBF88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164A86-A95C-309B-B29E-EDE83417C29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86824E-4392-A696-17E4-87CB651E80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865F6-BEB7-BABF-CDB1-6FBFEDA4F0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7C3182-61EB-665B-9270-A481CDE52CB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0B1FF1-6E92-8A07-FD30-BBFA8D37C29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20B5DA-EE1B-9928-878A-C5E5270F707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77AB0-1FD8-CBAB-95C4-B104CF453F7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8BD5F5-F5CB-D1E8-78CA-C841438EC26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534447-7D35-AD68-7926-0985BFBF65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BAB6B4-F58F-74FA-6888-9A7408F3B97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C3C0CC-0062-2826-3487-F138B6D8ED3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BB0AA-FBB5-2D93-6074-AA04909079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B98F27-7F63-D981-DFC6-265885A71D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AA37E6-C79D-2412-CA31-0EE49BD8E2B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DB539B-CD40-CB9B-7DEF-45A46B3A77C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20D13C-12F3-D42A-4FC7-9260BE70691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35BA5E-AEFB-D8DA-349A-98EFF19BB2F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1FE81A-D1EA-EC43-F0EF-9E7421DFCD2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2F4BE1-4872-8371-D48E-6210C3DC747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589B70-4AF9-3CB5-4351-47F1E702DD1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424949-0AA9-9D64-B0FE-DF2F6EC6DAA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D1442B-7B19-0AA2-59CF-F88EAE8D9DB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3BCC8D-1F7D-E57F-36DF-8F067B01846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6F7516-FF7C-5203-3795-A9B171FB920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9B4DCB-A9AC-CF15-3F27-DA0DB1D464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C27DCC-0193-9949-E0A6-70FB1056433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B3205F-32B4-8B67-46B0-32942C33F4C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B9FB2D-466A-24B2-4730-A32122E8218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54E38E-F1AD-EFD7-D18C-496CF393FBD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ACE5C0-9A0D-0CF2-B512-D281C2BCA6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BA601A-1047-1559-74AB-2E6BB9BE338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095C25-66D7-8B8A-7F61-F9430856DB8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FE519E-2ED0-3617-9058-C94393AF5DB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584916-B435-28B6-23F4-8EBEDD6360D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E2E862-491A-178F-C686-959C4EC71CF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39B3A4-DC62-6B58-8C84-35E52E4905C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903654-6D2D-1860-B109-EAFCEEBF9AF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B2B5C9-AA1E-1820-1C78-DCED5BEE317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825B46-E117-CAF8-F533-615F7B64F4A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B1C89C-2102-3BBC-FB17-DB909A0329D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E5144A-D979-A4CC-588C-F68793DFCAF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5F9E03-E2D5-0042-8100-64B6274401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C848EC-66F4-4718-34EE-D79A00D3375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A4038F-87B9-F018-3430-4AE9E820A6A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F1421E-1378-8838-0E50-FE08C98CA2D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567776-41A5-63CB-0941-CA7672ACA9D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0F44CD-14C8-C391-5C34-C52B44E3BEA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4707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2913-FE00-625E-914A-35360D6E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531437-1200-B5C8-8F8E-6111D5C3CB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C9E603-6D06-AC74-15C4-7BF1FD4E0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37F03F-A552-81AD-147F-695B8F4BC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076E81-536E-7313-42FE-DF751EBD9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4D0D19-C954-C5C2-E2EA-9FDE09D31B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4BF8AA-C1CE-6975-1B57-B02A12F4E9D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776A65-3459-A124-1F5F-D5651E49AA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055EC3-C3B8-5831-D6B8-06E9BD9FE53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70EF5C-4CA2-F40F-2741-C3FAD446D16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070990-439E-8D21-5F31-7A109C933F8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F5B2A2-6628-0E37-6DC9-D8F40759AFD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F5D2C3-E997-809C-E74E-8B9B52D1DEB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3016A7-E514-8C55-64D3-42B0F9FC94B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AAE16D-7E2E-B2A2-B35E-8C48D5AB429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53537D-F9B0-FB4E-F0DD-81A50382671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E6C069-9154-6A84-6EB5-2B3BA62223F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C75A23-B417-D624-0099-0A627D0D958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6C26-3452-81E4-A954-2715EE4FB4E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980179-0AEB-8E05-F91C-F2C25EE11E5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ADEE28-8C2F-D2A1-337D-94F7BC88241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F6CE10-B1FA-514D-D98B-5B89085BE86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0075D7-0A65-6875-4990-819FEBC231F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2EA52-3EA5-CFC5-EA01-0887DAFBD66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CEFF9E-FD9C-27F6-F8F2-A3CACA9BE79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A14997-060F-691B-B2F7-70D68FD6AD2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CAF4F5-2A9D-A063-8EE6-321BABC4B02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A1512-9754-2123-23A1-AD2ECB3B980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D3614F-BA44-14AA-AFB0-BE2542C5642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3B26C-316C-8783-1BC5-4977C1567B3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34DC97-69D9-7402-9141-A9D3E2A5134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25DB33-518B-5999-DBD0-3783A343020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6B6984-F47E-1284-8834-60BB3190462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50E89-28C9-C36B-318A-B6AAD31EED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B1ADEA-62B4-4B6F-572B-2578453E02E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74BDF-7DDE-DEC7-D7E6-23593D338F3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5248F-BE97-95E3-C3E3-942E839511D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9DEC4E-D155-9410-6C27-2B2FDDBA852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6A2910-4C57-0512-366D-8CF7D634A9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FB966B-9EB8-3E71-3DEA-6EBC9AF88FF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83A44D-C4A6-FF6C-A04C-90CD3097151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EF0F90-A955-8CE4-76F0-8AB6EE42AE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8E066-096F-639D-6494-65526090E1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B8A042-8E08-A700-3205-8008F117BC0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117216-2F94-90A4-2B0C-BA1BE0DF334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05E41B-EB0C-39C4-55B7-A7DC6F08DC7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40CD78-FE95-5D73-AAFD-350328E0AE2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089FAF-8BE2-851D-2E2B-B92AD0E0FD2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62F4F3-D203-0DDF-B7F9-98445B56140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8E55B0-B281-0F5B-2AB6-2E705043421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DF9E3B-9AF3-9766-CA03-7558D431BB9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4A1CA4-B397-4915-6F1C-AEC0A13CF8B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DD338E-538B-DCCD-F969-2B63F681ED8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1F0D33-E0A9-FBFC-E7ED-E30A03EF73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371802-9EF0-B0CF-C13C-945DDA4EA5B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A9433A-762B-B807-6116-B3800BB286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BDA768-7E95-F468-8E5D-D2C55F30636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6E12AD-5661-4881-4CBE-1B12B3C08F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0F074B-0A60-69FE-74CD-3D539ADE262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D724B9-57D6-87D8-1A5A-6D4ABE83FA3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778A24-E27B-B70D-CAA6-B111FED44B4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EE3DA3-3D2B-5084-39EF-E16624F62CA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029149-6768-3FF5-DD61-AC01019FAC1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C011DF-2504-84EB-3DD7-4F446ED8389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386781-EE57-79FA-770D-48F7ABD32E6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962F9F-4A1B-87DE-CA73-8CD161A5B30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1BC069-84A2-1B37-942D-977D0CE43DD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A0967D-833F-0F03-EDD7-C86E128B520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E6F4F4-E21D-EE13-0596-4A58E0E45F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55743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F537-4BAC-63AD-3A76-9A198E24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91E837-A8D1-7E38-750B-66A91FD67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274B67-53F0-09CA-7280-51E8724C6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2B010A-E15E-D4B7-F64C-27D529D51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C5D90A-57B8-B916-3162-9C8422607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B96F14-A526-E0F4-EBA6-11C814FC8D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38AA19-4B57-52AD-61C2-EE52F95D00B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1C6F9-31D7-3014-6815-D1538C8F43A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B41ED1-F17E-65C1-F3A2-5B084C69E90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65495-397B-1EE6-058D-3E54AC1DB1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E9C97-4877-0320-5205-1C5E189D768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988CC0-612D-DAD2-0FB0-50BD5BDE292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5790A-B49F-B05A-0017-AF0C7324235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0B52D5-DA2A-14C4-8AB8-DEA3FF6D737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64B2A7-AE10-E1D2-F8A7-70D57A368A8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944D48-FF31-A691-A279-5D86AC0D772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FDEE28-5746-B2F9-7333-B622435C6E6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7DAEC5-5B7E-F3B4-F405-DF374890301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BF9CD7-23D1-C855-72CB-7B4A0B3D1B5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3A2207-128E-C83B-F299-793AD9D534B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ADFEB6-752F-7351-832A-8BAE8434AD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6FAD0A-5130-3EFB-77D8-D1C7848D0D8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B7108D-8410-241C-EE50-8DC8D2265DE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FB0E14-4C50-F8A5-0002-4C391248435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59DA1E-23A3-D657-83ED-EF044667B36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7CEBCC-8632-0076-9A63-57D6C426FF9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F238F0-C66B-7D5C-29BC-E5A489AD1C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B0543-EB86-CFCE-C2DA-7F4F35C9B00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323AD-3703-157E-B199-19A870BF260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4E891C-9D11-E659-FB15-810AF599590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0F87DC-19D7-70D5-A5BF-CBFA4979CBD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324E76-E297-0DFF-C511-D4456E61B8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6E96A5-2748-1865-A591-B2E16E5E29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E0CEE-AF3B-A763-A2C8-30DF62E57B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99771A-CD1D-C493-784F-46ED4316E5F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883AB-E2FE-8D00-3F04-92360360632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861F9-AC9A-BC2F-E9E2-81EFC34DB40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9B7F12-AF89-796A-D0B6-6502D761CAE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174769-1A11-3DDC-B122-05C4275F05B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4B6F9F-4230-BC9A-79B3-47CD6A5BA48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7E3508-1D74-D40C-776E-C5B104D26A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DD1C1B-7BDE-5823-9840-729A05E5716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BC18E7-6C52-2009-7F08-865EBAA3F4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2FDF02-DDDE-F6B4-4CD5-BE60E148305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2DA85F-9804-8AB0-6308-EAFC50ED14A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C01E8E-E0BD-5F0A-FB72-492D0995B0A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988DB7-D639-E485-2E83-E8C285AB8B3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64040D-EDDD-EBB2-8C9B-6406D95FF07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A4308E-042C-A298-FC37-092510792A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E4B93A-900F-ED3B-859F-06180E11009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ABD055-C0D9-8EF0-326C-DF60A2A5EB4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0F9314-E826-4857-E470-2BF5D80E410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4D0E68-4611-708A-2951-C3C8C17F0DD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E555FE-A387-93C4-D702-9786AB72C4C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24D705-70DD-B895-409B-B78930B20FF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B46EB1-6FF5-8A9C-826D-494668CEAE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FC7906-73F3-89C4-5827-362021D77C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64562B-4205-C4BF-1194-61B8A24B260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DCF9E3-ACB6-A152-47CD-E700A6265FB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1B79CB-7EAB-64EF-D564-CE99708A56D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00768B-F4C9-A2D1-D187-F29A518C1D6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E2043A-066C-12DC-63E8-E057BA95044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47FE38-CCE7-BE63-34EC-7C8F2F3821A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4A1DD6-A39E-D18B-8512-ED6FA09662A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B9D9D9-12F0-670B-4AF9-7979766D8AD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C546DD-048F-C444-11F0-10C422D8BF3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4A256A-1A25-FB75-7A89-4D168B76076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296FC7-5993-7CC1-46B6-5BAA8E6342A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A17469-15E2-9AE9-8A1E-14E90BE6894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434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2C99-6619-0DF3-C788-DC250C05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CA6598-BBD4-A993-DF17-B2FBF45617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104FBD-36C0-B1EA-3A79-747B3DE61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BD63F5-31E6-12C6-5237-00C262F08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51CF14-A9C3-F522-5453-FB2C4BB7AE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343765-920E-CF9A-2BBC-2BBB58DD6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78DE80-5AE5-5ED8-6769-0FE0ACA1CEC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DF8A8C-5568-7B44-9D42-B9FA376168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06CC6A-1776-C4C7-D824-8F3CA7BBA27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80581-178E-54D3-67D8-B52AC1FB192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363895-F5B4-54FD-777A-772A1D358F1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E89A10-2CBA-0236-9F67-104E95C5099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7C74-3B17-F257-AE37-EFC97E8100A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377E39-D41A-C75D-634A-3065A09E508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2C5AD8-B8C9-F596-BDF6-12C2D6DCABB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ABCA76-9F91-5613-1158-76B72DA6D2E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88E14-142A-54A5-B929-54F31B1430D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B2FC4D-8A4F-EBEF-9E67-3B91CBFBA75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5B036E-25EA-F23F-E5D0-959241C1C03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7E0E-2AD1-E9C3-5DBA-6AC937C67F5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C2227F-1499-4867-EC8F-141942DBC2C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7344E0-811D-65CE-A497-E13E98ED10E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E74B17-31FE-BEA4-CCF6-40C1D4D262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CF1D7B-4CFE-2C71-B551-95797F0549D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0B25B4-3D74-2662-ABD5-257E4C49DED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707EE3-862C-1E0C-FDB9-4011FE9753B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3E9460-CF9A-476F-02F1-DD13FC36622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C9381-DAB6-C6CA-FEB0-8F9BA7CF3BA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394955-CF05-E91E-23D0-F226DBD71F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7E9FE-D88C-F662-B0AF-191DD421AD9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157C2F-4136-38C6-BF6D-D5B143A2B7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21D7E3-4A97-A96D-FFBE-91228373A7C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981292-2BC7-CE3C-5FB7-32E536E9D92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6E07A-BFA5-A1FE-4F58-D6303D0CED1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54C9A4-A492-0ABD-5F5A-C72AEAD8600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95B11-47FA-E9F7-783F-20C5DACC1F8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AB8609-EC3D-AC06-D902-B727D4AAD75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F3FB4D-7BD1-9476-9064-01C1E4B00E6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019B5-6E08-7220-2422-4F9F17C9B73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F00789-7E07-BDD6-679F-2E14E72CAD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F3C935-7C44-1C83-E824-F5DFA3A64E3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6A3F5E-C24E-9F3D-E689-A10B0EE1254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A0A0EC-D3A2-536C-46B6-F60A78567FB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B5C8F8-5CB1-7442-E0DE-5982139C283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1398EB-CECD-D5C8-0D84-05CFFEAD56E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B9D5B4-78B7-9C6A-711B-F1C44688C54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5B9985-8AA1-A753-6275-5362E4A77D2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A51840-8912-EAD1-362B-59DB10B5AA8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D55C99-6429-CB34-4D5F-55B3EA9F89E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DA8B54-0D60-F79F-03AD-7224F06EBBD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09AC1E-61E9-BC44-4C28-33DBA34204F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65E021-BA3A-7BC3-944D-542FC0F0676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9EAB72-7C7F-B454-328F-D7AF0729A83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7A8CE5-4EDC-B443-A986-4F56D6BCF7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F534CE-DA7A-29C9-6ACB-0E0FF9ADBC4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E3A057-0CFE-0F8F-4EA0-EDAE2294807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2B65D7-01FE-246E-9867-D8461F6C21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423CA6-A754-DFB5-0EC6-5090771215C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8579A9-D634-2B7D-DF72-594A9B278FC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5DCC63-1EA4-A36F-5A14-BC91258EE39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41C021-8E94-8586-2848-2799FAA4F44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3EB8EC-151D-FE13-0169-CCD2183CD15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DF9B48-E30E-51EC-983E-1C7B6723A6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F03C4E-9A16-57F8-7C95-74BD1A8E743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263108-1780-E19B-FB89-3C09F0F6537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365F80-6AED-6F31-DCD8-743B911E5AE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DB1A9C-103E-5775-8E02-7EE304D609F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3166AD-DFF1-79F5-C1D2-013D4CA2004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DA9362-24A4-618B-34C8-3EAE01F7828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3261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E8A8-9DDE-4ED2-2F8E-516BA1E4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D27063-3FFE-8E9B-9A6A-AA3ED57089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7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FA28C3-FD7F-FE99-AF57-91CB5F24E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0A5F80-B3F5-FDAF-BC3F-1800AB45E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5BD40C-C111-17D4-A65A-5A2B4563B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BA2A7E-38EF-8F40-3685-7BD36C293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0A8CE4-6803-185E-6F3C-F363D607F7B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C73688-2426-6562-93BB-74AE46C4DFC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1273F-11BF-7A74-1311-4232CB4193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74F01F-6975-511A-4AD9-0F11666DB6F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2D4FC8-0235-05CD-9B7A-5423E1E5ECC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711F8-CD65-392D-3391-DADD9AF4FDB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AAAC1E-629C-2B0B-2C7C-B947AE7AA62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27D267-D750-4529-7F69-0380603F3AB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661CD5-961F-5798-705C-213E51F2671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9D0267-9621-F322-8BBF-EC670E5A133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5F4236-5ED7-EB76-3A40-E4674C777D2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88D5AF-C768-1FBA-2C0F-5C288E5FC9A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06A8E6-25A2-60CA-FB24-52E40561F46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1C300B-A30E-506D-D963-BC4D8630402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59F16A-A250-EBE9-E792-097B7FA5BA3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7437BE-3EE5-B2A4-2B50-D51DC179793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25F243-312A-156A-E174-4A77E51A04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A74AA1-6E60-266A-EB23-E31BABF8E7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4FA7CD-21A2-677F-97A5-3786178D47F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2A32A2-D118-728D-8AA5-70D7D7DA30A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03D820-25E8-79B2-3D6A-84C43BB03C3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D45D3-0038-1359-04FD-0AEC059F5FA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D2F75-C6D2-0DB3-5843-2B27B751729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72545-AF7B-132A-DB91-D30DFD3FB3D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D79B2C-1727-D97D-5414-A3B085BBE5B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52FDFB-BF1D-2D9C-59E8-CF07B318440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885EAF-4D40-9DDF-8E5F-7E5DE81A2A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F6BBA-A379-14F1-1DE4-0D204333A2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129FAB-B671-FDF2-6003-A96A6B43DB8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6CB5B-964C-B4FD-89E6-7F78AEFC83B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37A26-AE51-43DC-FBA8-0305E800364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79CE2E-A121-DC09-C4ED-0BE511940C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018CBD-3320-65EA-465A-C368D7AAB7F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30B606-FE7A-B771-A9EF-83A14CAC411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B97BEE-362F-67DE-6C10-8BF3DC7EA14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22540E-D8C1-F21E-F494-4356D5BFCA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96B2A3-4D19-CB8C-33DD-50127A1E9FA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BF1223-DD53-BFA9-F5D4-38E99699F25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423250-8DDF-F35B-6AD7-11D42F34C21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3F8185-E6E7-057E-90C3-F7741F90215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8278CA-A58F-A1DE-4FB4-D7F1E9E6B89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806EE3-CBA4-42DA-8962-BA14DE16EAB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619B74-E91E-44CA-EF6B-33EE2260ED0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61A842-D09C-8557-2961-0BC609D756B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7E0F1A-8B76-0F42-31FF-494FC6FF679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B26DE1-3DEF-F237-051A-0A4C2AD90FA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AE47A7-695A-8DAA-CDF9-6EDC92A2ABA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7E5C9A-A2AD-9074-2105-ED3A729B30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1601CB-01A3-DECA-8CCE-18608A01C60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069B24-1184-D306-C546-AD177BF5183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258565-21E3-1F98-BC73-82B2F56429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CB88E2-BB69-A590-E2A5-CD6461B43EE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CE7C7B-A297-E701-F160-5600F20B59E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B4C4E2-B627-3991-A7C2-569290940E4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B54326-5537-D09B-A5AB-6AA33DD763B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C9BF22-A208-52BF-83BE-353607B4EE4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F853BE-E359-81F9-E48C-B3B9172BE8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653B96-D4BC-7BAF-2E9E-E2870EB784F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F31D76-9755-B4CC-B90A-C1E1F511CFF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71E28D-DD0A-471D-E708-9AC2B47498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2281CB-062F-2445-7041-70C30DF1511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EDABB9-43D6-F9D2-A4CD-83DD1F02433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F852B1-A78C-3802-5BFA-EBC3AF8076C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6E1EED-1A56-9F3F-BBA2-509432DC695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1C5ECB-3CF3-F0E1-BC87-9DA5338E7E0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4E15CE-763B-A7CF-674B-A1188B2911D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624A9F-73CC-8850-AD0A-621255AF83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2647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F39FF-934F-D9A5-FE99-C9A881AA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61F029-C310-B4F2-69E1-892773F0F6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9, by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14AF1C-1F5C-B631-4DF1-56164BADF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711C59-9669-7674-6DBF-A37CD0059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B00734-A219-6F20-8DF8-E90E9C203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E8CF38-4C53-722F-397B-BCD5FF9FF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2A8CC0-93E8-7065-4E60-CB0B3306A90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A75221-39FA-8057-64CD-A56E3288A8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F85604-7892-FA84-6B50-11327FEB01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DB2775-DD04-5C08-1F39-F66F437A5B5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4159B0-BB0D-50F7-BC2E-281BE901867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74CC2A-C2EF-F68D-5528-A3AE35458A7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05C43F-138E-C2D0-DF6B-340921F4E1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E663D4-DAA1-4279-2832-57083BC6C69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76B80F-6993-A97E-8F81-5EA9C3F9B40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8D5657-64BB-3BBA-8E84-ADE66D48BA9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469DAF-BCD9-F4EB-157A-652E10BA5B5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D19E9-1419-F253-78C0-01B2C456A40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45C99D-A68E-2D3A-0AFB-EF2BC5706C7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C763B-3E93-728F-F450-BB47B061ABC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FA6ADB-8A3E-07DD-9F8D-746B5BB205E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49F1FA-1B47-9255-F4C8-7EB3EDE01D9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C28AE6-6A17-F38C-4B02-7781171B97F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8148A5-503D-E35F-C615-6E9947E5A2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039DD3-4E0E-D0AF-C6CC-0C8BA84214C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C74956-9552-F590-AE66-BCEC6D783E3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72C1B0-B99F-050C-71B2-9DECC90C24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0D941-AF86-EF5F-9A64-E891BA12E59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B01CD-7EAC-138C-BF2D-42B89C5E337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868A8-AD51-91B5-B046-8A3EEB03CCE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4F8AA4-E986-FFA7-9FAF-4494B576C1E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96EE37-FD3F-098B-0E03-97DDFCADD5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5A496D-2428-62A3-5857-2B09F23C92B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CD30A-B112-583F-9BF6-D0CC4B2EFF9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74E264-16A1-BD22-92A7-4391A8553A3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8C2E0-8ECF-4AF6-8F34-AB52ADBFA5F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7A012-6C34-49BC-8EC8-4AF992A999D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1470D1-3763-D68F-2F70-6AE2994A195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386E5F-1C42-D8CD-79E1-D7F98F42F17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B15E4F-A6F5-7903-412B-971268947B6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3C9A96-B96F-E2C7-583D-5C2784DDAE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5E122A-0DA1-01C1-08D5-1984D6F9EDD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F947A0-A0D1-DFAB-F5AA-6E6CCAD0F0F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980E4D-7D04-16A0-53F8-1F60FC62402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3077B8-9B8D-8522-F654-7BA01424F18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470706-8987-D7DE-24D3-1ABB834E52E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5E5B14-A7F1-856E-FD72-C3451CA3C7C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26BC42-EFBC-3E2C-472E-D7ED40B421A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5D691A-364C-1861-2C6A-7E54D2FE4B0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693658-B64A-50ED-9EE3-58E5D5D4F1B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FF7610-54E5-E761-2605-1833EEE3819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726108-27E3-0D06-B608-F7C063118E7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073BD6-8714-CDF1-3F58-DC1FA6A9893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61439E-BBF0-EDC2-4CCB-B90D72B3652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866945-E771-9032-351B-899D2D56F4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986D20-C63B-FBD7-1778-71224FADE0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312C86-887A-0F7B-B757-CAC899F0371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BF0EE0-30B1-C96F-0548-27D5F284125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33EAB3-A1AA-ED86-3301-74D6E58B23C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574CF6-BEAB-4E9D-65B2-4ACC170F3DB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3B340E-E120-C225-F2F6-42C5823BBBE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65B718-667E-D729-2F2E-415BDE055F0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0B0443-426A-B920-FB42-46DEDA7953D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25E863-6136-094C-7904-0D8380A2AB3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3222C6-55FD-3806-F3FF-EE7F860D48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4C77D3-F31D-09FD-09EB-F69F1D11EE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43C848-BD3E-48F2-E3D2-8B1EF988227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5C0E7D-4D4D-3DAB-ABFC-F0CEECF92A3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D39C03-C207-3C94-ED26-BCC760CD329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C49D6F-7B76-F476-4E67-C3FA96A1DC7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865881-E93D-E81B-BD40-B6AFDF4A115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E3552F-FCAB-F872-5F70-CABF5A0981B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4F3B5E-87BD-4A38-AE76-B71EBF4183F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76C0FB-2D92-386F-F764-172B4B19169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0C532F-324F-F13E-911B-9AF5227FB9D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BBDB8B-7056-0F42-41FA-56BB258A4D2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3F0D7E-1763-6539-2583-3040F1D69EF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195809-8762-E1CC-E560-312EA240564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B907C6-0291-929A-FCC3-DC06C954EF9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</p:spTree>
    <p:extLst>
      <p:ext uri="{BB962C8B-B14F-4D97-AF65-F5344CB8AC3E}">
        <p14:creationId xmlns:p14="http://schemas.microsoft.com/office/powerpoint/2010/main" val="2725387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CF84-2691-BF66-2737-7FD008BF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53E5C2-A521-127A-E977-461DFE7896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3C5774-B59B-C885-A073-91B7DC776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C9B92C-FA0E-597D-3787-53E1589C6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1EBB5C-AC02-E3D4-89AA-AD63A036E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03A683-E8F9-F3AE-55E1-36F699720F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8DB7EF-813A-193E-6AF8-0601EFA595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D782A-589B-BE36-DCAC-B066F3D38C0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2149C-8913-7C01-FC37-295DA06D53D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7B4CD-0198-42D6-245F-82175214669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3497C-6985-9636-A827-B2278BB45F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A176F1-F7EB-58C0-F572-B462E52CBDD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3CEA4-882B-C2A6-72CE-BF1C0D0375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E43AF0-1AF9-C926-7B27-13706545492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74753-F345-D288-42C4-31E24DEA807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15923F-2253-5350-5930-AE8760BD49A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9AE2FD-58A4-3BF9-5774-1ACB603D3C6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4AF126-5D8C-9719-5FC2-A04D669C7AA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BB08E0-6C10-9F1F-C75B-74F900DDBA2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53879F-8896-4314-8937-006D17B5E55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17A0FF-06DC-A02E-1AD2-6D72F39D4B2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3C8446-AF52-02D5-803B-EFFE682894F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2C250D-3CC8-706B-25FD-A9F53A86127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637ED0-7414-26CD-8AA0-9813906C8F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0E0782-797B-76F1-D947-7505E333C74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A9C552-1481-9E1F-6C58-8D5D2AF2CB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200CC5-E181-4D5E-6687-9E39DCA75D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CC1D3-6D43-B3E7-8B9C-B1F3E2DE3A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B5EAC-9ADD-8CCA-6FE7-167337F9E24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75F04-C908-B8F3-026F-66DD6E35045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CDF63C-48EA-A329-E9AF-A64DEFF6EEC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391942-8557-AAF0-AC97-9D62BAEF5C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B30AD-F435-2A5C-DC32-473EA341DF0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F13C95-A3C0-D7A1-ECF6-1BC9EAE95AD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8785CA-C24C-E25C-D9F9-E31C74C256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6F71A-8CC5-8234-F31B-5046D29F90F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5C317-639D-016D-23B3-FB54E8EC62F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EEFFBF-E029-EFD7-8F8F-1300C4AF2B9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F3A52F-7752-D62D-365C-94B90572F72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60DCFB-8E1D-BF05-4F5F-7ADBE22AAD3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665777-9958-17D3-1562-7A6DEDD79D9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7EF139-A3BE-22FC-B19E-B39072EB31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5D5F4A-8792-D703-3579-37376BF09A9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78396D-CC18-9D37-FF4C-BF5874F610F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095004-ACF6-3E76-6BCB-48B4F8A38F3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D92444-284D-680D-6972-391AB3E9647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33023A-9E5F-6113-083B-D819538226D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BB3D97-9E10-B69F-D8D4-0A7A89738B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F7EC29-0139-D8D8-D90F-3B6FA01CBD3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B0D8C6-1F3B-3F29-64ED-F338CEF220C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82F77A-F296-E1B7-33DB-3D4BFF7BA8A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3DF422-7822-3A52-A6DF-82BBE084273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702A5D-153A-4937-4787-8B4E70F5F1E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97833A-568E-D7D6-7EBA-6504CC9F0BC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FBBB7C-9AC0-0136-2D07-7334A5A40A1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656E09-CB00-2BCA-859E-6C0001EA86D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7AB7F8-7062-A00E-EC38-06DDA6C1879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63374F-CDC2-77E2-D18E-5CE106C7302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81B36E-C826-94E2-1CCB-F7086E103CC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5F003E-6965-F455-7402-1CE73960DFC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86F17A-CC0D-5AE0-70E2-5CEDA664F7B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851C20-AADA-1458-4095-3ED2CD6146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FF61F9-87AF-E096-710E-66EBED26D55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83B6F5-EB2C-4220-5F39-C77588B2803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B82818-CF88-4600-740A-97291CB1744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D26CF6-8176-5C58-377B-EC7BC13C458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C06544-71C0-62D2-40CC-D0BEE60E2F3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091753-9A34-584A-DA2B-FB846784B06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A6626D-1A3F-7B16-3A96-C74DDCF327D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CD6BD6-BE6F-D29B-3F7C-6FD7D86EF5C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E2049F-C1CA-08CD-0C38-07AD34411DD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1CE846E-8B9B-A98B-AAD4-6C81D378DC5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ED4230-FB90-FB85-99CD-F5E7F427E73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6F26CF-A69E-8EBB-1468-6CEF5F60D69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C99A55-3F1B-3F2D-C64E-28285B514C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C7E6F4-A6B1-E471-CB8E-2085076FE2D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F2701A-A38A-F1A6-7856-9DF1D37DCE9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D5627C-EA57-BD6C-2E96-534F0079DFF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1B7210-3794-9FC5-F2EA-CAB9928102D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</p:spTree>
    <p:extLst>
      <p:ext uri="{BB962C8B-B14F-4D97-AF65-F5344CB8AC3E}">
        <p14:creationId xmlns:p14="http://schemas.microsoft.com/office/powerpoint/2010/main" val="1473338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90685-BE08-7D8A-ABFE-16135092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D4195B-F9D7-7C94-E076-8BCD974FB9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2 and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0094CC-7EFD-133B-2563-24432D104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80E365-D0CE-95A0-E290-81C140EBA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BA7A06-630A-34F6-8F6C-236CB9139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80E2AC-36B0-9936-A15E-1533475C91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A6F0D7-BA76-4871-E57C-4689EB039A4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F8815-2300-3F2B-02B0-4A4C0932330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3F066-AAE2-CA98-84CE-EEE6FEACD75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6F013-90D8-F0CA-4C56-60B848633EC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33F2AE-DFFB-32D1-BFFB-7C46D83363F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6A04A2-C857-D60E-0B28-0CF69C80590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5D32B-3AA4-1857-D9F2-E612659F12D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6A73F6-B8A5-7337-1B35-99CC62220CC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AE30A-D3A0-2C86-BC18-66287C1728C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5C3A40-2F3D-DD09-690D-F7BF41AAA99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A20CE4-F42A-66D9-0589-7EDA0E9159F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F0EB99-D491-6025-F5C8-F04D2E82339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FA6C2-9D53-0D2B-ABEC-2CCE677BF9E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B4195A-0D58-3656-EB68-DEA746FD7E7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3B6388-7A74-AD61-3D7B-153CDDAF66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35B7FE-794E-B4E4-D36A-B6A04284D2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992BAF-439E-5129-BB8F-701076F810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4B04FE-3240-6E9C-F50A-6D47420202A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37DFB5-6CFA-8A28-5806-49875100149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7FF656-5F1F-BD7C-52F6-A2B5A9A13B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B2AD6E-DB31-D9D2-FFAB-35AA9E63D2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9E94B-030F-4714-C6DE-B15FD828CCF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D4149-71D8-CC5E-03D9-C19C5D35F0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B2447-C7D9-B1E7-FEC9-C6B34AEEB40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BA1F7C-AEE3-D1B5-9774-BDA4B8CCF9F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642C66-F6E1-7007-5980-46A4C51C9E5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34981A-63C7-D765-658A-566056CA51E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921E9-6937-E15F-BE38-0303AE74C10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4A95FF-D4C3-EF43-E73C-A28E99D8C2B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3919C-E45C-E761-940E-16398A2F8F4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CF0C9B-9697-9B45-7EEC-58681D805D0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270437-B2B7-6FBD-5438-92AB71043A5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EA0A47-724A-772B-3435-AA60226C087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04B554-9762-9811-DA3C-4F1FC4083DD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31B57-0900-F520-6639-4C7AC5819AF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11CC97-38E0-C05E-5AC5-1313B4F6252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3BB9A-564E-636B-56DB-F951FC81A57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CED288-BD82-51EE-479E-5A56A2466BD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3FD555-B43E-5F7A-2B53-47EAE5D2071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4C9E8A-A610-0505-8754-C4BC0A604D5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EE3B40-72BE-6E3D-75D0-6266A71EE3C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F72C30-4795-39E2-78D8-3287E834F6C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339E5D-1311-F70A-7376-78238DD2307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BD6768-5098-E5AA-9570-BAA50AE348D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493412-69A8-D3FA-DD04-C538DC33B18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E128C6-4251-4923-7B68-D8588DBF654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F8972E-5784-9419-39F9-1D4D0DA121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8F4F5A-8536-6F45-C138-16742FCBC12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5B76AF-61E9-C0DB-E055-B65C1DD7AF9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C85FE3-9182-CECA-593A-375E4550980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D2B89-4BBA-DE6C-396C-6CE096408A9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493CEC-08A9-17A3-3C50-BD4EF4DC3E3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1ADD4E-BB47-66BB-74C9-CA9484B1886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650012-0907-B242-C088-B7CFB5222E8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0427AF-7BCF-D601-7A3D-663CA22AB39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C73204-E425-8027-3A35-48F30809964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DB8ADC-EE63-7F32-42EF-D352F16F401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35AEF2-1218-C043-2E83-ACD4C9599AF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84BE03-5A60-D14D-EA1C-AAEF9B520A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C97C7F-78D4-CDA6-B87E-AD62FA7E36C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FE1A65-B338-63F7-45F5-814304323E5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CB8D8E7-AC1C-D557-302A-A3F44F11550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6B1AD8-EEC4-581C-6C70-FD4A6CE2E5A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CAFC97-B4FD-37F7-F925-15CAB533448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8B82D1-5C48-6DBA-3CCD-45A7F442AD5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10AB0B-AF49-4D2F-C056-5F9FB25A89D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911EBA-8928-8377-1136-1B079E5D0F3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6C6239-BD3A-2B02-6FC2-044602A63FB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E046E1-9494-8234-AFD7-AC969B94C9C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2ED285-8BC8-2DDB-1D17-025C4D65BBE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EE0879-D8F2-66D6-356E-16B9C83BB8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9C4AFD-4CDE-342E-D697-EA7ABC937C9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714997-E13D-F4EF-4D4F-BFC23BDC735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4CCFFA-9EF8-03FD-FE29-F5B1D01199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2FE307-9E97-D1F7-6FC8-2942E2EE407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79045B-A863-07E2-E680-96F4829E1D0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256789</a:t>
            </a:r>
          </a:p>
        </p:txBody>
      </p:sp>
    </p:spTree>
    <p:extLst>
      <p:ext uri="{BB962C8B-B14F-4D97-AF65-F5344CB8AC3E}">
        <p14:creationId xmlns:p14="http://schemas.microsoft.com/office/powerpoint/2010/main" val="36329052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9DB5-3538-DF95-3A75-06270601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48F1F3-6CA5-9526-9938-0A2A98E469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78/87 pair in Column 4, together with the 28/82 pair in Column 8, means that no other cells in Rows 4 or 5 can be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E417CD-C157-A10F-6A8F-92050E2FB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550CEB-CC56-0A57-1624-37226A4D7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004EBE-550C-B8C1-C46F-2B2718D29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DD07AC-1465-2D79-B96F-09F1288FE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D9CB75-51CB-6F0D-7859-B8383666BDC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77311-B7DD-B74C-D221-F8BCFE6CB28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DD16D-C511-3DFA-3C73-1E15F137028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0813EE-613D-A821-F578-990710CB32D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1A2B58-CE66-E5FC-31A0-76F5CDE5255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FE443-A4A7-2737-6951-173502672B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35A218-DF88-8450-E61B-BC58BF6757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B9C3EC-08D0-568F-6D17-B4C9356B8A7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F9959C-8119-D59E-2B7B-A55293AE2E7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16D66E-3C8F-2BAA-89AA-54F3E228744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DC587D-6938-1BFD-3DE5-BEB8632A289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7F2DD9-27A9-6F35-FBD1-AF68CA83AC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532E8B-B5C5-29CB-DD57-DF8B2EB4C73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79B9CC-E0A0-9A43-199F-85222032965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728092-C603-1756-4937-7017436F6B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9C292A-C20F-B59F-BD8E-EA5B90EDC72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9CFD00-7A1D-1D6D-1D17-E1F902E702F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9D3342-1F47-A8B9-D3DF-D6670B83C0C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2F76B2-26A6-B37E-ACEC-06ABA9F5592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024B03-46AC-87CA-AC77-17DC7CB5B5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CD9C1F-F33E-4167-75C0-ADA15110383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475AB-5F9F-7E04-2C4E-A9D2F68A6DE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62BCD-2F7B-DA57-6181-39E0B5CC12C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770033-A59C-D525-F5A2-D4B02E327D3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BD23AD-13E6-2B07-3421-8A8582335BB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23074-DEDA-7AF9-9F1F-5E423A72675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9AF13B-6B54-DF1B-7F9B-7B0ED8AA76B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715187-8C4E-C461-6603-DA9DDA03816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C70E4-C633-4933-8BB4-5451FAB7216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0BDE22-3E33-1049-FC07-9F780A6932F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CF5EC9-99CF-C46E-80D1-F304AF67FA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65F610-39F0-A80B-CCFC-7E51F1F7D6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59F7B-0743-CC45-D9A1-D6494CE2F49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DC33EE-7A4F-3CFD-C126-A4AE33A3D3E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FF0A5A-575A-7921-2A00-EAAA823244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05C449-0511-FEB3-087D-72CB83F802A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BDC91C-78EC-7216-2A71-B8A8663F6A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94F649-3C76-F5EB-352C-9938C1D52B4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A73FD5-C64D-4175-B29F-3D5FEA9ACFF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CA15F4-00EF-8B94-CEFB-6F762AA9A9F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85DE84-793C-92A8-7CA4-54C6AE68B5C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6C5124-30A0-F1C4-253D-9B0A34AE012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FC2F89-2FE2-287E-67C7-82427214128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A14CA4-D77F-41EF-5CAC-2987A279E3C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715EA9-20BE-ADF0-DED8-6370D4F9FBF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1731B0-B73D-B190-A0C8-21666C03951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7507EF-40B3-FF7C-48E4-2E74BBBC5FD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C0F15F1-F3C4-5446-FFC6-9F8DAD6D07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D94A64-B49A-9C11-98B4-78C007BF3F9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06ED13-250B-457F-FD64-DAE93C1B0F9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F11C76-0382-2FDA-FD7D-4BDD54BA16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65E6B2-3F2D-D3E9-FE73-2F4489D97F7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864708-97C7-895D-0DF5-603B42CCB51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43AD67-E168-BACA-D0A6-AC16A68EED1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D0F36D-EC2F-6208-89F1-9A0916B4E0C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1B50FE-90D0-1A94-BC38-C2F40BC8EB0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1FD4F5-2E8B-53F3-D60D-6727ADF2904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561ADF-BDB6-3805-3ED5-8C6C3AB3DC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3748CC-7DBF-26C5-3520-702940249B9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480DB8-6A2C-F455-4EAA-A05BE7BF71A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7D470B-B14F-A530-3DFB-A2E7745D717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D46230-7FE3-545A-7483-C489E017B76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2F3EC5-0AAB-6719-2652-2A587175CF5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6A2840-6A2A-B978-DC46-D8712CBDF9E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61DD5A-4C0F-A4DF-4D83-78EE75B23B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7E8E9A-7F82-4987-6F45-67549CC7956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E6E713-3C83-6B51-7E09-C9B98F06F6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C4B09D-C185-0269-FAA1-285F4C9A7E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6BF56AA-97DC-5591-8EF7-58B17F308C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64275E-5264-C8BF-34AA-87A4F22901E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1F5A6C3-9F77-5331-F424-7D08511F959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CC3EB62-C145-FBEA-0A17-1E09FD0DDB8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23E5DF-2C49-DD2D-59C5-0199801320B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52DDC5-3F5E-8648-A5DF-524BFCF091F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322A66-BC2A-7563-B1BC-E9B8B787CF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0950220-EB11-5692-CECA-47EB93AC7D0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216163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947E-6C3C-5FBF-55A5-58FFE50D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877988-EF93-2BD1-5B0D-AD854309B1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65978D-D5D1-3831-B9A5-6E7BFF11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C02C88-DFE0-3E90-D627-B9D57C187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130138-ECF6-6047-D228-84CCC4CA8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A145F9-81F6-1D6B-84FD-F02FE13B0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972467-88D7-494D-869E-79AB3F1041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235ED-DC70-6A38-9BD5-E18696A2B61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8C102C-5F76-66CE-BB69-55EFEA9D2BA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EE8095-A650-995B-5060-6306099D382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72DC2D-426B-8FDD-C49C-27689DD0FE1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9F870E-737B-F90D-8EB2-8A8A06519C3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88033A-D7F4-27D1-4FF3-0E9C0989FBF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773251-E9EA-3F87-9A30-39051FAFF01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F8542-A31F-8A79-299E-2B8202F34B8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2B4A06-ADF3-161F-BA14-64CF7E715DC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A4E25E-D40F-FBA6-A2AA-C2927410164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80DD2B-79E7-9B1D-698C-0C485B5C136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0289F5-F426-F122-EBC9-D5A4AB210B7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5F2667-C89B-7E73-5E10-AA6314E7CEC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4B85B-0406-0DA7-2B27-2F361764804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5B5B76-B8D6-7086-E6DF-46FAAB20E49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A76DBE-7D8E-7BE6-C9C0-61B899C964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5C0E6D-7555-8DDD-E9CE-D4C6E6C06BD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383725-3AD4-AD8D-F894-28A858AD9E3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CF05A1-70DB-0054-8847-CA4ABB9514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87C9A5-A4C2-9A3B-F406-6B8329CEEFA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C235C-3A61-4631-A915-B7E4B157FC5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AE267-DD00-2A41-775A-8797171B96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2ABDCD-A08C-0378-94E9-6B900910C28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225890-F626-E5CD-55C3-18E06A439B7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2F27F-317C-8766-C66C-4B4C14CFA6F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DA9C58-1635-B219-8CCD-6CCA68E22CA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D7AD4-E588-3285-E7A0-F1C144EA83D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373B8-129E-436C-8DDB-132E05FCE8B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BD6703-C1F2-747E-D7DA-AC2941E6F0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1D1A78-63F7-9106-6A10-34B2A4734D1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92D18B-387C-9A3B-A6F9-BDE385297B2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0AE4F6-BD4A-8FA0-2CBE-B30DE70AD43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0D498D-3A4F-CB65-EE80-3190D65C55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837EC6-9898-A22A-B206-0F69082B809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1F7E8B-F960-B3C3-42C3-122AEC30903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4B3C2-1EED-CE3C-BD54-4905FFEC74C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074A8F-ED8F-F206-9BC1-A6C6CB818C6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FB9E9C-ACFE-C04F-2C22-CC969E7C391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5CEAA6-1062-E4BA-C3DD-56EDE7F3545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DECE48-F886-6EF4-66F3-192174A9A0B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FADB87-2414-EE31-5D5D-354786370DE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0E660-693C-CD8F-10D9-0EE5D025085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181008-B041-6EFE-AFAC-872BC6D5583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EBC48D-9F3D-F4B1-0220-325404E4398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4A43CE-1A27-7058-8349-D124AD1C61E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736F93-570E-0651-E9D7-A2938360C29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3957B7-B37A-6963-8A42-A1CBD65BB40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E490BD-F312-A80A-8BCF-2E186CC307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E77074-0728-C29B-C67E-660D9ABC9D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AEB267-C558-8135-D2B2-FB93DCE4A7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5F2E31-6ED5-4E60-1988-AFE79B527B4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D024EE-7232-40F3-1795-FA1FEA09056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64A151-C882-2652-9B3C-0A8B12BA9E5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05C9CE-74A7-7851-71CD-FB50B16B4C3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EF6A0BF-FF8E-0C04-80E1-ED4F14A961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C310BF9-B8A2-ADBF-61C7-5FC0CA846AB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BD72DC-C4B5-9EDC-9EAF-A2CA69B10C7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EB5D30-5D59-A2A4-16F1-BCD40FB1AE5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0C1E94-BFD3-9E23-8690-14693897065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DEC8188-59B7-ED4E-54CF-CAEF28C2B1B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F00CD2-8011-E4BD-9190-99C03194148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43025F-5DDD-6C5D-046F-6881F8581EA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3AE486-EB61-E575-B35E-BD4F4A2F5E1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8EF6EC-5796-058F-385F-5B0DA906AD0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C59666-DD7B-F7C3-E6FF-02CB1C5ED2E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7163A1-3748-7F30-E1BE-5A23FEE08B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EEC0E1-C1DF-8EA4-BB22-8393803D8D2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F65F19-4D1F-EF2F-77A1-FCC2459F59E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7FD807-B605-F92D-EB3C-72F9930887D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FCDA8C-8559-4A95-58BB-845EA590E7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72D979-8643-FF35-86C0-2A4FF64F641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AA486C-ECEC-8E32-7681-5386A1ADC65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CD5F8A-BEA5-90D2-43EC-25C1A4E626B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49FAD-5D26-94BD-88A6-1538A86D5C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BF28FB-9899-668B-9993-EF4350B4956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9486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F100-67BD-DEC8-5EED-9266D93A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3723A3-B72C-ED69-4B60-D23F8C8C0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2E1B16-5554-B83F-9842-991C9F9D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B6FAE3-B721-76C7-5278-BC8D0FDB0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17E9B3-561D-5061-E67E-450DB9DA1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6870A6-D642-C653-D63D-7341569CB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41408C-BC81-ECC1-CB11-7886A9EE1DB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6BD4-61E3-8AE0-4804-4C7593D476B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E0C417-B782-EE22-C659-EAE7F6B7732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308647-8808-83C8-9C7B-526E115ACCA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E10CC-7A4E-0496-6CD7-E3F429A282E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830C87-9D9D-297D-40AD-E08319A09D0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6AF83-A437-F4F1-1124-09550DF4066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665CCB-D15D-0F4D-6B1B-2204E62E84A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9850BF-87B7-9F08-68CD-B11D8592E3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8B4C8D-1EAF-2DA4-F3AC-8E46C934A19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D98F2B-9D59-DB0E-854C-592F9031AD7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D1B0CA-834C-188C-9D19-8DFE1259FEA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6C42ED-B8C3-6DAA-7E37-8D2C9A4750C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02A094-7F17-076B-74C5-17A1ACBACEA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8E0DDE-F6A7-2572-003F-2359B51422D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6F41CE-00BD-5B0E-D3EF-1441C8F2AB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81C886-F516-74B6-8BBE-AB3E99B086D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EFA9E4-B1CD-85C4-32BC-C61624C80E4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79319A-BB72-D287-B864-2491A0DCD10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C49057-BD02-0BDC-B332-83746384579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D974A0-993D-BDF4-5D46-10A2C64B58D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69AAC-7902-AD62-4212-69132F8CF3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4071E-6B30-CB5B-E6FD-F228BDA1218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D47D4A-26CD-B003-0800-131B1A6A752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508029-202E-928C-9025-8C4DFF6523D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C212C-AF12-8D96-1D39-A9D5A6F34D6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770099-5D90-88BF-76FD-BBBD0CB23B9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8BA74-95AC-8210-0403-0FE3652A9AF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FE2B26-6ABF-80E0-C167-EB1B04434E5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9147B3-5F1F-E3EA-790A-BB296671D88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2ECF25-7B0C-73B7-8201-2C6E4803ABA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F716B0-2AE5-3B5A-5759-A70D622278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E721A5-FB43-E587-AB46-E0BDBE87827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4E69A3-AD1F-0D0E-AC8F-E7DE99287B5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D41CEA-005A-C476-7BD8-FE454479D56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DFE222-B9AF-1E93-BB6A-A5FA14CFAC4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2BD955-1527-186F-FC5A-B73480D5DC8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8623DF-7E74-28F5-AFF8-649595946CC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AEE11E-5000-39F5-A3E9-1D107B47C05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E3C9D5-F66F-38F2-E21A-0041F013A04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C3329E-1E8F-E04E-845C-DC99D73B81B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9F6AF8-BA7A-FA01-F677-3F912CCA489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0B0EE1-2405-3E83-CD68-F1521860A3D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207586-C2CD-76CD-EB24-91500B1BB89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682D30-A94B-C35F-2FFB-004C0482AE4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C4D99D-C57D-BD05-E27C-DF7F55030E0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CDB1F3-2116-CD7F-C4D4-910F7547AC3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DD685F-97D0-8DCE-B013-35711F175AC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C02501-8079-6E98-0508-0AC66206BE9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0B160D-2849-062D-69BD-B01713D858E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C3E734-EEA6-568C-ADE5-AEC4B713F5B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D6E873-331F-75BE-CCBB-A2E4A8C3D6E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E50C2F-5258-6FAE-B836-E04DE479315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9BC782-1EB0-1462-9BD6-6A5BFF4A183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DCF773-2884-5C49-E205-A2FFA3E5DB6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61EA4E-AA2B-7947-BF96-5AE2175FC16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E0EDC8-A877-AB87-B976-8B1A902EC6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E3CB9F-D8D7-C012-3D1F-76F8A35071F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676CB3-D115-D92F-1ED2-0EE4897ADF3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4E4253-0A90-F35F-5E87-503B7BA20CF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73A2D5-3B8E-FBDE-5F5F-37F246CA1C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833DF3-3C24-A6EE-D607-B1E40ECB2E2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6DCFFC-D6E5-B155-191B-3424F48E65B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9952F7-659C-05AD-06B9-69AA0D66C1A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80AB1D-6716-E64B-44BC-40A32335D25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5A2912D-B1A2-0E84-A94B-C2593B3C0D9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B19398-124E-73A1-AA7C-84F8E9BA873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337702-BE54-6FA7-A9F6-0E8B5EF3872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DF3AF9-757C-4CC8-B867-0C8568CE4B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68E840-5461-A625-FB1F-C5E238B4AF4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B80A8F-B733-D2A2-0EBA-E3D867AC687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DF80F8-F471-0988-FAF7-79AAD30083D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7A4E5F-E8BE-8DF8-CB3E-46A82A2F6D7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C2F3EB5-2605-E0EF-A984-994E6E91686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F112D-B84F-0FD5-A5EE-70253FDDB56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970347-3C2F-250B-CE81-0CEAA8DF1F6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6884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9DD2-829D-59DA-DEF8-8D3E21D9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4793E5-417E-04FC-3F46-6FDBD81631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upper left block.</a:t>
            </a:r>
          </a:p>
          <a:p>
            <a:r>
              <a:rPr lang="en-US" dirty="0"/>
              <a:t>Last possible 3 in Column 2.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28D5AA-C6E8-4E7A-40F1-3AA9A9E75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D7A5CE-6898-C3FC-B4A3-A3037D20E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EB7FE4-90CC-881D-A3C0-7C7E08849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0420DF-6212-B176-8CE9-5C1D2422F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44CED-635F-9860-D8E8-84CFCAF4E21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33DAA-D281-F285-8A29-9EF858E24A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23A8F8-5C47-C8EE-051A-215F4D8687C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3C175-9440-E136-A682-E1CF50868DF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EEB3DF-0F21-2C35-6F5D-96C3061861C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4C5F3-B786-1F0E-1479-1768D442EFD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201769-815C-2F20-5716-55B6FFBA4EA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1ABC0-1231-2E3D-D8A9-6E783C7FE86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7CFF02-2436-6D59-92A1-ACE7D007301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F325E1-846E-57E4-7A19-C90CF4C1B4F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39D8A7-1E3B-F450-8E47-6B2FD893B6C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A159A-0630-49EA-4B93-2382CAFC50E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745C97-DCA2-2C7E-ACE4-27648268A35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71BD51-7E0E-181B-BA22-A93B33B3748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30D541-C64F-6357-B702-3486DEEBCEF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E2B0B8-8A81-273E-DD98-6359BAE8F2C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A0AFF1-1A29-6BFE-0A99-37C103F2C4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298C9D-2E38-5E4D-F450-504197C06D1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1AFECD-4FC1-13CB-E6F7-2012DCEE543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6DD646-B6AC-65E5-21C8-F6F9E03964A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87ECD-8159-0B05-3833-62740406254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2BFD5-0E28-3B8B-E3E7-B0DB95DDF25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A58B88-0FF7-CBBE-E2B8-0522C679903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D9A40A-15C2-B7D5-E77D-EFD41C6BD91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8438F-7C06-027B-D791-4C5B3F58C5B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86362B-8231-5B1D-0EB3-E928A969887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32E89C-4A21-5C4B-9249-B6A24B0BCD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6C9E1F-9E9F-C441-F5C8-18D1E35F87D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20A3D1-AB55-58A5-9452-C229D06D938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2E2605-6560-D885-C1C2-47FED6E80CD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C8241B-D375-9E61-A66B-33AAD89803F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ADC846-3D30-6B6B-6639-5A5EE6C8AB2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00BFFD-84E1-0858-7F25-454709FFD8F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7A7FF0-6CFB-C987-5713-685C8E5880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821367-BAA8-1B7F-A641-4D5477D3B65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C0767D-C8D1-A117-2467-67DDE42DBAD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815763-57B2-F20A-487D-BD6425C33BF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2186B6-02B3-25E6-E81C-286C08CCD94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63FCDB-E1D7-972C-4964-EA25DAF9354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EB40C6-7F6A-50AD-6961-B28763A27E9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779465-7274-DE40-3619-C0FD721115C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DBFFD0-C46D-E6B2-D55B-BC5E2215B46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8063EB-DF49-15C8-B475-10D3074ECF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7AD410-0C99-7537-8573-8B339B0558D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16A3A4-763A-C4E4-BE25-F85D3A535E6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EA01F2-F5DB-676E-8975-32AB94BCD4F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2B80C6-A7FE-8A6C-A7F9-1F3585D8574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11930D-9E6B-20BA-C576-DD251F27AE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5ACB22-F2F0-432F-D342-491A48E5F7D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2E6145-3BA1-D327-A94E-96723DF51D6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4D19A8-021A-90BB-9F68-3A3AD6EECFE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C2E6A3-0D6E-E182-A78C-C254AE8F23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4FEDB8-872D-F565-D48A-67ECC705C36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95A061-E382-E3C8-EF98-FBA4F520343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31E768-1BAF-33D2-9E20-191D1E60550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7D4F35-676A-11BB-6713-D00FC5F0475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8147F0-459F-1BC4-5A12-B89C34536D9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B32F65-2784-E4D2-E90C-D7FAF7CB611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6753F9-0A5F-AD41-1797-34EE83F1F4C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9EA45E-CBE6-4069-2E4B-37BD4199E98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05958D-6548-0FF6-A620-14E798617DC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97B72F-F662-298C-4FCB-55AB5EEED56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6440AC-9B3D-2873-02A0-856FCAF25F9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8E72E6-1AEE-8059-39C1-CB465A3CAE7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003FA3-D50D-81B6-FCEB-69ABD51E606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F452EB-0554-B7DA-DDAF-C2CC7C6CEE0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3CBF275-9AB9-E217-152B-4527F2726C9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96A9AE-7308-B1B3-F22D-BDEC07F4FF4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1B31B8-9BC2-19FB-46F1-A944B3D4B0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A909B7C-88B4-07DB-F37D-F09189B8809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D3424B-2A35-4FC3-A975-30FBC411403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4BC851-395C-E256-041C-560C7CFE635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EE342F-07E1-CF64-B164-D9F138FDB8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F88FF-975C-BAE5-F190-8B5B07A8AD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2360D6-4EC8-72CD-3F46-499B0FF6628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DEAB7A-FC3E-3524-4F2B-B75DD9B49E9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B30359-1BDA-2AC1-51BA-17D54A2F96B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325948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A11B-A96B-6D8F-8AB7-1346F434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CBD268-5650-5D32-8172-86D73D7408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9518AE-BC2B-A6BA-DD0A-BC016E1C9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5A084C-44BA-1B77-9389-E193AAEE7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D3738E-27A9-1637-2DBA-EA3E1261A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79E081-7074-AD6C-9DF6-BE8DF6EB9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DDBBF3-071B-25EB-4B65-0186BD5AE03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3F90B-8626-5388-7CFE-F278C46317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94A58F-9B09-EEFE-9553-35AFF30551D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6B86E-D9A3-9552-BE83-6F90360389C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18236D-8C1B-B9D9-47AC-557760904A6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A057F-2040-88FE-1FD0-1FED13826D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8F5EFB-E9E0-608F-82C9-72AB1D7E50D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8ED50A-BD7B-79F3-C4DA-2AE98C1A9E4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0EAF48-896C-965A-94CA-FE133404101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FDC15-6913-3C16-4F45-2561BDAA91C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A27EF9-6661-8DB1-F226-7F18A61B635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AF6B5-524A-116F-F244-45E92164784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A9F6F4-F556-AB0F-DC20-1A75F389EF9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A4805A-52FF-CBBE-BBDA-5888ABE04F6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B32D10-1048-AAD3-9493-73A597C1A39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A4DBDB-3FCD-B869-B7EA-E47415C2AAC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BF6F68-7D74-34A9-1E62-5ABE307A317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E0312A-0568-F566-9C79-4722EF8CEB2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36D5CC-1C0E-C667-08A4-C621798DA8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ECCFD0-9AA9-DE73-2A49-0911DE220A1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99A2E-F2C4-ACC3-91B3-740D91618AB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D7C11-5D49-405F-8CFB-9F9B6210150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82B398-F270-3209-B5E6-5FD6B3EDD0F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53FFAD-2FF5-1C92-7BEC-07E88B694D1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8F5FC-FFC0-A8A6-048E-873067996BD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EBBBA6-05A7-C51D-52E4-6ECFDF55B6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9AFEF-3F54-A7BA-A167-D2E65253666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A602C-4F2F-DED6-9D3E-31654454245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3612F9-2A08-2C78-0F79-2845253A218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9B6465-8C73-4D65-FB57-2417E43DB3A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DB7A8E-6FF6-9BF5-BC7E-FD5F718763E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9E817A-08B0-5B3C-EF43-1820A4DC366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6169C8-5D3B-D10A-82B2-448D89AE5EE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74CC20-5A9A-F748-ADA4-11F417C1567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1A544F-2E3E-11FE-97C7-A3EB5D8B8A4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57E57D-2A4A-9858-CAC3-B729935D5C0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16B248-B01C-D644-4A1F-D171F527880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C00712-8F65-6069-C3AD-2A38CEFA03C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5CBF25-A007-EC95-93C0-49302911A2C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6012CA-0A23-999B-823B-DFBD6CBA599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CEB04C-5BF9-105F-D8A3-AB1EF709C80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393F79-CBD6-D7C9-1118-65672C90426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61FFAC-60F1-0852-A11B-276991CE683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776D35-213B-3E72-8C1F-F483E6044B6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550E26-F563-230A-C4B8-225A74143F6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4FBA37-6FF5-4EB2-E670-A864F29F1B1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CCCC8E-2F6B-8F14-92DD-6CDB7B07A0B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8DEC00-E1A2-00A3-4C63-DB2D7B8319E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6134EC-0DA6-CD35-AD23-C391BAF770D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01CCD8-DAB0-43CF-8079-395701FFC3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AA6D12-7315-7DA4-0C19-E60FC57435D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A6C7BD-0EEA-B7A8-DD75-B7B74796C5B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99EFE8-4034-F1F6-7C39-A09B94220E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413ED9-9ED8-5D9C-A56B-57DA5BD0BA5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0C35BB-3E0D-DEEE-DBB5-9FA8F0088A7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F92D10-9D2D-D09A-D68C-0B846D7ACC6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B7F02F-E089-13EA-D79C-9299F677232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C65AE4-86EA-1F62-2FF0-29D5B54E185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587091-03BA-15F5-9E52-424EA0A60DE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1315B7-53FF-F321-05A1-3720ADF51AC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A62569-4807-1694-0BE3-8A9444F4B94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6047E5-2DD7-491B-5EC5-99B9004BD60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7034C4-988F-93FD-EEAA-F6E19E56709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7C36D8-3603-F021-2E3C-4BFC5572BAE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A336A3-CA4F-3BB4-9E7D-7569191166E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5C8B33-28F8-EAF9-5B42-55DC5D82EB8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AEDD4F-7604-F45D-0A00-0E7771A9149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E21AA56-2BA7-288B-DC16-1FB82A32054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D934DA-CC3C-69F1-8C8C-025469D1CF1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60B2E3-E1F3-6072-5F0C-CB3F2951D6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E735673-D27E-725B-D7B0-8A77212467C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50753A8-BACA-F35D-F486-01F5B503396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0EB041A-4563-C9D0-1C6F-6CFEBA44E51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3245D-2031-F510-5FD1-5FD6623CAD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3A06CA-B7A0-2B1D-85B3-68FA96B9B41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34D9A5-B2B6-B254-32C5-17F4AC97504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865883-5937-8D79-7DE6-3192A34D1EE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27248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4447-A01A-1190-2EC1-C6879643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B5AC7E-A1DB-081A-FED8-3899EA3C1F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3.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B0D09A-2430-F214-A55B-FF1DB78EF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BB5301-90A8-982B-7983-3D64519DD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96BEDE-D038-6B4A-85AC-2AACAE83E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7FC784-49A8-D491-5049-5F678FD90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56DF79-560D-03A8-76D6-06ED2253B7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520F0-D37B-D044-9D2D-8DBA0B1E3E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7ABEF-D517-18CC-DDAF-91026856D2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E3D4A-8D26-FE44-DB03-4B8041ACDEB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C30F3-00C8-3309-0B6A-483E00EEA2B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8AF50B-A61B-0B00-6FC9-BE832AD6142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57D0C-2B80-64ED-D5E0-E60723AA259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6147E-69F0-DC84-A49D-FF1CD24F827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C6F6A3-75D0-9AE4-E546-D9FF800853E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B0F4B0-5556-CC31-B518-8B92383A0B0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9FD74B-8CD1-B2FD-FA27-8C1FBFB4EF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CF7039-ED5F-B631-D231-2ED3D075325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BD9B37-3F7D-51B1-E0FF-8BD300A3AD0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14DFD1-9483-22B8-F76B-F68697F77F0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F3A16D-438A-08EB-0627-70C0AE90CB5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62B691-4447-00A6-922D-EA2615933A9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F14644-1C25-0E31-FCBE-AD1E0A534E9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4B8AA5-A960-2FBC-62E9-05CA497683E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E181E1-32E0-58AB-E787-6DAE121B0E9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6D244B-BBF9-026E-799D-0FBFF884385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14BB-C340-9C0D-A5DF-9678B02AB6A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ADA41-8B4D-75DC-9D1F-FA613E94A29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B60258-4718-BEB4-4B37-D55047C3E04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E5E195-B78C-F1F3-492E-92AA3B55A7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1E578B-167A-2B6E-D1B0-9B6F73DA83E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BB1B09-6A43-006B-B5BA-F813DE9B5FE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1BD4D0-B71F-46CF-0BAF-7E2BA4980CE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2A4BF-FC79-772F-4FED-D35746B76CE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94C77B-D2F0-6CA4-6841-608B396EF45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48259-FBF2-9654-DB01-2B964F0CB18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FF423D-6D83-CBC7-B745-172B5E8C9D9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2CC019-DA56-800D-A687-545A21639D8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29DC23-E8FF-52F1-56C2-51A8156003B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A32EE4-E4A1-6518-CFF4-1102BC8A07B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EE728D-EE5C-BE63-8ECE-6E54F8A58A1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6A9406-5891-3682-C066-B096C5C63E0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CE4BB4-8C4D-9AEF-031A-40995C602B8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D3738-920B-6BA1-7891-B04955BBDBC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D71FF0-22AB-5877-0E1D-586BEB4ADAD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C17FDD-FED7-7DEF-0671-03486BF6EBD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EFC35D-ECEE-974A-B5CB-A64427A5E89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13794C-83A3-00B2-5C1D-4910E84BF9E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43E82B-790E-1851-DEFD-10D36465066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AC2DD1-F41B-C938-FFED-444D1E16966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E38837-A09C-C11B-B7DE-448E33873BE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A22F03-CB7D-E7E7-9E94-050F13A5D5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542FD3-24DC-22BB-4D36-7F27B4717F0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4CEA4A-EE3D-85D4-6FEA-FDB6E76E447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8616D5-5AE8-3233-DF32-FB1DD85E95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8A68A0-4F8F-36FB-D5CB-9CF44C5B0F1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801578-6E27-D2E6-0278-E05E632DE93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465CCA-B516-4524-DD83-F0C16CF2828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47A7A7-FC2B-4F9B-AF7A-55FE1BB2795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EF1AD2-BC13-2AEF-81B9-48483BE96A5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FFC20D-DAF5-DE22-1CD9-58BC955B3BE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1B39DD-A40F-D9CD-7E68-12427D5B417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39C7D1-8353-D8B8-19B1-DC424654A59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376485-53BF-751C-A14B-0DFB46766CE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E4CD54-A877-B973-4343-CDB2B667B33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68CDD4-4746-E4F2-78F2-118750B0CEB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C1EF5D-02BB-A1F8-CAED-807C2100C0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FC1B9B-21A9-D1DD-B8C4-8BF8CAACEAA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DE6B2D-9D93-4861-FBC0-E7B3A14C57F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00B70C-4FBC-E2B1-E49D-C2006080ED4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8416C7-7BD7-ED90-2DFF-931847CBF40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193A2B-D91C-ABA3-C3C7-12D7B3D70BB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11ACF1-77E4-B9CF-16AC-99E87EC27D3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BF5954A-7970-9813-3926-759EF59F128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527EC1-62A8-18DA-26D1-618AA68430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C59DCAA-038D-3B1C-3FC9-CF264651F22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57BB3E-66FB-E0D6-775B-9A68C01DAA6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B282870-2CB5-91DA-8B2C-28ED5796F2B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ADE06DD-F60A-2B71-B140-4058F0E214B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365C9-9ECC-5B20-63C0-35DB9BE1EC9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A963B3-6E24-D08C-8B83-3C1243CE22F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950164-1C9B-3D50-2F17-89990FBF842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34A363-8E1A-D7E3-1271-2A554AB19EA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A55A71-B01A-B917-C7BB-58CB0E776C9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833D541-7067-CCAB-3E3C-0F5F1A4CE26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084B67-2D39-7908-F93A-B1BEA495521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</p:spTree>
    <p:extLst>
      <p:ext uri="{BB962C8B-B14F-4D97-AF65-F5344CB8AC3E}">
        <p14:creationId xmlns:p14="http://schemas.microsoft.com/office/powerpoint/2010/main" val="15811474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6AAD-8970-13E0-CBD5-D90E61215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20DDB6-5454-766C-89B5-86B22449C8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A43B32-53D2-5BA2-B9B7-D45EB77E1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56A3A6-9C3F-458B-6A0A-1E6916AF2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12CF71-1BB3-00E4-051E-78F8E58C1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82D588-0BE6-D0EF-1BD6-9FB1EC867E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310CCE-6F66-E508-281A-C74F1491CCF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BFA5C-AC8D-DFD8-595C-9314DC7943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52D81-586E-8FBE-7D93-680128F2A8C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75B2A-5685-CC7B-6AEC-6EB46B2A28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22992-BAC7-7A20-500F-71E6951349A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C4257F-89B2-29F1-A2B7-4226C04B165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29F115-176C-C1B5-9E11-D3090811A65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E3FA52-DA63-093B-122D-868296A2659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DFEE65-AD66-1436-18E5-A14979E2ABF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17C4D4-9023-C333-935E-BF9DB287371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F8A337-B7BE-EB68-36C7-2F5ADC4333F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D3DC67-7D60-8764-65FC-AD6290234D6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1B1AFA-EBEA-9E40-3CA0-BB78B90FE45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FF6F4C-4C99-FE50-9444-069C481E32A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F3AB1D-86CF-2BC5-93C6-1D25A0CA4FD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2C5F97-25AC-2C3D-7418-23616E4869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D792A4-8056-98A7-D353-02D694EDCAD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39C696-BB32-CDA4-C25B-81F0DAB0E48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0DE0D4-615F-4CC4-1F88-5453D96775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6C77F-31B7-8657-10EA-5EEEB2C8CCA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3589D-651D-2CC6-548C-9429D5163D5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E1AA1-7770-C8AE-2F1A-4FCEEE6646B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BD9C5E-CB5E-FFDE-38CC-EB15205412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44E598-B817-B532-6393-A4686A6C45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BCE53F-2218-D25C-369F-FC357735981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B9150F-02AC-0F67-9158-E53F029E0D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01120E-6925-9F8D-2B79-CA18149918E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CFA0EB-4900-406E-1A19-40457A6A4D7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7CA384-3C12-210F-22E3-A8EFD8A2EE7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7888CA-2F00-7B30-453D-F510C2748F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776007-F6BB-AA2B-4BE6-6D899B7D95A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6E34C7-553C-3956-B0CD-EE3C460325F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A69776-2510-F9F3-EB20-7A87389EB30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C592B3-6B95-505A-005B-8E8BAC1B7A1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5414BE-7BA9-CCB3-4BE4-EDC17E5C49C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CB12AF-6340-87DC-9B4D-C8B914E7073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6080FE-D655-6D4C-1200-6D7EF344126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6A4F95-EFB3-64BB-FAFD-74F5B5AED43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FB70CF-722B-A56B-8AFA-E022EFFD901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1F0B6C-D7FA-456D-19DE-F36060532C1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257A26-69C4-953D-30DC-C91F9F4722D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8AC34E-CB4C-38FB-94C2-E0F72D8F66E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4875E7-9304-4DD3-10D1-9B6EE6AEDFE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1A45CC-0565-5E0B-46C2-D7D8BEB95F2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967012-6EFA-7880-4E67-F9E133A56A1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B71B60-FF9B-5792-642C-BFD4306A80E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361919-955D-2FA7-60C4-F8FC48A79DF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0683B8-C507-F69F-01C2-36208A147E8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531E6F-B342-1C50-8E36-DDD34D78347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C9098B-27E5-4E1A-C385-0E290D14A79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11E0B0-1180-D853-7920-5F14FDC6264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C4B230-6616-652F-FED0-8029143D104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D6B99A-96F0-0BD7-BC64-309831C5AB5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91C106-B7C5-1701-993C-316B8DE388E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06F2B5-2AD9-1B6E-EA75-5377D62CAD9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072308-BEDB-CCC8-ED53-DD11465D7D4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B99A55-2BAE-0436-D1E7-C6E5548B701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1E54F7-CB80-832E-E3A1-6E12AFD3152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089469-1ABB-EA8F-9CC2-11CD27BAB5F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E228AE-2079-5791-5404-EF8AB2BC9FF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FC5CF0-FF79-C5FA-8650-6D3EEAA1D16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8F226C-21BB-33CD-8364-F312BDB9E54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5EE1C5-84BF-68DB-DECB-2780B9C207E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669B71-D6B4-5D1E-BBB1-89D03F0A8BC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1BF807-7C56-AD13-5714-8CB17BB3FBD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393215-EF45-2F4F-C150-F356BC86636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40165D8-6952-5B3D-FF5A-70047150541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CB9962E-C903-70A6-A72D-57C61001BFC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C3C9E6-7FF2-CD6A-BB47-D83FF16DD12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4EAFD4-5271-396C-0EC2-A0FB971A3A9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A1F032A-17A1-3E1E-1A04-27CCC6B0AC1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BCCE06B-5CB3-5AEF-EF70-A6C9EF69380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2BCEFEA-F90D-3255-48C8-445E7CF4C4F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5FD728-6B08-4F10-2D79-51CA930ABB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6DBDB8-BA22-339F-D936-DF4E5DFD3DC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A8E832-21F5-1632-766A-DD3396B2AEA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71D638-F4D9-CCDF-D517-D43E0C5BE4D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4F8367-1E58-E710-3BAF-9DA1D26D0AB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BE7AA84-DA98-1A13-1C8D-4B67D590108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92ADCE1-55CA-5433-06E2-72E12BD13A1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</p:spTree>
    <p:extLst>
      <p:ext uri="{BB962C8B-B14F-4D97-AF65-F5344CB8AC3E}">
        <p14:creationId xmlns:p14="http://schemas.microsoft.com/office/powerpoint/2010/main" val="35748641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97B3-2EEB-BC0F-66A9-C18234E5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30836C-63C0-DEB7-9AC6-715314FB14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3.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A689B2-FB0A-95EB-844D-372B37646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FA0DF5-DBD8-6C4D-1E35-84DC31903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4A08C7-D2FC-D95D-04A0-7DEFFCACD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B7FDFB-3083-72D9-1F3A-C00F5FF438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834BD1-9673-A2BD-BA4C-9344B22975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731C1-DB4C-2A05-90C0-07196CA9A40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89B94-3422-FBE0-6E54-39DA4237C1B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52847D-14C8-8742-6745-6F5C2A93473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FD3F2D-7917-73EC-3920-DBD2778164B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101B2-0C95-F85E-A105-DE49E99FFC0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64DAC-5DE0-4B84-975D-C608642BF02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CF4F8F-6A63-83B7-6135-59CB00F62C8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657718-A9F5-BF6E-A831-F5BED160546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42F3DF-C1E1-C40C-083B-F97627658B5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2B9F81-D9C8-F4F8-4545-83808795CEA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035ABE-888C-B51A-9328-8FD52DE707C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4B6D2-8765-F6C9-E053-68C1E94ED99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3180CB-3EAE-3E31-6A43-A464017BFC3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CF305B-7547-69EB-D2CF-B708895ABC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085BF7-0C03-E785-2F11-4F36F57CF2C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C0AAC3-F53B-5C3D-1E52-27E3C5CCACB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165FA7-3676-2EC2-251D-51EE34B3CF0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8BF5EF-FD55-C4A5-6426-6B42F11E54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065E63-FCA2-D9FC-6DD4-B22340DB81A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45744-1842-DF3D-9E52-59E6436B097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9B912-FB52-B62B-F164-4A66D07EF98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FD9256-EC57-3590-571C-0CD1C81D556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1E8249-962A-C6E0-436D-598C9403DA1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DFE29-12F2-26A1-3121-9152C0B3B60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446044-7DFC-287A-5695-058F896417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332D0-CC5B-8803-2F0C-7435B1AC6A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0AA2B-64DC-3191-6D30-D63DE20B891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6FE074-77AE-99AA-0078-2AE899BE7C7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3235B0-9791-9F11-45FA-3FB8C090459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7AFC10-844B-1245-03CE-650837B7F15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99CBD8-0CC6-F43C-DCD7-EC9C66A504B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A67191-C132-D159-EF2E-A91B4ECF80A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F01016-19FC-8F3B-AB61-80C349CF431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B7955A-F0A5-0E26-75DF-A9902B662D0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C1F44C-75F6-BB43-5259-0E96CAB5868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8BE7B9-5612-890B-50CB-16A393CAE64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5C947D-4967-FB10-3332-C1DDAC4FC5D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45B020-728D-D951-3462-8FB243B3D5B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2B36D1-2B5D-F0B4-A625-3CE5A906074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F7A394-86B2-E047-EDE8-417062BA99E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96FDF-2130-734D-ABED-8C7B3A8E308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06F02C-208C-003C-BC62-27C44FCA4A2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DC7098-D11C-E72E-FE0F-C4AA08B586A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1C438D-5DC8-BB6E-0B48-12695103388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8127B3-B77E-5431-5501-AB2767F3144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00CD95-AE70-F440-5BC3-87E019F60B8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8B8750-BBC8-6CE0-DC8D-45BE9DB271B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5E2A7E-21DB-C9D7-436D-81D7FC9D2D1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3645F3-9C7D-E377-A5B2-955FE9C792D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5489233-E58C-2A55-2C04-8B7AF62E7E5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E30405-9821-EA6D-8C36-905B4A1FF3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54E12D-1ECB-F3ED-00D7-643189E20F6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E2B24D-D0FD-5551-35CE-CC7D7D37BBC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538E88-65C5-C739-07E1-03DF093BEFB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4389BB-DC24-FC10-BAE6-EBE1A6A6CF0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935DF3-E179-A2BA-BFF3-C9847A87D53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56EB58-76F6-103B-B755-E7BBE1990F4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94F7E7-86ED-8187-1F14-9305C486417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152C95-0E58-AA59-D28E-704CCA64C2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FD0F66-DFAA-9181-E6E4-BA050E66BB1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5A8C53-0ADB-5010-FDF1-A9D5D025CA2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7466DD-D5A4-3863-A4D4-1AD02C4015B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45B3D3-73EB-C036-E862-9C5875824FF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D98F1E-556C-F7C0-9CBB-A4CF57F7AB5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6D67D5-D1E0-96DF-7BA4-7CD53B9E089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EA92E4-50A3-D854-D55F-AF3C998E200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0771F5-EC20-FCEC-8E7C-D1D3D8E8585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BBE3CD-1A17-A973-0E44-A6E5F039F8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F559CB-7510-BA30-3C40-C5FB0D9A0AE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ACE32C-22B6-1470-4828-F33149F23C2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6B0440-B5E7-C52A-9CD9-35D44AFD6D4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A4C6A9-7D59-33A6-4D4D-5FE5D6C7ED6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1A3A8-7CA2-536E-3C19-0F0E43F1906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075E76-86EE-3442-D4A0-011F07A56B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91917F-A7C8-86D4-6279-4712F02CF16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F15CCC-D695-70AF-6981-9251442CC58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BF89CD-B96E-628F-F3E5-793D6ACA4C4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F4BD7C0-D45B-5283-A742-B5CC6418961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5E1EC72-C624-4016-6D46-4A417A43D4A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ED223B2-E172-D9C2-8D22-AF19C386BE2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</p:spTree>
    <p:extLst>
      <p:ext uri="{BB962C8B-B14F-4D97-AF65-F5344CB8AC3E}">
        <p14:creationId xmlns:p14="http://schemas.microsoft.com/office/powerpoint/2010/main" val="3795160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47206-334D-BE53-9E31-107D6202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9843B6-79D1-4A64-2F94-76E2FE7EA0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Row 6.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046F50-20E0-B932-8D2B-2FDBCB625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C1097C-1C2A-8AF1-F7F7-3BBA41DC3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648BD7-344C-F4F3-7E9C-FF28708F3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B5219C-06A1-E1F7-F56D-5730BEB1C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3D325E-B62E-F741-5F47-CEFBE781437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B6BF9-BEAE-1247-CDF9-C369B40D29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CE357-FF77-82D1-87E5-51A79596C4E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D91CDE-91F2-3D91-1CDB-DD88128C1A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37CBC3-3BB1-DC60-B03F-81B9ADA91D5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FD128E-C16E-C16C-A3B3-9DDF74DDC07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602A88-80D2-8302-E1CF-477AD9332EE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9E63AB-6460-DFC8-3032-A7DA2BB02EB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C999D2-1122-CD47-8827-BAFA91F2D4E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D8D6F8-5B96-7D71-09AC-C7150CF54D0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6C3E40-CF12-D568-7FF9-D21E10F8395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186EDB-F6B2-5BDB-B6D1-FB6286ADB1B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26CAED-8FD0-6D09-23A8-0B141583658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5BAAA1-8EC6-4EC6-E785-D09780256A2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38C978-B785-7D7E-AA1D-CC680867F55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F49410-AAAF-4E14-2509-120D47D242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0A2E5-0458-5CE7-74A0-4B91A95BCB2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F1D55-4C40-E209-EA0F-43B0B889B4D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B1A2E1-DFC0-9A87-A103-30BF4E9842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A1C8B2-EF63-8CA5-AC97-DF669010574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B3705-5F70-969A-3F0B-97C57E245C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777EF5-2EC9-568D-0836-0713184177E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D2C6A-38FD-7F0A-E7C7-7C286E475AF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580C8-7E26-C621-98AC-2846629679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83A335-E730-4005-E025-4A723722CC8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5D5F90-DDD1-54E7-E192-A90EE638CBD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80526D-0599-6D32-DDDF-902F048775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AD1F87-E2AB-C80E-062A-6AEA834456E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78AE64-CADD-61B4-BF84-DB718680C8C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77FC89-10AF-1854-F8EC-B7BCC37A794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A1F160-14D9-E65B-2635-68C44459331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4CE91D-CA28-4B7E-3EBE-FB98C97063E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BE6341-AFBF-9E7B-C6B0-A88AEA91847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83C9B4-0A7E-2D8D-5D78-CDF70C465CE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BF91CA-F9A5-1297-CDA9-F448F74F08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9241B4-EF7F-9A52-B2D5-48A015B34D1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9DB0F3-4B5D-C389-608C-E6F4B35CCC4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90F7F9-120E-EBED-0DFD-24EBEB7A86E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B13A44-A80A-77B5-22C9-47DE0A56A97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945BB5-A7EA-24A9-DB44-12661006674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E60B54-93A0-9A8C-3098-50484BD3505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CBD9CE-AD3D-7649-27E0-F338029515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5F9D5C-5709-A1EA-8620-57EB650743A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018CF9-07B4-9E1D-2EF3-A2A29645608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BE10C9-177F-E7E3-5EE8-9679AA4A32F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023CDF-F6F5-009F-119A-8425942D76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AB6634-45B0-536B-EBF3-0643E5E3011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5A5192-24C8-AA02-0E2B-2273DB03A25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959069-4933-D792-6BBE-7A15CC96473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FF0B5B-C51B-BC99-5DC0-0D7F794C43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B9C5A6-561A-ACF6-82ED-66ECDF6D02C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2D0925-5C21-8A70-8A95-9C77149DBA5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D815B3-FB5D-0931-B575-C9844BB6635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5DE8A1-FA5A-3D70-0971-F153E56104F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FA2783-79E5-870A-7E1B-5A39E8C0FDA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66EED2-F564-4B08-01B5-3CE4D35CF50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03FC0B-298D-16D8-2EE2-0AE3EE6796C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B49766-67A1-EAC7-91BA-72C96C5B1D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8BAC48-CECA-F026-AC07-80DCC6E24C0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A29D65-6613-A06A-A7B9-08EAC5A111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577763-C8E4-A8D4-DC37-F596E8BE3FF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631B66-19CA-5C46-87CA-7127EE8F98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8F98D5-B797-CA56-06B8-E03D380E5BC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2E59A2-06D0-80DB-BC7E-75E25656FC1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3A7EA2-2353-1B95-C0E5-A3ED072B77F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E83CFF-87F1-9CC6-36D3-28203FEEADE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9E1C521-F529-1DE3-8C6B-C2D6798E787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C3CBE53-83B7-0B11-3BA2-488C96F9DC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35A6F54-C30C-27A7-364F-CF362B7162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F22C6-FDAD-73D8-AE0D-84F98418563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F1F4FB-C660-ABD7-0DA5-42435324F04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5846FF-4753-F2AA-6611-4EF44D42339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4E6716-BC0C-4727-0BDF-CF3DEF221C5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433320-22E0-9282-A4D9-C4CB3267409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5FD8602-2912-0703-A9D9-52ED15D647F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CABB7A-9000-F97F-2F6B-827809FAB91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A1CFE3B-C9AB-6EAF-A6C7-25D1265FA9E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B30A978-B66A-222A-A5AA-A4905FF998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B46EE5D-2044-AB16-0C5E-1FC7D161574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FDA1C75-A04B-1C9D-6F96-D45CDEE2BC2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90A0A54-54C9-2484-26E2-9FB237A45D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79872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2DFD0-8287-8E21-590E-A8BDF161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9F878E-86A8-F4D5-CDF2-984729B6BF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31A543-11F1-B1CE-B451-F2DFAA52C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0A36A8-E160-E9B8-E6A0-9E37994A7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E3EFAA-EC89-454D-CBCD-C29AB9A96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CF29EA-E875-5FF5-EC03-5EF41EDDD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722030-7E26-731D-68BE-B7DDEA6DE4C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67E36-D811-A554-7A53-EE997B523AF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37962-4DC9-3751-53B8-BCEBBBF6F28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6EFBA1-A650-1DC6-F84D-1AC89803B3D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AD750E-AF45-2ED6-4272-6505D40913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2EB713-D040-10AA-6229-E7A258E400F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AEA5FE-E24A-FE9D-5E18-3342781DDDC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F7BAD6-1373-63A6-F0D7-896011EE6DF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0B1656-C330-74BD-5A47-22C839E8DC1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F92F79-8DC1-6469-963E-66EE2DD0B2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B2CB46-62FC-633D-D0B3-80D7FEEBAC0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E1F812-F420-A1F1-E59B-A603E1ACAD2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36B592-B808-A013-D04D-0CF1EE0CB39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061C5B-5D98-17BA-6E25-C82F15C864D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D260E-30B8-E74F-A13C-4A5EEB79846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A4DA7-476F-9D87-6E89-DF09441EA63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ED36BB-AF3B-BF69-9AEA-E77AFBF5E46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CA886D-F4E8-2A35-9F29-5A7B2E8191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C8DC4-37B3-318C-78F0-666A0C6B6F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855828-C3BD-2917-D130-B0C5A263056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50E98-A6A7-D67A-EDCB-EAEF6863B7A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34ED8-5DF0-053B-4B87-11CF301DAEB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214A6D-AC5D-2800-759D-23F2C8FF250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96F6C1-FB5A-FC8F-8984-EBEF68A80DF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9A161F-51A8-58F2-CC06-5016EC91772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33813D-6428-65C9-6965-17B62B5FF31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0C2DED-B4A0-BF32-DAEA-33E5D3D2888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39B559-9276-38DF-67C7-E5708D3DFE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E2DF13-44D4-E920-3B4A-0D7FE8CBA21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389AB1-5C25-A241-6E7B-E3B3432B032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F3E158-DEF4-2C72-75CE-649FC109C92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F26B8B-DA76-4278-C5B1-05DA7178E32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E91A8D-47E7-4F2E-737C-9B448E91C1D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2DAB52-BD7B-75F0-8274-419D99936B9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969C6B-4EDD-3738-B349-C42517B1A90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8861DD-8B39-0D8C-D330-C7950FFC594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BA6529-0F2F-CF47-894C-4AC8DAA3742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5AD55F-C1DD-1B5F-6BA3-6CA4213E9BF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05D74B-99B2-AF9B-FCDF-CF716E171B4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7D7869-29C8-AD9A-CEAD-5392BF786B6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2A1F8F-85A5-8D09-8D4F-CEDE92F9A6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B2B63E-7B18-C205-9334-D30D1F6FCDE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EC6D86-4B7D-67B7-D525-210C60A0F76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CA5760-A218-D553-FC64-E17D834F19E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03BFBC-11EC-B7D2-2117-2F0E1E2349F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9B690E-3554-D0A6-AA8D-C0774E35E57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EDD9EF-D3D7-45DB-2DBB-F2BFFCEF37D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EFEFF0-B008-06A9-6321-41948C87FAC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A47043E-47F8-5596-A586-A53FF8DE1BB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76B4FA-8B3F-BB23-9803-F1B0FD55AB8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C74CDE-B6F5-6101-6D69-D47D0A2050C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5A3A4C-5122-A8B0-A0E3-3CDAF04FBCB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1DF3E8-A156-A143-3D99-705593DCFC2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506A23-9BF2-42D2-5108-39A4202FC3F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1095A9-CCE0-8B03-A23A-0F0F610AFDE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54F08A-8D56-3791-879D-6AAC832AB3D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85290C-9936-3C30-5637-4C28091B820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C5719A-46AE-0D44-A3E2-EF323A380DD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0E6302-D3ED-2D1E-352E-88197733375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26B7E7-ED9E-2D88-D1E7-4E8B01712AF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9B93F2-1497-CE6C-5449-C590FF274D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3B46C2-209B-19E2-6693-71753C815F6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ADE0E2-FFAB-23D4-2326-10BCD62B1D7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11E483-CD1B-3054-7DE4-FAF3024209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FB4E36-A081-A12A-B8BA-7A9E116C096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38D291-BCE6-1FAA-0CF6-F549EE2D22B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74FDE9-121E-1477-ADF0-E9887AEC48B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40BDA-53C8-A85A-CB74-7A976702E54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B5E1D2-F6F8-18CF-1C33-493FC43B080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3D8689-854F-D17B-7B9D-9D318F746A7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116463-A7C6-7479-8587-F31A355AC3B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C7F7E3-D4B8-9951-C1E3-9F7CB23AB36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35D464F-DE29-4443-1B8A-E2EE3D6B1AC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9842832-5F8B-BD40-38A6-665C1CEF700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A9D3BC3-5BF1-53D9-1FDD-E37CC74B286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C57967-CD93-9000-7A1B-04782DDD68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F98385-2ED1-821B-83DB-6EC6CC0A66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B40CEE5-B529-18E5-618F-C212B55CAB6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41693DF-DA7B-6FB3-757E-AEBECBCF6B9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B0AA83-72FC-D5EC-D41B-9EC4D850108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A7F45B-8A7B-3E29-4AD1-EFF17580CAC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66546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68C1-33D9-87EF-0B26-BE5175EB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CFDB9B-3B10-0FF0-A1DF-64BEFA0607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3B5BE9-6CF4-2906-A804-9A09B7F58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86B905-B753-7BD0-E32E-A45A2655C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C80A08-E4B2-DE6F-9055-7309ACB4B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F21E7F-BB38-509E-A190-DCA8E9881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0836CA-A1F7-9ABF-B67F-28C05DE7FD7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7F07AC-6DA6-E9EE-EFE0-BC715D1CA5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5D94F-1693-7D2B-A45F-875291ABD5D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13A06-62DE-1091-B683-DAD8AABD6DF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0DBD12-7A7D-5A93-91D8-C62287D1732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E85DB1-8049-D462-BCE4-C9E709B593A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28176C-849A-45CD-8FA5-3B52CD84ACC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822396-A9AD-33FC-FAAD-E3074601AEA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C44EA-9148-386F-63B4-963924F63B8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291B19-B5E9-9B7F-EBBC-D12520FB02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42A151-11E0-451B-18E6-8B42ED3F029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FF95B2-0278-3510-6210-3CD4CF3B2E6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1F1FD-90F7-8BE4-8E48-91344309725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96D4E-48D6-9885-A7A0-FCFD610BA55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9B69BA-5806-BB53-3E10-D697453080E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8E64A9-9753-82CD-9CC9-6E8C76247B7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E84C2-3901-66B5-7CAA-3C000672125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81C557-9EE4-1B59-CD09-8CED0F44583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2FC50B-E14A-FC48-DC5F-03706AFF98D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8BA697-D882-FFA5-5F05-1C8DD3CF16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1F0244-321C-4006-5410-DCD883BBEC3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CEECB6-EEB1-39C6-5A20-E4E7C6F164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713175-E517-3D91-660D-06095110D3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96D40D-3B16-830B-E261-0F8264D465E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453A7F-6C0E-C7C6-9ABC-CD7A3C0C762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94BE9-14D6-C851-9649-24F93B57BB9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010781-7029-3254-790F-E8AB1030CCD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1BAD6C-5447-21A1-0B0C-CB6CCB14E66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BCEA8A-31B8-BD2E-A457-A8BC5A262CB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FF06E2-222F-6988-2CD4-574D6CA92F0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5B522A-5A14-53E0-2090-2C3A2FD9B16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A4FC60-E822-A290-A4EA-3B8863AF834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E7AA8A-AAE4-E008-B046-0390A6755E2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54419E-F278-A480-CB35-42BCC6E44BC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4029ED-5290-72BF-6285-99CA908E669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C790D5-628A-003D-5FF6-0683FFD9AA8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2200E1-D7B5-DEDB-DA53-DCD7099BF83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D7F667-AB57-04DF-03AA-98BE41E3341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CF59E7-4EF6-725D-2290-36EC86AC89E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88F2EF-6CBF-24B0-2418-054CDC06B67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F73875-E20F-9F2B-F18D-8FD88BE745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871568-5CDF-0FD5-61DE-4496C567932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F81D18-C717-2B95-13FE-1F6A1C39E7E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E2A066-46BA-52B9-5772-CA1A147F65D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2D835C-7813-EE09-96CC-7C849879608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3DC33E-2C12-4C18-A790-4BA3E64FF09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DFC8D6-C7C5-DE63-EDAD-5CEE5BC725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3C2314F-1179-75DC-A697-B787DCDB708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DA9EE7-8D4D-D7C1-A6A2-728C514A1AF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4547FC-53E8-FEA9-BA81-C2610043FE6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B2BC1F-17EE-AF61-E6D5-4D92B1B3213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EFB095-B626-D5DB-8CB7-DFBF8FDB5D5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3C5C7A-BEC2-F28A-95F6-FABB49C0C5E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14D9333-87CE-CE07-51B3-84F0E579B2D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C2D718-7034-B15F-8265-C19F9361AA3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64F0B8-46EA-D26C-75DE-0DDF462108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95C3A85-6BF3-3696-F311-5C4F396F42C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21506D-BB08-EAC8-F091-6927EBA814E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80041B-9196-5A55-3584-FF200C515C0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434762-4D7E-5039-54A3-CC0A0826F7B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D2E964-4332-3008-72CE-56553F1A887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8ED6347-FBAF-2375-4739-C35D1F62AA2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341C57-2EC8-276C-2980-79A146D306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97477-95AC-FCD2-32B6-48C62CE278E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E2CABD-44CA-AB50-F202-DB5C6A7AC31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F758E9-355F-DF1A-ECBE-B861895389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8317E5-F8C4-4852-43D2-1E645DBEC1F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302393-DF08-328C-85EB-57A23C075FF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D16445-38BE-A787-55EF-9344CBC9B7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9D54BC-0B6C-E2C2-FC24-214EA1343E5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77C6175-6F61-28B3-A11F-18CB967D02D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C9A13E-5E15-74D0-2297-722F92DFF5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7EE119-86D7-B41F-2DA6-6B9888A0EC7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A1249B-A325-F0C2-C505-7CCBBB1DC85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EE49F54-0CB6-648D-E78E-DF60D2BF033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247244-AAA8-50C4-57EF-8F700F77359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BD9C6E-6CEC-91E2-4FA6-D04E3464901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08464-70E1-0343-3A09-15CABC980A8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9E17CB-94AE-3D15-39C6-0594E3093FE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82BB17-A561-B322-1D71-8473E6157EF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B048E2-C659-7706-E148-BD8872A22D6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552851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8811-D7C6-8382-B7B7-41DF22D6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3466BD-F90C-EA7C-5FEB-DF3FA2C22A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3AB761-BEF5-12AE-403C-9C3C2808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F25110-8964-9213-77B6-C92A5F573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6E2A84-C1F1-046C-00C7-50892DFFF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410530-327B-E8D9-5542-BB518EF9F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64A4EF-5311-B8A5-6D1A-CCF0203DABB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56553-FA7C-B93C-1C2F-0FB376FC0BD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17596D-52FD-357B-2CBC-6034F4B37B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87BB19-B3A2-1FAC-A0EB-239C48B93B5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5D76CB-FAAC-89FA-E023-92ECEEE884E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254080-11B1-5A45-A841-638389A2E7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73AA9E-399C-2CAD-F8B5-28EA0CCE0C0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25A89-9BA4-4959-D9EE-DFAB15FE7E0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E2F658-CC5A-1964-0D53-46F4E6A2D46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6F8AF1-30E1-D32F-5648-7F00B87CE72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A3FA2-BFD1-4317-3100-0D53396ADFF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9F5B9-A72E-D9CA-FF95-B4518E906EE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856CBA-93BA-9814-D06F-0BB7AA53CBA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40377F-64B4-322E-56F0-AC0F7E962D4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149B1-AFC2-CA3B-F8EE-57C00C16E5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5B6340-3B12-DD4A-D899-2F4FB73817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67C479-8D06-958F-EFC5-577AD38114D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BA83F-2457-08A2-238E-A99441EB182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65890E-0C6D-74AD-527B-41AE660C0C4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7CC308-A3EA-5AD8-21A0-A71361953DA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544971-4E8B-6EFF-C50D-CAD8EC80CB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94E49A-01AD-A48B-9024-5412CF9C078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D3D3A8-4706-19A2-692B-B9B5ACED477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9FBAB8-272B-5A1F-AF3A-A33B5C7F6D8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07A3E6-3676-9FA8-6B65-66EE6D7C6BC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1D6BF2-580D-B24C-55DB-8C807613814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2FD9D3-BEAD-71A0-F6C5-6F5CCA92207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721760-7C5D-70A9-35B7-9EDBD4DE8E0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EEB49A-2DF0-51D7-57E5-4B72DE7D672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7B9E57-ED41-8488-6CD7-9C67FF35652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B60306-1292-60FA-02E2-E0CA5821215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5A3AE1-326C-D230-9180-ECFF0EEB4BF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89D7FC-1676-36F7-65B5-F46A303D94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CEF99C-7409-F7B1-4D3E-F99A7203B48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B3C8B1-141F-15BD-406D-DFBED3F1F13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ABBE77-9133-307C-FAD9-9906CD23A4C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950557-456F-3E81-E6F2-5B6E893F561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F1B455-F02D-0DBA-44B6-9543F8F2991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D3BA41-B9D8-AAF6-8233-0674EE714D4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9CF394A-408E-C72E-241F-F2BA036AB1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9EFE2B-897B-E23E-3BF0-D63D7CCAAA2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817740-820B-9473-9CEF-590967560D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E15D58-A81A-67E1-E008-7FB73939862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580172-516B-B7C5-48FF-D4FC36722D1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C5AE18-549B-FEFE-9C37-61096D99960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CA37F3-B5E7-5FF2-99FC-0E25B6B23A1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16DB85-F6E7-3BD9-E037-F37C64F392E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65DA1C-DB0A-CE90-4AB6-EF7FA8D66A7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3792E7-B526-C9A5-98FC-3913D69F3D9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A45EE75-CF5F-1C19-C1CC-3516C17B732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879882-3319-2DA0-8760-4C5454946AF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4871B6-E560-A600-CBD6-019AC75DE01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08DB66-0E01-4A00-C0B5-F0B9F9B1F69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230D48A-560D-7E52-F4C6-4C6E687B816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17C9C2-D186-3E6E-3F3F-B7B434753A6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703FAE-0ABD-D271-F37C-8C4DBA5554D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EE6AB2-AB2E-32E7-3E99-EFF2DABB08C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4A66B2-9983-7374-9434-6994DA44451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4C996C-7FAC-B9C3-E05A-36AF555996B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F7B7E48-DE78-F603-6AE6-7C86A224BC1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65DC61-AB9A-737C-8890-1F0A69C2E5D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D60FD-3303-EBB0-5386-C08AAE5F3A9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84EC88-77A6-98B5-7485-B90274A1D02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DEA27A-CF9F-5CCE-DC54-D9ABB60B485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9C1B7B-01A1-C711-13F3-6F86A2B9526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8D3868-37D6-D304-95AA-38C7BA0034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DF6076-6F3D-CF31-523D-3484EB588B5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E41390-2B20-F626-3E29-0A6C80F64AE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509E637-DB07-C9DE-6681-F3737865209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7CA5D5-4A84-34CE-4217-D36559A90EA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4C9B96-3959-F636-9C41-8A0FC5F2029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D4EDCBE-5EEE-7C18-853C-F20CAC7F5E8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4E99B2E-2AB1-FD74-340B-D11DC0FBF5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75A17A-87B8-E7B3-2597-50FD34F7191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71DAF4-09DE-1392-F0EB-25FE5EB812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AF55FD-3BF3-E361-4234-475C0D71111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BFCD08-C259-0078-CCD0-E2024F6F68A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7A7A7E-0685-910D-AE86-66DA57F939A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6BADF2-48CD-A66A-777A-ADC55081096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362D30-23A4-C959-FA46-740BD98C096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96BE9C-1638-A215-2851-B0F74284C46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523890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10EB-B632-120B-E77A-9EC66439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B296C2-D5F3-7781-7FA2-88FA22069D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2E6B8E-5A86-E1AA-0DA7-622E13EB0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80D8CF-326D-3B54-2D97-5565C9073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0F7E37-8712-3266-FB84-FF2904BCC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9E1D5C-6B9C-B797-E4F3-92B34C13F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8A320E-58E2-9566-D68F-0B8141D450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43234E-010E-9A6A-4420-BD6D7989071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7DCAD1-BD57-7016-1B54-710861D0170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C4C5CB-D425-0A12-86D5-3E6407BA4BF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D79A3F-2E74-6345-0BBC-E8CDF0753CB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F528D3-53AC-E5AB-65E4-2364B114ECC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A74B79-2612-5789-DF5B-20DD3031D7F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738141-2244-D361-22D9-5D41E9F60C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649C0F-E9E3-1701-F4AA-8941155E426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AC2912-4150-ED1D-9E71-FD7B5707C09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5CD50-722E-34DD-7EA0-CA2F5687437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2748B0-CE59-8305-90D7-44F1C9D2D61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B55D0F-1CBE-F74D-4BD3-28D0313606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A85B47-F088-7AF0-B86F-64466FF2895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3A484-177D-6D5B-F4EC-C04A412EF00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A88724-1056-5419-D767-834CFFAE847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64B96A-CF4D-129F-F07A-D1695FBBC74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C10A2-9229-07A0-99F2-79524C4EEC6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E808D0-9F0E-89C3-73D4-5745592464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12500C-D0D2-F428-3195-FC4B7CA0897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7EA736-0C71-8153-1332-43A0395EE49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8D26F5-CAEA-0E38-880A-F36839C7659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B7B507-D750-B293-0505-8817F40AE10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26589D-D9F8-F5F6-1AEA-2AE61A11608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DF5CD5-7019-AE8C-9DB9-414F32B0FEF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E9748F-E406-3C70-E09C-E44F25EA88F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B3A2D1-7AEA-859F-A244-144B776A0A8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B6BCF4-5DCE-E095-4268-3B2909B3AD4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F14F0A-B08A-0D88-91F5-1893833AE3E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4C6AE1-3E48-C8FF-BBC8-8DD568E2374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1ADD2A-AE43-C14C-D0AD-3F665DC6B7E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A3177C-C20B-84C1-08B2-CDB8C1D82C9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06AE32-EB75-ABA7-6A2F-415BFD70280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5049EE-60D6-F55B-F2C9-7C4A51B6732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8EC276-73BD-BE44-7E46-93063C53735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A0844F-2722-8BD7-6910-A6FDA9BD97F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6A06F9-95B6-136A-E7FE-7B3E6909BCA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E6425A-7457-3E6F-6ACB-837348FA987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C4C050-EB55-3198-EF4E-719C3205E30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09395B-FE80-FBCC-F587-19A021C6007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9E183F-C4BE-5536-894F-6903CA78801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6C0CF8-777D-992E-9BF2-C198B15F070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CC88D0-E48E-FB2D-2D07-02311650E37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BDA6DD-0119-D1DC-6A6A-6F55F548ED3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2C294E-A542-4DC3-655B-EF4D0C79F9C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D9F990-671C-F06F-212D-24AD7B3F486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D1D2F4-CE1A-77E0-FBE8-89527914FB3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6A11FA-D429-814E-E536-4AF4D1BFD47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8B60BF-08F6-3CF7-75D9-2C61537F129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8183D2-1438-5254-CDA5-85029B9F565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36F4B2-8DE7-C1BF-D4D6-5C0EF061F84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6BC537-6317-6398-5DD3-6B14A79658E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21A813-07BF-74A9-0EEA-6703CB35FB9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204455-69E3-7E91-2DE4-DB05EF6C858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E8E879-6C36-7441-8A4F-6F84D497AA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660AAA0-9A72-83F9-513A-7AF9527906A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B27B72-175E-36C6-2EB0-280D6F37694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1EA1FC-F976-D62E-CF41-FC001C249F1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3165403-7634-6D53-DD28-C2A7D15E596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971CD-FE2A-81B7-F23D-9EE9ED515F1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8C090D-A5C7-A1DB-964A-5C53BB836FA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94089D-A579-3901-9BF6-52B53AB227A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D9CF33-08C2-3523-75CD-8E71EF4B139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90C414-6296-64EA-B88E-5E2A952A713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425A80-45C0-4AD6-E7D6-8E4CDABB881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280EF0C-2598-9C37-B2EF-3A759CE1999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3CC946-BA4C-5811-E70A-0766AD4D293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A5E9F05-806F-D3AB-15D9-7E96979EAE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68C007-3B92-9005-E11C-FFAEEDDD995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48837B-A8C8-A178-544A-7AA09E7EC3E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3BA8D5-C14C-57E1-210D-AD9D3910ED4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DCF72A-B09B-0B7C-2A0C-3EFBDAEB5AE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28358E-37AD-9D03-EAA9-1DDCC064610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040469-F331-EAFC-248D-51DD0B1C0E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A507CF-56A8-FFB5-7B22-E8A87F80218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B145C3-04A9-0710-A158-5FEB5386DA3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470D0E-EEE3-6086-2AF6-3281AF0A0B8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295AB5-17A5-D2BC-9C05-96541067D70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32779D-A656-6F5F-7CAE-9B15CF5C7DE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588B3-62FF-0AF5-1820-13CB600605E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8C3FF-9E47-3159-960D-1541328A538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992584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0945-8FD3-8D98-B157-7835DC4B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94AD19-4D83-E111-E621-C0501866F3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340D76-FFCC-3530-1F37-247273FDB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DE0EA4-5755-C9CE-C80F-3B82986B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4BFA1C-0FEE-EE3B-14D4-E628B8938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CEDE6E-BB40-C917-6DE1-92371954A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279B70-06C5-310B-E51D-861AC8261D9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ECBE4-FE09-F9A9-93A8-7CBFAF3CCA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D91C31-D3D0-5FC3-44D6-7071B28ED17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F3FA5C-A7A6-6F38-9A24-6ECD0C21733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3A11AC-E3BF-4CF2-B28E-D7D870D2436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63C030-DB67-B526-4DC1-B93CCEF039C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8FCFA1-B30B-16FF-9B65-D3148EE39BC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D52B84-20C4-9552-7C07-9913D2B152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C20CCA-6ED6-FAD8-1CD5-608A1863FEE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31CBD-66AC-26D5-C54E-E3CEA291438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DB26D-7EED-8549-BEE7-C8559FB2188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E56AB-2F91-561A-A638-BF1B00F72C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89C4C0-A25C-597A-24CF-8E5B4F5F8C9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8922AB-88C1-42F5-62BA-BE06EF3C0C9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A786F-E4D2-83BC-4188-DC456652D68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747110-1B98-6758-C78B-487D57D9E47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608C9E-0395-B3A5-5070-B11CD4FD17E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0EA217-3A8A-1A90-3973-AD9C03F8EE0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0898F9-DE4D-8EB3-9307-3357026587B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4DAFB4-B3FE-12AB-273D-67FA0AC88F5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144EC1-87D7-EADE-9E23-E390F0F6025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214C3-5983-3638-7445-CD6A8FB2809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1E70D0-70C0-A708-413E-37B524C8BC3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35D56E-C963-D69D-C071-B1704B5FD0A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5F7B5-7497-36DC-A1D9-FCD77F9AB59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7B4785-0FE4-FF99-C9A8-DE2EAF62521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59678B-32AC-8DDD-BAC2-037F6A82EEF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4CC77D-08F2-FD44-C686-1B454C7D4A8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C377BC-ABC2-8246-3C6E-7380F4C7DB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D26063-6105-84A4-2CA9-F91E5A476E9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4FCFB1-8645-CBD8-48F8-76A9A39D753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8FFED7-A4E6-4A0A-A88B-D35941488F4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0194E3-5B5D-2866-5113-7E77EDB6E10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720D43-5C93-1758-6CBE-5F6983D126E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100178-530E-F7FD-4B8A-3E54151BD93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FBCB78-8F9D-BBCF-57A1-B8F35F488FF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7DC888-B183-C2F1-AF35-96EF3F193DF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172BB4-EF95-8B54-3275-5F328E68550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104610-2688-499E-98A3-2B02C0E777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0DC27B-A02F-256C-8801-93A67731E52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C45CBD-B7BC-F28F-BD90-B99EC353AD2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90253C-C214-58EB-3E07-F64D33603B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F8AFB4-D855-A918-A288-E71AFA80BD0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3FF7B1-92EF-CA49-6F39-BC1F1D40D33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BC964C-BCB1-6DB4-7B85-8C9577977D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549161-65E9-E44C-382F-50794069AE4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989375-8790-188B-47E0-63AC3AF1B34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3D5DD7-786A-26DD-1714-A535D4FC6A4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C2BF47-49EA-461E-96B5-40AA10F205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99E543-DB9E-DC6B-7F6D-85FCEF4BD62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911A74-C1E2-9EDC-FFAD-9E10488AD7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5B88E4-E8E0-C774-13FB-4A022E384E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06F019-6CDD-6732-81D9-5F67A605DD0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783051D-B2B7-BF6E-A30B-B0C1340DBC3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FE11976-B0B3-643C-398D-1195C7B936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AF6B57-C82D-F7F7-72C0-730261F0E4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6B3087-C3A5-7D21-099F-DA1A91ED3CB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9B5559-B8BA-3A35-F716-6DF23D715EE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53DDF-2001-4CEA-DE4E-2E3E52F1EB0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3985FE-B2BF-4770-237B-A16888AE58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FA9DE5-6AB7-96D7-DF7E-94B60BFFB5D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110F9C-61A0-77B1-383A-1A9B8333CEB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DFD95D-18BF-DBEE-551B-E916BA1768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FA0055-F6C0-5533-DB62-24768CCCD3C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CDCAD74-B95A-AC5D-1F7E-BF94FD46E5B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10EE59-C6CD-067E-A8CB-6655E56BA0F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5125C6F-5A7F-113C-A1CD-1EA34AB6B7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C9EF30-1894-358B-2650-4C4CA8BD5C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E3EFBA-4B3D-442E-3341-AD1824DD419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D25B1A-F3C9-B7CB-9658-B53F62BADF8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00FDA-A22A-3A62-1D99-B81AC1E8E81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5C78F-4E61-EAEC-A447-11183B28FD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D1A70C-4105-9220-E19B-F4A95CAC383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89AD5D-D7FD-C90D-5E71-5D56F464E86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78D4D5-8CAC-4A87-8FA3-D537E373ACD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1466C-2AD8-E066-B8E9-04EC70DE2C2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72D024-EFB8-EA44-24AA-1B7CA5E5C3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D83E4B-FD97-AA8C-3D35-349AD6CC8BA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B882F-457F-868E-C521-26A11509925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087F77-6AAE-42C4-8CF5-4778034EFF5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395587-1F23-690D-1493-3549EA2F1DA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217610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C4A4-E4F2-A556-87B5-4D1EE308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6339C7-F887-C1EE-52B7-85CEF62EF9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89F035-88DF-DB13-0F2C-01983C9D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E99000-08CA-758E-CD14-1CDA21F78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97FACF-3CE2-313D-4ED6-3E703CD31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E50DA7-0A5A-410E-AD09-E47F61934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B519F6-1D0E-E516-691D-36A4068709A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59A5F-BE31-CF90-8831-39A698BF894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C1E5B-6547-92C9-E48B-A2EDAF2AADF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3DE784-B5EF-8F86-A7B3-5134F16B0D0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2835CA-36D1-9B69-9666-AE0E15BF798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074F56-944F-A97A-F605-BFD6EB12573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6881E-CE0D-7298-01AC-486ADC4C84A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174384-5920-43A3-F367-E37ADEA784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E16302-9E41-B8D5-6B00-2C64ACD63D0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F6494F-E6FC-0033-39D4-613D2E02464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61B59-0E56-AA1B-5724-4BC4C717A1C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2BD14-6FCB-DC92-067E-84CDA4B6E76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083951-0E0C-C7CC-08B5-515406DC5A1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E397EC-BFE4-30D4-1C94-89C43CFEDC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992B2F-F82A-0CB2-9E10-6AEF150A43A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32A68E-66C1-398F-3DE8-6227E7DE2F0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CD53EE-1AE0-F0F0-6F9C-CCC3FFD305B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17DA5E-B0AD-E456-9812-98521233FDA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B8A522-5CB2-FCAC-1159-FEA9BC4D9A2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DDC112-7A73-DC3A-D4D5-C7145E01D8E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6F8469-158C-F5A8-595B-0BB82867303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37888B-A4F5-6014-59F7-1172AF316C2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016DE6-51ED-1074-316B-85E0733AE62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3B30E1-FFB6-970F-C145-3C67BF566C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DF0069-D916-0395-AC54-4FDEFA526A6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C0D164-F0B1-F281-0B0E-84B05C2986A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D9B871-0E10-9B98-538D-10FAFACADC4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5B57BB-8AAE-15C5-A301-5922C077AC8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890D98-F325-A90D-70BA-6AF9499EBD1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22F82A-6D7A-87C5-34CF-C81521E5AF2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93519-61B6-5090-A295-876FA5B4E8C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3E6742-102F-6853-F480-364C2BDECCF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D43152-488E-BC66-D71E-2F1CBCD9890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0080DF-BC7B-21A9-1EB6-1E74EDB53FF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D4D211-F834-0367-D9C8-9AFD7342090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43F473-7869-07AE-E544-4A91BD3DD3E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E33C43-05F3-9E1F-020D-573A03866A4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D290CC-ADB9-1B41-A65D-9CF2F23A98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EC3206-8795-71DE-79C6-BD363394D4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BA57A8-45F3-90B8-B991-92B3D81F322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4129E5-DCB9-9698-AF18-C9B4B9AA09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C2A2E9-598A-D3FC-4482-DA415F45476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F3676E-7092-4D10-2A35-8BDCE7CB044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EB1ADB-FC17-7A4C-29B4-3ED25F28F0C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83B5DB-8FCF-6725-E3CE-80FAAE89BB6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5620F9-9E27-C948-1907-3F6A2077A84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93E6E4-F590-5CB2-E175-C1030700F65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EB24EF-77F5-7019-8FA6-5FD953C1B7E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B3DE6F-8DA6-8668-0658-C61AFAF3CBD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752B4F1-2EDA-BBCA-1FA8-943190BBEFB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E3CB17-A184-496F-E801-C2ECBAF0F2E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CE83B19-7F0B-0461-CCF2-5D5C103A162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1789E5-BF85-FC73-1525-30BC65C4F8E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7C3C98-E92C-532E-A463-D95E6863F36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AC3812-8D77-1BF3-049B-BF9F3F27F02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6F71D13-ACD2-C207-4269-2905FF79BD1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868E512-BC91-CCE3-7679-76E9DD1FF11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DB06FF-7B79-A6A1-10C7-C5BE59AA8D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3156F-99A4-EA8C-757D-FFC4E4B599D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1CF41E-4546-BBDD-1452-9AABC6F5ADE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0771BB-5732-C4C3-9AB1-A343031CC5F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3EABD4-C87B-0B5F-440D-988DAE6C568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468AF1-C27B-734A-2EE6-8C10B5B65F9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6708304-1020-4993-3955-D618CCCF45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0BC633-D918-01EA-5E8D-6FCF6040FED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C6A8C6-9221-0128-981A-32D5BC70399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85F9BF-88C0-639F-45F8-D1FA36C438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763E309-297A-86BB-66C9-C3DF7A8B1C0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3BB710-A2DE-9CDB-11BD-78549D6461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7D78CA-23CE-D8EE-3322-0F22323EF71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5B42BB-BC10-135C-F062-EFCC10E1AB9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48E0C2-AE0F-62AB-D8D3-157F01C43B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F00EA8-DB14-6A99-B262-B08B09D309B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2AD56A-1BDC-9C1C-644B-75DAEE9D7BB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54D365-0371-1CDD-18E7-7DD7D7759FD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CB60C8-F44E-C1FD-D650-F49A94F7FC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8CE594-251E-A671-D544-0AA5427E7E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8096C3-CF18-32B5-DB8B-7DE99331152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D528AB-6C1A-1413-11CE-CE35FBD24E3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8A146E-BCBA-14DE-FA4F-FD92B9F5CB1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58FE0E-A3AA-3915-F97C-C70836100F0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08632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F573-B891-E204-2BFA-55D30AE2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564A64-80E8-0A8A-56E3-0B1ED03898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372DB3-8249-8FB7-3F7D-5069A509D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F985B5-8A18-70FE-3673-9D7D6583E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D8EB6D1-B1E4-271C-6FED-70C272B303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BEEA64-B8C6-9D8F-38D4-403C071A0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40D879-4ED4-99EB-BD49-9E5FD3F1558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6B223B-3ED4-0136-A998-CF9AA297D0A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E2B963-8283-E90F-6ABF-E0528A42AD2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AB067-C056-630E-8D80-4F8D7AF53C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89A6D2-AC6C-21C5-88AC-8D1610C1B6B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751AA5-1A29-EAE6-8DC1-0DEA9ADBE6C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5E441F-97E3-AAA8-618E-DD3261D48CF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1E99D8-89DF-C316-3174-C49142492EA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C51017-4B14-D73B-2E74-33A0CA9DA95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1428A6-76EC-37BC-9FBD-435712122DB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922E4-C368-2EEE-C442-F00EBFBD4F7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EC2EA-E334-0FA7-697C-3CDDB4C2B99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65DBA6-A124-0A3E-9724-5BE15329AB3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EC0516-E5F4-369B-75A4-437981BABD9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7BD1B-250D-ABBA-EF45-012148F46D4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FA2480-FF69-E9C8-295A-205AE0363B9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98DC29-7463-07D7-7CCF-8A031166D9D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AE319-87DA-D22F-C375-108A21FB73B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FACF06-594F-FFD4-1C76-6AEE983528E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A25BC1-ED0A-3850-3BCD-78C82346CDB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3C389B-DC9A-E872-9E19-BB27E4BABDD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7BCF6D-CF1E-7917-DA6D-7007EA0CA09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BC90B1-B3FA-BD41-1C33-6315C240496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3072FA-B6FC-0B96-0388-48B56C8FDA3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9F77BC-9FDD-BD91-67B7-69AFA922AB0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0E2F61-55EC-5EA5-33CA-ECA497E6C9E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4CEE72-6D8D-6E4E-560B-A056BCD03D9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21DF40-4CD0-0335-E564-CFD7C2DA16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8942E-5C25-5AFD-B954-4CDCB3665FC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F3C614-7B5F-7EC7-4A8B-0C6D3430DCA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676BB8-9113-705C-1437-E82A7F2A7CF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15A090-4514-F5A1-49E1-100684BDC6A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6C2089-A4B4-F4FC-F784-BF5F63075DA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85E4C0-27ED-CB25-4195-E0059A4A106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CD8BB9-948F-803F-4EE4-89F684F3228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503195-467B-E075-F49A-FD9C9939801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3D94CC-DD65-3702-3C84-A5CF26F5E0C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E7CF6A-C17A-AE09-273F-FDDE85D8A17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C30C01-E2E4-EB2D-0BAC-30588CD29E2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B90699-0CEC-D928-87B6-A2E8E186F3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2AAD40-4BA2-8A80-D423-FC56E38E936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967824-B297-3F15-3863-59E6FEB0689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9D3B1E-9F11-6EDC-A56E-2D36A268C62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0298F1-7E3D-8C2A-068F-C46480B3D93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265C8B-CD29-0096-CA19-CF0F4A16507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DF4EF7-6AD3-7A31-1BF0-255CC86410B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85759F-05A3-6C9A-1D59-EB2EFCD28A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9C0A70-97AF-33DA-96E5-5E4C828AAFF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A034BA9-1744-3CFD-EE8E-D06EEE1CDD5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B3DBD3-523C-C07D-582B-CC41FA53F42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E505DC-520F-528A-DEEE-8D95C275F33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CFF335-3D81-CDCA-33F2-75A6B5E85E2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9EF1510-115C-B518-9C5D-DD25F85792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9B094D-6226-59B7-6E42-D744C6F9091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1A63C73-D470-BEF6-0803-5CAEF52CC75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460E1A-491E-539E-821C-15CF0093523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DE9200-2D6F-94D3-D80F-AD5E306B689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938E4-0E50-6162-4684-72744682C4C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D82CB2-EFA1-3431-F304-C6AB4477488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71948-D1D5-246F-B931-77F18AE7753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9174AF-2A15-9039-4D51-C3BCAEDB197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791D44-4210-1565-E4E8-C8752FE0E96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2E7918-A4A7-0FC5-108F-E892A332E57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FCEB8F-08C4-AA85-115A-7DFAB0F867B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6FA48D-D5FE-E8D6-E968-38649C9F7AB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8837A24-7FA4-434B-B0F1-3964CF1BCAE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67EA29-B9BF-8C40-14FA-11B4193EE2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C7535A-B275-C365-431B-F9A814B146E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998039-F14D-C129-DC1B-2D3BB7C7A7A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37F78A-40D3-D711-2EDE-04E0BB74AC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C9A36C-2FDC-C1EF-2C06-1201FCDFAC9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5C0D5-21EB-5D2B-398E-5F6F1AAA4C1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686303-6035-6360-241D-FA642CB9B50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DB4A0B-201A-C211-75F7-BC399DC77FE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8A42B-0659-0171-63E4-763FA792A95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C0F6EA-53FA-2BB3-AA37-A5DC7C75832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709763-AC34-3235-7494-07AEAAD2F58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9FE191-DC23-1383-F1B1-06E37B336FD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E13E32-816C-44D8-5642-C30D8B64A8F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D8BC0B-DA8A-DE6E-84DB-1C5E6A2FB82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535610-9C16-0F0E-346E-676B18C2A4E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93489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0A420-01FE-8475-7365-9D876977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EC28CE-5FFF-3DE9-B67E-6AE15DFABA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14/41 pair in Column 2, together with the 48/84 pair in Column 6, mean that no other cells in Rows 2 and 3 can be 4.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F260DB-D4D5-44BA-99DD-500D72DDC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D075A2-52F9-AB29-1FEF-CEC3CD433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50DA34-63E2-8FEF-2E54-A96333C01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794AD1-ED39-FAF6-495B-6D3536F2E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5EA1A4-AF8A-78BA-664E-90EFE78F214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0EAE7-A9B9-5202-9FC9-E6E5322A5E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11BE32-D389-59A9-61E4-42168E13A4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58C148-72C1-67A5-9417-B4EDDB6EF80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F339D5-843B-F9B9-B6F8-5BAB4C06E0B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B3FB89-2CD3-DDB3-511B-CA08A56BBC8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A778B-8A25-1AE1-AEF4-E68B46864A4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56DA5A-0973-3CD0-4C16-FB8193DD338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8554C0-9AD0-12C1-3550-E3F511E817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B8961F-854F-064A-985B-93C154B6BCD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FAA4B-C6CD-4CF4-52A5-43F39959D99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88B12-BCDB-86FE-4499-EB0A52DB373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A1EA2B-FCBE-73AB-F1F1-9560A5D501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F837C4-0462-07C2-16A6-35D9056DA5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B9613-A4AE-AF1B-CB16-2E9A5D56CBE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7C75EE-6B4F-B002-0E45-6AAED23A5F9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59C85D-E842-3B52-485A-721263EE7AA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7CA182-93F8-2A4C-0DF2-3CF6427CF73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11E9E2-4E95-5340-0521-C4FC56BB54E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051465-567B-9208-89AB-5641D454252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CB53B1-BCD4-3015-5063-6BE695CFE9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32CCAD-E205-F6CB-0E77-B5EF5E18364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9860B5-45DF-2FA0-2F79-A619FD00955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D52EE3-F763-C93F-8EE6-7C868B0050A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8F4AD0-389A-E806-02F0-8363AB77821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50A82A-E90B-01DC-47A0-558BF951B13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64E2E7-D29B-DAAE-BE8D-FB8F157A178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874E7B-8BBB-A0A9-6817-FBF5C59E658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484F11-3D0D-45D7-91BD-2409BC6D220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623F63-32BA-C0B4-836A-B7B38C1250F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3F27FD-2BC2-35F3-624A-61551CBA84D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CEE42A-A26C-DC41-D95A-2CC4760AA8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97E8FE-875C-8B6E-F603-4871CED070B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B0FF20-B851-EF01-27C1-654A3D5579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9A26DA-C60E-0923-297B-760644E01A6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FCE6EA-3BD8-4A91-4C9B-44DCDCE247E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EBDB48-A7BF-8850-F501-8932367E1FA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6CFBAC-B338-17AB-8C91-C467EE78771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6306CD-D945-CEDE-39F2-CE533A4FB93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2A78A1-2A45-90A9-9CE4-9870186E0F5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29C0E7-E315-3544-0595-CA2E760DC03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CF053F-2412-E8D2-347B-2AA8037D63E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D4830AC-F494-0C62-D40E-9212C40C124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62FA6E-8EEE-BBB2-306E-2139F919451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4F6180-6FE7-9EEE-D304-5A1A58020C8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17460C-CC59-42C4-CDA4-EB867159DB1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F9F6D9-7B38-9942-EA89-01C143ABAD2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F4591A-235C-368D-5E1C-E497BCC2958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84AA0F-ADBA-D45D-B110-1714A3F1344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9E5AC1F-5300-DD67-443E-885D8CA7312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0037C0-02B7-D0CB-72CB-6DAA2DD940F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287EE15-0D39-16E3-06E4-7CB60ECFB3D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109E02-9AA5-388B-6992-5941AB52FE5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79A951-821B-CE53-F1DA-CE81D86DE97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CB36B1-BAFF-86D9-2805-24389B8266F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5FD785-9C68-30E5-89DD-66B6C7B9D37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400746-7750-381A-45B7-2DADD3F449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C571C-B45B-0EB8-7CD3-BAB31E72F1E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7AD427-0416-27A4-CEA9-3BA38E661F3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ABFC2C-A97C-0976-EC18-CEEDF6E4747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C1A503-5C5E-A566-BC29-17DDBCBCE86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1E1FCB-4EE0-2773-D0E6-D73D5A8F583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DC0DB1-D96C-2946-B457-8927F19544E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A27FDE-8FBF-0B4E-9B88-EC07BFD56E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798EE1-0622-DB97-057C-390B1A2AA95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91F3C8-CD1D-4B5B-00BA-6165489F879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53C5A90-0677-D7A2-3BCF-D1580DBE9E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779360-0FFA-1B9F-40B1-977B14184CD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F6D718-0872-54D5-73BA-28E861FB75B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1AC659-35D7-9DA5-ACAD-EC51DD0D0FA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BDF2E4-D431-A3C9-BC73-080460F6F31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A3FD57-3733-E429-DE6F-1DE3625E3C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4157F3-A26E-E9E7-CC9B-DB00176FC50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52D5C-F2E0-17F1-9124-2AA0F11B08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D015A-824F-CC98-A5C1-BCFF8DF0DEB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E596F-0387-C801-D227-76BCAB741DC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506024-0DBD-1C42-6823-C5BF788A7A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6CB851-6308-F080-3C44-981A1E60B2D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EE5B18-C95C-5259-7855-60081D5450D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512983-F602-EB64-3B1D-399309C6AA3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C5F160-BA61-1D69-6D39-524E87EED78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941030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78BD-1C9D-45F6-FE8C-6D744A88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271399-7A44-734B-DF99-D40D7F022D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5 is in Column 3.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460B6A-14AA-DDE9-F3C1-128F65962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49C34B-E912-FF32-C521-30769C562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1461D3-1CE2-8623-5245-75C043269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D31276-5653-1BC7-B6EF-6DD6E7B95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A1F602-47F2-2935-9203-4065A920961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A6BD45-8472-3921-8D6F-8E09926B622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A48E9C-D13C-E8DE-221E-EB8D9E48A47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7F6F00-7F98-E0CF-BBBA-FF2D2B29F78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34F69E-A4E0-147A-5AD4-355F7D8A42C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6F355B-BD7C-2416-7EEC-5797FF5CE6F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248444-9597-E6CA-6D3F-5DD95A041DD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3F4D94-EA1C-F8C3-82B1-027AC2B463F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EBACA2-1185-6856-959A-EB54BA3AFBA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1F9DE3-3C3D-1DA7-BA98-DDDFB43DA56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A8C68-9D1B-29F1-4C64-35ABE0B620B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C6CA7-8DDC-ADFB-E229-11C1E71BB5D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70E833-5A67-A170-D2A4-8AA9960730D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76493E-1FE7-CC69-A4CD-8F099B6A8A4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ABE83-FDFF-9D7C-8281-6B37B1FA624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53E56C-9E7F-C15A-9EA3-95748983CD1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CEFD45-C430-D791-1AB4-3BFBD95E30E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DC17A0-314E-2855-5E7C-1E1A516521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009CF6-FB57-0961-55A6-2F0B487F76F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63B3BD-93FE-FA36-5C71-A6D893BF993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D5878E-E9D3-D77B-BDCA-8359F053B90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2DCA2A-95D2-B97C-F668-208D5635093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084E8F-D1E5-01F1-A20B-FBA4EF6D4F9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1CA08B-AC89-EF25-E048-74E97D0C7E0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6A1279-53AC-A82C-4638-856D43252F2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681954-117B-9B09-860D-FC0E194A98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584548-7D34-2FCB-A134-7D6C673B538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8A90FF-7792-D84B-D531-77F0298484B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9C5761-40B4-9193-DC2B-1309A4E0A4B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A24A3B-361E-6148-848A-F1F1883010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CC5DEE-54D6-A601-4B28-A30680B407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A80F31-22E6-342A-7D91-8932BE724B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A4E9EA-0879-A961-AEF3-F01B006F7E7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06C3E6-7DDC-D96B-8B93-DFBB02E1A08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15E944-CBA5-38D0-24C3-B6614D922C3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6BED5E-1396-48F0-3FE4-30D6ABEC8FE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D58EB8-C1E0-CFE7-821B-AC7C2B6DA9D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3A8EBA-F9F8-D093-C370-4C52626DC87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C68713-F3D0-C322-2E40-E2FD40E9E4E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7F0F72-D8B3-452E-D74C-0A48408073B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21A8CA-BB9E-DB8B-2DC2-1D9F2C27EE7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10BB20-7013-E845-A78C-6805971C360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2E36EA-F1A1-3BE3-965B-A935CDC4E26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C141DD-660E-1353-D2C0-83626AD6F54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EE59CC-0328-F0DA-22AB-8D1CB792D9E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4B5592-4952-3621-F593-DB19626154B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C52161-6ABD-102A-2717-549F542165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23EFE3-FBB3-A27E-52F9-55B53E237BB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34F209-6F27-1B10-819E-0A4EB8119A8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04576C-75B4-52FB-06E7-F4B4F4837B5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B9E97B-C747-5A08-3E9C-C5EAAA23F35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6EE02B-83A0-D3AC-8117-BFB6E0EEF0D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CABE9F-F8E9-53B6-1784-5D74A9B2DF0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1579FD-89EE-F07D-4C4B-293D1BCEBEA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12DAD8-9D59-D764-FAD9-39EFFCDB6A4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978EBF1-48C7-04DE-006D-740F8782655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DEC5952-4C84-8A1E-F4EB-41C0565E6F6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F5D23-D26A-549E-C7FD-9307C3CC476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8C30BC-F471-B56D-3224-8D586C3128A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469521-6C51-BE52-771D-6A0C2D4E50F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B2AA53-0205-B9E5-E45C-C780D747495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99B68-56B1-16D4-3E66-07932FDAC6A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725CF81-1395-3D42-2587-46BDECE2EB9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3DE2390-91D9-8420-9975-7391CE6C487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3F315DD-6EFC-30BE-6E77-53C08A7782C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D85A57-4690-F254-961B-B68A199CD4B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5A4B70-B553-A54D-8A19-99340E0AB56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71AC79-B7C1-FE85-E7D3-AF3E0E1EB27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AF67CF-EC5B-351F-B3F4-7934E29D71C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3FB81D-C04E-F8E1-267A-2A39D33C769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8DCB57-7170-8616-B2E1-FF5B59F655E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6F075B-A688-BBE0-D725-045A8640AF3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FEC4A6-8537-7DC9-B4B5-7917958673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86F8E-E1A4-5914-591B-AEA123FAE4F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986D51-DB23-B934-4579-BD83471BDCC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94D86-CC6F-9A62-3377-1B6374A9696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3DF7E3-545D-8BFB-FC06-CE23EE37BB9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02A758-7133-D0A9-E91C-CEFA96BF51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A011C0-CE34-5B2A-F4A6-31483D2519E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EB74C9-4B4A-855E-48B1-A1A83171098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492A9D-1C9A-7540-7C46-CB61DDA0B6C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530170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AB8B-1C16-DDBA-266F-0B6484FF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85D356-435D-A136-2B11-95D70DD300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is no obvious way to proceed from here.  So, we bifurcate on the two different possible assignments of the green cells.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2D7011-E861-9925-7BE1-60DFB2D1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E2883B-CC39-8A4B-C504-7CB9972F0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C98DAB-570F-3AC3-4D46-2F693B178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DC70E9-5D95-FCC0-6EC2-BB17948810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6A9866-D36A-BC58-697C-A9C3648686A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9A04A6-9CFE-F8F9-FD10-1F87B82783E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ECE74E-6006-1F20-EB47-B3520852D46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204A6-43A4-16F1-BA04-8F91062AD8E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4F3DED-D92E-C51C-36AB-BE4B352F514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995805-0446-4E0A-5640-6A44CCF12F2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9964C9-7A5F-380F-2E97-234A003821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4325A5-FC46-BEB9-B322-8B47B1E296E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E3516C-53E4-657B-AB4D-77EDC978FAF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59E76-E2B0-DE39-0AE4-A9F2B6DB147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0372F-CF5F-95DC-387D-350F2A437CB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1BFCD-20BD-A8D3-E8DA-B6565A1FFE6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21B04A-CF6D-A310-E01B-E2970A7C5E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A6D24A-D8C2-2D3F-6846-CBEE31CE836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F47E9-E677-7020-244D-AB68DCAD0A2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58721E-E42F-E749-D9CC-6D32AF031A6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0A504-654E-D940-3094-FBD14A776DF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C67F2F-BDEF-1D07-6C58-BA2CAC170D1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5EA83B-F730-419A-DED2-5AA9B419E23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482985-CDFE-3D35-9273-F040CBEB274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5EEB5A-8ADF-A49C-879A-C35F1B93D91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D160E3-8934-2814-B8E5-FE1141B9D94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771D0C-E349-286C-6F75-99FAA18E1E4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B7CC38-7F15-153D-B2C5-09259F2160D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F35120-A542-D99E-5F13-225FD49651A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14EB32-6E80-99AE-DCDB-AC02F31CBFC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4EE56C-F359-32C1-1324-BC0BD1D3A64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9635BA-9994-A052-597A-051DB7279A4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20E413-A7A3-AD0D-1C71-E7C1AF7125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8DA0AD-F325-5E16-5C81-1C2BC4E59E0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7CD21F-9E7C-561F-9036-53B4B9C4BC8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9B0F09-5CB3-EC97-2B1B-48D2ABA314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9D9ADB-6FBE-18F1-1B8B-66967304FC1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D792D9-E8B9-1F24-314A-34F2248094A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6CBFDC-FEB2-6A53-3327-3382B41C335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510F62-E037-90AD-E7C9-7AEA01B0FFB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7C3B4C-8885-7565-8942-A0861FCCA19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EBBD8E-76D3-F0A8-DD3E-E8626BA5756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00E4FE-627D-AFE8-049D-2223FC77C01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FF2D9D-7E41-D1A5-AA48-F70C51E9A1D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D23AA9-62BC-C9EF-E676-32C0DE5CA7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93AB74-A47C-CA1E-875C-3F4FF029A0C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9CBBA7-9635-CE41-35D3-082D035657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99F8DE-A10F-20F2-ED94-A3808AB6ED6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799868-1A58-E247-4E1F-5E670832D6C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15AFDA-4433-25FE-B41D-A7FDAD8859E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DC42F1-08E8-5D32-209C-0AE6924DCB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5B9DF0-9094-CB40-CEDB-2E01AA3BDA3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40F71C-C95F-0BF0-64D2-A863D440A0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F47711-1231-1C13-450B-28FA32FD876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B5B5DB-308F-59EB-C3EA-EE0F1CC86F2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5830A48-4824-F9EE-118E-634AFC3F53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C23BDA-52CE-663B-FF54-C0299FBEB2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C580890-06DF-343B-5D02-3C838A148D4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AD4DC0-6F43-C35E-A82E-B4A2B319C0C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BF91BFC-A18D-9C2A-AF92-B92CF9DA672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F8146B-E124-91FA-2F6A-20A4994AE52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23310-2629-F297-978F-96DE8D8872D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B16991-A9BE-F465-2489-6FCDA3B46AD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16995E-A063-F8F9-AD7B-14715090230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3D4ADA-3C8B-B36D-A271-8BE951FADC5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C8E7D-AF88-58B8-07C9-BAE13EB6F3C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543D13-445A-34DD-05BE-6C52C941DAB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635D8F9-A0DE-7DFD-3F56-384D0A63AAF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E3F67A8-529C-1007-047D-542D067AC4B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D3B3F64-BDD0-E541-3B32-B1C0D4A64C1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477791-A7E1-9EBF-E21A-9839A6C12F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1F5C37-26AD-F4AA-55BC-E63E703DDAA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AE38FE-1DB9-5136-3BC0-CCB99B06879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176576-1099-18DE-3D89-C2EAC743E4F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A4415-2A53-0D1F-E410-252E2EA68A8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ED5868-EA0A-899D-E9F9-7C4BF40B93F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0A0E1C-82CC-3463-CD0E-014B1227840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F75438-E2CA-62CF-4952-BDD3F3721D1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141A39-0D58-0A47-9698-515405D4EAB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0158FA-1566-D452-9FC2-2D0A2D8A7C4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D7631E-8593-E912-ED92-C60018E9BBE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1F79C4-BF75-D732-8BB9-36B99B84C50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9924FD-1B75-DFD0-43BD-B3845152952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07C28C-7C82-A109-010D-EE0318BB370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5FA09B-06A3-61DC-2626-933C468F223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39586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3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FA029-5061-8DF9-BBAD-F699FD65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9FE74C-8CC5-6BA6-1DCB-EED6BEE489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Possibility #1 (of 2)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038F4E-C78D-9861-03CB-E235119C4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6E7D82-176D-FF78-9F3F-04323797B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B7B6A8-0482-5FF8-B801-1C9111D1F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16AA0F-9493-EB2F-80EE-251DC575B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CA2902-3687-CA4A-A692-443B19EFC20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D912D0-ECCA-FD42-9A94-6FDA98A3D8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80DDFB-6CBE-5F6F-720F-9C08A70346B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22193-5A45-44ED-1272-B8D81466FC4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AD8E27-56C0-C254-A3A8-28BEE00ADC8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670C0-CB87-F8EC-259A-29E80CDB10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E33CC9-5C55-8D67-D282-A511A4F1FBB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A7239B-EAF9-C14B-08E3-B49F5C4D474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E007C0-1614-8379-2E20-9371774BBF0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C7B7A9-7F5D-32B8-B07C-692037C2A7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6C14D-2B9A-3F22-3044-EAE01CD69E7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02103E-A34D-08E5-A3A6-022B77DC99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4111A-2F79-3C95-7240-F8FD04E2AB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DD244F-EA11-0B05-04D5-AC3F718F6B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BF8BE2-F985-EB72-14B2-9196B7AD5E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461C3A-046A-450F-599F-87650115EEC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ADEAAE-7E4B-7D28-0A58-64DFD35824F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580DAB-9796-DD6A-45CB-7EEDA1F550B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09CD7C-2E19-9BBA-F8C7-B6C23B99221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DFDBF6-A3EF-730A-F436-63180BD760E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948AA2-A46A-68CD-9C83-8C53F899E91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0F961F-0B13-942B-4FAA-339ABCEAC0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4B05EF-2FAF-4457-679A-0A8B6D29E22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72A1E1-61AF-1804-24E4-3C64BA92E2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743D62-3629-2D63-263C-844AA30FB35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45B113-88FA-7043-16EE-5DBF3A5290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8F45A5-191C-32C3-8E09-7E4DA712AD8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FE353E-1FE6-CAEC-F83E-251B464956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4A2446-1778-C2B9-C7FF-EA342510FFA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23E4C1-25A1-7F85-60EE-B961E5CB98C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D96609-75E1-1465-C89B-48F0E49E37E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B3256B-6D13-9A00-41BE-A4FD11A7483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6ECF02-C917-1A36-B5C8-D3C859827E9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D39765-D978-F669-26F4-EE5175C3595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0E8847-3317-857F-14A9-D7A0331285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6C011A-603E-BF42-B5E9-615EBEA8C6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25290A-6918-FCAD-666F-FC2597C044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306CE2-68E9-5AC2-C1A4-0BFFDC7F4FE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80174A-03FE-B241-B073-4DF628F239F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27B6CC-CFF5-09F7-60D8-98AB52E98ED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B929B8-9B53-0EBF-80E1-F19B631E34D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8E3A68-EA8C-2500-3541-6BE348393D1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D311C9-FC25-86B7-06F5-7A063D8168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F92248-C8C3-1B6E-E0AD-0494FBB69E8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DFE559-0B89-298A-85D4-F5C944DE7BE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C1B685-2752-5B63-8806-F55BE21B2DC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D8BC792-F2E5-72E0-DC02-83F256EE16F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5F3699-1739-5E7B-F30D-997B6928500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71CE1D-6FF8-F9A4-655F-F2675BBA64F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853771-BA69-F181-4D53-0B537AC4154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6F84D2-30F0-B90A-CB5D-FEBFB416E11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E8A3E9-A298-7391-5E65-9B02F439323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97B707-2E55-9451-B178-21BB73D8F52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8972C-2786-569C-3F8A-7B8BB670584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DFC85-7E45-8174-3523-90C3A6C5704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32D0BA-F90E-DF92-8949-AE184F92201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46A9F4-A9C9-4336-D23C-F9C807D7CE6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08E768-32E5-1AC4-0FBD-1575B6FD7E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85722CC-E63E-D9F5-4CDC-CC04A14CA6A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158E246-A0E5-7E74-4DE8-7568D363C58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036B935-07BF-B968-12F2-DC39C93BF57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47D83B0-DD41-2C77-9595-4CA64310F0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C61624-9A1D-3618-622C-9157E2774C9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D64ABD-7497-1118-ABBE-49200C0C077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AEBEF5-CDEE-FDF2-9B0D-A5EA2FF0998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BADA42-23BC-CE5B-5B84-BD9DB4DEB6A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DC2D63-2017-193E-DCA4-E241EC3195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975B4C-BCA7-E552-396C-4C5A02CC1EA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F17C7A-D25C-0E7D-40D0-97B94288574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FF61C7-F391-3084-802A-578487C6399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BA80E7-8674-ADBC-FA01-D825DB6C917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4DE2C8-FE6B-905F-79BC-F9FAB7041E9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E84D2-B5CF-1CBC-CB05-E0688ECB12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6C0EC-41AC-FFD4-F6E1-3E258AE5D9E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284BB5-4206-C17A-A092-94CD1AC7D86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5798F4-7513-B390-222B-8D57633F206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B5DF3C-BF31-00E6-6717-8B1E8CE7199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FAABA7-529D-1C3C-652A-F9DA55C0E2D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1E5E07-637C-6151-48E0-881CDDF56F7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CA9C12-2D3C-F422-C770-D85BFDA6518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E3C1713-999E-82EB-CA49-1569514A020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12967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C2D3-A59B-E61B-CFD8-5E7CC9FD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8505F3-2507-3CC9-45E9-A596C82EC4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5EE50F-CB83-8EB2-1A58-41E2C71B8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5000D1-3741-5E9D-0056-7E5C34336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D38A73-DB65-18C6-F0A1-F28C47E7F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2B61B0-1051-E210-A708-83FE915504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3BB536-E835-0AC6-6860-F0F0E697883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EF5F8-499E-F50D-7A6B-AE3DCBADEE7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D0C622-E13A-8656-6AB6-0493B4EE21E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375B8F-54E1-7A91-4849-A082179F504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DCC195-2412-2436-033B-28A64539766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74D2DB-3B6B-54EC-A954-0D1EECB11DA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3D4D64-D452-4F22-7BF0-F6B203AF2AF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157E8B-406E-D7D1-D388-B868A75C4A8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252AC9-5643-F25A-497E-CED7FB279AF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01EB8B-B2E7-CA5B-ABC2-22CCA174DB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8B8ED-A624-4CBB-6995-AE46C1951B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71F2FF-9880-4E7E-9FF3-1299E7A1237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BD525D-DA25-A89F-FF4F-81C47CDFA14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339FDA-C5C6-FE4D-41EC-A42C76A65CB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20A286-BB37-0B31-A55D-1140D5FC638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F0BB6D-82E0-252B-F155-C5DDD163626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DBB635-4F21-C355-D0B3-331E60861FD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CE48C1-0210-E704-849D-D4EC4DE924E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DA2D26-DD6E-99BD-A524-7D9E940BF14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B1410A-BC75-A5F9-457B-E79AC30435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48E64A-C69B-ED5C-FFF0-397AEB04BF6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DAFE05-7E71-8BE6-0F95-2F0F7B264A4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2AAEC4-5702-D32F-F2A6-153BA213EF8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B7E0DC-C218-AFAE-1D99-8E7FF103A47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176E8B-1B34-00AA-1DB0-A8769D6F80B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28BEDD-0A31-D2E3-6E4C-5D02B4F9B58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0AA687-C73D-AC23-074E-E6DB285C082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B0E3F5-4C50-BEBF-C143-F99B27837D8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021F15-90CF-6604-8C59-E24FBE7ED23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A0B935-DCE6-55C4-C430-744AE64D09D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82AB57-A517-EAF2-A7F3-CE165494C21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4C286A-BBA8-3675-AC30-F21FA2CC50E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56430F-5300-CE6E-BCEE-0CAF817CEA0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2A2967-8390-E495-4516-11A4B17E63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E3A54B-1FF8-9AF7-C160-D396D065D64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07591D2-A3E5-127D-8B53-323A53E0BED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EEF634-0DAA-1169-F366-AE804E6A0A3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D86132-A71B-0C93-B6A6-835008EE212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10B292-AC93-3F00-C177-4861ED98955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AAD534-29B8-2917-2736-AF3E3026174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A30C3D-50AB-9A4D-FAF3-BF61D9BAC8E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7910B8-210F-FDFD-6275-3776B7F26D9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3391F9-CEC9-D3C3-19C7-41EADF78BA7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C92455-4402-BF1F-ED7F-EBF3ED9259D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AAD840-CCA4-635A-B920-861D9EA2715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D87612-6884-7E41-3495-D06CB87B54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04A5DC-B5F6-F13D-ED72-9C56CB2D35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5956AB-4878-01A3-158B-72843D56E05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755182-2675-7D43-E339-2ED73CBDA02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0CC9C2-5679-E510-AD30-A5AEA20C0D3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39D389-3025-2C4E-61A0-0B5C33F7E91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6C8A2C7-FFD5-D680-31EA-99792545083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EB2C05-EB31-B98A-4DF3-253AEF28229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70912-6023-F8EA-01A5-705C78A3F7D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FD5C1C-D304-F5E9-56C2-2D6A09F87A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31BA76-C2E1-CF42-9514-062F7FEB141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E2DAB8-1D05-FD7A-A423-81809004F06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50B9E5-28BE-416B-F042-63EBC4238E7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00C213-14F6-979D-101F-0760C39E389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22119CC-5E7A-E5FF-5C4F-BB6955B5129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FEC367-38B9-815B-BE77-CDE54F66D3B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1CBDC9-256B-8998-C50C-338D2AE53B3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2995A9-CD17-871B-20D5-49B3A49F83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A1D26-2E9A-76E0-59E8-9B5F81ED4D6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E65589-0E86-FED0-41CA-4A39C032000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5909E-4197-EA64-F734-497C5FE6F63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C787D3-6E35-8958-B94E-D6526E17477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6BBC48-B521-DCB6-FD29-4F5B82A2BB7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A8FF4C-4079-01CA-9D8B-EF10AECD5EC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65A1CD-CE6C-F14B-E6EE-1EEEA569A20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4BFA33-2A0D-D63F-4762-A0AB998A715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500B91-03BB-63C8-BD92-F2A959B22A9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108920-5CF3-2C90-5FE0-CF952FD8238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B47519-F40A-7BDB-B588-4A00BCBAF72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D7CEC3-1533-637E-37F7-7402BCCA750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78F598-1778-7502-E574-EC32326AF28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3D7793-F00F-5415-D693-A7802F2F08A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7911B2-84DB-292D-6748-366194D933D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BB0F79-F926-617F-63A3-D9F7453B555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6A3E3A6-AE5A-2EE0-FAF9-312D4597582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005741-703A-B875-DDD2-AC2CA2A54A4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322246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9C25-C29C-9552-AA61-BDE4A00F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4479EA-BFAD-BA63-6AD9-8DE617DFD4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C398A4-972E-DB61-104D-3C1F5E5F3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C9C0E6-E335-5967-E570-3C4C99C0E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2FC4C0-F968-E9BD-34DB-6F6242A44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54C5DC-B7AF-A72D-C48B-21F060BF5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6CCE67D-98EB-2353-C3C0-7648EB15CE7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9BCAE0-5B4E-BF7C-4591-53E17B86EF3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0DC7D0-2EB2-A554-E4FD-2D0A07F74C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E0A882-B004-6F0B-4A2D-06F32919DFC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CF9817-8310-B703-411A-7AAF1BDCBA8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182302-8BDE-5E40-76C1-6075AAAB7BB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2F91D3-5F46-8F83-780F-57E453F5668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AEBDE0-1658-B97A-0545-61D96979E05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E29AA8-FA47-571F-5D1E-60FCF212ED1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814979-30C8-CC1A-3621-31E466F5BD1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C102A-1845-C09A-B1B0-7D4CE93A4FC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D73DC0-8C3E-9125-7E3C-0A85E92600B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34C543-8080-0686-759B-2217C6BD452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01853-8FDA-9EF1-29A0-24E2688A469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2202E9-F3F2-74C2-96D8-F1E7B070D0A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D9DDC8-DA63-73A5-48FD-1BF33C4B70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002F40-147F-59BE-7A4E-9DD13E699D9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82EB82-F417-9B31-249B-BB03325CFB7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4BC914-6FE2-A815-B76C-238F4788F32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96F012-5A96-994F-6054-1A2B26F78B5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4FB122-3522-E3E5-C765-6105CA0C7BE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25FD55-471A-8D22-4D8B-8973F11756C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B65EAA-BCCB-F934-3F42-444C975964A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F2BC6C-0000-0A6F-5D04-C9AD97C69CD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60631A-9F1C-41DF-2D02-8E48D1D2763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A69344-DEDA-69E2-0FCC-DD26A4CA00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78C0D2-309C-F8F0-0479-FB9728457B0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F6EF32-E020-AA59-DCCA-D88141E4AFB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A0E503-2277-D72D-0B4B-285FA1BAE5A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B60277-E073-C685-2985-1D6C87E509A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705620-FC06-67B6-822B-2797614A015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D1FDF-B381-BDA8-F51C-79B561748A9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703027-67D3-056E-8E9A-797D58F4DD3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AFB8D7-7D07-C0EA-F907-865844AD4BE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E22C01-9ABB-CD2C-FFA0-4535FCD9EC2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ED371F-F4E5-EBAD-7411-37B0C1D2DA1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A966FB-7688-C3D9-3338-F40414B88AF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E6DF50-AD46-AC16-AFAC-8BFB5D44C03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625FD6-E928-7BC2-0C47-30FD1D07609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0FA923-1102-6966-71F6-02B2AF2EFA5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70775A-026F-96E0-4B56-834C7579F86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988B0C-A0ED-657E-40B5-6A1F251A0B8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BC7E52-5EFF-743E-69C3-F533AA668C2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56F3A3-4BA6-376C-991F-2AAF904AE50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5B3838-9BD5-39D3-9CDE-A2866C4E4A6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16548A-7ABC-0F6B-A2D7-9E55227403F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0A870D-54D8-EEAC-4483-4DBA87AA945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A9964A-29BC-4790-D466-E7FBF81BD24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01D4DB-52D4-5B7A-A7EB-542CA9B34F8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EEC3626-77B4-EF73-7869-492A13C759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1CED4-21D9-D112-646C-2FD3702AC18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7A90A4-8CCF-4425-8D63-53872831173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0896C7-86A7-4B3F-2695-84C02F98E1E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6F68C7-6D5D-E4AE-293E-AE12B695494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29CE86-6946-8FBE-B4F3-AF3B66F4AF0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26A0F4-3669-F98F-5B62-899BADC34D8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EEE376-EBAF-F9F8-542D-F76BE96BEA7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E46B9D8-CFDE-F433-9E3D-B38805A912B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15329B-62F6-AF14-B2AB-EAD5E47E4E7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260615D-7783-C8AC-06C2-3767F6C0CF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EDEE1A-7E50-77FA-D3C3-816DBB3AA83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80A477-11EE-030E-3521-4E4EC701B4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DD5188-B413-EFED-C829-AFE34A2D2AC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1384C6-4AF3-9EC0-73C9-4C0465519B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F567A9-CE66-141F-59F9-B82D8F0C7C7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5D1B3F-294F-F290-034D-51AABA6A50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2DE6E5-7E0F-D378-1E5E-F179999EE3F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6E37F7-0BD8-010B-89C9-3EC7BECA25B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5E6E06-B7ED-7689-86A0-4BF581812D8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40CC97-4450-5B2A-E2DC-CB7717AA95D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F85F44-5345-539C-753A-BE62C39E333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D0EDC3-96E5-6AE5-4745-AC397C6F70F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A5CADF-C919-BCDA-4C7D-275BD14BC30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0B604E-B161-DF8B-0A97-788111C3107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4E15C1-B958-DB60-8FEB-79B95380920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38331E-A6CD-D621-C3C1-DAF3592602F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7E85D1-E892-E2B3-A78B-AF387029EC0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D7F526-E01E-FA2A-B3D9-E9653524717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814FC-B248-4CDA-5E3E-9C70EA7D302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D643E1-AEE3-765A-7B09-0D55C29189B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FE51BF-2DBD-DA29-8BFA-0DD3C5BD0CF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953148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5BC4-8134-1238-21D5-2DAA5A85D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4F5DA8-8891-D2C3-9B7B-F172424066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CC4E94-41FB-6A23-0732-7ED19BD2A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AA9AA5-F4BB-EB42-32F4-7699F2FE3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C226BC-5333-A9E4-A4F6-F5322D9DA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55A9CE-7A7F-9AC9-3692-34FE632AE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CEDAD01-AE5C-AD4B-B5BA-43E25FF9896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26F97-020F-F734-84A6-94D64B7704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023207-0C1E-F966-3064-4606BD8BEA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9D66B8-DA35-7050-5EBB-4C228AC135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99FB81-CA38-C122-7E9E-D07B60BA6AF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DDBD39-B71C-83C7-2B57-2C5CA870B34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224877-9AEE-0D6B-4556-11BAFBB786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FA038D-88CF-69DD-C1C8-A5C06538D7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51AB64-B7CD-276B-0D44-C00C41BF420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D1C3F6-49EA-A44D-82D9-4AB0D0F4824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4757F-993F-D0AC-066C-058CA40EF31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F18915-FE0D-5383-3AF8-223D856BB32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E02BC-0320-4C0C-6D7D-67386B8DD2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2C04FD-943E-B6E1-D2D8-E505EE01589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578AD8-E168-D964-0176-0E0E7AB4F87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06D4EB-CC75-F7B2-DEF2-23C2B16A00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B9936C-4E7B-435E-6164-05DD984CBCA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095839-4EE9-3E06-0AD4-552BA0A2246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E8CE7D-5964-8EAD-0568-554C56A7E3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575238-D739-FB52-BA54-044B5D02A93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E61A4-547C-D442-26E9-E5F9D71188D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7C7EDF-4BE1-2BB4-E328-B9E6661ED25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1F932D-A46C-A843-702A-4CFE24278A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76F7CF-3748-107F-8742-5F5B3461ADC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BD28FB-EB20-7298-9940-8745432353F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0AF55A-E009-CEC7-28DF-8FAADEDD72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3D7A9E-E566-B31A-2625-82F5DD1A4A5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4C66A7-8390-FA4D-D2B7-2A151329115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12CA01-0F8A-962F-9D3F-C40F396B0AA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DDF70F-64C9-F8CA-47C1-8F3C0E9A8E2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1919DB-282C-3BA2-3B19-32A0B6C0B50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0B322D-DB85-6F4B-8B0A-59270A95E8A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2A85BD-AD8C-A2DC-FED5-13A10C3F26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2A6A0C-51F7-6D8B-B84B-77E16C77ABC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E43295-ABC9-4A98-1923-8BA0C3BD5DC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76AC9B-687D-C7A5-240E-A21DE501714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EC39F4-75CE-4E43-3020-4CCF47321DC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317661-F025-A8F5-9EF8-6F8CCF4FF3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9384FD-BF9C-FBFA-E626-82770619D42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246A49-5AC0-30CA-4056-E19A979E1A5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496C92-9D4D-0475-45C9-72D8B055180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096186-605D-F0F2-3C19-F5255445164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B1794D-5B9D-E95E-966B-427F1E706E4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CA0792-0A30-1769-6F45-F24FCC6186F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83B90F-E9B3-0B8E-02D5-9FAA2500931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8B7558-7787-96B0-127A-F0D47ED5EE1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3A1F30-8D68-140F-D94F-E473B9595C6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1AF9973-B616-0D1B-68CD-8038FE183BD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BD080C-7CCE-E974-362F-8A7938A0DF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C119EFA-0F98-B5C4-DE68-BA349F8A68F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5279A5-77EA-AEB6-D939-46555D1F86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7D8E87-DC1E-1889-7372-9F2DDBF4CEC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D9145C-F83E-2A3B-F62D-F6D8324114C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681047-2E0D-3C19-D929-5657EA5783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12CFCDC-E9BF-FD35-8E35-531C2DB7F0F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2F4440C-D737-B1EA-8D34-9B60586584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CD57C5A-02E2-1B24-2B24-5221D246235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FCD3B7-8A0E-E4CA-A749-A6455D688D5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6F1291B-BC59-EDF5-C5FF-258EBC3F348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F6CF58-E5E4-24AE-401D-2A673F47CF6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4084A4-3C08-24F5-3C45-8C898001847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E0419-732C-F5D0-B211-38E0023FD25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C2AAF-7688-7068-3984-77F213A84F7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B89A3D-3F35-5AE5-237A-F6DEF9B283E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F91D33-AA35-5922-0344-0A5C094D22D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5D0AC-73D4-3F03-929A-419DDE39EF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096AF1-D88E-E3D5-25C4-72827D0D188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A09F0-1C5D-D495-BE79-E73617F20B8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46453-C4D8-228C-730E-B83B4713524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0EBA79-0D38-D51C-41D0-B3AAFAD92E1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E66F59-23EA-6011-AA18-ADF8EF2E9C1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84CC56-9725-DA2F-CDF4-174CA484288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4E4591-E982-1B55-DD9E-288D14F125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9D0AD7-869D-61C7-F465-163C673E28E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97A20DE-F743-AD4B-9687-B9A3378BEA7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B12740-4AC7-AA2C-D034-A4D69449920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7297C-4465-3186-7F19-368588D3E1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6E6AD-8BCA-1835-20D6-B6D2B072320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CEFB63-100D-0A38-82C2-32C96813A75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6D07DD-F2C0-F8EF-3293-9132EE22103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93DA8-17D7-0C67-7219-A5AB35A9480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05030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1BD43-9894-89C7-57E8-9F8A955C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697B14-7C75-F06E-6D06-487D488ADB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110FA1-AE54-E3C9-992E-DC8AE680D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67EE80-B31D-4A66-2AA9-FC8F51B7E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AE721A-D03E-9A89-1112-5838C0198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40B2F4-EAAC-F35E-EBB5-46D91B425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00C33F-4040-E50D-F34F-85F1588DE3B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0ED491-033E-B245-A9F6-D0F55818943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5C4561-D1FE-0AC0-289E-FD8C5742134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C2BFCA-0E9D-B644-DB89-DA561BCC29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36691C-9F2B-E273-F93F-039AC543487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D8039A-0CD4-B8A1-4C7B-FC716C1C018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513FFF-A041-455D-CFDB-B0D09E6C4A9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83EE38-65A9-6EE0-1A69-C3AC2964400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5F1BDA-D4E5-E024-3F2C-A9CC5963C24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60D3C-8707-9431-CF93-2D9C1582B0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62CA3-51C7-8D48-DAD2-0F559F52B5F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EC1DD7-C621-7FC2-72CC-ECFED4E5731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AFC5F-4C27-D6BB-6865-115C4C3CD5F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944A3F-190E-319A-1261-93F5C1AA4B0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CEB268-5AAE-EF1A-112C-ABCA004F7AB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8357F8-9F4F-6132-B856-1C3D3597A73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492054-6A0C-2CC3-0A1B-6B541394E82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867E67-7384-CEF1-90F4-8F584D0218B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77A6ED-7E6A-0DAE-D474-ADF7F0027D7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3E60F-6CE6-F7F4-1C53-BD994C9FE2B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131F4E-1CBC-7C58-07D2-0E529E677DD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AF0553-4D7A-DABB-701A-88DE7CDAB89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93D396-A4C8-E5F3-272C-A80F2937273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EC6975-47FC-5026-1A3C-40A3943CD7A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AC3B0E-B67F-81F3-57D7-1A4F3DAC6F7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420695-E886-205D-2296-064E47F918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CD800E-FECF-EEBD-48B4-34C8932A489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EF2B12-EEF8-DBA7-72A5-F9A14202673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F22002-E7A8-E414-AD52-7665A034B10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9A9464-2A0C-0484-C5FF-905A380A168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385518-CE37-A464-7018-14956AC76B0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A9C485-4579-177F-BC95-DE16732EBA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D3604E-6DF5-720F-8BC5-9D727EE4F78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F684C2-EB31-3861-E5C1-A64D2AE2C9C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87E4E8-65EE-03EB-16D5-DE0DF3DC692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A1D03E-A4CB-15C9-E620-14175390E21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554B25-A52C-A097-14B2-E2924E6E8A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6A1DC6-1F1B-DFC0-9CE6-EAF94267448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455F52-2426-09A3-DD34-A2764AA6326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F9A4A9-A3CD-BE52-854C-2C6709D7D47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D14283-AFE7-3A3F-8CED-C168CA54F53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F4950A-ECD9-C2A1-9119-35EAF9A3EDE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FF8271-583F-746C-8FD2-C847924C0C4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3F83AC-134A-D957-9848-9D2416EA3AF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502A75-EE41-CE4A-EE46-4F5FC53037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E140372-C709-675D-0FFD-D3DECFECB6A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276B5C-92A9-C896-57ED-978222DAF0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AEB877-95C4-826B-0274-03DB680E26F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F45DD-9481-BD8C-355E-FCD9FC0BB3D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CFDF41-70F0-D06E-CE48-CFDDCC159E9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F05E00-FCAA-726B-B752-718017C6B56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96AB72-CB66-67BB-702E-E8DC7AD284D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63435A-FAA4-EB8B-0401-313FC6DE2BE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EAB1FE0-8839-A551-FF2B-C66A0013718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DA0E9E-E16E-7D2C-1EE1-E34FE75C10E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39C89A-7A1E-9308-B3AE-C1099119416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E60C399-462B-243D-7FB1-099C1B2EA1E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FD6FE2-BB17-A1C3-13A7-3E174609B7C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59C93A-F373-9BCE-F84C-C68809EA14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465DD5-2CF7-E414-2883-5956E012F29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89C700-97AB-F24D-97F9-64057F4CFD0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2C0533-A1B2-C3AD-231C-F2E7F537485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EDC6F8-5A90-6D5C-5E5A-36A8459B847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B753ED-6D5D-DCC1-AC0E-669E7D8F169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16936-6C40-CDF4-71DB-727813484BF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818557-102D-12DA-CD4B-C9A66777F2B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0A8962-C652-FFEB-E4B7-5841852285A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59EA3B-BA5A-62EE-8FC4-4E30EFFFE70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14887-B27C-B93F-A818-EDDD51AFFF3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97F384-287B-40E0-096E-AD75F103936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403824-472B-2E61-0EEE-4ED48B2C83F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8B99F3-CB03-2F43-A4A4-3F19EADD3A3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7D080D-DAF3-3CE1-2496-8DDB637D3A0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541471C-D325-F3F8-72FE-EED1EBB3E2B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78E024-A250-921A-4C51-3893683F25F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A9E7E-D6F2-1F4B-780A-275633E3376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6EF05-831B-0F53-95F9-CEE48F0A11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8CE06A-541D-C42E-E672-5149BB98AE7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652F5-FBEC-8801-8240-99148BA677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958F2-C4D0-14F9-80FB-D9D32193589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FA6501-77D5-CB02-BBF7-D54B6D7394B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013610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E7C5B-20F3-9423-5BDE-6DF8123D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C9AEE8-528E-7300-9B6F-7C3CF8426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B99B20-6B3A-8D10-6BEA-BEAD4BC2D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463514-7EC2-B002-55EB-B86A6DCB5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A69C5B-503B-9138-9958-C159AF477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324D0B-9386-A64D-F72B-60054F5F8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DAFC8B-5199-6B88-B454-2DC5D552D49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DEC8B-0DC6-4C26-F3F4-CE186EDCF7F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F1EA74-16A4-6E75-A3E5-5F623376641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8DA05E-796D-0616-98BA-3DED8FE56A2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2D0753-E5DA-33B2-3479-4843443B87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E421EA-472D-2D5D-C56F-D1F619E0A1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F44411-F005-11A5-34E9-620857D190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7CA7A8-951B-E12B-8240-E9A2855AC90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5429B9-E9A5-2E5D-85CB-81213652CB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697388-2397-260A-A6B9-69BB80C6AC5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403AF-1AF1-0302-F6CC-18931988A42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2464C1-C25D-AF19-A1E3-94F96A26837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791C26-A852-F866-206B-2EAFBC1BC67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F4F49C-0830-E030-6AFB-BB791E7644A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28351A-40BA-9603-355F-D872C5412AD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4FC0BB-8E95-7F8A-2E3A-2AF0F313E37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BFA5FC-FCF8-382F-3098-161C83DA417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01985A-A8A3-BE25-4F32-B66100A9E14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1D03BC-8E33-2BF4-DA6F-FD450A64441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B91177-93C1-378B-8B7E-FBAF697D7D9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DAFDC8-CF79-5141-0512-A015B49DEC6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764502-68C1-E249-3F26-CF986C13F25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062966-3AD0-441C-39B8-C692CDA1EC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D90FA7-C2A6-38EA-C19D-FB58F9954EC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207720-FA0C-467A-9E3D-DA8586A193B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635AE0-DD25-35C4-61E8-A2EDE535461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50172A-7661-1B5C-5623-12EA268BD22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4E552B-7413-B805-083A-9AA3D7A9857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1B2BF3-D168-2A69-9815-56252B56DE1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896267-A869-8B42-CC92-8A3AD56C50B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199480-B1D7-1023-A8A5-0226480D92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FE8B9B-2E83-F46F-155A-60705D7EE90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AD619C-677E-9EC2-57DB-788A08A785C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9FF3A4-1848-482E-E8EC-FB50A257BDC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7E0F81-17B5-945E-6307-C2A014AFB63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7997D7-BAD2-6B17-4762-223F1C94CFF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7CD32D-7276-E910-84DD-BEA1104C41A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49BE36-BA4B-3008-28B8-30D84B0B35E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8995CD-9CE6-68CE-2340-46FC7E5B718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E02FE7-39C1-65F2-FAB7-85083498CEF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3C90BF-683C-3818-B701-58D14DC85BE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F73B0A-CD24-FFDE-D16D-B53EB30A722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CE35F8-81FD-51C4-F79F-38198E4E8C1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3523A6-67C3-2462-F935-679D38C491A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6C881A8-8810-FDB8-39FE-A572A4C3AA3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DF45FC8-7244-29FC-9A81-357C7ECA886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78C230-C5B3-C7A9-BB63-AC8637B577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0C4EF00-DB0C-4C1B-58DF-54D2F4F35C1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34396-6DEB-5300-0668-0EB1C469EC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8A7289-3374-AA52-A7A6-F5C016BEEEC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37DE7F-937D-F2FC-3037-C69811D2406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DA065E-954F-03B9-4860-36BE0B39620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FB0E86-D9C4-53D6-CE16-7DF464F4F2D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DA29F08-CC91-EA33-B150-FD99FF6B826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23B0E33-D51D-84D6-A5E5-D32EA026788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08042F4-1049-78F2-6669-267A415CDC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53B4A-FE23-0306-7D01-F5DDEDDFA81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B0FEC-3BB4-74DD-52B7-5F747A7C213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27F5E6-7997-9AFC-ED33-3B8A4B676FF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0FA1B9-F993-F280-7A68-C7DFF5CD829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51AE56-74DE-4744-A488-38B438059D9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DDB703-BB42-4AB0-B353-6BA6CA859A8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28881-A7B9-C844-F204-CAC8F9C4ECE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50128-2BBE-A608-035F-DED80CF409B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12CA85-A72A-C28A-F9BB-38A662D3BF5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4AEF04-F2CF-1078-16E1-0FFD306AFF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26FCB4-FBB2-C9EA-DA5B-8769D908BB5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20CCEC-03D8-9780-B156-D6AD5422655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9C0048-39EF-B0F9-F9B6-05E920D1A47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9AC834-B70A-0C9C-D7B7-C2CF8D25244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EECF70-044C-9854-EE7C-96C1FA3D94D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798C75B-FFF5-37D8-F27B-D3AA33C976A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67AAFF1-55A3-1BA9-BF11-8BB59AB1BFC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86C3A17-22CF-DFCB-50C7-D6A261843E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CFBE0-39B3-9056-7F1F-10AEE27B02C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A802D-BD2D-3E82-FCC7-EFCDA97A202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526D54-FD49-4498-0F91-8ABC0015066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3B889-F4E5-07ED-233D-7144881B9B9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A3721-DEB9-3FB9-80A9-C071951074D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D48673-80CF-9579-DB36-C1E64680F8E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3C06CD-8905-690E-EA95-9FFC512CA04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576755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8652F-2540-5FEA-AC0D-95FE3D6A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00EF41-B08D-E88C-7E1A-19274C2E47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2CC267-449A-5A05-E98E-2EA298DF3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2D854F-8EA9-FE06-2480-DBB7D144D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768975-C403-0D07-7FA0-DFE05BA3E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8647C1-0A2A-2F42-A8DA-43F8E5E3F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7022C0B-E036-9B03-E1DE-534C4D0AC24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EBF761-73AA-89C5-A6B8-165A2A07C86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62347B-631D-9455-9095-0C525C07B64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5135F9-AE0B-7A35-6FCF-BAB830C59FF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E63EC1-1695-E3E0-A3A4-B93E67EB29A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DF8655-CF30-8FE6-692F-D0ABD007964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F711B5-89C6-A279-444F-0880D96DB20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455DF5-3C18-C291-1112-8DB6D9C0E93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A5DEA1-15B9-25B1-D400-DFCE39124B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81BCB4-74CF-A5E4-342F-8914430C4F6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6E2E14-7DA7-506D-0608-C148585ECA2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56492D-DFF1-7F58-1258-0ACC773EAAF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38F96-3768-D8A3-4921-5D6543DBCC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0B278-7603-56B7-E645-40CA8957195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9E603-20E9-89DB-2545-2EF65DA1CA0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21F66B-EA06-B2B6-2A27-AF76039E562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183541-67D1-15CD-CABC-20E952FE883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2DB3A5-0727-7D70-4974-61ECF2D6CAA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8E69DA-F622-E144-329D-AB5DBDF49E1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4D59B-FC67-D849-15DA-0D2FE7EADD0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003776-B46F-8463-E6DC-622FA94424B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190DD-EFC3-CA8A-0769-A433F3FE78B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38F90C-2FEE-556E-0C60-EE39A328E61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6A0EE2-F69A-80D8-39FA-195C3C1AA29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0DC103-CD4A-AF4B-1C00-B0206C38C1A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ECB643-AC09-9E03-CE25-B8DDB1E8D25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AA0EC0-4484-926B-1085-2657D7C7C46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0F2CE3-319D-FB18-6D8E-DC33A2E7A8C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A85E9-9798-E769-B447-4FB6E45DC23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5D2B80-0CFC-09B8-238A-FE1D5CE7D38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A2B190-E023-F019-0394-795F7EC4389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499D8E-19B4-113C-E234-E961CBE084D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F183D2-659A-E104-D22C-74FEA47F24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5667DB-CD16-871D-4798-0493C4D2D08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81BEA1-F34B-DDB6-02BD-C34726ED1A8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BCB2C6-4713-B76B-1EBE-D00507B8371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4A89465-4526-7FFC-E19A-F67E12E0B0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A4B729-280F-24C5-D34C-8CAA2856713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ED0E42-21B0-B752-24DB-A690D317584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4CF16F-20A1-2C37-EFD6-AAB75CEEFB8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34949A-BC8B-CA43-75FB-C03308137FA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76A530-0ACF-71B4-60C1-CC26BB9FBC0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33321A-3878-2BC3-5372-726BC7CADD2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770253-836E-4918-3B21-3B1B635813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13C1AC-86C8-CD96-63DB-97E04FE6D60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704CBA-C666-92FA-5B1B-FF710C75274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4CDEAEA-0017-AEE7-A39A-6BD7608AFAC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7A3F36-1CDD-366A-7128-655B5BBDF8A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A9382B-05F9-F7EC-993D-9FCE1048B18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CD2E20-C77A-9085-0E1B-870154E5C4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077293-B9F0-C0C9-A071-566B2C78220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C67BE8-5D8A-343B-A884-58CFA7DEAE0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00C6030-528B-A472-A770-BFE89BBC67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D0EB17-C981-6C78-30D2-37939ECA7D7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B52FE6A-47CB-E85D-0A1E-D8D617D083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FEB805-AD48-C10A-7CCD-15147C4A6C2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0E18D-D2A8-D88C-64BF-E6BBA8B03AF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C151AA-C8FA-7BAD-C9E7-2EDFEF43620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BE101A-BCF9-1D40-BA8B-55F76173822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AC3DA9-6AEE-16D3-A4AD-3D3D20E5AA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FCCDEC-E798-C172-D967-CD7F384D72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84161F-8DA4-0F3A-AC00-8050DC03960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31C85-27D1-78BC-332A-26CEC8F4598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B639E3-BA25-9F81-811E-C95490ECBAB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1DFB02-F4AF-B567-EA9D-F2091331B7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80ED6-3C47-6F8E-E7CE-1079B894DE2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C5A17A-C171-9D04-01CC-22351ABF59B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DDC3B9-62D5-1B64-2917-8FE0A586647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75C811-AF95-1C97-AEEC-A8BD655109C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C4D253-B879-472C-BD96-ABA0A99B296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8A74A1-2CFB-05BE-F11C-F6D83B46890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33CB87-874C-1F55-0529-9D2ACC6056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19229F-A51E-6646-6E33-55E968A34F3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8EDA083-389C-B5C6-0411-14D0AD644A6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48D8D-2C3E-22D2-FE33-7D3594E5AC8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241B4-D9C1-FE34-CAC6-90F4F0C82F2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C9DDD-3620-AB0C-FC7F-431A6A6456F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AC1FD-3DB1-9B02-F99B-FE150E1332F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7D8BCA-1096-4305-6B62-4C4B62C526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DAC47-1440-76D2-B7D2-3038D85ECA0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27D95E-7E73-3E88-ECFA-1CE59821094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273752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8BB0-CAE4-57BF-4927-3002B241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81FD49-03A7-A2AC-459A-2D22AAD9F2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2988AB-3CCE-363D-E672-7FDA567C2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7527AA-896A-1912-DA75-CF131C10E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97117D-CBCF-C04F-DCC1-81B204029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B601F8-8056-75BA-1D7B-7DCE0A7F4B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5F6E44-9937-C57C-9166-8D46E990CB7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5C3873-9490-3ADD-FCCC-9BEDA5D5BD0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B3CC-3E48-A60B-DBFF-5E41F2F3F2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6AEF7B-AEB1-E8EF-0219-FC29A41541C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FD0070-7C68-CC09-6F91-80DB31CE12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E2395-2EEF-B6C0-BFDD-FC2CD444CC6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178335-F6C4-D3E5-08C9-6AA51FCFD6E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1D7381-302B-61B3-6639-7BA15F26645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44FEBD-69A3-60C3-8EB7-D96EEF11FBB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560171-62F5-253C-078E-D2AA4C2440A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266BF-5DAE-3CED-3351-6A14925E80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F60BE8-5930-0730-806C-E01CC28A030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69635-E702-FB4E-3DBF-5B02FB87A1C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46B2F-A210-3DE1-C9FC-05028A9633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CF29B9-C08C-5116-DD05-8FB083102F3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036233-473C-D25B-833B-3EF8E6C5A00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650AE4-FC0D-5C9E-CA7B-B082B7A330B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45ED63-81CC-C7F0-0225-070034ACFE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11EB8A-B08C-CCF8-93E0-E8BA95F94BE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F8C526-024B-CD24-F219-1547132DF03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E68F78-05C8-6E67-6CAE-A8A91B0D07F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3B2C56-A4C6-C754-2C43-5F7DD14F8F4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2F6924-1435-02ED-32C4-9BE59A4D8D5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58C1E9-D309-9210-6FBE-0BF7B113885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B2F895-DA37-5219-EFF5-7E143EFD745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FAA200-6D89-B11D-C190-8EA3547FA9A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278779-852A-FAA9-DCB0-68559ADB0D9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8B5FA5-E90C-27A9-BF3F-95D89E31152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87DA87-5C99-AE41-9287-6333F948349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E209A4-D057-E8A3-5A44-35DFA6F94D0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4B244F-9577-3C37-8AF2-7A68EBCB3D6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0392E1-1E94-F322-5793-BD7B40B6C77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2CF27C-1CA6-1301-872E-B7BD8748661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43A0F0-DF25-A75A-19FD-125EFB0E852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622C73-FAC8-FA7E-FF9A-66115223B4D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BED83B-2260-C1FA-44FB-444BE4BCE8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27D65C-1B14-7748-0553-19C93F64644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D153B07-8EE3-4A34-B3E2-3726FCCF030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9CFE2E-9ED0-7453-6F9B-7EA3DFB4A15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3B95FD-AD20-C48B-0DB4-0BFB90B36D1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5DD5B3-4EA3-4EA5-0853-2D19C1483E7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0BE66A9-8127-14DB-530C-B4FEFCAE90E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044BD7-53E1-230E-CBF8-43664074905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768D26-9439-7F06-673E-BB6E6575D86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9B3F85-9A3F-A849-12F6-C535F08027E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FDEF7A-97CA-176B-645A-8B88C62F091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37D3075-5D17-BD94-6A66-6D062A8F3EE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C8F11-52CD-57DC-53A9-731A81EF80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542912-30F2-EDCB-A43E-5F76931711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67BA16-9461-54E2-2085-86B5FAEB808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3AA16E-4859-5D34-43AF-2FE2C21B8EB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49B63FD-48D7-79D0-A2FA-73E8E927AC1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9391DF-66B8-FE7B-6852-003357CD614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0CC2085-F081-12EC-F271-D0AD173F849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CFA475B-37FB-2198-8F30-C0BEBFE4F48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C601F-4D6E-9C24-D001-D268E1C276A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882DFB-66DF-AF98-4193-1A47E549A54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105FD4-16DE-3ACD-BC87-1DE13603EC5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A032D0-5200-453C-27CC-4C8456B1053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D709B4-EC2E-0F44-038B-8E73D7DD5E0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2D410B-E09D-262B-DE67-FDFCCA12A21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E88D4A-3242-9BF9-BA99-75ACB03AC8D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B0287-39C3-F566-2B42-789F2EBA1A3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0B726-1B8C-F117-8A25-12B12A7D427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6B5F2-49C1-57F9-E237-D67BBDFBFFF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065857-FD2C-315C-C199-3FCE3C4AEC4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E4A51A-77DA-EB21-E76A-92C30963642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30AA7B-7705-9466-3161-8ED2C1A74E7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17DE33-ACA0-35A9-EA22-41A9D681563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F981EE-C8FB-DE09-D34E-314CFAEDF7E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66D0BD-8BE0-6492-9996-330157E4AB1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EEF89E-B3D7-17B6-4C80-73A1135D65A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976FE6A-242D-B940-28F8-ECAFE3D015D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79232-2890-D53C-4BEA-4016FE0A5B9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1ED82-B1FE-B825-C0B3-1EA41CEF8CA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BCBB8-58E0-B662-A869-785E751F1F6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179A3-28FF-07CF-D966-1CCC233FFDE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0C505F-B565-72D4-0471-6A814671C19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2B1D84-9A7D-660F-B142-D3BC3394C4C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00E994-5315-A4B9-7395-019CD881EE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9AA9C1-CEC8-B118-5850-4F90C026689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477874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E84A-C62A-5EBB-DBB5-EB2DF590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2E9C56-F049-6224-821A-0535EED7B8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AA7635-2669-1077-993A-4FF291DDD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0D8DEF-97EE-0176-DE19-AE3AB6D86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66A1A7-9F34-2877-8B58-9329A6748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ECAFE0-D29E-01FF-52A0-02D9E2C1D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B5723CE-CE70-9E05-C97E-90A950068B8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CA7B3-9DE1-573C-EE98-F86BF4B2525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89E058-D51E-234B-75A6-FCA394B7AE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AA24DD-0D46-2AEB-631C-0520AE9F076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715D61-5517-863E-E728-C488833656E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214BB5-5CD3-CC48-7D3A-469CC03A824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1107F4-E608-07B7-9361-7BBA521730E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6CE90-62A0-837C-A8DC-EC7C8B333F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41F2F6-17A8-088E-3F08-6AD2BC82DD1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2DA37F-CC14-5CF3-9F2C-4B9AF1A64EB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C06BB4-3FE5-0B12-CCB8-6645F64EB47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C18AEB-0508-5A26-9D09-B5ADD604BC2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51104F-CC77-269D-1254-5E984AE4C51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3613F2-709F-778E-2590-96311F04BB6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3DBD23-6965-8EA1-8327-79D3BFD3389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278BF0-A411-0136-1407-08AEBD8B9E1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890C82-A07A-B788-A876-33EE4EC020B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9926AF-EB4E-D9B3-6BE4-447EC34080E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3F75EB-DFCA-65CF-13DE-B6A00766CC0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F63FDF-47DE-D960-637F-9B4E74AEB5D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F269ED-D179-1F7E-8616-618D43714D9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7D3C7C-D2F8-3406-5BCD-542A4EA0515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1D5843-0A2D-6EA9-C59D-5B828310118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05DC37-47DA-4420-6ADC-C9FA13E2936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776E8C-952A-FD5C-0260-EC5E91E694E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85A7F3-446D-1CAA-36D4-E744C940DE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68AA12-4819-F3A8-DDA0-3E99D4FEA15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0ACEB1-B5CB-796B-CAE4-E9C8BE9B45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9642F7-E3BB-3174-18AA-1AD3FB203F6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1232F0-E1A3-24B1-DCC8-5ED679B90F8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E46010-C0D0-A7B3-5964-4C98F77593C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2310B7-C629-E7AA-BF67-D93B802114D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D146D6-E09D-E4DD-7FD7-A5473D00F8D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B23656-307A-9505-968C-0E252D8768B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BC8FC2-DBDA-5F7F-E820-E59D07C7974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5B608D-D155-DBD4-9018-9D002862AFA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942F39-3236-93CF-070D-E7C559A95B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22671A-DDB6-54C3-69FD-1C11EB63E59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90E995-D841-7C84-161F-24ACC3A8FA8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ADFFF0-1963-5874-336C-554B77751DF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70D39-F96F-0682-3ECC-CDDEDC5722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F03407-3F06-E588-4DE1-E72F5CC564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B06AA8-AB5A-AC4D-F6A6-0653E68A92E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2DA70C-3A1A-A2B1-D75F-F1F150BCD84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5FFE98-088D-AB9D-9615-3F6F06C453F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ACA097-C9C4-CD67-5664-12D1385A80F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4900AB-71BD-0E2E-13FC-0C3BCA52E24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73D6528-C11B-2E88-38D4-212553DA7B4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3D29E5-ABE6-F155-7AA5-DD0016310E4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59A97D-1187-AC08-45F8-83F9F615C9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536CA7-2529-C32A-64C5-FAFA4B992A4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09AB0-E026-D9E1-F246-7756822971E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7D1813-2D36-C432-AEF0-9205D9C8DB1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F8B453-570E-AAD9-C1FF-23F8FFE2DA7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D7DE5-6D55-761A-C86A-83DD1859EA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191526-5E78-2D10-49DA-8859170CA38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B85EB7-5F48-6D7E-CB97-66898CF68DA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028B2-1575-8E7C-BB2B-2DAF1C2FBF6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B0F4E9-6561-B44F-DA61-737E7E0F1B0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901CB5-3F30-3F90-2A49-0CC35A7A1C0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E27E23-39B2-CED8-44DE-2987FDB6743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198160-EBAB-4742-1E84-CA636F44268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DBE357-BBB2-6EC2-F061-106C8025BD4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B4BE58-59A2-0C43-F290-DA38FAEB4B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221014-5617-CD20-A70E-6E6F1C06103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B52A96D-7AE4-9F4C-3952-1541BAA838A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676D1-9D02-F5D4-12D6-D11A9E5704D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B5E30-EEEB-D8E8-D0D2-45B38A8BE4A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AB599-DA46-4A24-6073-8D16B348E2C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C9440-6385-E328-9487-444871C8E0E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0535D6-2DA4-405A-7482-E63E2C1FC36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3D41AD-9671-4694-0FCB-F915F33A7A5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32B5ED-36A4-A295-8454-983B4D8620F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6032E2-7775-8164-E0F0-6463C011174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2C477F-B568-B075-6069-8207ADB7013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3E1041-5528-3D7B-2336-6DAA616244A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FE91B8-4006-D0CE-1F86-17343CBFBFC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C7B946-843D-472F-AA1B-2B116CCC463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BB3C84-7143-0529-6B30-0C0DFDA1C2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7F3B4AF-AACD-77A0-1910-08956EA653B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42D1AA3-C485-AF91-4EB6-1A99666E9F7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941443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3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98B88-FF27-3A47-93BD-8580E731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37E612-7F4E-B889-B8D5-4DAA8CB532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FAIL.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B1E635-9B22-7A18-6152-E095BB83A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090A21C-C1C4-446F-C582-C83651DE4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0B10DB-BA16-B865-9B69-1546266AC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8465D6-3245-62A7-B160-E45F49853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DF896FC-45D4-767B-DDA9-6F47083B09D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176E47-F548-2272-D029-7E8945652C8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F4EBFD-8C3A-1535-7DF0-FB3FE9C3678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478E6C-EF74-BC85-26FD-69DF932CC54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BDFF83-41A4-85A4-D212-F90A5154114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681795-08E3-269E-F592-23231127ED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8BB984-4543-281A-5C5A-274298393B3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C3DA5-79FC-FA5A-7013-7C943B1CBE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17A831-3C99-D0AA-BAB1-65F802C8310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C2D15-A729-018D-845D-527B0121375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7C24F-798F-F739-4D32-D64491306FB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7432C5-0495-AFAB-0D70-0FED921CA10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BA863F-1BBB-BCD3-5A66-D05159C89F2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73F258-43E2-8C73-E557-26E37A28374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8DCDD8-C5CF-8F4B-939C-720803A3237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375AB4-F7A7-B460-5876-6BBEC2E12BC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3FED39-B9AA-AA25-C38A-0541B0D0B74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620827-C487-1B1C-F9DC-2BB84E3C2EB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25CB48-D9B8-0F6A-3EAE-B07F0F538B3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3D61A6-4AFB-3670-21D3-CFE28DC16F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C6BAE2-4E07-BDD0-6EA3-3D92242E209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D39273-6BEF-958A-1A38-BF760C1BD19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41D590-67B3-BE92-1005-79D9BAAECEC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C7F936-F7B9-1958-17C3-423966BB6ED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84C71D-E30B-689C-295E-0B56CFA1A16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000BDB-4A2D-BBA0-4EA4-18F31AEA1A3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3946C2-4FBF-12D4-7CE3-587E6948498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76263B-AA8D-F3F6-CD31-BAE69AFC9C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1CD8B2-1524-4B53-878B-FED07929010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805EFE-FB51-BEA7-0FE1-29857885364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5A19FC-4606-706E-0A7D-D70C95D8C97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7DAF85-53AD-057C-983E-0CA50EFDC59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5D8890-BCD6-9B26-BED2-2C8EDECAC73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DD1205-5245-1F4B-077B-1E673C257DA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A2217B-6366-FED8-439D-EEC5B256B91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84F1D2-DEEB-59EC-53DA-6428C32859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D6D248A-F34E-7C68-CF11-91E58F6DC86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23907D-BC19-C633-49E0-F8BDCAF3B97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2FB4CE-62B8-6707-DF57-5189D493B3C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8118A56-7425-621E-E8A7-E317FF55FA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6CD5C-DEA5-E627-3875-596AF7EC04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8D7BF7-707E-A32D-F1B5-96A81763F80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44CD9F-0D3B-239F-60B5-CFFF796A79F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8ACB42-8778-64D1-F3D4-44B4E5A8321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D33DD52-B3F8-1F28-2C60-0C3EAE7683E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770BEBA-6101-632D-8EB0-CF1DCAAF3ED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4DD44CF-77CB-437B-74A8-C5FDD2AD437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4CC2218-5C92-8D48-DC21-039FC4583D3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F9FCA9-E82F-A947-31C4-C1E07238C67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907B3D-EEF9-985C-6489-0D686D307C3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2E1DA4-2B1A-01E7-1167-268288A07C4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F1B6E9-F592-E09E-1B3E-C38372D0CFD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EF0431-C230-560E-0583-53F4FC57C25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AFAE69-3A3F-2E1F-12CD-91B5AED96E4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092A7F-1CBE-F75E-3515-4E328EE314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5B110B-4745-922A-527B-211F8E29EAD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A1ABB-EA09-67F8-7016-F0775208579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D81B35-9DFD-7A89-D28B-995946836CD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2272ED-7914-3063-9A97-3E6D0E130B9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C26276-326F-3A18-ADE2-39312B3EF58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23189A-BA8D-4A17-3C1E-E848DC124F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059297-1830-5FA5-5133-D8B07E5A214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87AD46-A0BB-3DE2-AF40-C6AD17FB7E1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0AB644-7410-421F-7725-44C8563DB4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628C910-DDAC-2D55-C1A3-72DC664A9DD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C0F9990-B081-CF27-4579-D73679C137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0ABCA-2B42-7AEE-711C-1E58DD1E1DA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E40693-D4C9-45FE-5616-CA08935C513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C70C6-EA72-1D64-624E-D72C027C1EF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A67949-592D-6047-2A63-E2A540AF9ED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E94194-52E5-265A-AF16-2C6DC8989D5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9983D2-0DB8-C235-4976-78ECE0B3A2E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4DDDA5-305F-F0B2-C322-743C9641DDC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8328EA-B1FC-CB1B-A9E8-00B4273A5D6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A330C2-6E43-60EA-B151-5BC18D8BA05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A68BA0-BB30-AD6E-F3E8-E1F6D1B306C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41A8C4-6D50-B0A5-576F-41BE6A6DA4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A50749-D7F3-322B-718E-2C0F26FC6CC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EA32824-77A7-95D8-E6C3-A2342F782DB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CE31F8-A014-A74E-B522-123066505A7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146D8A-817A-5305-F1C3-FE0C431435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46470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3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0DBFF-F51C-2624-947D-AF0F1FB1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23C035-3619-6505-23FA-A347E452AC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Possibility #2 (of 2)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2A4BF9-A148-80F9-E7C6-F85DDD07D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5E9471-E542-3F5A-99E7-A56324256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D17915-934A-4C0F-A040-33BCF5BB8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BBCE4A-9938-8532-BFAF-C35A0817D2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310972-4641-E328-E1A5-A4D3E9754F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8BD5D3-EF5B-6438-D975-0AA41274F52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291020-0399-CA28-BF5A-A008744A5E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9A0AB6-280E-BF50-B484-6726EFD98A1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2E269E-7E23-5A97-1140-C5353471102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7C7714-3A1F-2020-8CBC-0C6B5DD750A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108CE7-2F1A-AEA7-193C-E2E23A6A918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99F050-7D24-D6DB-6975-362E3AC6DA8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DBD5FB-DB3F-E2EB-B379-2EC0205E513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29690E-ADB6-22A4-D106-5CACCAC5677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3D74-883F-8E82-CB3A-10B4399492A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290551-1924-1512-367A-A8C4E10E0D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8442E3-96CD-1A73-FB3E-FFC5001FFB2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D47075-FEFF-FE48-677A-4B481417787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874AC8-6854-6A93-1E36-CEA21E8379E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384187-E293-1461-50FF-0372277BF2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79D552-A83C-463F-3192-6ECAF0E865C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F25E8-4ACA-0ABF-D310-DBE3A6EC248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672649-66C3-ED94-761C-98EE926DCBE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DA7225-D326-8B00-E265-5CBF77D81DC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315BBD-82DB-02AE-9532-ED052A3F4C0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EA9F7E-3795-5381-9B06-6D90A9A4916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2DBA69-9FC7-0308-2CAD-C10129CC046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8BB715-994C-16AD-C877-A8BE221E27F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9C6EE4-880E-6EBF-1077-B901F9836FB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1CCBF8-C066-D72C-A080-9898469859A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79E3D3-F643-CD8A-03E8-20664E7D997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8626D1-DD0E-CFF0-D629-0E38E382CB8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69B1DA-950B-F9E3-BA9C-2A6EBFBABC5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063AA0-6421-6638-0028-2D07B56E9F0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E08A38-27A1-3130-5C12-F6361A07CEA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2A4F4D-BC73-2C5F-D54B-7B3E2DDC744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CFBDA8-0C3C-C486-8318-FF9097334C6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E94D98-7128-E327-B34E-2653BFD3939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481A8D-F847-F7EA-6FEC-B99B67829F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CE7CE3-1265-48D6-1468-F4F19538BD1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35DD83-497B-C382-3372-9C256763264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0EFAA4-CAC1-7FD4-8900-AAB4DF5B7DF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564CD9-3C72-1BE9-8C88-46CA9E66868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58E192-0F5D-E660-C82C-83D6C9BA044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078D36-0494-CCB0-FE80-71D5691F3F8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F191BA-AE3E-F039-D0E9-87538C395C5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9137C0-7023-A041-73D1-35849DD4E0D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9CF820-16FB-C8C2-2DC6-FAFD116DD9D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71E558-C318-7CF6-46CA-F83C4F6E95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FFC9A8-52BB-825A-FBAD-32CB83EBB0D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FF91B9-F6E0-2544-F943-A5D0A06F73C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5DBFD28-4D9C-7300-AF32-DB7F3397DE1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7C3810E-1847-1341-BD31-1BAFFE04F3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4D11AC-A456-0973-3C64-27F6C5A0E37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D9367E-038A-91A1-7F53-11FF1BA6A9A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DB289AA-2BC3-694D-E423-C6CCE0CA730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FA45C3F-9FB6-E61A-1ACE-C9600A2A18E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4A94F-1D29-0E58-B416-4CCF1E99B2E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423160-2BD2-0949-5858-73B000C459E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24E542-AFB9-56CF-16DE-85F95C6EB1B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FE612A-C564-1678-61B9-483AEBA921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C8C0BB-B5F5-EA8E-3709-2ECBE52D2A0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55ED1FC-58D9-5A8D-78C2-6665C54F462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00D13D-5A39-C7F6-4894-E89EA3FC9B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F91549-A622-B410-F35D-9CBEF0D583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BC149A-F24A-2D56-1419-72DDEE8F6CE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EDACE8C-4C14-894B-71EB-1D14D23B7CC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60B0E5-05E1-9FFC-4D23-4EA3FC62B95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996D4D-FDA2-8B5F-5BA2-29556828757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5FF6FF-A10A-E149-77B7-229C351779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B1ADE3-04D6-4A53-2ABB-DD3794F644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FDA92D-D8DF-7158-0B0A-855D745C64C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549432-5D14-471B-BFF6-05C084F12D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507EF-A6CC-8221-A7D3-CD0F0142157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4C1BFF-E5BD-D2A3-C6AB-7697FFAC80E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28FDD1-901C-2319-A4F4-6EF85DC4E53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19082C-BAFA-499F-BCC7-234E4DA480C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5EF06A-E2A0-B9EF-1BD8-9F4C03E7A53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1D1BD7-E322-6E5E-92FC-2128E5005C7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F382EA-F25F-3042-0D8E-C07929ECB50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9F779C-7C61-E492-E80A-CD11FCE754B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0AC156-9897-C4EA-5FC3-2DA34E12DEF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D0BE69-4BE7-06A9-8258-38D07B7C5CF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D68ACC-A275-D2DA-9FE2-0FA3E35B5A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69C678-771A-ACFB-59BF-9E5FFD5F71E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979132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AE31-298D-DD81-390C-2A7B5E53F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C2C516-CC26-3A2F-ABBC-E18AB0C8F2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197536-102C-CD6C-5D00-FDE41F4BB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EA55B6-D2C7-5901-CCA3-AF38AFC6D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085300-15E4-0468-B56D-1EA15D818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F6D802-0E70-78D3-3D02-9754D1ECA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086542-2A1D-1463-AC00-3425417C638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52CC5-4FA2-D118-D5AC-8547C3E99CA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FFBB94-A1DF-EAB0-7368-D2E26E0E224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CD829-B36F-0B63-95B4-70FF360C34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60FC3A-51D4-864F-AC94-5BEBED5B3D8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B8215-0092-08A6-EB6B-59AC3723204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606E60-093C-09EB-910F-1EFBEDFC09B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F8C062-4630-5D18-6AC7-8A9EB42080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4D0363-5C7D-326C-E24D-B404816C990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27C4B-9473-A219-B1AB-DB27F38E88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973982-99D6-A603-EF09-3211E52EE36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FC565C-692D-6E53-9649-70283DCE7F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D7895-F23C-1B84-3AF8-B57B9418998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8E5DBB-EFCB-607F-F9B3-71D8AE555BA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879F7E-44CB-171F-F5CA-F1794F57663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F83AB5-CE74-AE5A-0DA0-FEB8E518A27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387A7-0275-B7D9-8751-0D9DABB4F5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F7455C-1537-91C2-930D-1381EFACC5E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8EC1B-4CED-FE23-6CA1-7924774570D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390E07-9334-8255-BE3D-41AFE15F432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B2D4A4-8DB8-D07D-B67E-D725AB093D0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8BB105-27ED-4E6E-2A63-AC23C4F9C89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8FB248-C82E-8E1B-A86D-8F26666B04B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51D701-947C-013E-A955-9E3B33B66E5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D2B79D-27C8-4E63-2E50-D29718F3EE0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040569-82DD-0A0E-15A6-955F1B18562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911F19-CBCE-BF16-F870-3EBFB27E755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5C686E-A28E-561F-62C4-F7446D598D3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97574F-5E39-7BF2-18AA-EF6C60DD220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8868AD-3FD2-B843-7B12-1E9E9FC3CD5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372E8F-5630-19C5-E367-616B1C16DBE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C12F08-06DA-A896-A5E5-8CD862D39C1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6311DC-5CD4-8B4C-8A2E-4AA9C85B39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6B2A23-6D3C-9605-83E3-6770F98D921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935075-4D4F-0863-CB00-CEF1A1D3109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F248F9-71E8-697D-A7BB-564756612D6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4B4381B-E416-98E4-4477-C611488FE7B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8690BD-D083-9145-14F8-7F0DE0FDF2F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E3E0D0-B630-D7E9-D695-E926B8D73C8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B70912-6BCD-901D-6FAF-6D1CAC95CFC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7CD95F-3664-DF23-87D9-210A2A983ED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E2681F-40F4-A1CD-0294-A7CDF5BACDC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8DFE08-8657-EF32-DFB9-97B009E61D7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047834-5245-1793-2A00-01139EDE2C8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98DCD7-44CC-C21C-3174-0967B77BBE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7DAF56-1C1B-0C4E-1782-F82E01AD084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407C47-C67B-9AA3-97D8-F6136C28DC0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DDDB19-1333-7752-C807-DD43D9AD004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1B128A7-D015-98E2-01EB-C3F7DD540F0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9B11236-0E2B-CAC1-6BFE-4B576763A6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C89F48-1A42-AA66-433B-2543AAA7414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EC91190-02B5-8EBB-1C32-82000AE36A6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0AB91-AA2C-C2E3-A702-F471BC7862A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A0FA18-0EF7-F9C8-0518-581816E03B0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2089FC-4E49-09B2-D520-08585055F4F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E3DA3B-F131-6F22-8670-242541317D7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AF05E7-CCF1-3F58-8F21-DC9D8E44580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79C1A0B-6891-F485-F5EA-1B7D89C89AA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68F6C8-15C0-A031-4241-067E8CF052D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08963F-85B8-FB08-2C54-16D249D5A34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FB40D78-26AB-3BA9-4B90-74D180105A8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71769C-5E16-61C5-22A3-67A89214353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F9A0E1-CCF3-4B59-A694-7B21744576F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D4BD1A-BA10-8CF1-2FE1-1526AD69121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0597EF-9411-A0D0-0924-B2387735162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F7699E-8EA9-3C43-B4AA-51DA068676F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BFAF29-4956-C49A-85B7-B3DCCBF26F4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3F10C4-1CAA-8683-0B8D-7930E2364C4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E3A60-60A3-6407-7754-5C9391A2B36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B29444-3CEC-33C1-1E18-5D81B33E6C5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F9275B-4CC2-A7A1-90A0-7FBEEBE7237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2115B6-73C2-D133-7BEC-34A7E5EE6B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2C8543-4364-32AC-D065-618C00621D7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F75EC-0A84-5516-67EE-9119E40F296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C4A8DC-D872-F6FC-7AF4-B457101EF18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8E8665-E353-AA96-124B-E722D821106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E9F45F-EE59-C72A-75F8-03C5DD44CFE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ECCFC5-FF6D-6966-9BC4-A0A0712BF3F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DA3138-EA2E-A431-36B0-7153871988D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809232-69AE-D509-2A82-A678B371AEF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171F6-D1E2-EDFE-46E1-77E31129356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682021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7BB12-7DC9-9FB1-C23C-304B0B86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FB592B-4943-27B3-236D-A7DC053714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02BFA3-48C7-FB08-02D2-D7CBA0FF8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F4AC27-AA65-C804-B545-A38408F27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6C87F4-D0FC-2A13-4C71-2662D3587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79F77C-B27D-2EE8-91CE-A49EC2C14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B4EB7F-8587-0A78-EB14-7F74A6901EC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34E0C5-E807-9BEB-97AB-3403404BCA6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168D13-7A51-CAAB-E781-FAA2E96CCC8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29FF34-2F09-958A-41CF-2CDF84FAD44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918611-0B6C-5753-0ED5-E1C85596A29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7873F5-5AEF-C8BE-4175-90C6257DBC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DB3AF0-0D54-ADC7-55A3-8876FFD6DC6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52B11C-E46B-B763-94C1-65C82E1E3D2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11F4C6-73F5-0768-1F32-41F6AE7FBAF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55C0C-BD13-DB1F-EA5F-10774D3939E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D437CB-2924-79E2-BE54-192CEAA641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F0D43-A53A-C982-334C-F215F96C3EF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80CBF-A9B0-8DA6-27E7-AD61C9A8C8C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C348E1-4C7A-4963-8A09-3C3C5A84979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27E45A-759C-D480-BFD7-C825B1EC64C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80DF54-4DD6-2321-8963-D0A887F44E0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DACB25-C5EE-DD28-3180-6CBA5BDB0DE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823769-21C6-436F-B5A1-3F16C084424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33DAA9-095B-614D-F962-A9D62BF0EAA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4E18FD-E910-BE5F-6CD3-7FBF56CA584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89FE49-6C72-0887-8D02-CA5F289C153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BF3E13-CEC0-3598-91B6-E03289A6940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EABE8D-1C31-C448-A27F-85D193A9243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57511E-43A6-1454-F33D-6F9C0AFE8DB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C0D3F2-D161-DA6E-44F3-F93FFAEE54C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4C68E4-C39E-4272-86DF-75AECDCCA83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E28770-BDC4-79BC-D459-A63CDA07A2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BC957A-6B1C-9A10-987D-DBE3F43B0B5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498641-F2C2-6B4D-8090-25B4924A777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C8901B-F73B-ACA9-88C2-5582813BBA9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4530EE-3B3D-F285-460E-FFF3769595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ED22EE-7977-A749-859B-071C0195C49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38FEDB-6BBF-D9B6-A097-5552364EB78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86167E-3A38-12B4-353C-4C3823CFAA2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39800F-1490-8492-7349-8610E35BB77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AF4E53-B4BE-3589-D7B4-864F5C581D2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D30AA9-C424-44E8-F66E-1A0E81EE93D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A725C4-98CB-5A8A-49D6-3F925E34A4C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645F0F-D3E0-D443-C84F-E3668F6E086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368925-5349-3A6D-7618-77045A0528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F4569A-8DA6-CEC3-0F05-EA801338F4C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83B41E-C8D4-A6E8-39D3-9FC8F4AF3F2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4BD2DD-E937-3548-4A58-9CEAFA2BBB6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C417E8-3D5A-BF5B-3D3B-C7893DBBF9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A5F2C8-B0EA-931A-832C-0FEB9FB2C03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575202-BE62-2EAF-EC76-859C6B3AD0B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101D1E-5F84-6332-B6DC-07EB86E882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74EBF6-62DD-898C-B93E-33CCD26058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5BDD5F-F0BC-B4A7-8463-D6141CFDBFD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F9361B-667E-7C9F-FA14-736C1A88CB5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39F486-5513-E408-39AC-8F9F71B1E75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CBCE59-1C72-E955-AC07-19A2450D7C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851840-F3F5-3E3E-C529-80CDD47858C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0F14FE-3145-B729-D602-FD8718813CA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B68E61-569A-E19B-F8AE-B7E0E9A3631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C3334C-6C2E-C144-2983-3CB303730F4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AE382D9-6B20-EE03-02DE-A86E7424CDB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1F64AC4-1FC9-3C9F-FD5A-B7544602C8E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83B8D9B-B73C-4AEC-D69E-0ECB4C58980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8D5C79-3207-6A6C-D9B4-0458C35FE4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D0DFA6C-EECA-E9F3-835A-8CC9D187BE6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930B00-441B-EBA1-BCA8-ED0718ACEFE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AABEA2-1098-4999-9CFC-F5E89603AFA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006777-C84B-452F-EBB4-3A201FA67B2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101793-D618-AFE2-08AE-4513987A68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D2CE6B-F7C3-29CC-433A-E8465D48436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EADFB-CB87-4749-D731-66E6F8D21D9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98396E-DC24-244B-977D-20009C7A1B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2B573C-1A57-C0B7-85CA-E2B6A770908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6F4D7-1BF3-48ED-D29F-09DEFA64DD4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AEBD9-AEEA-65E5-4652-EDD84AB4011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535E5C-A7F5-E57C-CFA4-91C9F56987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A9F662-D7ED-33E3-6E90-7FD3D593D47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BFFF84-70AA-8D82-53A0-49D1C4AC245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850239-0549-96FA-EBE1-0DCDAA0ADDE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6BC2A7-DFC0-71EC-7C04-0964DEC5757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F51B72-1566-F095-856C-87BA8BC2861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E0E3DB-F835-CC0F-A22B-1653E05EAEC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445CC9-D479-D323-95C9-99525DD9458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3AD61-566B-039B-F67B-B3881BC1367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0964F-6216-7708-0AB6-054565D07C3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92985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9858-A909-64C8-FB5D-E07787415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48D3C7-D2ED-CB4B-CE5A-EC418F2B30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220EFA-AE63-38BF-F4A3-CD2548B4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8F6E5B-F586-6506-F813-99A27B34A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B4D430-A7E3-3643-B014-FD4895994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0635D1-03BF-CE14-B92B-D01D37537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899E47C-0485-261C-BE52-56B75B40ADA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24EE7-DC5D-E458-2F05-63BEA33AA5E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AA40F9-5FFD-6DA4-0EDF-3BCEBD604B5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94E3D2-8A7D-E656-846C-296BA1DF845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73B9B7-0869-CACF-3451-A05F4A39472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53243C-DC88-1F3F-954F-74E72AAB470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17A03A-DD72-B442-E0CF-7684B1C375D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977C20-B844-74AD-2936-30B6DFDF94E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DB240-2093-3CD0-B121-DDADF62753F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279C6B-44EB-8F6F-F882-172E3FB345E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E8B8B-43F0-4B60-4620-D1628309C7A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F50EE5-2A28-E733-104E-67763474F24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BA4F13-90C7-FDE0-3716-A25099DFBC3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2DFEC6-6CFD-8F38-5A4A-B8F394E4FC2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F52FD3-EF52-E2CC-0E07-3E6E3412852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F8C9EC-1768-B517-7844-C397696F6B6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B0CF09-3EBF-9DC7-1A40-72682964B1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6A5D58-8CAA-4A8B-457A-5CF2B933313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264C6E-4F2C-4ACF-7F3B-53281B21F36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823582-EF71-7E0C-3328-FEE645DA889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78DEED-F0A0-0168-58DC-EDA1FE6156A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974655-2C2B-0E37-7A43-8A423CC211B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9CE15-A83A-F440-32C0-89F0FC71CFE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273549-9FE3-18FD-3FD9-0AE24323C5F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DC48A0-2BDD-BC17-CBDA-A6C8235D99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E129E8-3D97-AD16-785E-11864B31BAB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FC1525-9B81-81B9-048F-60A236A38E1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DD292D-03E3-43AD-3FDA-F2FC1114EBE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578C83-BCE0-3C9C-0CC8-9765A93D047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63023-9F2E-200D-0A1B-E21AC219D91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6D084E-E60C-F70F-0318-0D70965C3BA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DC843E-467D-55C5-32C7-3DF0EB9CB65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3F4D2D7-FD0D-1CFE-AC7A-55F46F8B16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16861C-18F9-CB0C-2028-26379C332B8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2588D5-E2C4-E9A3-EF68-88EE2A5CA28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AF6D71-8D1B-D279-E866-B3469541E8A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3B3A2A-63BF-6635-B121-06A48D28152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C8556D-94A6-1B10-2354-A2CA768D247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27C562-5CAA-C2AA-6925-0C18495CF92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502ABD-2A55-297D-D3A9-4186DDB0436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2725D5-CBDF-78E8-3901-810C4AF7872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528255-3A95-3223-E2E7-8B9E3DE4359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5E3385-FE01-63BC-C242-586522F9C7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2B7CC98-BB4C-61A2-4EF7-8FDDCFCFB93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836476-FD2E-C7D4-BD69-99C95A56F4C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225EFA5-A48D-E1D4-B69F-DEBF39390D0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D14996-377A-6477-E30C-AFB30A3D660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51CA0C-9554-9A41-E428-07B76112EA5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0D7778-6610-6CAB-25C7-92A3CE680C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9A5724-1DF0-1C66-6C3A-CA16338DF5F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3B7DF2-4930-AD23-8401-22C06FE4479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A173B8-C2BC-E62F-045C-533A4206E97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4955DF-D94C-7135-DE59-6434A1F5FB3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482205F-AB99-74B3-D762-4735092C865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BC47D8-8E7B-F1CF-95E5-92D1D768070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62A73E-F27F-1D63-134D-F4D2B9DD1F3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D6527C-CAE6-C261-AD4F-26DAC1E5C71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0A9459-F474-7FB3-16E7-01D50460299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8A9D4D-1933-D25D-A4CF-881D20BA581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D784-D225-8659-389F-D17D757976B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7C900-D7E1-B166-65BE-B869D580C03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BB679C-A05C-172C-98C0-6495C30A3A2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DF3D54-684C-F0BE-78B4-A76350DB787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7E1278-A9CE-BA27-438B-078AC1FC277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8D2D2-1939-FAE9-213F-F2F8A15F89C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F40CD-BA67-5156-BB8D-58E53D9BF7C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987BE2-FF06-CC04-AE10-7A1BAD60647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8B48A5-8E3A-623D-FA9C-1878C6FDED0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398922-7FF8-06CD-3305-1B13149DBC3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FE37C7-0F84-8978-247D-A149AA2E36C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78C239-FEE5-A12D-DBA2-1C371EF5826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46B8F2-B888-9FDF-7A53-A7FDD784CE7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EBF90A-1515-2C80-B4C0-2DAD59E8A0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88DF3C-58F8-31C0-0835-385ED4C64FE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C12339-BF1A-A272-22B8-AC47A0F540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10483-BA6A-2D28-E046-4DD96EC6E1D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3F7A6-D311-D175-E80A-57A0C7D93D8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585B5-E98C-DBF6-F1A0-1496B86A679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D8E30-602B-1873-AB55-B3C21C2336E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D285EE-9866-9B7F-8055-BDBCDFEC1D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161616-C9A6-26EF-BD88-0D564857C95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086167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D74C-88DC-2C0B-A2EE-32AEC5E1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D02368-05D5-5F5A-6B23-901E703068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E64E27-8A49-1DF2-A3A5-B4C79AAEE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5F831A-67E3-3675-730C-10385FC71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E2EAFC-FB47-49DC-5799-80DFEAFEF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09D0B2-C2D4-DF1E-A242-1F6EA8C7C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64BFFF1-8DF0-BBEC-0692-9F73E3AD648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95496-574D-7543-4960-F1B9E4A9B46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A02E31-CE88-839E-C217-F96193117C2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71EED-12C0-9484-807E-5869DCCE18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958BC3-F192-0BE4-F380-26B250122A0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EAA639-6AC3-96B4-9399-453D6209BCE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CC1BBF-8BCE-8BA2-C9B6-62FAE97F523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34087B-FAD8-8A5D-DD3B-F85EE4B542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C7AA58-2B12-1E11-D42E-AE7C818147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DD2C17-39E3-9AA9-6B11-F78E502CA1F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09CC4-C9B4-FBAD-26B8-AC6A59B10B8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42EBB-FDA2-E355-6EA7-D38EBA5DE0E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5B91A1-5499-C34D-B2B9-085862B2E4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600499-5E39-FCBB-613A-73462132C44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FAFC87-82B4-E470-4C6A-DAC48F74F39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B24D98-8D4C-035A-2AD4-17707AE1C25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608133-107A-DFC5-E403-3838C02A787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4FE392-91DF-72C8-EFBC-FBD071194C7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BD624D-ADD2-AA7B-1661-44907D6B1BB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E83013-042F-E50B-5894-2C4DAD49C08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9EAEB2-7A1B-B7DD-8F8B-92D4FEB1B96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D89AAC-E42E-A387-53B7-2618BDA88C6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D2B8DC-3646-3162-E1D7-C449D69D5E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88275B-C19F-1F1B-1030-2A8F4FC99FD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8F590E-3242-8BEB-FDA8-932EC06F81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AFBACC-F43E-C18E-9143-533D31F4688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8D949D-A770-AD9F-E84D-77FB4617257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6FC7C0-066E-D76B-3596-6CDD49C7C5B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F32472-8B02-BD5B-BC06-FC9A6D333C6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6EA90D-B722-64B8-1B81-1BFEF70C051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94E801-AA34-B5DB-A600-A877E4AA4C8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7DE6A4-19FD-5379-7FF6-EF650EF80A4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62F91B-97BF-71A4-BE63-5292ADBB4E0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47BF8A-18F4-73C8-7AC5-F0605ABBDA3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3E788A-23E9-4A36-F14C-A0CFF3D510B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FD49AE-B387-3192-8A64-E68FA410BE1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875048-A3DE-FA08-5F60-816F5E54C82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8FCF35-DB69-E206-0C37-0A451B7666C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EB51CA6-CB15-9F16-A9E9-64AF38DA880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A703CA5-548C-48FB-8231-AEB1A5DD26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54BD1F1-AFD2-6913-DBEF-DA8F039C7AE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E3A5F4-DD72-89E1-ABA5-E4FEC6B0018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573B83-B6B1-AA2C-85DC-DE67FA4682C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A9E990-2FB7-BCE5-AED1-AD43569964E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27C7E80-2DEF-8F02-9FA4-A3B9A023B35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08C39-92A2-806D-2737-3FDC0823BB8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B50F79-27C2-248E-A252-294C88DDDB3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78C37C-AFBD-01F2-340A-912DF4BAA9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BA47C2-E164-BEA6-BF35-45C976C515C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CCC4B9-8BA0-9AB7-7FD7-1817092E3C4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8331BF-2CA9-7000-E38A-F99F02919B5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A259949-E492-266D-5C65-8078A18A12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E636D1-CF61-ED92-6C04-BCF2851364A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768787E-09CA-2FEE-7C24-184AF5677C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25C20A-09EF-F7C2-2210-9E58A8BFBEF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78C8F-E598-53C8-5773-EEF7BC5D1AD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279C7A-B0C6-98BB-9E4C-0DB70E484FF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774FE7-115B-D354-FD13-86F22AA39A8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7705CB-3C66-D283-49BE-6DE06E09DE5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84BDFB-037E-D8F1-55FE-6A268F26F82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35A463-BF2C-E0AD-482F-7E656B51ED2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4ED8D0-74CB-C581-2B9D-BFFF772D5BC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52A60-3C5D-0084-8F61-764558A841D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C0E5E6-6E6D-A480-655C-110F13675D0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CA0B2-4E1E-F099-DE2A-0C2FE340949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25B35D-C27E-8150-1EB3-3617A7EE779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F7331E-6AB5-4FD8-611B-B092399D668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812DDF-013B-D3CA-86DB-70B3D725E8D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803658-BBA7-A2A3-EA13-045EECD756F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B9611A-1CDF-7B8E-B0D3-BDF4BA6DF36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E65F4E-8623-C53E-6927-0A5A1FBD978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2A5DE58-9771-933C-E695-12B1FDD27C5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B61F03D-1BDD-4F20-D908-C739D2AC07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7FA45-A1F6-B4CC-FF12-EDB4E6C056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BF681-55CD-EEF0-5AA2-8B77C1B01BD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0D81D-E173-6CC3-19A9-2C2C359E01C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BA8C1-B3F4-4D34-5EB4-83A080CA89F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1B4EC8-5A2F-9EDE-220E-CB45B486A67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33016C-2DB7-7EB6-DCBE-05A80C0346F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EFE74C-A51D-26C6-2E56-2C4541AFFEF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8C28F8-4A42-5718-296C-A3561E201CB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9313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3949-9007-2296-D162-DD9BB1CC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88313C-36A8-A505-25C3-C380DA32E2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212CFC-1FAC-1C43-4F17-8E0CC319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ADF4686-1C26-2F64-E214-B620D8EF4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A6CAE1-1436-060E-8016-A4307BE0B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4A0FE4-860E-71AD-391A-1A7514EE1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06B8DC-BEF6-AA3F-2993-99D6189B4C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EC581-B9F8-3A4B-CBA1-AEA55DE0148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BD4F94-5841-385A-C8F7-11CEDCABA4B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415FAA-4A84-7A98-8EAD-E8AEA809791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7BED65-0FCA-B4DA-318D-FB26F92319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CB2D51-F6DC-DD1F-134E-D579018BB0F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370CF-F19E-FF9C-8F1D-17CBC44F97F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431613-04E7-EBFB-F664-20BE9F63A9D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A970C8-69F6-9782-74A0-4866197B54E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0A71AD-3ACC-3F28-F29E-5337CBF51BF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B35F20-6C44-CA73-CED7-61F3B39EF55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3D5C85-8213-CE67-9C2F-65186294A04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52E0C-A5DF-4C9A-4AD9-A300F7E97ED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11F629-D092-89D7-5DDD-400FB58CE93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58F50C-653D-B19B-E57F-EEB369A4693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2B5A49-B21A-B945-17AD-1C3F47C85F5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B523C3-70D8-E419-D689-2BCCD80822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C1ED84-87C6-2EB3-F30C-9C042F01DCA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EEB11A-015E-8E4E-E6A9-E651C2588EE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0E9C4B-798C-A440-4F53-57B51114C13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8C7304-7626-2CA3-A6EC-679471644CF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AD0E46-D3F8-DBAE-408C-81A8C533D7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9294B3-AED3-89E3-877A-090A60C5708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0DCCD3-F385-8856-E196-3DCDF2FD395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DA0002-5942-1204-3B14-15E9CC3072E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92907B-54FC-5196-6464-4FCBFFFCBF5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54A844-A88F-E3D8-A88A-C6B1CBBF9E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E448D9-0F48-060F-6DF6-C5DEC85B10A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2E6317-A0DD-3769-251E-D011FCC3522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A176F1-9508-2389-8CEB-FDE2C3B443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071E80-1A76-EB9A-FE1C-84B9FBA1EA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8EB636-7F40-3BC7-8612-D067DBB4279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2ADC7D-2FB4-1C33-824E-B1D0F4F9525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D519359-C510-E62D-D7EE-4BDB1232309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BA6F5A-9459-B5BE-F882-13FFA40FD43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82AE69-0A4E-7573-B2D4-37B0D57A83D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1FBCE5-510E-852B-AEF4-C669A7BDD17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81EAD3-6DF4-9BA0-07C6-C18C57BBB7A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BAF2CD-0E7F-08A3-D3AC-4EE181AA821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8BFE1A-AA9B-BBC2-47D3-C14DAEF2780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010514E-707F-22AA-59DE-A834027ECF2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3079A-AC1C-3B21-736F-CEC4CE6441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0DF9BD-E84F-AF7E-D098-4A928A9DB1B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CF68A3-6ABD-1628-EF6E-C7B38BB8EDA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2D7245-EA0F-52BC-2BC6-20D7B5F798E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718CB6-3C5F-6A22-B949-1A0ADA9DFC9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CD28A2-B075-DA60-C1EB-3D7B208146D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159CA1-BD28-6457-FA8D-25BFE4C7754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3421A1F-2F53-A5A4-D499-25C11C0556C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A1530A-6D26-BBC3-828B-38EA9EABB9E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A1558D0-073E-B92B-9BDB-8250F052B6D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FADC42-DDBA-1619-95D5-B1A414BFC5A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33C99E-8650-77CB-3DEB-E82CF53F821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B56EDC-FD52-8DCA-6FA4-23C72157FC9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80347F-9C4F-BFA7-2526-17A656961A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0CB7B6-EF09-3837-D104-96E3500EB4F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25B341-54EA-973C-ABAF-7576757AF9E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AB1C52-BC6D-B85A-2CC6-F39B5A0623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B0FD6F-BDAB-DC62-298E-76DC59A4447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0DF2CB-CFAC-2CCA-11FB-4299D96AD54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67DBF1-7B9A-1FC8-B718-963E35ED407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082065-94CF-0655-6FCD-FA8C8138226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829D19-9452-A8FD-39FE-DB9A99BD27C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0EF902-1FB4-E7B7-246C-624FAA90F19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385E73-55C5-6FC6-2770-01CFA14D79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79803D-C524-B840-6630-783536D126D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74FB15-0049-A728-1807-50D14583F77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0B2C512-79F6-D6FC-90AF-C879BECC253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C84AFC9-8053-DDBF-6AEA-A607D3EF04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0B219-62AB-0966-D8B6-4B0B957223E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B7417-B83A-B7B1-169C-BF3BDD4AA75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01420-F7C1-7B60-EABE-6AB361D7351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350E7-99C6-2B83-7EEA-C55A470BF31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48919F-114B-5E8F-8677-A19E5DB6203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E7FF27-5405-2713-AEE4-8E27B11152B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573749-1504-D33B-8397-C6A985F90C5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FE02FA-84D0-D862-3706-C4BF5CD8D07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14FCCD-943D-CCBE-A659-337B2961ED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1BAC9D-B2BB-919A-7A1E-3DAFDDC7B23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B370004-5778-33DD-98C6-5AC2EF7A9C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DE27AA-7B06-DFA6-E7C4-960EF4C1A50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220230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0428A-FC60-65E4-3CF4-1E843F11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95AE1E-2593-435D-0D4C-80AAD37F58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7E47F3-B58C-B055-A99C-117DE601A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D664F1-4330-3015-DF3D-64A5EF760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9BA2CD-5359-21B7-ACF7-A1F8CE69A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E4D8B0-7095-BD8A-7985-3C6710A47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590DE75-6999-B602-C97C-D99FD2B3629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DB254-47B7-AC15-B4B4-E835F984EDB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3BCA37-E680-A8D5-A209-F1F870156E1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19248-4617-D55D-DA91-3C41A177648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BD0BAD-81A7-87D5-218D-A30D0CB7FA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0C8D86-0C76-8C47-1C78-D8D3064B4F8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9CC248-1E08-526D-DADC-06FDDFDCD1C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075513-7139-957F-2CCC-BFA5374794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5F491-3BA5-9641-84B2-51F966D68E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7A1AA1-96DF-C88C-21AF-51B2434302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40B13-A243-93B7-07E0-95DB4A0813C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A3F40-1143-7E59-6B3A-1FC18B9341A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606FD5-42DF-BBBB-61EF-5C4D74B98D4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C5C393-2887-B05A-1CD9-61E3CA2085B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D0DDFA-C321-0DD2-4D96-0AD10217649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2478DB-7FCB-8CA1-414A-36F5F5C66B3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731A04-9B1F-9388-74D9-9B98254CF77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7D4AD4-3996-5D76-170C-8B0EC07FE97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764621-54EF-52F1-7A32-82EF15D883F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4B0BA5-EAF4-5125-529B-539531DA4AD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DB3873-E025-BF7C-4E90-13831FFC23F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13D565-A705-6FE5-C1D0-0F743B44968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23E639-9007-F083-5EA8-01B81C5F30D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EA5FD-6C11-3EF4-D321-DC0C30767E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915256-D8E9-632E-5C83-2C14C6D50D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7FFAB4-B3DD-105E-D7F3-98833BF14D5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178CB1-9890-E6FD-5171-41F0BFE32D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19CF0F-159C-6417-4FEA-6619FD330A4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88C00C-B27B-5186-6CC7-AA8A0D38499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493592-5497-9A02-B4D2-CCE7C95532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51EC89-ED3E-FAD0-3638-086A958C8DD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72A377-2051-43BD-B76A-B65E824FB5F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409BF6-0697-61B5-A8DD-1B12E831A20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5DB9B0-3F75-0075-D8C8-684635B9D2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3B83AE-73A4-0808-C2AB-92A0E885EF5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4E084-FFB1-DE04-5EA6-37A76C2E24E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ED7E8F3-8ABE-3EA7-5F58-3A2E7421891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3D4B3-8874-45AB-FB7D-046B2BC5D0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B523F7-9E5C-FD67-8419-095C18A4CA5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594549-BCF2-CD98-E0C0-26B1E43ECCC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CE47DE-C97A-49B2-6F6F-E2C59979DF5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57A31D-B197-D8F8-7EF1-465A5E07334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5A53E62-97DB-01C2-BACD-6B05A9C39F7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D8A06A9-182A-81F3-CA50-F4E661940FE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F9D977-AAE5-9853-8E07-533F8ACFAC7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965D35-C502-7B35-CC8E-2CF6C930E40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366404-D687-A89A-F22B-59FFCC8CA39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38E23F-3B4C-8E5D-D250-7C3F1470DB7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3986C-7224-438A-4518-ABB00792362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BB9218-3FFA-A5A0-68DC-81AC19DBA79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EEEBBB-C313-B917-660F-2B196A702C0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8D86EF-DBEA-ABB9-271A-B3824138B2E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F64A37-5022-15A2-0BCC-4D6074F2814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09FA4-C190-4AB6-8917-A5BFB652057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5B2ACF-A2DB-158F-3BAF-4D8C893F341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8DC99B-115C-526E-98CA-58F01B3BBC2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BCC673-5596-A9A3-226C-12430A21B90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AE127E-D84D-3904-E6DA-320B8849118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8C5F03-6FBE-F8CC-1563-4952F5D7ECF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5C7529-FB53-7459-D48D-58CDDEC733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92C390-B366-4988-46B0-B6CB262B9B1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FF8AC5-E46B-45A6-8CF5-A72236A21F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1A6DA1-3647-EFA9-301E-3289E9A7E69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1DE1EB0-0773-E626-DD87-916B37C2E0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391C253-77D2-E171-A41D-A1230952DE2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A939F-C56D-E450-36B1-84F954E4F06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BDBB6E-2659-F8A6-5F67-515D4327BB9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4A910-F649-03A0-9424-289BC3F76BE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0CB5A-F680-DF57-D1C0-F70377DCDED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8CB272-7ABD-452E-D43D-6BB7A607E43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14AC76-C909-E1CD-A37F-1BEE47F939B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6080F3-D9FE-B6F4-A1C4-D7F38ABF9DD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7423D-80B0-788C-96F2-9630725726B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01CC7E-5413-50C5-1B97-B4C85E66862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53D181-BBCE-EEA7-A81B-2A0D09DA10E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36C62E-826F-2F83-18FA-2075749D23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3B4F0C-A434-E102-0F91-5888157318E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72F675-75F1-B2BE-D9F1-B9EFBC2798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88A964F-F1C8-E45E-F966-4A10A7669B1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FBD4223-B561-EBA2-AE6B-2E797B5AFEC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A3C2FD9-398E-EBCA-DA21-C23DF260AEF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141307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3A82-C302-4CB0-1146-BEA5A7061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89562A-9125-C7C7-F11C-32EB81195F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004691-8AE8-B0C0-C0A9-C67D27D23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AA0067-6E0C-11B7-EF0A-FF9FFAA55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5646AE-7A67-A30D-CA4C-D2DABEC46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83B4BA-09E9-2FA4-2BA7-30F0D8D45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9AD6313-1219-A195-8266-184F3FA896D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5AB752-D463-A274-58DE-01854B5B736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2278D6-663E-C8E3-8DD0-83C575395CF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FB1821-3DF9-38EB-6D9D-DA2F3C5824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1E8685-58D2-6D1A-97B7-2DBE2A13F3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E2368F-90EA-BEBD-1417-4DCDA1B57AC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D96EBF-9EE4-8209-54C0-485EE639778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711B1B-DDD9-0081-1499-9D894EBE251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CF741-F3AB-5C20-0B00-D1B4AB0038C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CA11E6-A8DE-24A1-FF94-A9C826CED52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EFDB31-A0D1-418C-7C83-5A892DD04F9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DC107E-E77B-8C84-8D05-348575DA5BC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2BB187-313F-9DD6-BF3A-CE83DB72816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E91FD1-BCD2-594D-9E09-8D241D57EA7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A1AFBB-38B8-2740-73CE-4A51BC001EA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B3CA8F-2B58-5258-DBED-15C555A570F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8F8FB6-D44A-58C3-7D78-12E4B8F50D1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0363C2-6B0A-8CBA-9FE3-9B1983E4549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8FE508-7B50-91D5-F429-18E24C78E6E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4F944B-C787-64E4-EFDB-0DC42FD5193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A2E936-3A43-01A1-B07D-5F97F1BB8A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2C8726-2178-9312-BB44-603E01BE3CB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E964D6-2E4E-1F28-4D93-D4FBEF2CC6C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F85462-A874-88E0-9003-45B1630364E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887D91-1974-CC89-AA84-94C389FCBBC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854B02-9B08-D288-8667-B7717D6816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12DE75-2DAA-DDC5-8EA9-203920BA9C9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5E0FA6-DC4D-F280-0C18-96D6EEDDC87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C67BB6-EB12-D861-BC1B-978CF460356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5E1B6A-0483-0C2B-F86F-7FD46515BFB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0D46C5-3205-4C62-FC8F-29E497FCCFD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438440-F285-95DA-E345-15128CDD480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11197-6226-CBF5-182E-9969D19723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15EEF9-9042-E4CD-A93E-40C3979F323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34F2B4-724A-7262-891B-F8E61294F9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36C9EF-3734-A88E-06FE-D92EC6BEE59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7FB9F-AE54-E3F9-737C-6A28B51B3C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7DCE02E-C37D-19A2-E9BA-63CE449F08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2DD12D-3E4E-E76D-CE38-97FFF8953B6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79DB84E-E106-1ED6-CAA7-FCE6D7765BB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B6BF970-F618-6ABE-24DF-D019215CAE7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AE7573-21B4-4667-9BE5-165C470A079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5C47F3-7A8D-A0BE-EB8F-2CFAAD3504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25D8D6-AF1C-5AD5-2741-D5D961323DD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3B7915-EFA4-D0B8-1EAF-23BCBB50D53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70703F-4072-A0E0-0DEC-EB56155DD0A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4BF9BD-DA38-5358-A56A-35E6C3DC407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89533-E201-F753-9BBB-6C549AC6A98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E7B9A-7746-1465-8155-CE2274AFCA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DCF862-B6A9-9705-D346-E45EA9E7117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F2A06D-BAA0-17FF-781F-7766DE2D4E3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798ABF-3979-B733-4473-C3B00753D3F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8F77F1-2170-AA11-42E2-DDA88D6E8C2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E4D791-8C74-365A-5C18-C959FA7195A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C4B4861-FE6F-BFE5-914C-11B0D9AEA51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BDBB52-CCD2-35D4-2111-95AFD8AD224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960A32-7CFB-9272-B89A-B40BA2ACC9C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5F15DE-C8A6-42B4-32E1-8AB7D75F7C1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6428293-3500-E546-826D-294526542EF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83A74-F9DB-E1F7-67EA-A946751B873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C438B-3FD1-84ED-70EA-DA4D0773434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A07AF-903A-236D-87F9-914D988BD4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1174FD-5676-997E-B1A6-8EB2B424B85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329C2D-7869-8A44-E46D-BA948A4A36A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A5BBD2-7413-B187-7C92-1C9A09441DC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E50B7E-6D6B-5570-8D6A-6CEE91C6CDF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DF5E9C-E440-7537-FCC9-C2E4FB4FC04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C85BFC-05FE-1C2C-DB1C-BE4B7256546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FA3543-5B19-D2CF-A3D4-F9B2AFA5534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30223E-0DE1-98F5-9B0F-A214602C912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2A4DC9-58C8-5A23-BF76-10C0B5F7AE5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047E0F-EE22-2309-A8A3-44D0442B63B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92DAB4-8BD1-37B0-6A15-038A33B2F17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51B564-9E1C-9A67-2980-96BD49248E1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A4C73A6-F3D8-1655-1A5D-51EB856D83A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5828CC-8085-D2F1-6E41-DAB4F57377A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D366EF-9C4A-5044-DB4D-589C6F596B9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FC89EC-8AA1-6984-565A-6501965D17B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C5D05D-C643-5282-65BC-F09D14320B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40FEFB-7DA9-2F91-2F18-B2D91D2B2DD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A8649F-C7BF-83D1-8084-2BB335FA0D1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296802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A4CD-D067-43BA-CB22-8B7CB76D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17BFC-D877-0480-FA3A-5821F7DDAB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59E06B-BE3E-5A37-0162-2D5552EED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8439D2-E4F1-3308-5C13-7FDE87663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60DC6F-473B-A56A-9A79-478CF196D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CF407C-8B59-F9A3-C1FD-E18A76E47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1AA7E53-E992-CF33-1360-E51D0D5ED4F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CC71FF-2DD3-0004-302A-AB723127797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596557-F2B5-8443-3663-419A97043D5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4E9E7B-B6BF-5C8D-620C-B2C0D5703D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DF3760-5489-F4F7-2386-8665772F147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1CD11A-5941-9CFF-2705-D61A65239B1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75DC4-F974-2D98-409E-F4101BAF53C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18DD54-26E9-DEAF-902E-88D5EE6C1A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3A8A5-17CC-11A9-B567-DD5A7194222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9ABB5-61D2-A684-4A03-FBB6C8B12D9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5135EC-0042-B20C-4C63-9E7EB20C28B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296872-4574-063C-A336-ABFA608CE27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5E80F4-08E7-4CF1-E5F6-25C1291F2D1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BBD673-45AA-90DE-C805-2AC487CA8EA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BBCEF0-67CA-D4B1-F762-E7AC24DF960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697BE2-F20A-3426-EF6F-8664828FC59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08D1E4-36DC-6290-A60E-A4CA53FBE55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8EAEB5-369D-000D-72B9-8DF2A300D7A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2083D0-75A7-20EE-FCF6-F613883C1E9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F438B0-A89B-D918-E960-955506995FF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33101B-458D-8217-C061-7CEB38E8AE1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247E05-86EA-54CF-7CBA-93E7399C22C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FA86E8-6220-36EB-053B-FAA643A7573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9B9A0C-9A52-77C6-432E-A9C60D7834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1AB7AE-675A-2A37-6D18-83558B25231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273A29-34DF-DD08-6819-9CFB545BFB3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458603-3E7C-587E-37FB-CADD16F4C90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C23AA-2532-13D3-E90C-1988F93B633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CEC18F-6513-4632-6749-52688F8CEA3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DD7DED-7D00-0F5E-61BB-F1B04F3B43D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0AC22D-54E5-54A2-278D-6FBDEC185F4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DCE9D17-4DFB-E811-E41A-39830262D76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8FB2B8-6277-0B6B-54EC-9429DCB209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EFCE21F-C3C8-8FD9-68BA-258E6D3112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82E52A4-43B6-B5F4-ACD9-6C34F21C58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8909C-4EEC-D57B-4DEB-73F8E5854EA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94516C-64C1-21A4-F466-193B8066ADD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049546-8F56-BDAC-79CC-1AA2425C455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96343D-1736-DD51-CEB5-B1F62948A54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5B151A-934B-53DF-F9FD-08CF2499865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7A3B6C-196F-2F79-2B36-D5C33F33527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DE5B3-8DDC-CE2F-A5CD-183DC552953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0482B1-070A-00C6-6829-7B92264ADC9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5E636-AFFF-1FC4-C64F-9CA1EE0BC1F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B3D51A-FCBF-6EBB-7860-585CD7CE96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AA118B-C6F4-AD2A-DB92-26583EBDA5C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D295B3-FC7F-FF1A-B379-FB6FB20EE53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AF8C96-77F2-7AA3-CCC1-7985F941E6F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C8224E-DFEC-E1B5-A8BF-1FD78AA532F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9030D9-3251-5375-73DC-7A1889F4EA2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BF5842-978B-31F2-DF26-E7C69DB5E42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C0FA25-29B2-5115-7922-354F954B3F3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E94155-B6B4-A30C-BFD8-66DD5ED607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03343-AE44-D3EA-510C-17110A5F9A6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905C4-16BF-0BB5-BDF0-BF11E3D25B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A3D6F5-8575-16D5-C097-06F72DC9CD9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48219-DBB4-5137-9534-3480A00A4BB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520548-0E75-F8AE-C2DB-4BC78CA8AB0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2B2C70-01CA-CB6C-ED73-B7109E3DB4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992D7A-D093-22DC-1A7B-C5313E894B1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409492-7E1E-FA49-3E2B-7ABF85B792A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CD22F4-D39D-C23E-5B2D-F571CCF092A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E940F9-A1E0-E238-DE50-FB9D6BCE21E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72B780-3C53-A621-8BC7-1BD54426653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710C64-EE4B-C560-5F7C-73310BE21C4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0ECCB6-5C53-91AF-B99D-A5A64703C6C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BECC16-748F-0C30-1054-6A67B7F4ED7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91EBC9C-92FC-5318-C025-20F52A0E8B8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3CD2AFD-B029-C3CD-9E30-6E285D9F5C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8E210E-36E3-FDA6-9DCA-87B04B9F61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9E7410-9029-1315-5677-5191290A57F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2E2151-60A2-DA3C-463B-0D28C42771F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5617CB-E593-626B-7B71-A106413582E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693781-212E-B571-8B15-C258226CD16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C84BBF-372E-5330-3C34-EF7D4E1C8CF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CD541A-7286-578B-58AE-BE421B618D7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DBCF0B6-3CF1-3AFA-763B-784BA8B3A8E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FC38B0F-7CD0-66A3-0ABA-852C37B3A50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8BC203-EC71-12E0-5DD4-11CBE6D0987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5576150-48D3-B8FB-136A-EE6EE9F8C72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2AC0ACF-A9F9-3FAB-1DFB-148E657A5B1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87951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A416-C76A-D17C-666B-D9DF76A2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E2489E-FE16-5660-C98C-01C0750CBB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endParaRPr lang="en-US" dirty="0"/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ADEE15-D6F4-761D-5EF5-17085C29F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EF4FF7-51F2-2B00-F312-04B8230D9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C1B9B2-ACE6-8857-14B3-5BB8EBCD2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BFB17D-401F-388A-D1BC-69DC2BFAA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7E4904C-D90D-BD51-790F-DC3E1EC8E63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059A0-BAF3-ED63-42C3-FA68C6EE536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172499-4DBE-D3F4-081C-B59C09701AB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E40B92-0C0A-39A5-5CBF-F9EE77E8C4E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422D44-8F36-07C1-0BF6-4AB80EE4BF8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20FE5D-3DB5-9C87-116D-49B1865303C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A65F1-AED9-22E2-901B-262E2E45C6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DB573D-7990-7B39-B7A8-9A424E4CA7E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ADB2C-6CEF-C336-8F72-709680F4EDA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5B6550-058E-D730-BA63-03A3DB114F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F91CB0-2166-5D62-5726-C5C8A936EBB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8046B8-055E-7AC8-A12A-9549997247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9B0587-25F8-5ADA-4768-7ED035604C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96A49E-A431-F029-A7E9-24B14424C4B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F9A5E3-9C61-D408-D2F1-D4EF945AF0B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56C51C-3734-74C4-ED9F-C1847F0B35C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98E68C-E743-E294-07F7-A395AECFB0D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1ADC8D-BEAF-1D52-8AF3-56ECD668193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A98A7F-8CA0-BE41-740D-58F2DF419A4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29F684-0923-7B47-629F-96CC70AB885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911984-02A5-B62B-364B-C6D312937D7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20A787-7307-70C9-0561-70D020E6745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370AE7-86FB-98E5-88EC-EF309C9C2AB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176F2F-A3A2-2803-4023-21A625A909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E43A41-BD02-7068-2FFC-07E92E601F6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FC301EA-588F-3118-95A4-B1805B39FE0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C268B-E891-2827-2CDC-FCC1F41AFD0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B1695A-32E8-329A-A396-BBDF3071A37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3E2C43-DC97-F93B-4DA8-CF085AFCB9D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C41796-6E89-92A7-0B9F-AC96B1E603D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910D0DB-2EF6-B6EC-A9DE-038B80BE50E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1A42073-A364-722F-2BA2-486A53849E1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B48EA11-6F34-2171-323F-01642D33164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D3DB80-8276-74D8-DEEB-7E8D34DFA6E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8F3C5D-10FB-CF34-3BAA-46617BF5E7C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38F289-5404-5F38-05D3-D256E603288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640DA7-08BE-8150-0151-475EF138F12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026D7A-07FC-ACC3-6115-69890208CD1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C6A9D2-D252-00DD-3AC6-A62CFDAC1F9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552D65-BF2B-28FC-E494-58CFD29C32A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A97E0E-8BE0-C8FB-4870-45EC11E4313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493A6-7034-D35C-E701-9D28FB52A5F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1712D7-D239-AF27-EDF5-DC182683E07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85A527-7DEF-D6A1-3C21-0DB74EB7E45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B95F83-E524-E7D6-9D20-65850FB6BD6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172D52-FD20-F165-F8DA-1F8BEF9062D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F0548F-4885-700A-6A02-F2DCE9470B7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DD6CAA-4970-2FC9-3F08-F8DC9B1A34E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BA9EE61-CC11-F77B-C2CE-BEECB130AA0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6429D16-91D6-4104-21F8-24989E05343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F33DBA-C315-C424-65C5-646C5A7510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7A8F30-9D2F-1432-9BB6-C892D532DAC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184C98-2491-D5FC-D137-36956ECDAE9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2C955-512B-8ECD-CFBE-A15E4F2F4EC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6A2CA7-E655-766F-7AEE-A354A9BDEB7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32D16-466A-0F8D-D3FE-C75A1DC053E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D0795A-2635-96AB-7081-6326ABC0A53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E8ECF8-1C17-CFDF-B050-6D339D00C8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A0EFC8-C5B9-A932-52FB-3376AE72AC4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0A6D83-7880-6BBF-8DA1-A693CA2157B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C03418-8139-35CA-B6BD-508FA64F451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C38672-D8EB-B302-BC3E-DD3C5CECA56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5C6650-0E49-0A88-C19E-23EC2691AF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A84A1C-B45E-D63C-CB8C-52ECD1640F7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B019E0-393F-8048-4DF0-A0FFA5E0F6E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5DAC3F-DBB3-3E2A-ACCF-C90AA8653C0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7D141A8-87CD-7C4A-EAC9-769831D42D9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EF2A50-9B4D-53B8-B80D-D60BB23A3EC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14B6E7-E6E4-864C-833F-8F8B40250EC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9446F2-9436-3F2B-490C-94F5A780F67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2B8C94-76C3-63D3-D4AA-72FD6EF0DDC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A35087-D3DC-9D25-A87E-5CC1A698A44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EAC209-1A4E-0264-730F-A6E2211B3D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549DCB-7294-CBEB-96FE-8535A374639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B3AD2D-2B8F-340B-FBB5-A11272E6908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DB11D8-D042-D4B0-9302-67008DC7B4B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E4CA19-50FD-2997-FF33-FA4AF2D3209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362198-96B0-E9DE-F324-33CE5327BCE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25EF83-E636-CD33-6C4A-1E5CAE03619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B1E76C-A29B-C595-4875-2F2B836A27D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FE3CA3-7FB4-417D-6D50-7160A5307D3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5537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10714</TotalTime>
  <Words>5189</Words>
  <Application>Microsoft Macintosh PowerPoint</Application>
  <PresentationFormat>Widescreen</PresentationFormat>
  <Paragraphs>4879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403</cp:revision>
  <cp:lastPrinted>2025-12-02T00:08:17Z</cp:lastPrinted>
  <dcterms:created xsi:type="dcterms:W3CDTF">2024-03-19T02:13:08Z</dcterms:created>
  <dcterms:modified xsi:type="dcterms:W3CDTF">2026-05-30T15:07:58Z</dcterms:modified>
</cp:coreProperties>
</file>