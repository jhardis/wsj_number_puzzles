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47" r:id="rId19"/>
    <p:sldId id="548" r:id="rId20"/>
    <p:sldId id="549" r:id="rId21"/>
    <p:sldId id="550" r:id="rId22"/>
    <p:sldId id="551" r:id="rId23"/>
    <p:sldId id="552" r:id="rId24"/>
    <p:sldId id="553" r:id="rId25"/>
    <p:sldId id="554" r:id="rId26"/>
    <p:sldId id="555" r:id="rId27"/>
    <p:sldId id="556" r:id="rId28"/>
    <p:sldId id="557" r:id="rId29"/>
    <p:sldId id="558" r:id="rId30"/>
    <p:sldId id="559" r:id="rId31"/>
    <p:sldId id="560" r:id="rId32"/>
    <p:sldId id="561" r:id="rId33"/>
    <p:sldId id="562" r:id="rId34"/>
    <p:sldId id="563" r:id="rId35"/>
    <p:sldId id="564" r:id="rId36"/>
    <p:sldId id="565" r:id="rId37"/>
    <p:sldId id="566" r:id="rId38"/>
    <p:sldId id="581" r:id="rId39"/>
    <p:sldId id="582" r:id="rId40"/>
    <p:sldId id="567" r:id="rId41"/>
    <p:sldId id="568" r:id="rId42"/>
    <p:sldId id="569" r:id="rId43"/>
    <p:sldId id="570" r:id="rId44"/>
    <p:sldId id="571" r:id="rId45"/>
    <p:sldId id="572" r:id="rId46"/>
    <p:sldId id="573" r:id="rId47"/>
    <p:sldId id="574" r:id="rId48"/>
    <p:sldId id="575" r:id="rId49"/>
    <p:sldId id="576" r:id="rId50"/>
    <p:sldId id="583" r:id="rId51"/>
    <p:sldId id="577" r:id="rId52"/>
    <p:sldId id="584" r:id="rId53"/>
    <p:sldId id="585" r:id="rId54"/>
    <p:sldId id="586" r:id="rId55"/>
    <p:sldId id="587" r:id="rId56"/>
    <p:sldId id="588" r:id="rId57"/>
    <p:sldId id="590" r:id="rId58"/>
    <p:sldId id="591" r:id="rId59"/>
    <p:sldId id="589" r:id="rId60"/>
    <p:sldId id="593" r:id="rId61"/>
    <p:sldId id="594" r:id="rId62"/>
    <p:sldId id="595" r:id="rId63"/>
    <p:sldId id="597" r:id="rId64"/>
    <p:sldId id="598" r:id="rId65"/>
    <p:sldId id="601" r:id="rId66"/>
    <p:sldId id="602" r:id="rId67"/>
    <p:sldId id="603" r:id="rId68"/>
    <p:sldId id="604" r:id="rId69"/>
    <p:sldId id="605" r:id="rId70"/>
    <p:sldId id="606" r:id="rId71"/>
    <p:sldId id="607" r:id="rId72"/>
    <p:sldId id="608" r:id="rId73"/>
    <p:sldId id="609" r:id="rId74"/>
    <p:sldId id="610" r:id="rId75"/>
    <p:sldId id="611" r:id="rId76"/>
    <p:sldId id="612" r:id="rId77"/>
    <p:sldId id="613" r:id="rId78"/>
    <p:sldId id="614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5700-28E0-5CEB-CFB9-492F328D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AEFA1-5560-C916-176E-9288D3D9F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8A5CF-EB72-354B-7181-5677BDC57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99E96-9149-46A8-33EB-0460B5FB9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15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DC73-54E8-95DF-0579-1BD70325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6C792-EF26-1F83-F33B-7107FE805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DE635-78E0-1265-48A1-83F096FB2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646C2-D976-CF14-3B19-CE5ECBC26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24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3BD5-FE8C-B5D4-6094-C3A16CD31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259BF-0C27-5C0B-7FAC-54D99DCEB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F7C26-06FD-F682-AB1A-C4738DFE0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A2EB-D9BB-7B8E-6EB0-0A1C09A36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93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4DE1-0952-3A9C-51B8-79041131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E6A0-9CF3-66AE-1773-B1A74461F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E251F-F7DE-5C62-DCA9-96FF73434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B061D-CBA4-B9AB-160D-AB0ACE7E1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53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C569-9E0F-0E84-DE66-B328A061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AB43A-BED3-591C-CEBC-DF3D41E8B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86F61-36AA-C0BF-9192-244B0B4C1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442A-FC2E-7380-0495-705038124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17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49B8-C0EF-40F4-4D4E-2DCD938EC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014AC-4D66-0ED5-BD85-589318CF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3C64C-C65C-4D7D-AB80-3E54F8C45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38655-7F32-2BA1-45AD-5F7B603DF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23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E661-98C5-0267-6143-697FB3E8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ECE9A-84DA-8AC9-704B-35C8FB464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09D44-5F62-6568-50FC-95ED0048A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1C624-7750-D81B-7C04-9EFA54CC6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34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DF83-2A83-AF06-91BC-0E67895E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75FD8-5607-A1DF-2A07-765373E5A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74511-D473-DB4A-B6B1-310E34688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577C9-6CFE-761B-B342-C83195071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2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ABAC-DA95-CC36-02CE-6862786A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DFAB4-B9AF-30A0-801F-FA96B4F5E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E7342-F554-B575-ED7F-07F9FF704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40615-1192-EC65-CC02-032F56061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40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70E4C-0488-C981-FD8C-58CF66F6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19C95-9AC4-41D0-2493-266590FCE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6B16B-523A-E40A-A730-60BE9D7BD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A78F-70E0-FE91-EFEE-1825F5A2A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65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CEF02-99B0-03AC-D7DD-D73DA708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F9AA6-6DB2-82A9-0AEF-524216C93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AFD3F-8986-BA77-6AD6-DF3A79597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A1084-8525-DFCC-F7EE-5E10F771C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39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6810-6120-7B36-5B5E-CB844EAB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3A568-83FF-27CD-D39F-FEEC926B4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61543-EFC8-AF78-0A19-F7DAE565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FC56F-86F1-8FBC-D423-5C2B31FD2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68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608D-C2A7-20B6-04AC-31FB9FFE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9A0D2-7836-4EC1-4A18-2C20E2F41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E2791-D10C-303B-48FE-D8E45B65F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A2015-0015-3F9A-6301-ED08D8DD2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E40B-209A-B4B8-921F-0C094A97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C9FBF-9850-743E-AF00-F3C6431CB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24E4D-1CA0-129D-81B3-6B1C78000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95566-FAC1-DA7B-DB85-8AF1BF5A9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06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722E1-5DF5-5D9F-154A-8286E013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D210F-6A28-64B3-A2C2-7A54617F3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635-0914-080B-6CB6-4BBC0197F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ACCE3-E5FD-C7D1-96B5-0A59C0DFC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74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95DA-F48A-8A04-A737-13070878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2E78B-39D1-418A-D056-F774D4A91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A014A-8FA2-8731-6CAD-85D01EAC2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E8D1F-8FDB-577E-3551-4AAF0488B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94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A59BB-C1D6-FCE0-3471-537177DF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59896-723A-595B-0929-F9EBD9EB0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29522-4BF7-C52A-0C4C-AEA07EE64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1A8CE-A246-8777-EA71-3373870B9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95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7A43-B025-7982-F04D-BAF126CE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52076-8EED-CBBA-F6FF-86F7FFCA6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3EFAE-6944-2D38-6C88-F11D1ED5A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6EBA1-0667-631D-8026-7EDC263FF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04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1AC4-5E34-390F-18F4-F219CBAD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8E0A2-E8FF-DC21-46CC-E577564F3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DE5BD-1950-5534-6BD4-B4657A068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FB5DE-0D9A-363A-81B1-403D74A7B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35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8F997-6343-7603-F8A6-C2F5AD4F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5BDD2-ADE0-3096-E836-3D4C969E2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54F55-8754-C6BE-635D-786A3CF90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E68BF-B894-C372-4F05-7599806A1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56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1FF93-A1DB-04F6-FAB7-C357F1CE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DEE02-43DA-C82E-CF8C-6AC26846F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4CAEE-9665-8ED8-9D9E-AE15A46A6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A1E94-C8D6-AD7D-351E-66B9BD510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53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72868-80BD-B390-9F5F-85698AD9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0A0E6-1185-D4A6-6451-01A75A94A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18C94-F15B-1D6C-570C-5919A7904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0116D-D56D-5639-CE34-F27B3C0C0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3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0720B-36F0-54CF-66BB-54086E57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F9C2A5-95F8-0304-83E9-6DC14CDC6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C10AD-2226-371C-8988-88BC77342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7BB3C-086D-F6CD-B2F9-222C2F20D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61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4CBD-1747-7743-3399-D810B4B2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FA4C7-ED09-4AE4-CF95-B56F0C7A4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07F8F-FBDB-12AC-BECA-C8B29CA44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98F2-0480-FCC5-6D36-EBE3AE129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079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8699-1DD8-03D7-610A-4676F8F6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EC248-B23D-97EF-1C1A-FC059375A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D0684-3BFA-C13C-5442-1E7328F80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5FB68-C339-2DC7-78EE-0D905DA22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48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2FFF7-932D-189F-CDD6-998B2038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BC71B-EED8-3C67-0D41-855AFE627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45CCE-1525-D478-4D9B-0597BE2C0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5F8C-133C-CFAE-FEAE-999BA0C1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60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C142A-DF51-A831-CB4B-2EB71ACB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1671B-7D79-F4BF-E08D-94BB8A7F3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76A93-36CD-B638-4936-3FB5B6968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13E6E-DEF6-AFED-1528-F01C91573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785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3F93-E860-3CD1-5E83-4FDBEAC0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898A8-FBF1-E697-F549-0E5AD7242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BDAB4-8671-E377-3356-943DA7F9B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611B4-658C-B2C2-0CC9-D2686A187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2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00AE-5123-AB02-0434-B0392118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BB6EE-538D-045E-9B75-ACEF1597A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BC85B-2749-454B-102E-3FB7D8267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4CF9B-B744-F333-0CD0-53E31F2B8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527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0616-5915-956C-CB40-B138ED5C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DE32A-6819-74AC-A4B5-B8E173492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D0B61-9C26-3404-6BB6-8E7A9BCA3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BD933-D915-377E-79C8-367107FCB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77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0000-E1DE-884D-A8A4-992FB361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81242-AF47-DAF8-D468-6B8E978E3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FA9CA-D42A-98E9-5112-3212B3FEE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11DA-CEFB-C467-F607-668F4FF5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1426-CF62-1FEA-22C1-83E12C49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4068E-F8A4-9634-9DE8-610351764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A8984-62E4-3120-ED75-3F4CFC5F4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B3542-5338-BA3A-225E-14A0245C1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94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36CD-A5FF-4CEC-D257-2B75F5B5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D50F8-2255-5DDE-B681-0E95EF5BF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69DBB-CD97-98C2-DD13-679D9EB46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22B11-66C9-EEF8-B2CD-3218998DC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985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BB79-4398-6F0E-0C96-CD7CC6E4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A8D2-72EA-09BC-71DE-CBB967682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F04E1-44F3-509D-BDFF-FC132F54A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A0547-AB32-DFFB-19F2-3C3CCD7B0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746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1D96-C01F-99EF-1DF8-F8D0FEAB5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D52D1-15A8-FDCD-48A5-AD7594821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5513C-A6CC-B943-6DE2-1F9281D3F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BA68-3A4C-AA93-FF0C-F36DD5769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56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64F5-A49E-C534-7677-1957CD5E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0BDA9-EC4F-069C-61FF-A7CE70520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65B13-F43C-12C1-9630-E9656DB7C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FF020-BDE0-522E-1CF7-9543A7E75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202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070A-ADDE-690A-328C-5D50BBDF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5A173-193D-5667-AD02-E8D7AA4BB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90E24-A6DF-802F-504A-0D3E4242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3A195-AB6F-95CF-7A97-DF082407F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678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149A-98DD-5917-26EE-E07ED7E4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F3F22-7549-9104-2D9C-F25F776E2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9F086-6EA3-3072-DBC1-DC168DE48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11FE7-5C2C-B73D-FA4B-9FEB0A3B6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66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EE067-B1FB-D109-214A-F94D5E5E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29760-1C6A-A57A-4FBC-772E5E501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0F0F5-2E15-C8FA-ADC4-773EFE6B9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11CAB-217B-75E8-6089-0BCD41DD9F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854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46AD-80A8-486C-CAB1-6B1E88B9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2CA03-8222-7263-DC85-FAA0D9054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4BFA0-6345-6EB9-A235-AD9AC1FF8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E68CB-B5A4-C15A-BCED-320E2C966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766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0353-5445-0AEE-3075-0637708F8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144E3-2687-682B-C0E3-FA0DBA55E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A2B48-F3B9-F6B2-5F9D-D8053E47D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F70F-033E-DB52-0985-DB62EF4D9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206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3BBC-C1F6-8139-5767-500210492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E2325-3ED2-D4D0-1E60-3F338D429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319AE-5727-CA52-BECC-3E9E9811E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C16EF-6268-A5D4-66C5-B7BC62D7B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188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88E8F-1A57-5B3B-3976-26B194E4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289BB-BE63-AA28-22AB-E261F9E37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2AF6D-0F4E-6ACA-4885-319D4FCC7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B5225-7BF2-FFE0-B1D3-4F4E81234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658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8BD7-7709-A509-59AA-87F15770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8BC15-894D-AC8E-0F9E-85E575F8C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62051-B8D8-62D6-F610-2D4D6B045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48F07-C8D1-393B-4BA1-193CEC886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760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5E60D-6557-C91B-C381-0170C42F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F8DA7-7060-283D-E639-53975126B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BDDD2-EAF8-1F68-2F90-5C0F2E65B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C2CF-5833-FF0D-3E20-C1E136521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308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0917-CD67-2F40-B500-798198133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09EF51-183B-ACE4-0A3D-7A0FC8AFB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39B0A-7C29-4D3D-6789-20A6DE9F5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1A273-0818-A409-533D-F58CEB6A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393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FEAEA-2CE6-81A0-3B7D-A78A0CDC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66689-C1F5-0D5A-CE8D-2613F028B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9CFB6-C1D0-FA30-7501-D729BC2B6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ABB60-5A48-E8C4-1372-A241FF715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66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E9E4-2032-424E-CC1A-9EB9F68D5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52EEC-FB6F-AD62-3409-E61E1C114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CCCAE-B0DE-949E-B34F-5FFF24565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570F4-04BC-F233-A4B0-23417AB72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013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D5CC-B362-EDD7-F219-05E82F16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CDF7C-59B5-4682-53C3-BDF6C3C0C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7ECE5-C52A-BF97-0BEC-AD2C84AD3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DE586-23D2-7CF8-7FDF-E53F5B24C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041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864BE-8CCF-D291-8402-F1BE26EB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C22CD-8513-BE86-9B1B-4F28F78E7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07C34-AE1B-8BA9-E06F-7AC9D1376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F9035-ADE9-085C-2408-52B1FCC56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290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039B-5FE3-EC5C-7DDC-D09B5977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44D06-8A03-2F57-4B67-08872DA14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6D402-7B79-4226-0408-E042AA619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37E3D-B435-B2A8-8771-6EA2129F9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9210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0EB3-E0D4-7A74-2AA1-E5912FE40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C7D3B-62B3-CDAD-DD1C-F41467E98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BD59F-6C0D-0762-E147-E8FBC2AA1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80B93-E2A7-BB73-C7B4-B83679F78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240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7FB1-AF3D-D059-9178-9FC04892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C147E-9E13-1873-E38B-8E93F70C6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6B21-FB91-817E-CA02-804D891D3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71239-D144-D1E3-9FF1-7D51CAB4C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749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D73E-1CF6-489B-A8A9-1E3C6DE9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70187-D40B-A743-4848-7CE50A0C7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84E47-35B9-684A-3BB9-F4907F2DD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FE6A-2452-C01D-5BDB-4BF187D38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177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31EE-5274-EC31-A34B-85F9C7D2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E0224-0A5A-E23B-6148-CF1CBCEF9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2B48F-5F48-A333-B585-1B663D9D6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FDC0E-932F-8470-6A16-A2F3D2B69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769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22FD-00BF-72A5-E449-DA19426C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BAF9C-D61C-5CFE-D85D-D659F5939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2A04F-DAFA-C563-8C8B-69491B74B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45B61-613A-4CD7-B0B0-437BCBDA3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983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387C-CA10-9014-C7C7-F926A974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4C114-A079-A66D-124F-FAED7989C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4654A-CB2C-FD75-7624-C354CA828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E3E58-2598-7959-59F9-3D73293EA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131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0E94F-6F5B-E83A-59BA-4C27CEA0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7C52A-5104-0666-7848-3F50E852C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603D6-CFED-BEC1-F5C4-929988A07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1970B-92CC-5FEE-0B2D-01424B961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45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D401-5822-55B1-08EC-69469E10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9C862-E6DC-65DE-F00A-277B4DBA7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92768-DD3D-6770-B96D-580535F65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E4430-B331-9FB7-AA30-1F5F04550E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0784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3448-C5D0-EC88-4B73-012E0018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F5768-1F16-25BB-4D38-5EDDD90B3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17C05-6B56-0CED-997B-F959E8AB5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FD22C-BEED-C0AF-74AB-758B18541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137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82FB3-48CA-E415-7DC5-457BD0E1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E1415-2EEB-13F2-CEC7-B0C60B471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AD0AB-8B21-3B7E-EEC2-16A092523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1F1BC-9FC4-111B-315C-AA094DC7F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638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9CB8-B983-C030-BC07-3F9B6970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9CFB9-2899-539B-58F7-1A817AF5A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0CB40-F354-5638-0596-2CD81EE92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C0A34-9D85-F336-203D-C0F3F30C0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6022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125EC-0AA8-938E-5B75-6BC7721A0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D75F6-DBEE-1F54-5527-E3BA1A8B3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882F2-2082-CD6A-47B1-2160B02DB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6BCF-6F69-6192-2DC1-6D4DBC225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1432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3E3A-47C9-EFF3-DED3-67D483F5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D5D74-70D3-9069-678F-ADDD593FF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0222F-4723-CC5D-A935-83A7EE7E8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2B2C9-52AE-58CF-02B8-FCF75A4CF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3493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8D4F-7061-6DD3-9A8C-7ED41197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631FC-DBAC-948B-518A-2E54016BC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A6F70-1341-7A92-3167-4567E843F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6C89-5842-D0FE-52AB-E1ABB50AF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8032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8960-DD16-E74A-42FB-76C20329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D4BC0-D0DE-6FCF-80A7-743AA5197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90AC4-0C54-FB88-EFFB-2BD2A34DB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640A-ECC8-548C-E66A-DFA9B8777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998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FD15A-0149-94DF-B811-12201288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DA2A4-E4BB-37FC-A97E-3471C4354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6F49C-8EEA-F8C4-ECE5-31E9168BC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FE7F9-2EC6-5173-BCF6-9CA9452F1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4852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396C-9643-7FB8-80E4-EF7AD89E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E6EE5-A2D6-36BE-B356-E197B2C7A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39D34-BF33-6A1B-B217-716ED855E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C7683-4E19-BA32-4344-27F2E227B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2310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7E25-F290-39B8-7914-AD5E93EA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2CE92-62DD-929B-C2E6-A5DDDF7E8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B7095-BAB0-FD6A-F96E-5368AC338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3A3A9-6AF6-58A1-EF9B-AD15CC72C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827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54205-36A7-61AB-9AD6-19492CA7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8B8C3-3DCC-1977-CC94-D430DE0A5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D2643-ED03-5E6D-F78C-5DE93E7C4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A8652-A35C-E411-BD07-42BAEE95D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0643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0331D-E5C5-17FD-B967-1FDC2BA8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FB680-EA1B-6294-B3A2-71B05A85D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880CE-CBE4-6BAA-9A7D-520DD2BBB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83FC6-ACEC-BDF6-B6B2-D13233A8A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5538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72E7-0531-9601-F89C-BA9B6ABE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E64EE-A1CC-CFA7-6943-AE71A5AD3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B1A9A-3111-05F5-2528-4F1BCB7E6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CD650-0515-66DC-70D4-F5553D006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7007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FEF8E-C7AC-81A4-008D-49837F84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96814-7CD1-C07B-C985-37EADC1A8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CBCA1-A71E-FFDF-8751-B208E354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3307F-485D-F508-D4A8-9B4C88468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7543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9F47-F75E-42B2-3460-190D49FB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DEA2B-CE0D-D926-8529-9F73CEF98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F2209-29F2-8210-8A87-EEDB90031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B33E2-796C-457B-9A00-16660B1BD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704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FF875-88F8-5F99-88FA-49B9AB44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356DB-C89E-45DB-5E2A-178754AB7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48300-7A7A-D849-078B-E6AEF9DFE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31C9-3F47-8206-8012-1956E8681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659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7943D-5832-6D98-A620-993511CF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0F796-A22C-BDC1-9AC2-D13E9CC38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D21B7-0464-99A4-6B4B-33E545A66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9361-FAAE-2956-95DD-844FBFBB3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711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F7130-7D35-6095-4F4A-F4BAE14D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CDC7-EE83-E3A1-8C15-96609E37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E1668-DF83-E29E-99FE-9A5201B75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B535E-76BA-CE07-FD66-26D43EECF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8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E2A485-BE5F-80ED-9017-21E71F66E9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5537"/>
            <a:ext cx="4543224" cy="50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66F1-F16E-615D-7121-0C9BCBE8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9B2886-8D4F-A461-6725-7F14AB3AAB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[11 in 4] is 1235. [34 in 5] is 46789. [35 in 5] is 56789.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553DB7-8F28-9BF4-4838-986B0BB7D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5F5F38-AC7A-15B9-EA94-FAD7DD18F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ABA37E-0E38-4826-E124-F8AF3A1B1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57BDA5-B0C5-E606-569C-5217744F9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59A16D-EA1C-8D2B-9DBA-334F192A1CF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26093-09FD-89CD-B6AE-0B144C42C43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480DB-B77E-9184-B8F4-B0B2D1EAD27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D554AC-78AF-22B8-663F-29ABA079DD9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F8412-5B43-AEF8-4B01-9224034AD88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E151D-C338-5D71-13DE-D690291403B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DDE06-E979-29ED-3DEC-B13044DD7F9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CB400-F032-84EA-9AD5-9CF0823EB1D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416D8-979C-F30B-424C-D2F95DB3B91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4BC34C-1E05-9C76-C00E-1DFE041E2D4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FDDBC-EDFB-907A-4ABB-BF07C0D38F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8E5C70-BF1C-763C-D73E-CD1886AFE7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67E6E8-65B0-4FA8-2B39-0638CDC8045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FB39FB-D50E-8BDC-B70B-794478D5CE5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</p:spTree>
    <p:extLst>
      <p:ext uri="{BB962C8B-B14F-4D97-AF65-F5344CB8AC3E}">
        <p14:creationId xmlns:p14="http://schemas.microsoft.com/office/powerpoint/2010/main" val="33061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6820-0E29-CBBB-EC7F-DF765875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9D5C59-9DE2-220D-BBD6-47C0A21575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right block and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B71DFF-865F-8F0C-2164-60B85408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4AA6E2-C481-A0A4-22F2-17B6D5DDA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B01D2C-A637-44FB-AF94-749D2F7FF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32AB8D-150A-7E3F-74DB-433A6E180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9C209A-89B9-9B16-70D3-ACE62144902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C9BB1-663C-8EDC-371C-379AF2576ED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6BA28-64D8-37BA-FEFF-AD6BFBD9897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7A8B8-F5B9-C09E-4E21-C6A6F91318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FC4ED-CE96-A221-6B49-84DCAD707C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C6032-39D6-C93A-8DFA-4C473464CB4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329EE-1954-DF70-2E6B-676D3E8083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391600-5E9F-C7BB-C649-C70D20D4C6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71436-C533-38DD-2E9C-9AB41025323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FF4CEF-C189-97A5-574A-DDB8FADC9E6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4E895-50BB-8FC2-9366-1B7181B7E18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429427-80C0-42E6-FD49-CEF6660281D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3C17FD-E5BB-4A18-B9A9-1C20AED392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E10-4FD1-F6C5-0D7A-1EE51A718DD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ECF523-CA79-1692-A0EF-D5DCB2A0F8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BA108A-841B-B0C2-A263-96F77C3A66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8ADC3-3C71-FAC5-E8BB-038115B3E11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20304E-2D08-B2BD-0188-298F1210DE1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5F9DB0-88BF-0586-A71F-A9A92A0236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4100FC-5D15-30F5-B620-9DC54D3BA92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7452BB-CC36-3209-88C6-4B8FC29541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389371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0088-7D53-030E-CAC7-8B8F2989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2E6A14-1E6F-E38F-70B2-F4A52BB24F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5D19B5-1CD9-44E2-532F-3B651AC2F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9CE411-FA2B-D2D6-ADAE-68D03D4C7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D66100-57E6-D144-DD09-90896A94C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C2C6A32-4EA3-E06D-1DFA-47F518C83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EBFC98-8481-7766-6F62-7164879BD1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CA1F2-49A9-D852-78A0-3652154FF44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D791B-6857-185E-088E-4E5FA30AECE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4D0C0-A78D-A698-5CCA-EA795390A5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C82CC-1123-EE6D-E5F2-C1D9DEE3A1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43597-F4F3-E519-805B-FC016F3EDC7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05D9A-3963-9F27-2EB1-7F16C52A37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BBA3E5-3042-513F-EC85-FB0782A5D5C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3D5981-0958-06CF-C58E-13751B1B62C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627A84-2E34-9415-B113-5EA53ED53B8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50E5F-5816-B7AA-AA9B-26D04EE1A1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65B35F-A7A9-7009-0C52-03481EC8C24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F6CDA-993D-E3D2-4F14-2892FE4E09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6FD296-BEFC-6AE7-E9F8-82BFFDCB811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F92C80-F076-4F1A-F8D6-D43F78885F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E0A45-120E-F8D4-49E4-75FFC3E65CC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DDDD08-0057-BF31-D90D-CBF718BA528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404709-D9E1-409D-32EA-6C9B3B2CB3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63D573-F3E3-E1E7-09A7-A9444B6EAA9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70F4F9-D898-6C02-EFF4-C5BAA819C05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188EBB-7E6D-6EDC-0314-163A4BB71A8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5EDF47-7FD9-B6E5-96BD-18C1FD62C6F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578F15-3A1A-B20A-C8CF-F42A6327342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4483E0-CFE7-CA1D-C7DD-C3F427202B1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8335D9-B270-08A8-3DA8-11DFEE170FB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1718446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1155-C204-1F7D-0044-6D2A2623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C91478-8EE0-56D9-C480-8494934ED3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13143B-C252-7F35-F06E-7075689A5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C4C086-E39F-B7ED-2D76-F682FED6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A7EB54-AC5D-5880-F5CB-C1A128EFF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6CD371-A5C6-46B8-7A8F-45E0D2DB89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F5E4F5-618C-D32A-EF6F-170C66E7EF3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2EAF2-B187-AF5A-0451-5DF1601D7B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4ED85-0616-0819-054C-3AEEB296978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6893E-9E50-CF80-5C18-B555FAFA316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9F34A-028F-D957-018C-FBCC9DB58B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7FECA-536F-DA3F-FA98-4024F97F2EA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9227FA-F204-1930-562B-5A87C09E9D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87343-35BD-1BF9-1A65-12206A6CCF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3AE62-4465-331D-5765-39AFC4847C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068A3F-9EF1-B439-5950-01F22F544E3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706EFC-E525-800B-B277-DFD6573DAB6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FB4F60-9E22-93CE-B32C-270F10F6D17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DFFC2-AA0C-9AA5-1B01-666954227D9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E3043E-5979-792B-37DA-003FC438200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1B3C3A-40E4-9CE4-1DBA-9DFB1D24164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43B568-684B-D618-3367-A40DFD46582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F10BE7-3032-AC16-9F45-5616793CE1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3AD881-2876-1E05-A97E-820B5140A80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F4F017-5B03-4EDF-78CA-01287ABF9F7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533DDC-4A5B-2050-D392-11F5B697FBF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91F2BE-34F1-2A1A-8378-294162C2B43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E272F3-00FD-C4A9-CCB8-EB1861C8B7B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DE3E2-9E94-B3CC-150D-8278EA257C5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7C99AC-AC4D-55C3-FA71-92578EAC1B6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7B236E-8D41-844E-D2EA-352EDF66701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F2BBB5-C7BE-9202-D96D-4EC727AAF92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D7C53E-093A-BB97-807E-04669996818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34203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7FC2-5453-B2EC-9105-F6E14A2A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FC8D2D-08FF-9A7C-F217-35D73A9077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note 56789/56789/46789/46789/456789/456789.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E79EE8-555E-6C4C-78C1-8DC82EF3F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49F3C1D-40E7-EFC8-DD16-00BA95DB4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A10945-A359-C4B4-70D3-FBBB2D765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C42E41-04C6-5ACC-25D5-5090229F6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F7DC56-84D0-BCAB-A761-CD6C50BE3EA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910DF-45D9-56FE-F5B8-C6DA0DAEE30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9739E-AA03-C4EE-CFF4-4B91A6B4838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5B4F3-4892-C79F-F6C6-AEFF62B92BC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0DC63F-BEAD-909E-3D5D-ACCBF239F09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ADEED7-FB78-C559-AEEC-7BAF15786B1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06FE99-646A-DF55-1291-B175F942A83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7FFB8-3797-5534-5D9B-F98CEDB612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59B59-E7C2-AF29-9972-F3E45B4D07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B250F-5DF3-D04A-6803-B85FD383A6A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9FAF5-048C-21F6-A828-2264DDE05AC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E85FD8-9646-F180-FF2C-86C7A1D9E65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EE4E83-67CE-DBDD-95A9-8230A8A786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9F76D-7290-654B-4ECF-7A062998E92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F09F84-5E13-CEDA-623C-DDECCB96E2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66FA18-2600-5A70-CEF3-C8767FB4D80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484F05-A769-2969-A67F-4D637DC10BF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2FED6-A8E6-7394-532E-6744F6BE523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0ABB3A-1AE1-0581-7CA6-4A8ADD0443F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2A9400-30AA-1EB5-3AAD-53F6E31619F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AA14AC-DB01-BB81-0E63-86B29978BD0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3A10D2-F9B6-9EAE-8ACD-2ED7D31AC66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6A55E4-617E-C94C-49E0-74722CFED94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BFA08A-8058-E6C3-688D-9F3C0774C7D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A4EEF4-81A4-B731-B61C-AE8745A5149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672FE5-D1CE-B052-0F9C-2F6E0B731AA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A1B58C-0D83-E58A-66A6-E5EB15427A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1E2453-B071-C511-818E-C487009C216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96683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6441-10F0-9966-CEBF-107E22B76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942388-FB89-5B08-587C-0A10015E4D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5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0B3986-4309-8FA5-9DFF-0A0B8165F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795A86-2C68-DE57-C941-D8AF1BBAE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53464E-8541-2DE3-9201-E52EA782C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E73FE5-BBEE-AE40-E98D-2596162B4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4DB998-9F02-47F9-CD6F-D604A6FC2E3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398C2-8017-5361-9797-0FF359D1312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47A83-B5BB-0D2C-A31F-8107808DE68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71663-15BB-1E7C-A332-2557DBDB035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95EA7-0FC5-9B1D-123B-8CB2607E907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B6D6A6-E1EC-A53A-E897-00E09C7160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AE88B-7584-98E7-8C02-DC3806A9684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841FE-E4B6-5B71-3B8C-8B2B9C41205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8F3A4A-3953-0575-A6A1-7ED240183C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584F15-A76F-7848-D645-51F8F3C7E95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6F50A4-286E-7C94-F234-E170BA0BB5F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C4566-9579-0CDF-A8F2-DEB1D89291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108FAA-1F0A-12C0-5652-16F658EA6D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2A796B-6B16-8721-1433-C013A2C698B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5E0284-88ED-D7B7-C517-EF1F2B2DB1A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4B4FEF-F9CE-0250-E8D7-3750B7F5DF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551A4A-F42C-22C2-3426-D6CA024C2D7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9899C-43EB-86B3-5AA8-1508C15FB74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A50F6D-0785-0E26-5AEC-9227DB1BAC1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FCFB83-CB77-F2B0-BD5A-D64A98F7EA6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09ECB6-DB55-8A30-C8ED-E5409C63B2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7762D5-42EC-F03C-AF8B-2D98A6CEB2F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3B010C-D567-D671-64FA-47725BC86DF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07E7C-B61D-55AB-F945-CBCD2704B87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812F1-7300-EF7E-6071-4BE2DCF89E9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43B9D-4207-713B-7627-C702B80050D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212D4C-7043-F79C-F3AC-9B41090A935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9A2CE4-69A4-E695-8785-54B63864ED1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85718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58D4-F6D5-5260-B296-B74FA62E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24AD18-250D-0492-9E2B-5E589B7C34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[34 in 5], 4 is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9CB30F-BB04-20F2-AF0A-478DE85E5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0AFF38-B1D5-D881-A278-A99455284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372F89-75E0-AB96-6E2C-327D28C96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6AF277-FB79-81B0-AEB1-2E3AD1E24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26ABFE-95E4-A642-19CB-934A94C6A5B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33D0C-4E17-0399-1D3A-4B33533988E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2E259-1FF5-3B87-9740-E2366A29AE9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FFD72-8FE6-F2B5-755D-AF8FB7D933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9454E-84DF-3014-8DED-884AFF09D7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B4394A-5840-9143-8D88-CD6C49A2DF0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26FA59-C973-FB47-009A-C7433661CC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FC66E-9C01-75F1-CA1C-0B204E21308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5E3AD-C938-95DC-219A-6ACBC29C3C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8843F2-70F3-F5E2-4394-7620A7C361C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56CAD-74FA-C01C-26C5-D8F74B00E68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C42AF0-8A60-8CC6-8762-EB384A52B3C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99413-CCED-40AE-FBFB-FB1F992D99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A3C2EE-3C2F-53AB-4141-CB2CF350156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D99C2-B880-7C08-4B1F-F45FBD8218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94BF6C-D9FD-95E4-B50C-FBBB6C37AFE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94857B-B601-A935-D9A7-F8E40366348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BA6A86-7930-0082-253B-E26B459557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047880-5FF2-EF12-15B2-F211CD54024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D1016E-D5EE-AD37-2D7D-9811136A6F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3122F-2710-2766-DDBB-6366ADBDAD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0CEA29-24A8-D0EB-9AD5-206C379E8FA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CD14F5-C632-4F32-B84A-A70CDB19E4F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C514D8-BF32-3A2A-25CD-68F1139F335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B4FCE4-0A8C-D7EE-6058-E742B390518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DECDD9-8E1C-C9A6-5B07-642C86E97E6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039D09-593A-44F8-0768-CD16CAC31CF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1D54A9-1A2A-F60D-9DAF-2DCD99637C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283618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36B4-D45A-879B-3599-5E465433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ADE3DE-05ED-C769-D9B4-33666D6E1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 (note 6789/6789/6789/6789 in Column 8).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7629A8-62C7-00C5-1054-951FD5191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4A742A5-319F-B43F-581A-16F2AC8D2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6538FE-F5A3-503D-9E49-CC190F17D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556BC7-261B-5000-EE02-008D266D0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AF995B-F83A-35E2-8AE6-E62A32CC1B3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92DF0-CDE3-4A1E-7C27-C2A1FF52ECA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9242B-01FB-AD1D-B539-15A067DE976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CA02A-AA0C-4F39-F3C6-5A41005F47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6385E-ABC2-C789-416E-09733A2F05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000D1-8725-641C-13DB-DDBCC7FA8D4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8309FE-FD3B-7867-4D2F-DFDFB13B45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22ABD-DA30-68AA-423C-3BFB2268EC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DE62A-B537-E5E2-677D-89B06878479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5904BA-A211-570C-1B0D-B7A4CAD1746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4EF8F-E16B-1C43-CFE1-BEA248D7486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9BA34C-A044-0525-01C8-35282BCBF76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025DC5-0CA1-DADD-FF05-98F6B75A4C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EB4BDD-1A43-6784-0BDE-8E0D7B5E5DD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83899E-3181-966B-16ED-9F93908E442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F82FE1-118B-5E0F-AF61-C99B1D6D3C5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4F4BC-2761-3E8D-0C64-2F1C6651CE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8D49CD-4280-08A2-908B-80D8D4F8770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7A716-C046-7822-38FA-4AA50DE7F0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B9630-0182-2FF9-5310-180CF85969A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FE6552-CB68-1051-97F9-A0564960E8A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CC96C-52EF-EC5C-C8A7-3A37C6674CB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585200-AA6D-F411-C142-3291C831141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AD1B35-5FE3-A51A-91FD-23A9E446C69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256EFA-527A-9F7D-12D9-EEAA4F7DC33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0C4B7A-C103-09C5-B880-7D9668747FD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15AB3B-6BD5-1704-4D2E-3F4CC0DFFB4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07ACB8-E170-EB66-FBD3-ABF8396689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71894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176BF-ADA1-64EC-62B5-511B51AC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F52B3-CE5E-61B2-50E8-547DCE467C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[16 in 3] must be 349.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429CE6-AA90-E3D3-2BDB-46E73D3C8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931CF9-C5B5-B9A6-BB27-847F8993C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A2AE10E-55D0-7CD6-FA39-E6D9FD263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B7D045-6EF2-6342-C644-1B1392182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853E17-6599-4A12-7005-54C66CE942E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CCB66-FE06-F72E-ED27-5AC61ECEE99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CEA9D5-8D3F-871D-5BBF-F8613714555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B1852D-0AF7-2D75-6D4D-A8C60BE166F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7A79F-90D5-FE6B-F4FB-527C64C62F6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E6E72-5E15-CA3F-BC6E-0112DB362DA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E041B-CB97-B00D-9EF2-B4BAD7473C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907F7A-357B-7609-FE33-22CCD6F7117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A41E3C-D01C-5A1E-3E2C-E9323FAF6FE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53CE9D-B13F-A542-4F49-744CDAB7A61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9579FE-D69F-0E53-2F6D-D37BFE4C080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4C54F-71CD-E2F7-1DC6-CD83D6CADB0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119473-AED6-7330-8F77-8B873CADC96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79DDE9-E161-76AD-0B3F-40A3163FBD1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8AF1D-6850-A8F1-FC37-1D8E6CD6CC1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32FEF9-8B9B-8DB1-AF37-939B6C2AE45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17C90B-8B3D-2661-DD7B-5D68CF8DB9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C657B5-C9E5-643A-05BC-BB60F7C840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247E68-B3DE-CFF1-792D-C036B9D6101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801C5E-39E3-F514-4D06-98944D879EE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0F46A-FFB6-4A9F-59A6-BF86F80033E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CEF7B9-1BE1-B550-33D5-E06FEFB3DF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CB2D6D-762B-7461-468F-F6DF17DF602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DCA18-C74C-AB93-D3B4-A70C97CCFB3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EFBBAA-B009-95E3-BB15-6171AD9E06E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80FBD8-BDAF-FD98-D5CF-0CC00DC5A38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D4DD79-191C-1DBD-ED3B-BD06E14D68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33179A-E9F5-978D-F4CB-3914A0DF344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D494CC-D0D5-C6AB-A8EB-0DF8590E1B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7478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1EEF-6EA6-3DB1-475D-FA9B27A3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EB5DB5-E603-99C5-38EA-344596977A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93D3BE-4609-7E33-673B-8FB689019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95E0C8-6E10-7CF1-5362-BF7C827F7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3D42F0-0699-A356-EEC9-1A1D69331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836555-FF81-B861-54D6-3BDCF29F1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4747D5-3B24-D0F2-ABAF-9F35B424CBA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7DD21-CC12-5461-0457-2509D22DCB1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38497-0A90-C756-A5F6-F66AF79A85A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A81AC-BE9E-31A3-B3D9-FF27BE57273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C8E5A-52F3-1AC3-4016-D467950893C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34F298-759B-DD59-ADCC-AC7CDA2228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D91747-CAAD-809A-D279-92578DDFB5F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582858-38F9-1BAF-BFE7-1EA5E9C4B99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BB818-8510-3732-E8C2-C27A4DBBAC4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38B43-4D8A-8404-8F2F-682DB83D092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6BFE9-263B-9F6C-F09E-29D09F69625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6B6D1A-79C5-613D-32EB-2C2416EB88D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518F97-E6CC-94CE-124D-BD80638781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D860A8-E4A8-8CAA-82F5-F975C7D062D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9BF3C7-D0B5-1D4A-5767-3EA813E6267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3C36DB-2858-88DE-0853-1BB845F53BA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3707A-FA4C-C37B-0254-C5E9A28AC2E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BE1239-15FC-EC67-E434-4C1051A61B2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72D38C-788E-B96F-A9F5-6664AEF877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F835AF-3C8F-28EB-9AD1-B27BB19E89C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560727-75A5-2E3A-C068-15E7C37D27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CC9C8F-3357-9660-FD28-6B4B8E4A824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D65B09-43C6-97D4-DDA9-ED56EEAD648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D24B0D-2576-7507-2F37-8B6A2265634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243744-A078-E90B-F019-07BD478AE55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6110E4-E9B4-78CC-53D6-257722B5FD7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E9C699-983D-CC08-62FD-F13DD65A6D7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5439D3-EACA-207D-F26A-84E97E245B7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1D84F4-0171-B48B-6CE8-664DC62DC36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58110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35FD-1454-1959-3B7D-263DC35F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AE2058-F21F-A5A8-9ED3-486F477E9E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[11 in 4] the 5 must be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3DA1E4-0917-5D2C-58FB-4A7D84FD0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5901D04-8603-16AD-0F2F-B8468A6EE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11FA680-46AA-3749-5F2D-48890ED43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E7FB4C-CF28-68C2-C759-9ADB87CCA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B2A180-7F0B-345E-0759-A251B167A99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A3DA0-24AF-7A8D-50F5-95B3BB8E89F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0EF36-E9A0-996C-0877-561D00D6A02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CFA08-5F30-B09E-F391-89A140F059F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D69A4-8006-0534-6C54-AD2F03E2D2D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91A39-4289-D205-62D5-B0499F31688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AAC24-5975-1F2F-E5AB-113107C861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09C09A-6FF1-A76F-5672-BE338FF3E1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49C5C-5381-CEA1-F7C1-B15ECE7E558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E31212-8A08-81DC-B86C-6775DABAAE6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9CB292-A9B6-8E74-3BD6-EAF607C975D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8400C-3325-83C2-82B5-5AA1F0F3EBE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CD86BE-7F22-3B99-1B8F-E59721FE13D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E3D13-E455-B871-5E24-7DA7879BB3F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315288-70F6-6073-2999-15FB535F191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C8DB5-4C9C-CE1C-A0E0-9EFA0A2F5F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4AC37E-CF56-139A-B126-A4029DC3AF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5575A7-54E8-F851-569D-77F174F8015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F88B56-5A04-D7B6-4D54-0AF3D697D0F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781940-0C68-F34E-C8D5-15A40313C4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4EB2DD-8961-DE54-7586-E025003E7DD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104D81-F512-E92C-6FDC-C42E1B6E53E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A1A3FB-9F3C-A65A-4FCD-6ED0E0557A5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543D6A-A941-CCAD-EC50-D1EB21F1F3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BFC71D-EF9C-4E34-F721-63CD23F6239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198A7A-DC4C-69CA-A824-941B30F0519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F8F969-9999-A6CB-DD4A-FD36C3E6EAC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F8A092-C008-D1B1-6FC2-A4FBFF9DCB6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9131E4-53E5-15F4-2591-578408402F1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77656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5BBD-0051-2FCE-8811-010996A5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D12A18-6961-AE17-F6E7-0AA3FED31A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B95F59-85B4-318A-147B-7B21C00B6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88355C-0305-2AF5-0AFF-92DAEE73A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AE33E6-8B18-2FC0-ABDD-8D19FD488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3E4F16-B98F-7EAE-DE3D-41A01F30B5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674B3-4716-7E46-3D57-F27CBB5B04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8FBA0-C596-D215-A25A-200F4C8CBAB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7E94D-A177-06BD-599A-F4D5978A942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2D4E2-5047-23D8-F398-0EB1359284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AD83A-75C4-40C0-525F-A2BCFC6BA1F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08082-C602-7B2E-4137-41930B9D064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62DCCB-0F5B-1375-04E0-E36EAB5696F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93AFA6-D970-7D02-026F-99AC560D873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864D41-7191-5237-1414-355B81B351B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708115-8229-4555-A9BE-7D72618DAAE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5F5934-19C2-0929-EE5A-DC7DEED85DB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D01D74-CC95-FCCA-771C-74D4E7171CF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DB10FB-7E19-6B1A-CFD6-1FF99EF7232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C4E0BB-9506-8B86-6A7C-9E5C3516E70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47A2F6-C79C-36D4-F89F-89DE6696582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2F8BB9-1B98-0AA8-D99B-E90B2C5AB91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1C8720-94E9-C67C-A51E-83A51A76904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0BFFD-BC4A-09B1-8C24-BC737984286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D29A10-BFCD-6E83-7911-410F62DC85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DD7E30-DE35-6932-E427-B090FCCA0FA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D643F-24F4-7429-E27C-82C6B5925E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4CFB80-F71A-B4E7-C8C5-87A5A2ECF94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B896E5-7664-A76B-F77C-E80EE9C2DC9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C3AC67-AFC0-8A31-2167-1B66FF4094B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1F1587-A13D-D57C-FE80-94C3F7D12A1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4472F7-E8DC-FD7D-A6EC-E89489C1959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B81AD7-C40A-1B86-3AAD-25443373768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688CE4-F9BF-6084-23C7-60536E1F2D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04062D-EF5A-2F9B-8AC6-E1D856A819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5CED2A-1EC1-21B9-08EA-200BEE88334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</p:spTree>
    <p:extLst>
      <p:ext uri="{BB962C8B-B14F-4D97-AF65-F5344CB8AC3E}">
        <p14:creationId xmlns:p14="http://schemas.microsoft.com/office/powerpoint/2010/main" val="4107501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85DC-55B1-59CC-67AF-3FBA09C8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3DFADE-B49E-0F3C-7202-F830B7707E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5] cannot contain 9. That would make it -&gt; [11 in 4], which must be 1235. The 678 cell wouldn’t fit.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15B1BD-442E-AF9D-D109-BCDA6A2B0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2B64BB-8060-4E8D-1717-4CBD37CB9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F1C49F-1C3E-D68C-0FDD-9408E0574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97A9F1-88A8-E8D0-FEC8-D4A02C1C0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B6D33D-7CA1-3662-8E1F-0A0B4725349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A43F9-A44F-FDDC-6E54-D6AF07F7B49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1169C-D66A-D364-ED3F-781116A3287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3A1D0-64F1-EF20-631A-F46997E96EC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3DD65-A5E9-ACFF-74F7-8771DF31255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8E38A-5A23-DEEF-2404-ADEA773BB50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1C7F0-BC5A-4E62-32AD-81CB4AA001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0230ED-EFAC-DA0E-B8D9-FE95E8C9C56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C985B-C420-AA29-F0B7-04B147C38B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0A6D57-A505-8081-DAC5-49FDEF1C14A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B8CCD6-A28D-53AC-F57A-1CDC35554AF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8554B7-72A6-6445-7424-463FF3E1E45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1DA562-CD83-3C32-D929-D23F1E4C4F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0F1F6D-13B3-522E-C6D9-F44987D982E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ADBAFF-7B14-074B-140F-2D856080B03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69897F-CDA8-69E3-139D-ABAB98FF6CC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DDAD8E-8E59-398B-0E86-13EDDD500D9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9CE189-CC7A-3E4C-4305-75B78C6DDAE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EBBB31-F6F7-1F90-BE5C-01A383F5DF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53C0E9-0C01-2DD5-1832-CEACE7B31D5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71D96E-98C5-2CD8-4DC9-9C36075D14A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AC196D-677F-FF5F-261D-FF01DF2E0E1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269A18-B800-57D1-6D01-2C8DBBFA181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874410-C3CF-FD63-F688-D25AA782E58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455B61-FC65-6913-D81D-AD649B71BE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F69136-50F1-C9C8-DEB0-B540C1EAB7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C8270F-1D77-A521-FB95-FCF61416E9F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E453B6-FCC7-6871-DB47-9BF71587788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9AED14-915C-ADF6-32A7-408FDFA6CA1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DAD0F-6486-077D-2D79-451D1C622F7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</p:spTree>
    <p:extLst>
      <p:ext uri="{BB962C8B-B14F-4D97-AF65-F5344CB8AC3E}">
        <p14:creationId xmlns:p14="http://schemas.microsoft.com/office/powerpoint/2010/main" val="327048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9E8C-A640-390A-EE31-4DA407FD7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1CDED5-EF22-8462-F6CC-210BBDF566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0C4AF9-F7C1-9D16-BBC6-776F7613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4F1668-5900-FCAF-D93B-C95991400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E00C37-BADE-ED68-94AC-F225F67F9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8C03BC-5518-E0B8-BC80-822B4C620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F654D0-73C3-6765-B668-739311A1D61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BE29B-B893-F9AC-D6F8-0F7BB19489F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0CA9F-B061-651D-FDB9-18EA118E730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7657BC-FDC2-7C0C-56CC-0871FA7490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435AD-3189-0003-2F54-030C3ADFC36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0BA2D8-C668-F119-C657-D03DE82F93B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A87575-43CC-9713-D915-819C1DCAF17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681873-99F9-A12F-BC85-E99C9981682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2D7626-97EF-FB2B-CFEA-24134D0BE0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BB766C-8D3D-8B02-D7DE-552A656E453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90432C-292F-54BE-D07F-A8E2FB13100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4C623-1160-7FD4-63A1-39D4D986BC3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891466-102F-CEEA-0DFE-2DEEB066014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221544-4873-FB57-BB3B-56BACA8BAC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083F8-F03E-A292-23DA-BBD686B901E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39543E-4124-9AE5-6289-394A1A5EA15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7283B9-2119-F6EF-8193-5C5788EC58A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0FD66-6E7E-5C23-3EF8-C5E6044650F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7D73D8-2F9A-9EEF-C2E1-F1FADDB1DCF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FA6CB6-F55B-C1F3-84E7-2B8BA111F1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21197F-5A29-E12D-633F-F2DC0F1030C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D2389A-BA21-693B-85DA-DCA11B1AA88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611FF8-5C36-E1BF-313F-A697588D06B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ADEA66-D051-E3A3-320A-40D2605897B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AA2736-4928-43C0-4660-FCD694D2F1D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EF60B8-482B-CED1-6BB8-4F00CC0302F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90F823-453F-0075-B555-B15F9810F27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681E32-8319-C1F3-F782-B91615D2A43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46F90D-30CF-0661-1CD2-DE4D28F7216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694499-E486-4E3A-ACA7-9BA10B3EDD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6899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46D2-AAA7-AC6C-9524-8DE40B4B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2C5994-B4F9-CA7B-A606-43FCC78F18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251656-D9E9-7A71-FC37-F41D8FA4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61493A-D4FF-DBF7-DEBF-6B7A90E08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124A8B-A59D-E450-DD34-87BEA8C2AE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ED36FD-0281-A2A1-CD8D-528D0CF36C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A21C42-48FA-711F-CC85-9E4A9E7500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7C85C-9D7A-D982-180E-40C4E9C0AC9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193B3-16A2-BC6F-C0E0-F726F5D211B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3C110-65FA-6DD2-8638-DFC57FA9C2D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F060C-8EA8-6603-1305-632E7C11036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3F8D9-7BBC-A78C-501C-44B781A5864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39DCF-BA12-C5BA-663E-251588A0B23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761236-2C2F-B6F4-A61E-EDE09454C2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2B1FBD-234C-FFB3-883E-C0313AC310E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32B73F-D32F-9661-1853-6704D4AEF33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9B1451-F16B-D888-3E8C-2001EDAAF4E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CEFC0-2B28-8E0C-B33B-C4BFDD6DEB8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962C3F-61FA-F29A-DFF1-1A18CD98BF9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11F9F4-9565-B423-A6E3-FEBBB0CC348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59498E-D629-02D7-5AF9-5F5C7B8017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C30E6-1398-DC6A-0C30-0700E9D020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D38D3B-792E-5A85-511A-94BB342AF03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1944C1-7B94-0BD5-ABC8-29F7FCE62BD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3AE20D-CE52-9241-EA71-C3D4C1461C1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98929A-4973-31F1-290C-8DCB20BAA88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5F1128-8538-E4C0-5DAE-E3718F335E9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EB3913-4468-151F-F884-E69E43336F7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7DF0B3-DEB8-19A7-7871-9ACA6E504EE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CB1483-C5F3-C066-19DC-35C18A900ED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9849B3-992B-827F-31D9-40E76F94B3E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9BD120-DE92-8832-6636-3B1F586B1CE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653E65-E0F9-7993-C977-F7DA37DD8AF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B2CA0B-E7E3-90C4-9939-F62D5EC4A6C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64CA56-A200-E63B-C749-53A71AF102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5F248C-23BE-6A26-1736-890E92C044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19577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F7FF9-7284-D422-9334-3206502F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9E4C1B-0BD9-318E-484E-8C6D9C2A3A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5] cannot contain 8. That would -&gt; [12 in 4] as four of 1234567, which sums to 28. We would have to drop three that sum to 16, and that’s impossible. (567 = 12 is the maximum).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D6FF08-C62B-E023-E337-C1F7E690D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0117AE-3166-DA88-A172-EDCD88219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0E14771-E7DE-2A9B-40BC-55D67194F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425088-1FEF-8BED-C5D6-C274F914E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86AA09-297A-29EA-E916-89931DCC605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E6C2F-E082-967C-EB06-955A07BA5F4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ECA0A-BDCB-C72E-315B-65435F33B41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95ECEC-8CCA-37C3-0999-09AE99CDA79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412BD-A4C4-1245-0301-A24FFA6AC6B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9A809-A2C3-F866-E455-1DB072D0AF1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BC768-BEB3-B6C5-C9B4-997190AB121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0881DF-BF97-765A-56E5-CAD98AB6F1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2350CF-A9C1-EF11-7758-FF11DA787A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82555E-8EF2-64DA-8EE6-BD6B4B375F7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495AB-B2CE-9A74-13ED-C6B00A43F52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52A94D-8004-C182-D887-F180B0B95FA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1F4A6-948C-6B8B-5A00-6A47D41AF20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84BF64-6705-F6E1-D5BA-7E8F39289B8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69E3D6-DE7B-E465-59F0-956FA89C1BB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30D57D-FB89-2B22-E270-E373ACFE460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49A5E0-2608-C279-9190-21AC1482E3A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1E1B8E-B7DE-29AA-C028-FB29A5EC3CB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C21372-A296-83A5-350B-08C8F153E8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E26DD4-4E40-8ACD-8ABD-DDA7A470D9D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C1F028-1F7F-CA77-4696-38675BF140D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840B16-06DE-B3BA-4333-577694C34BD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ED5021-29C5-EC9F-B81D-6FC85A8F20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94D453-5C6D-463C-457A-BC999D8CFC9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BF3A5F-E13D-525E-08ED-900E68E159D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524290-A736-DDCE-AD31-185E1D0C811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74EEED-16EE-5A3C-2BA2-E59D069B1F2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B4B3A0-1CA3-C124-DE67-F68816BC855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196954-FEBA-7BA1-F8D7-E33B69BC28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170F85-1873-22A6-86FB-0BB75598A22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9524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28E8-0716-A1A0-8AD8-1120859A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5B6728-6C96-B23F-7B22-78F826F73F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E3FB72-719B-66C5-0BBC-3CEEEC58F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BD986E-8505-DB49-3709-20455EC75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22FCB1-AD2B-86DA-4DF3-69DDA76D7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9CE6D7-3312-C8CD-2B35-760796575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4FE26B-69CD-2D61-B276-4AA219938C0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CA2506-95D4-7A45-EEE3-36E2F359F6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8439B7-9C73-2952-6F14-5BEAF6431B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CA4B2-0031-5135-32C4-918055C87E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71C4B-28C9-A0BF-36D2-2A8E697FD56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758407-17C8-536E-803C-B7CB6312FC3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730DC-DDD4-076D-6591-51C2B4A7A61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0C5D5A-D96D-45A8-7E01-D134E640E01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1CE1B6-368E-4D45-31BC-BE8698D01FE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8B285-3B55-AD46-3E99-9CE9C4F8830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AF3FC6-3893-301B-BAD5-070CC1CFA8B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7AFA73-92FD-7716-F0E5-B55D7D64407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2E0D3B-E5E4-FB7D-EFF0-838DA6F296C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8F94D5-38E7-697D-5C6B-736854E060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159479-C850-B349-7F9C-6121FF9A4E4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14955E-E3AE-B2D9-79EE-F5DFBEEFB4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483032-0283-F9A2-23FA-3932530022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7A231D-6518-A28E-BF26-40901DCDD9F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565661-F110-A904-DC0F-5BCB2179482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16AED6-ABAB-416E-679D-AB2D134F972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429550-64A8-5046-EBDD-D9AE2EA4E1B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0C4F54-2A05-62D3-9061-5F038287176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CFDD25-E68A-F8AE-4F0D-9EF049C7920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568424-CF07-60F3-4BD0-5C9345B7F9A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A0250F-A54A-184B-B005-C5E32C60D37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7F6891-55EA-F3C7-81E9-7531DDBCF2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ABD226-AF7F-F67A-4036-FB65CAC5D40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4AC7E5-0C38-A43C-4425-815EB5278DC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E1839-0FC7-9067-FC71-2E21A3C9B19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CBF618-8CED-8095-2802-8BB289AD4D6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1917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F3CD-CCDF-3E2B-6F9B-821B3215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63FE17-71F3-D3EA-0979-82B8D5ECEE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84DF7A-3D1B-C7BF-A18C-8519D0EA1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1DC053-C51C-D9F5-B060-1503852B3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1219E1-3BEF-7C65-60F7-A83586050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32938C-6F0A-4183-24F0-09B473697D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E8829E-1356-4AAF-63BD-817B57BFF15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82A52-9BAC-BEAD-F0CF-B39C0AB43AB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B42FA-BB03-82BD-96A6-706ACD65001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5643ED-9CAE-167B-0056-0458BBA2788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A1A294-4657-9212-E142-64BE167E104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807EE-D4A1-683C-C22B-50A42CB4A44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6F424-55C7-0246-84CF-D490C8836A3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9FFF3-2945-7351-AB0F-3D66162A3F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B02DF-D877-BC51-21A9-88CBAAE7C79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5E98F-7EF3-8258-E0FF-B319E9A19DD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BAE34-1F07-186E-E367-26E9E4EE70D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FC7872-670F-C36F-FC31-EC00C7E8034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B68EBA-5923-CB63-B769-4FDECEB5DA4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D1674E-5145-6050-1161-48FEE55E317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CD8E6F-E44C-3A30-A25F-AE2843473E5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57C0E-1080-5289-23FD-628D978853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E1D95A-223A-9A2C-DE6B-8AF18B9C37C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AB243-291F-0642-9623-6D182145D39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718823-1F56-7B3C-21F1-CCA4022CEF1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834225-BDCB-0BBF-ACE1-E4AF493BF2A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19CBA2-E3DE-7B3A-05EA-A5AB0A3E146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A20D12-3456-918D-726C-7725B920E90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A1DB7A-2BC4-98C4-6457-06A92502D4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BFFC66-2A44-9871-C368-BC5C00D4482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767E61-6122-7814-0038-B1B1CEC7AA8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0A6675-8005-87D2-74FA-8608387877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866C3F-C1D9-0085-619D-CAC44F855B8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BA5D0A-566E-D7AB-9D9A-5623DE15C8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2D3EA8-F649-09E2-AC53-7E44BECB1AA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79D1BD-1E49-C377-890C-68D0BD19A2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63701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A20DC-5717-00E9-72E0-89C43454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F134C-9A32-923C-F40C-24E486AE04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3574359-2BF8-D970-8242-0E92FE6C4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D0EC32-62E0-6AF5-8E73-DF2826317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9FA486-EBF8-EE8C-AD17-CC353D5D7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A1B0CB-F4A1-B94C-DABE-45CAB8C12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413661-94C6-47D5-BB80-4ECC6F32B9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F4E899-DAFE-725C-184A-BD5867D15FE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32FEB-3359-1668-A442-AA20F467E47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35107-6057-90E3-54BF-F7C3906B0FA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0F052-B1FC-C0D0-0B26-F1E1310F3BB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8FD59-0272-A666-B36F-5743773257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85563-D08F-E849-3F6E-2A7D111C49B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27F288-6003-50EC-D9BB-26B08A25506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EE35B-3BC8-F941-ACF5-D33CD6ACFED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C093CA-8B05-1693-41C4-4C217FBFD17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4A3BB1-F099-7EFF-0BB0-1F96574B36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FB9EC8-FC6C-673B-001D-24473894D2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45050F-171D-88E4-A5EE-9585E5BDC0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7A19F1-6D53-0EA6-C4A2-FEF831D9875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C3671-947D-30A6-317C-8E4233CE80F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F98627-9136-8467-2C8D-8DC97FD50DC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3FE98F-B3C5-726C-C65B-4DCDB6F224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1A792E-E817-E1C5-B8D0-16FD3892077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5E182F-7C06-C504-E935-C27D3F1642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8892C4-BAB6-0081-1D09-E3FF93EEF2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F1851A-2D1C-FE99-FC64-1955757AF38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B2C4C-EFC4-9DA0-ACF8-F3A24F6246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B3717D-FA75-C4AE-E09C-35E291E8446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C7F85F-8C11-1E63-53E8-A476D818258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44A9F9-D9A9-F9BE-18CC-FB4EC55F695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8890FD-0BFA-9510-BCC1-CE01088B15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33431-D222-ADA8-8F89-F1DEDFC1E28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CD66A1-3315-B476-5960-AA0B8E2E52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AE3B5-E7FD-8C7B-CE49-25FB97FE09D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3F93CA-88C3-7266-E751-59D0CE93F2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0098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7D0-5091-14C9-F2BF-1A0D2169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B0CB89-BD70-FB2C-4C5E-572EEBCC06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5] must contain 1, 6, and 7. -&gt; [6 in 2] as two of 2345. 24 is the only solution.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A53461-0F0A-3789-AC96-DA04DDA3D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4C193D-7A32-709F-CB9C-F805F50C2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F5D460C-656B-4BDB-0FDE-70745AF58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1CA5B2-154D-6AA9-7C95-3633E76A8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DBA4D0-B7F4-EDDC-4B91-D35240813D4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6E990A-93E9-DFBB-EBC3-E125140E794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BA4F5-59C9-055E-9F55-E814AF6D25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CD3BF-1241-201E-45E6-A0A46F8444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744C8B-66B6-E995-BF61-3F47038907A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319435-565D-39AB-70D1-AE6C1838FD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35B81-A4D1-514E-BEAC-621FFA78B77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4F09B-AB19-1B26-4A77-09238837614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193710-EF3B-2560-9B72-06B3AA3E9FF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485F83-CBED-00F3-1A2E-E39BC5B45D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68FAF8-2A34-E519-5A90-1A1184D5A01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06BC2B-65A3-31F2-80EC-BC51BA5D4F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D3AFD5-3A9F-6BFF-73EF-4F5309191D4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DAEE23-E3A2-D5FF-78AD-F79D19E905E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CCA10-EDB6-7F7C-7AD9-5CD15265F32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8FC02C-A8D4-4998-B2B9-77A346CF13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7CD8E5-4342-198A-2458-FA67924F63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0D4CDF-7AC3-F501-39BF-CAAB8826E4F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62C0A4-B069-FE29-D640-1A8294D4575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20CFB5-74CD-3248-5627-9954ADB5B6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75C529-E428-8B41-984F-5736A8799D4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0A0CB9-63D2-03FD-AC95-39C5FCB0D4A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020C92-0928-02A6-7561-671153F328C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4EC629-C71B-90C5-9D69-8CCF4A1D940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1768AE-40C8-6A12-452A-BA5B1022963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253BE8-162A-A7E1-2207-B9E7E704ADB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5888DC-00AC-06A8-EB43-269FF0E0F91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7AE59-23CE-D8AE-7C5C-3DF951BCA29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9C2791-838E-C4DB-CEAE-231A3B83D7A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8A85E-A1B8-48C0-19D3-3152381FCBC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0370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236EE-4B10-56FD-F4D3-8AAF8DD8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5C8C8A-88CA-97EF-A4ED-DB1D99A346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DCE233-E087-7529-CC12-BE1AAB3E6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B974EA-8076-8C64-11B4-F1D531EC4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F9CD36-B0D8-2B68-1507-C92EE914A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ECABCC-495B-62AD-9417-84F13BC5D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B99CCF-7A29-5A58-FF7C-0E24F079B0F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80B6F-EEF0-7C0C-9DD1-34253264C01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C2FE3-0B2B-23F4-54F8-B005ED5DC0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0035B8-BDD8-8172-019D-5255F56B66A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FE107-1B61-0EA1-D3B1-26010BA191A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C7E400-65C4-0314-BDF4-D918BD073CA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569ADE-5AB8-6F0E-ED79-0F310D3BB6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FD0401-AF7D-4567-7B65-4760F6D3333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3FF9A-8518-75A7-EC83-B74C596503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A8C20E-A107-B8FC-7978-3F53B636165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B359AA-B3D7-7601-205D-FA0C2BCCE1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604119-E11F-CF1F-5C8F-0699A239037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14F946-601B-C6CC-28AE-AA0ADCC09C0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BDAFE5-2290-D5B0-3DF4-5F77173FD13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71377-364F-5676-0F16-F9E7FF3BBC3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633CBD-EB6F-2A40-050B-FB08F33FD8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4C83E0-A1C0-160B-F161-1D65289900D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6354F7-FA78-94CA-2B53-F9E32005533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D1B26C-DEDE-A587-E7FA-87769EAA663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BDC0B8-6DB7-C5E0-5A84-2E80812961C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8F6CF8-46D5-D2BE-7D95-9EAC1E784F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C393BB-A3A1-5828-A354-FCE45D4DDBF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EFF732-5873-C828-E429-17E95A9A89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DB47E8-9A32-E8EE-4FA2-93E2820AF7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8EF4DA-7949-BFD2-9E2A-9AF946A4E06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00C02C-4350-DEAA-99A3-1CB26034FA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C6B849-B5DE-D7AC-F90E-CE3A8E35528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DA3015-35BF-856D-8382-DBCF8B4804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45B6E8-EC61-FE15-4AA8-646A9446E66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B58629-1A79-1FB4-C140-FAAFDA63338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2919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4C3F-83F1-2B03-FD00-C441726F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7A75F-9B0E-17DD-C0D9-3673DB2D50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[28 in 4] must contain a 9. 5678=26 &lt; 28. It fits in only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1772A7-2553-FE3C-7613-A5AA419A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21BD9E-B7C5-A972-7E66-1ED870226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AF0C66-969D-257C-950F-E5B4486D3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BE8065-3A07-4582-6D1D-617DE09BF3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3EA843-8DE2-6DD9-654D-C857FE65AB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82F00-5233-B75E-9704-6FA0C7F784F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8C305-37BA-549C-1FBC-486723DA594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539F3-41F9-D2F2-6D6C-F3173A265BF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6B1BE-C292-AE97-986C-2399B80C15F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60F32-50AF-6D75-083C-D7532FB4AA0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29835D-D85F-9FCE-EB48-8DD918F31FF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B3380-6FAD-7B98-33FE-0A1D0194FF8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B18AE8-5233-35A9-B9CB-FA5DE6E5014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59A2CB-4D6C-7E13-E0FB-060917D722D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EE9630-F227-84E0-99E5-C554FD098FA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965C1E-3B4C-D200-DF26-41369900341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948E7-02C6-1B62-6332-A587C27BE7E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38135E-4077-B490-5960-98FA9D1C67C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7A2480-3546-6E91-0E83-46F45E614A7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B9BC53-9DD2-9645-B531-8F5AD669AA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8D8D86-EC3C-3126-97D8-CF6F2C529BE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1843A-236B-3984-6C6C-6132D5BF968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0E527-D476-D173-039F-E84656E41BB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40E2E-EE99-6B4F-DE4C-947D1EB97E8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B0968-FDD9-7EFA-6AF6-5DC33FE3A19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50950A-9147-1B5F-7DC7-49D63877641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F5C234-F7CD-3CB7-9416-0EE5281C57B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63575-C364-4EB9-25FE-5547B072AEC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049235-41FF-8807-8FE3-DC80B19EA23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B41EF-6537-C6C5-EDAC-26217103E63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5087C1-9FB3-355D-2C15-D126228AA2D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5520E6-01AF-49E9-40FB-53BF229DBE5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748856-30AB-7988-D755-A4FB1C65DE2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A74046-8CDC-2F18-FA54-3CA5A88F3AA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03A34B-41C9-EE2B-A4DA-35A63E55AE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39269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7DE3-ED45-9B88-E83A-44FC7D8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10E0A5-A400-8899-3DE9-F5395C92F5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[28 in 4] must contain an 8. 5679=27 &lt; 28. The possibilities are 4789 and 5689.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C1CCBA-3190-B815-6DF7-CAC6EA623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9FD6A6-E911-400C-FAD0-683BC68A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1917B7-F0FF-A329-2C8A-112654A4F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1FEEF1-E303-A15F-963C-851B2BCC3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3AECBD-B4F3-D533-C6B8-170B3E28016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A47D5-E8B9-739A-1E92-3233F7BF72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20BDB-5973-1A92-9129-370DB79EF84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B021F-1BEF-9E1F-F047-2BB498355DC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6AFB55-4F84-1868-FD5B-88381A5C2B4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C1EF2-DE05-0097-F9BF-7C8567D50F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702B88-4F08-EF80-695B-4A0479E1621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42D4D-5B41-D1AF-E099-AF556E4CEC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AEEB20-F029-365C-510A-A10965530E4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8E69E-7C5B-3783-6792-7E8979EB4B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D077F-4542-8DCB-EEFB-EACE03C094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34076B-F335-89AB-877B-14AC65B4FDB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85A949-5F45-6A27-BD95-5EEF440C15E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095496-FA52-4CE6-2CDB-96005E374F0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52FDFD-629C-821C-2499-AE0C355E0D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2F075-ADA9-E3D7-2987-70D5C2B1DC8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8D0E19-BBF8-5FC3-2FB3-C2D129D3DB1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548B07-5E2E-159D-3DA8-24A825B6A94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5035B5-1A2D-3AC1-837D-281C97A5F9C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421539-7E65-A808-F5CE-AEDFA191310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0C35CE-B2D6-BFAA-B04C-9F8F82407CB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029E57-434E-7EF5-4F67-DE45D8FEE06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DB0793-83F3-A664-A001-74758805861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CC4354-AB3F-7A36-D4E6-D8E6197C924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8EE771-54AB-EEFE-44CC-9A25D7B72B4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7BF500-A8A4-DDE6-C432-61BF4CFD62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F4700E-FC2F-73A1-FB35-5F332F60189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A4F494-9250-2F87-66C3-1FDA14AA8AE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BCDA44-E026-D6D6-6F04-2E9F5B23B66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321013-56C2-0CBF-FDF5-EA7B2551E02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5F7BD7-A1E5-3D46-24A4-B927265F5E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F490C4-A82B-D55D-8D6D-EF60C524E67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B4E724-8D4B-0EDA-815F-7FE40FBE408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71EA9D-8B1A-C779-5800-38B7E738AB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2182764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EEEE-D154-47AB-2FBD-408D5257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67AA41-3FB4-25DF-6349-04BF489171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809AD2-8C45-6948-75A9-4604B5EE3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C722D7-0052-FB69-A8EB-DC621ABB9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4AB735-AEC7-A55E-481A-7E8931D1B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521107-F6CD-4AF0-730D-B123742A9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30AB37-3B8F-E03C-9222-50C6FDF9A72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11B07-015C-9A3D-2C1D-F02AAB5105D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BEC48-0FB7-06E3-FDF1-E49F5A3BBC7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E4751E-676A-EA45-C37E-A022A65791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46A7D-EA83-EDC1-8D77-971FB49BD29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F887A-FCEC-D4F2-D5A8-0F31FAA941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AA363A-6ED3-10BC-433A-85B38CC878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1F65E7-DF89-3C11-8181-3315E61C6E6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0FE15-4391-842E-7416-4EC2466CA44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73F89D-2FDA-C115-F0FA-E7C129D0FBE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A0355-A300-4690-78E6-9B231850962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D009C-9F00-87B6-FA52-824E83806FF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7D152-008A-BD42-8DFB-F0BCBE12967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E3BFF7-B566-D9C6-28AD-2D581A0E1C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8ACDAA-0FC8-1358-AF93-4C018622C1B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1CD65-93B3-1381-E564-FCE4798E16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BC7D9F-2AD2-0F57-24E7-CBAE10BBE20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E4D517-8363-2534-9505-DB3F5F17150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B95849-53B9-17CF-3E3F-495A12D5AE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7CE330-788F-A071-49E1-5F9F6BBEBBD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A49271-0016-B3A3-14AF-A390C751AB1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6B3654-CBD9-9CF3-0DA7-9D29C51C7FF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79FB23-ED18-2CAF-398E-1554CAD8930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7A4061-096B-159F-E15D-07526B6F443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9FD0A5-F74D-A03D-F49C-B75C306D85A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770250-4397-3F6F-4A93-FBE8D00949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68507-E26D-19C4-42FB-70DF263D190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611A7F-2C8C-9D97-BE12-65EBA20436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2D955A-EA12-A603-5130-6176AAC966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51CB2-152F-4730-94ED-195C8F7D6E5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42F3E4-9C99-99E7-FE5D-28E65544AA1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B4B154-DF5F-8274-B30C-83A0DA6584C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EB8A24-AA0A-1840-EFD3-BD5F61AA98B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1E66CC-56B0-582E-7325-B0B2977E02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</p:spTree>
    <p:extLst>
      <p:ext uri="{BB962C8B-B14F-4D97-AF65-F5344CB8AC3E}">
        <p14:creationId xmlns:p14="http://schemas.microsoft.com/office/powerpoint/2010/main" val="2592280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4B40-E7F3-4140-9399-73CE8512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081661-30BB-B282-EB3A-736E8EF4B1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upper right block (and Column 9).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B54C97-CAC0-B98C-C5C9-805C9C133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2F8502-22D6-C906-1579-F04B9A702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BEFA4A-B8DF-5C93-4562-79C11B44E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032129-C984-0FBB-E2EE-7F15486C1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6E987-18F6-ED86-6D56-A5926639AA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4E823-7AC9-8CDC-2B52-49C1288A5B5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1E463-B307-5EF5-4A4E-112EC88AAC3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B68FF0-1A59-C979-67A5-F838A1A952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CEE24-C0E5-8ADA-4B70-9FC41860D2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5E3857-56F2-4CCA-0A8B-8D857590607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C46D2-6BCE-13E3-39DD-8DBB25A3813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938FE-12E1-C95E-933F-7FF6CDE1DA6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748AD-4443-BF53-79AE-1B3B66CA85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1A9D8-94B6-80FE-D7A9-5DD0DBA12B5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117E20-5E14-B428-36C4-55BAD4B5BFF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1C146-A047-3666-79BE-3BF01B25B88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38F004-8EBA-0C23-186B-20534BDF770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D2836-6781-D164-BABD-9FFD60B862F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D103A3-4539-A78D-187D-F923C8CCD40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4E4F0F-31F1-B48C-F2CC-872720B2187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3B2889-2802-00BC-5A9F-ADDACE030E9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54E48E-30DE-0002-CBD9-549D9BA45F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AD892D-A197-0538-6AD8-3589CFB5B60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E86CAD-BE6A-4620-4DCB-76B4CE2129E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23C82A-FC28-BC45-1CFA-37080F9258A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758F68-46E6-45B2-B92E-EF297C3F5A9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1A4D91-59B2-C7E4-37A7-CDD8D82A2A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B81F8B-22E7-B2CD-EB14-87821770294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2F775D-9EBA-CE39-B0CB-F0BAEFFBB2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CB7F1F-A378-8B2F-7A99-434835091C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298FC1-82A7-A192-413F-FAA9C8F8B2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CF08EB-06BC-6FB0-1A79-CB9FF5C3C20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E21DF7-0A52-E8A9-0AC7-2563F2C9944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59D630-52BD-8B44-FF82-C028AD52200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96EDDF-E41F-88D8-79F1-9427D5E9187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00E37A-4DCA-8529-5912-C240E307C79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7F2209-269B-B345-D595-204FE6B2420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D6E7E6-9940-98D5-53A0-BFC9CB48C2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19273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59AC-B00A-EC71-CDE9-E42DA323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7E99C0-0CA4-D22D-E130-99E2EF84D5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cages that we can.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93CE33-6E25-66E1-BBFE-E5991C20F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C83455-064D-04E4-649B-D94E57D2C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C29F5E-A886-F390-06D8-A5D0DA1AC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C1A84C-FAD5-7D92-A4FB-5B713B2F7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117044-73A4-098D-A54F-5F956518C79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3EDDA-9810-4DA0-28E5-191AC6B740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8D881-1B72-3BD3-A68C-5F23C38E8DD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211E4-B38C-F0E1-F7DF-4E0023DACC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A3FCDA-4BD8-A993-82A2-6C80405BBB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DFA20B-5936-0F13-BF16-076772DB5CA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2EE79-97A9-38D3-6BF5-1C42BDE4F8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5A63FB-7EF0-9515-84BD-CEEBB44F90C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AEE053-CA22-1A60-7708-E2692B3E47D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29117-0702-73BD-F659-5074F4D64F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B90E22-3803-DEEB-A101-24DF6E838EC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8713A2-21A2-F66D-749D-20947FE151F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82E67D-B88A-ECF1-9C68-4C8CA9A8FD3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8C55EE-1886-1475-0468-482956C9E45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A3D144-9D78-E79E-E483-B795E92FC40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D5A68F-F16A-EB8D-958D-9DFC13AB6B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185824-8EAB-FB2D-A6F5-DFEA239A831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B95DCE-2453-6D3A-A80C-A199CB4DB30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E124EA-4F89-A83B-6851-9CBEA4F0206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6D6661-82AF-6A5F-1BB4-96F1CAE373B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0D413-CF59-14C9-F7E0-78F941DC22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0FDDF9-882E-9C89-EEB8-B2BA727284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2F01EF-8AED-6973-5870-A63A147CE37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E431DE-F219-3D04-B269-A9DF3EB6F21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B35B0-7DEF-70D7-B655-F0BAB3508CD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47CF5A-72F8-6F28-7DD5-4A456858AE2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66732D-1EF7-94D5-FA2B-D9BB7D9821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69E977-617B-BE03-AB75-59BE2F890E3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8CA278-A417-0AD5-F4EF-345FC072FD2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8309CB-6745-9F80-6B5F-9F51621A528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EE36E9-640C-84AD-6D32-DB08F354086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69AA7-4547-1CEE-0589-09AE21DE34E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865068-AE04-F6AC-C5B5-E32019484D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F5FC90-9A55-83C2-9ED4-CE09AE758E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30794-44F0-3B9E-8189-8A7B709265D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4164DA-E87C-C973-C199-3575F72D81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909D27-46BB-0BAC-39BD-3D264EBD95A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EE4D82-D49F-BA69-214F-D891CD9BB29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10BBCC-9B28-E1E5-DB90-9272F57A9C4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538C1F-BB9C-2A27-8792-55D46E75781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22850D-4290-E216-29D2-24B50E9065B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BE1B3E-8203-EB50-BBFD-2916FE3ABF2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1B381C-A96A-35B4-09AA-B853E063F15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211818A-19B0-01C5-A696-4D9F6C7AF47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98F37B-B1C2-234D-413C-69C6DBC30DD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F5B4E7-EEEF-5F78-A6C0-BEAEA6A694C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</p:spTree>
    <p:extLst>
      <p:ext uri="{BB962C8B-B14F-4D97-AF65-F5344CB8AC3E}">
        <p14:creationId xmlns:p14="http://schemas.microsoft.com/office/powerpoint/2010/main" val="836272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E70C-2A77-FC5E-AB90-13479377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CEB372-1860-5556-4147-331FBAA9DF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5C00685-1A31-2BE1-AF6E-BF0E75F9A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DF45FF-18E5-7D92-B738-5765EBED8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8A92D1-F3A5-E1F8-85BA-B57D2DCF2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4394B5-C7CF-2710-DE29-5B36B3437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60D078-0BCD-5B3E-C55A-53E2560DC09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3BF87-86DE-01EF-2743-40E931D47D4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19181-1461-601C-699D-7E6492CC6C9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7EBE75-CDF5-B1BA-17E8-3495C92609C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60962A-424F-7E73-EA7D-2A4A06A9CF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DC889-DF57-A77F-5B97-103D934E61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C0E794-7341-3DC2-2F56-040048B7FDC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6984C5-A46A-1DEC-4C00-6C071C3F761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DADB16-C272-14EF-C19B-8BDCE572490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2A1941-2641-1EF8-3126-44E758A7C76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C7FB17-68CC-D428-448D-722CEE802B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1AB10-FCD3-501C-F753-E2AC797EF3A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3115E1-BADD-2B8B-62D6-5D6B46F5B59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1C26F-7F65-2E68-4DD7-85E555B18D8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8E201-EB24-6582-6052-989BBF170FF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484A8B-4D84-59C5-CBA8-297FF261CCB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A78C2-FD17-F35B-6A8F-9DDA0CFACCA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24D54E-7D90-2549-27CE-48F019CECB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BBC401-8024-8049-8F55-88B3AEE85A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F4E65A-E2C6-8373-E9E9-5B9F85D3400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77A68B-F88D-58F1-7586-B70DE931E62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77F9F0-1EFD-A058-602A-7F540F9598A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23A27D-E23F-AF66-8994-8799FE488ED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51AB82-4F3B-1032-5ED1-882991B4566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6B342-6647-C8CB-CB54-DDD33F71729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E1BF4E-FD43-50AA-51F6-A9966F49338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7CA6B-6109-BB71-C71E-A6F77F84CE8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8F6574-1A91-0FE7-D829-E73A5EBE7D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A6CFB2-9981-B17C-2A02-97D74BFFAA4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27A46E-2821-CD4B-FEC7-9BEE0CF9F01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8DB035-9082-E9AF-88C7-0B7E63D0303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3FD1FA-3533-41BB-DEED-B78F504CFE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31C235-2164-9B05-AF6B-43A3C7F7209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A36A8B-E626-63AB-9AF2-3D55CF542E7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DCD69-2F24-70E6-ADFA-1E1EC917CD0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830FE5-26FF-6A06-FAB2-72FE670132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CE42EC-4F0E-A7CC-A8C6-4AD68B61D5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EBEB55-5CF1-F18F-9873-5520BE8BFD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8EDE05-B5AE-99E3-FBD4-5BF74585F14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4E58EA-A1EE-4987-75FF-4EC8440C28C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C097CD-9A9B-F635-5A4E-AFF0CE3C771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139585-E9CA-FC95-4693-55F5516564D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0B2D7E-69B1-750D-9928-BC6A4DC0B69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71CBAB-9F94-7959-2AB2-9D357EDDD2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6738AA-B06A-610F-DC68-AA8EA911EDC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2AC8F9-CFB0-066B-7298-878D4863BE0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</p:spTree>
    <p:extLst>
      <p:ext uri="{BB962C8B-B14F-4D97-AF65-F5344CB8AC3E}">
        <p14:creationId xmlns:p14="http://schemas.microsoft.com/office/powerpoint/2010/main" val="4108331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AF1F-FD44-13F0-AFB6-4C4B2B1C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5D486F-34FD-A199-FAD7-D37F1235D6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B128BD-8A50-5671-F549-67BCFBFDE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17A21A3-742A-7EE3-A7E4-A212D8F12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3DF6F3-FCB0-BFF1-67AD-C3BCA828C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95D1F6-38F6-1D77-BE06-F53C2F65C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8CA032-D1E8-1F1D-BE69-9EB2B8F13A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1BD687-CD84-8314-CD09-0F6A1661B37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E1E24-EDA6-F426-3C18-27902BAEED6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F693C-E267-F4EB-539C-C853F7063B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15C42-09AA-E431-0FE4-2112522F771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C50D83-4970-176F-8C76-652D3F09F16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4A94B-DC5F-57AB-3CB1-A87440FB83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D5E9D-730E-4C5B-C9CE-C7EB124F71D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40297A-4652-6AE6-0DE3-0C81F5E4CBC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CE170-479E-3C5D-7CD2-FFE218C540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840648-97A8-10E9-76E9-9CF467A62BA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7A4E72-8FD5-BC0C-2784-F55A4C048F2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B7C0C-C3D2-D0DC-3EBD-D2BBB13F78C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A26E26-3253-331A-C9DA-26BE248C3B3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2EEB3-523E-F25A-A8F6-0F98B8877C2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FDDB21-B83C-136A-1F16-05733452E2B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A1E508-EB79-A56E-5DB3-CF38601495B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53575D-31D7-6926-E192-4BFDDD02991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80574A-7735-7561-C894-B3BE64A3E42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514624-C4F7-F1BA-334A-ED77C330B10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E67C1B-EFC3-B36D-8CFC-B576A2D3D0C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719078-0F53-E2BE-9676-17D9254CEBE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C1D016-3E24-8307-3AEA-DC3E35D931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C6C028-F50D-F190-7B25-BFE73D850D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FADCE-2785-5D25-903C-1665FC773A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4B657E-5F63-AF81-2401-92EFB9915F8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BAF1EE-8887-AB4E-FAB2-D71BB771E3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2EC80E-F139-BD92-AA99-DA784606FE9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ED4A19-E611-EC34-FA62-13DBD29D6E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39F278-A3F4-E032-C4C9-04DC947B7CC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471BDC-11A2-77F1-43C0-8E95C327B0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45FCDD-7C11-88BB-171F-0471A353D08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64926C-6FB1-CCFB-F1B8-9537CBAB0C6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A5AC39-8C05-93A8-8B76-34B12B1995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069CEB-C1D6-D8BA-D8C6-96E5E81FEA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681752-27F9-15E0-8942-3003C98BA9F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CB94A6-836A-EA0B-AF8A-5613C50461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CBB01E-CC18-0D17-C38C-655E72FCABD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D44830-37DE-DE9B-25D7-DB7CDA27F04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218661-C300-B134-10ED-B0B701FFCDC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C24F13-6895-C807-4137-A5735ED24B4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4FC6C7-98EA-AF16-0086-6FFF2022F5E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772643-216F-ECDA-E321-3C4EEFAB76D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C0EB14-B8D9-8037-D2EF-6BACFFE7131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140272-16E3-5C9D-68F0-7201B64B531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C1E749-5FF2-3B27-3A1E-636CDD16F32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</p:spTree>
    <p:extLst>
      <p:ext uri="{BB962C8B-B14F-4D97-AF65-F5344CB8AC3E}">
        <p14:creationId xmlns:p14="http://schemas.microsoft.com/office/powerpoint/2010/main" val="2380861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B64C-CB10-926E-E041-0425D9DA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6E5337-EC40-5757-8760-1391F1223D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24EE19-91E5-C902-EE8E-C8BBEA986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6166E2-9976-DA89-0472-4123E9D52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C9A37C-B3DB-2F01-DB88-F017818E0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0EEE9B-38AF-126A-D658-36B1AB953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59F100-2DC2-6B97-40C7-69046C627DC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B89E9-79EE-4A38-D5B8-37B4E848DDA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A4044-1230-C776-FCF8-21253E2D386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23986-4BEA-87E6-16A5-4636A41C2D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F777EC-B4C1-C6DB-5B4F-71AAF943BBA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9050F-18CB-B537-6843-1ACB412EECE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C50144-3385-ACA4-253B-C280A2350A8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11CD9-6AD7-152B-4D7D-80AC96C7C5C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40EBAB-28FD-BE3D-89B3-466A85A9BF6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3D492C-1FFB-43F7-6049-82F22FC711D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62FA2B-1D3E-FFBE-1448-A360E5D670D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EA57A8-9D09-2B2B-60A8-7B7B730D5C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D2ED6E-85E1-F947-1106-777D7FB62D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A70AC1-3486-447D-383B-E36C29E3B68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835688-1311-7794-B4B4-93FCADE6E5C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2419D1-4B39-7B2B-90CE-DB628ABCDA8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914C1D-3C9F-987D-8D83-51FABF7D0D4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A5A5E5-AFFC-7D14-6C9F-A5FB1C5A52B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93C4B0-6D82-93B1-848E-372FCA2C4A0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EF5495-10A5-F7CD-D0DE-7FC1F1B8495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4A123B-E93B-52FF-2E77-6B5620EFEA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E1B35-6F76-D57F-902D-AFF1E6DDC8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4448AC-AF85-AB8B-7D20-39038F9EA73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5B1B8B-A20E-AC85-3DED-008757CF9C9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E3EE33-BDFC-9C4D-0E7F-AFB4DD573DA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95E1CD-EACC-B48D-1A1B-079FC33D33D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3DE29F-2CFA-AF72-7925-02C18507ADD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AC9DE0-60EA-1087-85B2-3EDCA8D8048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28FD5D-CBE1-1480-3C89-69E04F3D789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066F59-D687-F070-E9A9-3A20AE9EDFA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898309-6B28-BB67-300D-B29B7D86EB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3DBCFF-6BB7-01FF-0E6F-1C8541CACDA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A0B306-3C17-47D7-1AD4-21EA2D8A6DA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07CC32-3A4A-117E-9085-53F43D47918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37B7C8-2D4B-5E67-6C09-D1FC45105E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4D33B1-3A53-1B67-30A2-EE803512431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ADEB1C-3DB7-DE7D-2220-DE67D030E6C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4739B5-06B9-BD4C-A6DA-D53770FDAD9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C151B0-66C1-E70F-5002-0CAF1CC9807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55F0A1-4863-3147-EFEC-A3F43350285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ABED056-7644-1FD5-B9D2-2AC3F42A23C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1BB6E3-6899-82A8-791B-8C2AD821916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6B9398-53D6-C08E-07C7-98932F945BB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1D58F2-EE21-66BF-512A-C15E282FF3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F38857-9EA2-63F4-08AC-A8092BD3E8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EA26B3-4302-E7AD-BC09-B5181B9A912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32127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5981-B217-09A7-C024-7FEE4968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35499D-9DD2-51EA-6948-E8D4CC3C18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A742F0-7796-1BFE-DF66-73383F88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F183B6-D1E3-5178-D640-092FA7F49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86DE1A-933B-F93D-2559-500FECC6C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07C495-E189-3B9A-06B8-FCB465F5D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F97B00-E159-CB80-770A-A24274AC733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16B794-2F5C-E91A-1E51-9836C87C1A6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BBA00-5F80-8236-B574-B22C9CAB785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2FE97-CB9B-77A6-B2B9-192A222C54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613C2-81DB-94A6-3A9D-365330BE335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20BB4-7FE9-5BAF-6908-4244C6CD944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085731-5A83-ECE1-C420-3F2D6E44464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A7598F-0AEE-8FB1-3752-9D687A012B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DB8DB5-BC3A-5C3B-E639-F4A5B1F0670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1B01F-C7CD-1B2F-DDDA-B1DC3AE7A64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B319AE-8E0C-9FD9-A323-B66527C12A4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546EF5-63AC-4140-C53A-F84C396A6CC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F4D2A8-8A83-0A61-8603-35C22AC4530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011F0B-57CB-5499-1986-AC8228F182D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BE336-B901-D0F2-B2CE-2FE7D3638E0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B81CBC-8F90-F201-8AD9-E1BE615A4A0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205CFD-DC99-6F51-AE9C-160119C180D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11E52F-94FE-200F-440E-C091E74B4F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61C5A5-93B1-09B1-2A31-2F158DB16D5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F2ACEE-B29E-90FE-7159-596C5ECC0E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BDBC0D-96F9-229C-322A-AB6AFD6CE35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B6529-A173-440E-1EB5-C8799E63BB9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67D2BD-028E-8287-CEEB-CF9A749B603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D10F7A-D766-284C-533A-1D361007FB7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A9F370-BA9D-E5B5-AAE5-FE32A6E4BA8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D0E5F5-F141-8D0B-62EF-7F5F7597F5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E9F7E4-545D-781F-55E2-4B37D080AF9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D377BE-B827-CF30-F313-79A6859F352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6A116C-319E-F2D5-CD33-5D5D19297EF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011872-C604-ED1B-E9E3-C1242E6D157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F28E1-2001-5C00-BCA6-485BEF5F9E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58E0F0-82CB-D4E1-5437-38BCB93360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4E3D52-5BFF-B39D-A125-198D42B7AAE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07B3EE-24EE-BB52-9D47-222866B95D5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72EE04-DD1E-4950-64AE-BC7E168E548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279D07-649D-8993-5656-40E5BE61816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C2003C-BE99-3B4F-0AEA-76521BB71AC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586624-68FA-D8D3-28B3-EC7F461EBA9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89B773-F5D8-A6CC-7831-CE5C18FD500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B2D4E3-9654-BA09-C658-ECBB48C773B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B334BC-37E2-90CD-323F-BB61F92BEBC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EDAB81-CBF9-65F0-8F9B-7FFDD130328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205F2D-0AEB-7294-EC38-4746A493B01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4EA454-197E-15B0-9306-0502CC5768F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800FE6-5FFB-6C35-54FA-55DDA5E66BD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8E80C-32CF-261C-A5DB-C2F3D152801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5685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B691-FD9E-5A27-3AF4-3ADE4D4B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257A07-5018-E858-A445-1D44C19602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716A50-A110-3F47-BC16-2831EBE78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71BBEF-4E9C-178A-7F93-4D2DBBEDB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F2FEA8-0DD6-07E2-05C7-8B2993A24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7F92D64-333A-B475-3D5A-96C77B9A2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F41351-0832-FFB2-C785-96AD113AE0E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401249-2518-6E20-FF22-89E972809E1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D3593F-C164-CDAC-DEC9-8C5989D9E8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3D020-9056-74AE-6B4B-BE04F089C04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305D4B-2957-7FEB-A431-C8DB20450D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18520B-120E-8648-EF9A-12E31621F87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3FCE6-B9BA-A6F0-584C-83F682E736A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30A465-2CC9-A990-99EF-916B49B1326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281176-58C4-6F2F-00CB-E6E7E23DE0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A85CC-9BE2-E554-6859-37F071E9A77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D7468-9024-E72A-B054-62DFD209904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4A5522-A486-EB01-282D-1EBA2587D53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7D687F-8062-7303-7F3E-AE7F6144F07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5A3823-B2FE-3639-5A68-39DE56DEA51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73BC7-05FD-668E-FEEE-605906AD05F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C8D101-337A-F6F6-CC81-8C154DB90AD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A0D5BC-E682-1B67-2EFB-70CD1F34E1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D1A193-78B2-DCD6-2237-8E4D88B6F21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C3C582-A6C2-F5A6-4978-36C941CFC78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B17998-8A0F-CA2B-654D-B16983F4723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A9449B-1193-8F36-10BD-58CB45F2660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B07B3E-CAFE-B173-5CA7-A1128A0CE62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2272A5-4C8F-3522-2E25-0485CBF8485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C5BB4F-DEE9-8EE1-5AB8-A0BA949114C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E28565-FB5E-C3BD-6527-E5CBE53F355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B8B36-0493-6F09-1B22-8059D20E702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8B557F-535D-247E-0010-7284E4667E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9CD8AD-E356-67C5-DDEA-40E5B7E4977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933BF1-A60D-2FEB-CC44-5CAA78A616D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321367-8D03-C81B-979C-267F3518EF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6A4B6-6B68-FBE7-0F39-82A933F2C5C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FD8B9D-B7E5-BCD9-83BF-4454F649603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8289B3-0D96-083E-05B6-390FA68B0ED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32F380-3843-861A-C485-183370C750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640279-0631-6EFD-AC0F-E01F6EF2DE7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CCCE6C-4AF6-1328-8E78-5EF64F2BB4C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542719-B0C6-29D0-521C-9671AD829EE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D1C3DC-D965-EA70-6879-5D7FBE1A74E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6C6873-CD7C-2801-0E88-7AAB5A0D444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CC29D1-94BD-1EC0-F1CC-C359447A168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DCAD9F-A355-C6C1-E1B5-E3890C7EE09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76B459-3978-F092-6B4B-9FAF82B0B27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9BDDF3-7F61-36B1-F2D5-A64DB2F916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A69C43-3E04-DE3A-1F76-4DD736067D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08784B-A9C4-4DBB-40E4-4024CB3E60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4B1367-8DAA-0AD7-11C6-EA5D1C596F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8695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0879-1104-9283-0C62-7BC6449E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6A9140-CB20-C8F1-C94A-F0F30D2276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F75758-C01B-7934-AC09-0B50A55CB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783A74-D621-6A9C-A187-7B8858DA6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8A3914-9CFD-A579-9C6E-CDB5D8288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9E82C9-F034-7603-5232-79DA0A489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E6EAFB-A6E6-9DD0-811C-2A2F44CDBFD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A3018-3E1A-A3AE-EFEF-84D2351D368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A6FA2-4C87-4339-10A5-4E00A462547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745362-64F8-40BB-5DD9-5C177D5607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2EBA30-2407-4AEB-8533-6B0718E4231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97988-0BD5-7A7A-01C1-1E94F62FCAB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F0DA4-7A3E-96C0-FF49-0F4B8F570E0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701B70-4D98-5DCC-FD8A-1A842444A3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E23C0-7202-75A9-DE00-7C3B71CF446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0BAD71-FC0D-D13D-7733-42E19CAAB52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3D422D-B482-DA90-A1A1-1A79ED78E97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4B1E5A-1FEC-5F7B-939D-A07C57BB7CA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9239A6-6E49-811A-C285-28E4E6B236F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76B42E-71D8-CF07-8A79-6A80C17F3CF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E60B9-5953-3769-E6AD-5057157A0F6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D67355-F9FC-422F-09C6-05113AFD899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CEBD86-0F7D-6056-9C9D-7B3B436BF2C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68D978-B89F-B3F3-341A-7A79F0BFE5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417A8C-04AE-BACE-4212-AD419C265A6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AE1B33-4EDC-CBC3-CB8D-1142D3C1FFA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33F792-E7F9-BB19-14C9-B86093D42EB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0CDBE9-4BB8-5616-173B-436A4F926DE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7B60F1-025C-9C51-262F-1B10F1C2449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7482A-61C7-4C4A-AD20-9D8CEA36794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D5004F-F3FC-517C-B867-10570AE301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EC4672-7B0B-EE42-B0B1-112E76CAA58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CEFCC3-7829-7A08-248D-C60115A87E0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E78671-7AA2-D12A-78E6-055E7DE5680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FA6B43-7523-43AA-FEE5-4A586E27F2B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3B5B42-B5F9-6279-6DC5-957E273525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4A687C-A6BB-EBD6-3CAA-C6E319D84DB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9FB5FA-6381-C055-5D45-30ECB805B2A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85BC56-53DF-34CD-E288-E37F33EFE67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14F641-13BC-4B63-227F-2F0270C1DFB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DB3377-5858-42EC-0D48-9D8BBD4E1A3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671C2B-1BF2-180A-9576-1682A682027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4687B4-7D44-C84A-BBF1-E74B752DF9B6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914435-ADA2-0272-C64B-33AF355A7FA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5348F7-50D9-87E0-C039-23195AB4217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60521B-7C01-C63D-47BD-38D79AB2710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568421-A361-710E-1985-E641D90A7E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0C4D78-6EFE-812C-A95A-39F2A38C534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E79DE3-89A5-198E-1390-65EACEC44BE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7DE72-9DE2-1DA3-4E9B-FECE44EC495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52EFB-6A62-9794-D5E9-12422ECFC72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E5237A-EB93-8C11-B293-5EF67E02296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5009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E40E5-13E0-5620-4B13-92B481E2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E71F57-661C-A420-CFE6-C53B2811AF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F3C636-35A3-5992-E9EF-07D1D77D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9844BE-A269-BB21-1E80-651A4DD73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E222B4-D980-C896-2104-0DFBD6D6D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BE790B-13B7-1FB5-78A0-4DE70465F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F7FB42-5B5C-C3F0-0286-D6AA6139A60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E3E37-5EA6-729F-D9EA-25C5D5F53B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6705E-52A1-E1DD-4D9D-C20F2402C86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9E004-686C-76C5-D937-2ED03DEBD30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ECE898-D444-5094-9457-3CEEF5873C8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7FCF3-00E6-B0BD-BE86-801F35533E6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4BE2AF-864E-CD82-DE6D-507F6FAAAE2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2D8ABC-592E-0638-43ED-CAECCE7E95C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F342D-1798-52A6-ED23-C93F557C783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4273F3-5F65-14DA-3409-00252442D53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643BCB-B131-B3BA-B768-3DAB01C9C2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1C6F36-78D5-2425-EF5E-BAEFDD04669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55C0A8-9519-34CE-84C1-4161264AEBD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D8E702-FE66-4170-275C-CA5AC60DE9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DE783D-899F-ED07-DF54-4D97BF64F20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113B19-F8E8-1871-509A-9843146F7E4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C45770-A55E-325C-5E75-4A4B7C35A3B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2B8289-4DC9-B528-5499-07BF3E87F3F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C9959D-3D1C-9449-AC24-E3D96E7BB79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589D92-AA6F-A69D-1F60-83D1DB66E63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A901B-F1CB-6239-5251-FAB1FE63F8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1D36A6-62C8-5D90-5188-0E5B69DCF2C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B88DF9-49AD-4CF0-A33C-F88FDB1B138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D7C770-A710-2283-050E-423E4BE77EE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7B98C3-9C20-A0DD-9104-0E13C432510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0AEDD3-01F3-EEA0-5669-4730482D533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AB9A62-A1EC-87EA-C42A-695BB362C31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9557DE-0DC0-F23C-29D8-F67D3E3B7A9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49F682-7498-827A-9585-49A5A83A8DC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47EFC4-CF00-5A58-8A2F-340E395759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8E8380-E16A-4C94-EFF3-3DC819F784D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BBC55A-AECF-B5AB-99AA-7E457D66C8C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F893CD-F7FA-B387-5079-AE0D594B4F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41F853-E579-C340-AC77-D7BEA7F3C3A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D0F352-62C9-F511-1F79-0D2AB5C6C39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4F62D2-5C6E-7CE5-20D9-BD31E4EFA17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172AB2-87D0-6738-1CDD-8EA99960321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29BDE7-16FA-EA16-80BC-B66B7C36D5B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70952C-7B42-9BBF-3F5F-8CD429D9BF2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1642E0-8C4B-E401-AB66-D379BE55FFE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F3888F-8F06-A660-4F62-DF848B7BCD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8EFC90-D326-4E57-346B-6482FAF0E3D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7AA6C-0A0E-B847-D36A-6AA0762741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07AA9-5B27-E07B-CAD5-426C292764E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FEEEF1-76AA-B527-AE9E-401386969E6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4CD1F-A823-2442-824A-466CFD227E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7820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F6D47-019F-946B-9A1F-9C740BB73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536CDD-612F-B9A3-1010-ECD0FB14AC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4] -&gt; [8 in 3, no 4] must be 125.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AF615F-AFBA-D9AC-9A30-792AB6453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B27E51-E053-F158-068D-BC87D9685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57354C-A593-509D-0C22-78992A60F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D83D2A-D522-70DB-5760-C38BBBA1D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9CBA54-B21C-5271-E96B-E84AC11BD48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88ED1-C810-C0FE-1845-1FAE957FBE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43E13-0D3B-4952-8699-F0239FC04EA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0846B-A026-E314-BFE8-D85A7B5B99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F33BA9-C4C9-E822-D465-116F6F578B5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05FF6-AE59-5C09-BB43-2C872B8A937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FBEDF7-6633-8E53-7DFE-7E901C1BBB9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FA0B6-1872-D600-9183-C418D744126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F4F9D6-0CE0-95E6-1E44-786EF0076A1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99DA72-173A-BAF8-1D5C-3DCE4C0800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B18D7C-FA7B-8B47-0579-C32B3DE2F6D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32ED18-479C-8C55-235D-D82CACA009F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71509A-6968-2B61-7C38-FA55D33ED87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413A5-3F4D-258B-9550-A3ACE8BBD5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D3CE92-EFCD-21D1-4572-273C02A343D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87E628-C181-BA9F-954C-193D4E74F93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27CA96-2E79-39E3-F62D-B6B6855CB06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5433B0-DE25-856B-2DE8-05726B1FCFC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30758C-B658-4FA6-5802-1D98B1300CE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F7712E-4C7E-EAF1-8440-FB3B1E62988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05D85D-A921-21CD-1939-282481DC6B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5EA48C-D2F2-A98F-A2A8-7E8AA7DF4A0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1BDA6D-FF69-7EF3-6A12-E1A335AE24D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FFD47D-AE40-7208-EBB2-BC9BF761CEB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387164-AAF7-4F6E-9F1B-D527A85172E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5EFDE6-D111-F95B-E371-8BCF0DA9BB6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62A300-BEDF-C643-1F44-7E74C37418A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807571-046C-BF8A-E90A-C9AD0F30AAD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78DB0B-5E15-FBE9-ED92-0CD8D2842D1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641E7D-BF3C-810F-C487-4D2FD075C0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BD8EE1-9420-E9A5-9E22-7742FD0556F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08054-6CAE-C6D4-6880-C35A3269B5B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8C0685-1DE6-40FD-741E-D7B1CF095F7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D24E4D-4961-234B-214A-61B8D450DC4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3FB17A-B10E-9C65-B308-7300A6EAB00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523421-940C-CF50-10DB-DEA8CA437FF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CFC112-3F9D-4AFE-6191-9E255BE1819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AF6727-2D03-67EA-EF0E-C4C28EE7542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41B80E-DEA2-04D7-4ECE-4DD1E477A82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873AEE-AFED-5C3E-9601-274DEBEA128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24960F-48F8-99EC-5C11-6CAC5DDD356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5DFFD7-556E-7607-7849-D5D1326DE40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87D67-FD08-80A3-9811-604050068E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CF854-4F63-8819-7516-9CD8A26DAAF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6F7C1A-0526-6E72-FFF2-398716E80AB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E6BBD8-4945-9E77-1347-654F0E3F2C9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82036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3E4-8D04-1FCE-D14A-1EB7A39A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D4EE56-DACF-F99D-AF6E-0F93AAF3A6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CFAF1F-263E-6510-22D6-86B98830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5D0A70-6C6A-0F95-6B5C-04A9D1658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6EC251-6E1E-62BD-5440-73E5B5A14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82126A-8BC0-A276-9CA3-0B2C4293F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B9D014-2E0C-8FED-7F51-33EF39C675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85145-7EE4-CB29-B2FB-C52E5C63614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839BFB-AC4B-A50A-DF22-482B8702159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26A39-559B-323F-1274-21EEAFE3A8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93059A-FAEB-9AAE-5E11-9FBC1FFFC2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C5F97-FDBE-6AAA-A7CB-4E4F9DD8D85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4822B-7358-8C76-8722-548587CA1F5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D9CA51-CC0D-9C8A-2010-DC033285C7D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0AD36-CC47-56B2-4BBE-39DE4A367FF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AB2022-22BA-5DAA-6E58-7326EC259F5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89BCE1-DD89-DED2-7798-ED77920ABBB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DB3EC9-C88B-4C82-27DA-6655174214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E120F-1690-97A9-CD3E-8608998BE80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B43915-873C-41EA-47DB-813EC3D0EA4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EFA752-E33B-4A3A-9895-814BE33B98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736292-FAA2-5EA6-CD00-03E6B3A5844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BD28F3-E63C-38AB-FD59-93F4C9ED347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244684-0F60-FCC4-B217-0DBA54A751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A26D92-C6AF-D36E-DFEE-BA4530B7EF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F52D6-3D09-AEC7-4FC4-8B874E28DC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D29C25-1A03-2BAA-E9F1-F0E7824988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F4F704-489C-A7AA-4342-03EE8E4B10A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FB426A-0D14-A522-6903-3863E12DC64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661EC7-F763-298A-2F99-0C172046766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AB0C1E-9DEC-3A7E-E462-856BE485355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466FC2-6957-72C8-F1A1-D133346541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A6730D-506A-4A2C-AEAF-95461656131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AD2151-135B-E936-89CC-BCD0F3A0559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CCAFFD-024F-0D4E-C2CD-212DE3D355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E6627-D87C-B4B6-D4DA-946A2CDAC5B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39288C-55F5-D0A0-456E-5C6C735FFCD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E3C399-4EB8-075F-D2EF-090DCCCDF4E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D5F16A-E7B6-6D31-FE85-A077920207B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AF4691-446E-49F4-5951-988C319F8A0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89A65E-3E88-D888-1DC3-5378805AFAA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3C9FE7-6578-B267-5B57-6FECF30D010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B4E166-8144-33B2-1F08-9828F584062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78967E-3B25-0237-FFBD-762960A330C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5A77BD-904D-7800-BB54-C552E339386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0CEF3D-460B-D016-0A0E-F9BC67C2405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657ED8-EB59-F32F-AE17-8745563E7C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BB01B-5DCD-0EBA-F780-DDFAF76872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7E323-FB41-ADE1-21C1-5320393F0AB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284045-14FC-7144-FDF9-9B021E13BB8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512F80-CF7F-F985-30E8-42B6D0CA23E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5CECB8-572A-D644-3150-56B73FC9BB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8283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6B0E-4F65-ECCF-943D-489E0A9EF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78E1D4-B107-8F97-D07D-BBB7CC894E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C7215E-F78C-95AD-F34A-E472A464D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503554-1930-9180-F448-B1B49BE4E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4C17AD-6885-592E-C565-8C4A2CD30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E06262-55AB-CFF6-C5FC-DF145529C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1F42A-8A3A-F99C-162A-8BD3CDAA9C5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34198-159F-672B-1F0D-CD492AEDEB1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8BC98D-ED98-1A2A-57AF-FDAD61C8191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068EDE-867D-C8B2-75AB-A8C8675484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D4834-DB29-D2E5-C969-E61ED148782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9596D3-72BB-A4F8-D301-A3026486CC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7BCDE9-0495-2786-AD6E-C1CCA96F77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8587AA-0995-46AF-0936-B410E8043C7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07613F-4370-9EA8-4E1C-21A263EEA18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670FB0-5EDA-5E71-D6EC-82877ECA368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EA7B04-DD35-47FD-71D6-B6434BEB9E4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1925A9-25FB-7603-B868-A53C6C00384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F86932-0D55-8DCE-6F86-C4679DCCBC6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12AD2F-1FB7-E93C-4D60-573E44245B9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2B22CF-B5EC-4BA0-583E-0493A9FF741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2332A2-8A63-360B-7137-6B17972FC38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01E458-78C4-DDD0-7AEB-10CB72ABCD7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343A4A-34E1-B9EF-D575-717F6EB5D8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589181-434A-C436-8CA5-28575891FB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FFBED8-6609-53ED-EF81-D9F353B0A6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38B7E2-B527-4123-75EE-F5A8F80C56F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16F5CC-1457-48A6-713A-5E92004608E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D96341-4B07-B5E0-0FAF-2FB61A7CBC5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E8760D-5AD3-7FAF-DFEA-289628917BD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7FF453-8CBE-5540-533A-39A69397599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4229E5-17E2-E564-17F1-396CD51282B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5E3AC-1704-33E7-4408-2D8D5FBA35C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BA3F43-8AE1-CA14-0D31-65B44BC9B94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CD749E-3F97-380B-4C70-86766037A0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D4909-D61A-5DA6-304B-6F179FDD2E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884B56-9701-65B1-DA28-F0BAFFD71D3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605C19-35A3-A213-F969-A833C5A0706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933B09-EAC1-39D6-71AA-C3B6DC356C3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E81FE1-22A7-B239-2E94-8C4B5856F27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06F3F0-3EAE-A92C-3F89-00E22DE8D21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AF5CE2-BA86-C6D2-B1FE-DADD4E3EB73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BE675E-10FE-32E8-5566-DFBD17BB5A0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4653C6-3434-6464-FC33-32B4ABD4CB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F112E2-B47B-2698-34D6-82578846E86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534419-BA72-B414-6B75-348989878B3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A40EA4-3864-C10A-6A26-C3B603F7DD0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0D0AEF-DDC7-3420-19DA-159C39DF4B4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B50EDF-A7C8-7DA1-D542-87EFABDE838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A598B5-ACE5-AB0E-876E-FB7F52C4E67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D3730-EC41-4E54-A2FF-09DE3BBB24C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4AD1C6-007C-4E5F-C0E9-4046E857729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5031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569A-2846-870B-97CF-2A1C7D77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EE3B49-63A0-6F72-D76F-DF4A97A2D2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C94F8C-C879-04E6-E28E-209DCBDDA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9DE0CD-91E2-4CDF-8728-E3E51655A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54DFBB-2D15-6F50-AACC-1CA0982FB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5D1E0E-37C3-55E5-B0D4-72F710B8A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AEFA12-9B97-6DD3-7F91-F0458B63618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964DB-E007-25DB-3E94-5C42467DD86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E2EE2-8C95-3C02-F1E3-8113588DD8C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BBCCF-5808-5A0A-0EEE-94BABB72382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86537-2FDC-3184-9920-383AB8421C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14284-5143-97E5-FE59-3D4AA782AE0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851A18-B236-4240-607B-F60B57F2124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41BCA2-F4B9-9D51-A9F7-A1D33A75580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F249E0-B8CC-A2D5-ADEE-573D7A71F62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F1F935-7BA7-8E82-5BEE-4A92308E6B2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80CCC-432C-6DEA-34FB-7166B84371D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77FBB0-1417-8DB5-7E71-94125324E69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A3F159-76B4-A03F-29CF-3E9F2808B3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F85B75-0BFF-A01D-23F9-90CD80C01D6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3A657A-CE7B-9523-9AE9-F6E027BA3C7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24BCE5-DB24-4D70-6369-E340E43DF28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BB53B1-D885-C091-2753-528C92A661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9DEF20-FCB7-ECAB-B4EE-E4E6D80CB1A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7366F-950C-5E4D-8C46-BF69750919C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7D699D-4116-913C-5D60-97FDC8046B7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7C1477-ECCE-8423-F892-27CA0E48AFC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A6EBB7-46F7-C246-C6C4-00E206244C8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29900B-ECCB-3ADE-C45D-18695FA0039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6559FB-12C6-BB82-4AF7-B69E1ACF1FE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7341C9-15CA-31CD-09E5-8ED70589CF0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60F1C-ED6F-5F51-4FEF-68286139E6A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AC606E-9140-8284-B643-1865EE175C0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B2711E-33D3-B85C-5DDA-0494C26DE22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596E8B-CF8B-F4A9-E6AB-82FFAFFA4E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76E9FB-ECDA-C160-C099-476371FF2B7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D977A6-2BE1-BEC3-2C32-C46C1F7D7E8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8F13CE-BCCD-27AD-FE1C-0F9BA34B380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F8A17C-54F9-0825-F47D-7263FD18BF4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FBD16E-EF23-6C7E-5425-B109B9E6DCE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61C556-64D2-93D1-0249-6432F4999CC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218668-7F26-ED34-C6D7-636FD5F50B9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394668-8B67-8818-77EC-C01C6B94A5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310D6D-E82D-EC35-16F7-82D674362F3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92B985-0731-FF3E-FA4E-D2D41B5DD1D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345E54-23A2-D566-84C0-5D89BA3D696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B8C7C-1297-8734-C896-F73178DE344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201ED-89B5-12C4-213C-27C4E4EA255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07FAC5-992B-05FF-3710-207794B18F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68F01-EBE2-7E1E-B725-6F28C42D86B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E9FB2-4576-FE59-AC89-8B7FF2C15FE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3E0E4A-11E0-97A2-071D-204763DD6AF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5110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82F6A-617F-588E-3E1C-F33544B6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AA9C2-86A7-23F8-60B0-AE0629CA0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E9749FD-017F-8DEA-C522-28852F73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EA8072-C3D3-0CDA-142F-4DDB5ADE7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F3E6EE-FD37-3A02-CB70-951FE90EB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FCD349-2F83-E2DB-5DF6-FA7E66D02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F8EB7B-7A78-CB7F-FACC-F79E171918B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919DE-4F6A-91A3-0F94-ABA2A39EC52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DF815-A4EA-0CCC-8D7D-2EFD1C5782F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9DB8D-D2BB-6EB6-A41D-87D51D73D7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2BA4A-5E9D-76CF-91D8-944184D9660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1AF63E-0888-9795-2166-B96219AB75F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EB66A-4D9D-AC18-6D35-B03B8663316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E0623-A3BC-F805-E20A-9B5A62A6C3F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5A187-FE8D-B1C4-25E3-D7652EAEEB5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33F0D-B0CF-8115-1D4A-B67A47BCE33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075106-63FB-E94B-B50B-F86BEF9DA43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C0478F-1C42-4465-378B-C4AC74E85AD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9BC404-5B9F-79B0-9C10-423E8173331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39D45-A6A9-1DE5-EBAA-F100F7BA0AD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7C5E1E-02D4-A478-EEF3-0004151E47A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81861E-F3C1-E09F-6FBD-8B2DE7BC29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478E6D-7FDD-6D4B-A7AA-9C10F92D574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50D46A-00F9-CF0A-32DC-6945EF746F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EC014F-4765-11D1-40B3-802D3F97FD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43626C-4BE8-C2CF-74F1-2819048E0B5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5C5DA0-A429-2A1B-490B-CA2FDED62D2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F00355-B956-480F-2F3E-D0DDDB46E39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4B5300-4104-2427-0768-391A7C28741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12F38A-88B1-6A3C-C192-4E01694462B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D0647A-55A4-873C-FC42-0271160D451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1E6716-F7E4-4F69-E8E8-19BA398EBA0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69BDE4-28B5-4059-57FE-E6CD968C005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71250A-7E0D-E977-6FB0-499F0B7C354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5FC53C-E040-D6F7-A324-54E6EB9F729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113A5F-01E2-DA11-1EA3-EE16A4FE9B0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7CD1D3-E97A-D420-8AE6-3DF2554A213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A4FC5F-A210-9A76-C1A2-16D447C8CB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041862-46DE-4F37-421C-BF2ED8BDA12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B6A585-4199-4102-22AD-9C41A43181A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F5B3FD-EB60-EB4F-DEFD-0CA279737C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1A8546-230D-66F6-F76A-941E8E4495F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955BE4-F6B5-2530-AF70-5A9F86FE36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0BE471-C10F-DE02-8FF9-D42DD49E652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F959D-3EDC-D343-7F29-C55C4B7F433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4DF94-CB05-51B7-C5B0-98CA5858FCD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D2E6DA-45BD-1021-6503-50EF741370F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7CC84-D3EC-608D-A6FC-019E8A08493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D0A74B-885B-4707-9F51-A401691B6E0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79093-9955-1FCC-DCB4-5BE0356E7C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82D247-A791-0F97-89E6-25325A3BD94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151B9D-C309-4F91-9B30-BED9DFC35A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76040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1795-4E03-7E6D-0387-0A05AEB53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6CE621-C53E-7D80-A69B-667074EE26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1–4.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FE23D4-AEE6-9E0D-3332-95F86AB40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DB7956-5D12-BFD2-AC64-E4079DADF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77EB88-A06B-6358-7FB1-470C37872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F79F2B-A971-63A9-E9D0-02F4EE64A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FA14E5-B07D-0DD7-7A44-034AC9FC23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A6828-0BC0-B703-C630-D3BEEAF5C22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2AA7D4-3D4E-DADC-355A-EE724D3566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66D8BA-1762-FCB5-6D75-488FB5F144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DA747-3D89-22F4-7E1A-6C2B02964E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79A151-E539-E90F-B40B-A99D3710E5C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77B7E-4A6A-111D-6208-8631A086645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2E10E1-DB2A-8194-D9DE-22510FA017F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536A7-DF61-114F-88CF-0722FB1A015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356389-6CE0-39FF-021F-31143A27637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5BD781-C863-7BB0-E2D5-E234F1FCF2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5FB17C-CFD8-92B7-95A3-6D418B23169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591288-F811-291C-D189-632EA1E046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5B5491-CF8D-FAEF-BFB2-6E2F41F2759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2C605D-70F9-D606-74F6-D806BADB23A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57D1E4-FA9A-5092-F7B9-0AB11B298AD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C61D96-66E0-2B45-0684-B0407F9B6E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C194CD-E9C5-AA8B-035B-FB2EF53F658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CF619-A690-0EB3-0688-A991B3A1CF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2A5C79-3339-FC4A-3B09-668EAAAB53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4D21CB-525E-8A9A-5C3D-87ACD14FA21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E47B97-6EE7-A6A6-F807-DAF25769AD6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9A596F-2E29-1F26-9D27-F646203D52D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BEFC68-D83D-B3E9-5FDC-EE1F9B60F96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7150FE-2D20-26FF-63B5-115778C04E1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324EFE-6C93-2C26-1BEB-2A1BB379EFF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1DC569-6218-DBD1-74F2-1AEA214D4AD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8F7BED-5F36-32A3-1C94-129F3CFC4E8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DF7446-DE3B-01C5-F606-413134CCD8D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3B848B-0CE6-FBD5-B0FF-A278D49D2A3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729D04-2B95-50DD-D757-C437E0303F0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F9B911-B2CE-469A-6967-18EDC5EBCF4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961A1B-48CD-23D3-FB80-BA080A5C44A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E560A5-F97F-87AC-FB85-02FF57BDA18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9F040B-A613-D3A5-9CB3-D6DC363786F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D0FCF4-9075-CF9B-8D7C-7274282EC97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C06475-048A-3AD2-943C-012C5527E9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DA3572-7D45-B9C7-3823-A7F84480557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668AB-5C47-AAD8-0B5A-BD516931850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3D3C02-835C-857C-6970-69C8459E538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2172F9-62D9-2BA3-6A44-C646036798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D7B79-089E-8B21-F9DA-7D618DD926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3AB0AA-EFFF-E35E-5952-5A5B2B612A0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6F06C6-12F9-40F5-F232-559F6DA9B0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26430A-5F68-97B9-9764-2C55774E45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BA0E1C-103B-0DF3-875A-DFD92751234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B0780C-EB7D-555C-8BC9-C1CB40C6640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561B13-8164-F161-165F-E8B700D63AF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ECE47B-7189-3DBA-C93B-E0AC11EF43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F885EF-5396-20CD-9826-B9E5254C6C9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1C3291-7EE3-54CD-24E8-5D52A61FC53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7A80C0-102E-A846-750F-91F14E0A2FC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4F8EF5-6513-9156-C6BE-9475E92DE67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F7A9AD-62F5-4A0F-50D4-ED01B7AF16D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2DCAEC6-772C-E664-FECC-B1C8A07EE26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F5F89C-282E-8D6A-53FC-08100F3359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1636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10F64-5657-8294-5EA3-283CA4108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B99D64-7210-18A0-66AF-EB0497A8D7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B7C084-8A8A-DE7C-94BB-39A36ABA0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7E2A230-5608-1DF9-AE89-3930BB2AB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8B00EB-4405-FAE0-6F58-FA5145E31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5C770A-9697-D9E3-65B1-CB72903579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60FC8D-6281-4C26-99AA-793694564AB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A0FA6-05E0-A7C2-B381-FC8E90FBDE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59FB0-B115-52F9-3936-849CBD4D737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BB783-7FCA-ED28-90A1-17080CBFF16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1C9DC3-BF11-59A0-B48C-2A610536451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9AD1EC-9579-88EA-C0DD-3EBC43EFAF7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1F830A-9566-0A64-148D-B3F8F638A86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C6FBCF-9E80-099A-E80C-A1D5032A4D4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1CDD38-C94E-3EBF-753C-97902DA6B33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EDC106-A700-161C-D00B-360C9475F15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2DAA53-55DA-E4B2-CCF5-42711BDC12A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90ADAB-A4BE-B926-7628-5CE297A558E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422DBF-BD03-39E6-452A-4AE04F4A842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15ABB-780E-E6A3-2B43-D2D8349BB59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B7038A-1F57-383F-08B2-BB607102DC0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FD38D0-898B-9DEF-C5AA-18D4479CC4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A12A30-72AC-92ED-EDCC-16B744A401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5EB8CA-7C99-62FA-F4C8-D5D3CB94C04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D81B7F-74F9-AD55-A8F3-05534EFD8C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19EB99-53B4-C152-F959-FE1FFAD403E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29B48F-B3DE-7480-9455-4CCCE23128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5BB860-A2E7-6422-801B-67F6012202C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DFF8FF-92C6-24C0-1EC5-499D0B25137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089BC8-2E02-B0AE-A9B6-E2C5B1EDE08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081DBC-3F25-4D3B-400A-6E0E8677D1B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193796-5FDF-10F5-9F07-35024ECBA7D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516597-D9A9-B7D0-73B7-9BA80387D45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F962D-4E56-A8E0-8297-A016689D99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8798C5-0528-3627-8CF2-BD61418DF1A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B331CB-3907-5891-18C5-BF673A938B6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1E39C9-99E3-5AEA-B209-36F129B01F5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711428-312B-8141-F05C-46AA03FC68A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05C871-5BAD-A989-2F31-27C967CD3DD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8ABE62-B915-7DA7-EF96-AA0B76A3A7E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B86825-ACAD-4529-713F-0390222BBC2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347331-4DAF-0BD8-7331-A276A1D779D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DAA339-A01D-3773-0404-A0FB0DC41C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EDF97-4779-1722-ED9D-653C0FFEB9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70171-D503-6C8F-4B99-7D7682208A0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E67D3-5DC2-0EBF-D955-1BFCC274678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FF2ED6-6C79-6FFA-ED52-86023CC8F62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64AAE-27D0-F27E-366C-B3FCAABF1F9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4B7203-2E63-A048-1416-C03942CC3A7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EB8435-5EA9-C48E-08D4-A5A41E5E238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57B629-36F9-1F7F-9C0B-FE0B6D6107E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63AB27-19B5-A8D5-C2D0-AB215B412B1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7B02FB-EDF7-3097-78A2-5F98E07F1A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FED50F-BB1A-7906-5AFF-6257DCA00B1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5E4221-25CD-933E-A4E1-F0709EB9AF0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194C72-B9BA-6C3B-8ECF-60B57ADE5F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58603C-58F6-4E95-D9FF-D9CE3FB7E36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0D4B7F-4775-FABC-B539-C7D37A2C1C9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3FF2D8-4D79-78D6-0ECE-E70C5948E4A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5C466C-810E-5E91-208F-0B0B523D061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42E64F-9732-B68C-977F-C13ED5F7167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B1BF41-1B6D-F6BB-9EF7-EF03946C5E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82196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ABC84-01C4-5DC3-5411-73FDEFAC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52FD19-20D7-2538-AC39-BFD59FBAD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Resolve 78/87 pair by group sum in [17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AF5833-7CD3-EAB8-B746-75F2CE059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6F4FE5-AC92-C926-3D39-BB0EB6CCF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AF3071-FC95-ED37-FF85-11B214AAD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3E4875-7ED3-10F3-0629-D4DE8C486B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81A03A-B790-644E-4F80-F9D158A3092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CB5C46-1747-493A-9604-91710D73735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F937F3-12E5-125D-430C-63A5C314DCB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26774-DBC0-527F-AD1C-6072B5F8162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51F791-D6C1-8784-0F59-F418E2CAFAA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3D491-701E-EFC4-0E95-6CEEE3BAA1E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475B7-2E24-4D04-4366-6D063F8C10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44647B-225C-EDC1-D66E-3E49C0D1766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C93610-AA07-53AB-1B6E-71CE95436E8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E1B19-617B-3291-A36D-BE6329928A0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86324A-B80E-8198-6D73-7E049B8A32B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FF5CE4-0A5B-4144-6B8D-DB9939F309F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97FBD-2905-0F54-1580-A26624BEA3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20A5F5-79AC-1E5E-EA0F-F77C42C0978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2B43A3-C179-947C-B9B3-DDF6DFFC8C0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67726C-F1C9-FA30-B563-038F6389372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C64896-35C8-A98D-A0D8-2C839C55EC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F8B5D4-A624-D3A5-AA0F-922273F0EE0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FAAADC-C56E-80BD-6739-F1FFCCA1991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993ABB-9543-C007-F3C4-F052104F38F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3F26E-F405-5B34-455D-91611DFE27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E048F1-3054-FFCC-2BB0-1ECC2E1E7A0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1D0985-BF81-0A67-C2A1-1BFBB468C24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BF2F43-A855-A2EE-81C8-8218F1C7305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D79910-8C7B-7836-8930-DAF18A69FD1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D1D79D-393B-32C3-CB0C-3E8471736B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302D3A-737E-C49A-1308-0BB6E90F121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36FB56-9209-419A-44D1-902C5682AEA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78C1F9-512A-796D-D2EF-228D0835AB6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5977A5-D928-84D8-D955-A60DCB349E8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E099A1-CFCF-A7C6-8CD2-B7536BB2E5D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8B9ED-36BC-EF68-8BDF-57F956A405B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E67539-8C8A-2D99-D51F-8FD364FBE32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1014B2-6D8F-3525-530F-723124059B3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6B3003A-2B54-8AEF-187D-46F1ADCED49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CFE5E0-60AD-6801-5DA1-2538934489B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D7C132-B775-9E7A-AF71-4AB49AD9270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AEAFA1-72AB-1BFE-7513-DD689DFBAED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66BA7-51EA-B577-29ED-805C688DC31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1490F-BB20-38B7-22EC-92AEE257E91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EE2CEA-66F9-C244-179C-CB77FCF5814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675C4-5AB0-967E-9C8E-048BFC0B350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467258-2E94-BCCC-F5A8-12FC322A85C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482CDA-C2FB-541A-ECA8-AE89F923D65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F3AE43-FC1B-BAC8-1B52-FE78CB3DA51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C2B585-6175-2B01-86A4-91B5E120859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02FBE1-4872-B977-ADCC-C433ED099A2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6E6E1C-0F6A-527D-D612-2F6813E43C2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1CD279-5DD2-9E01-BFE9-52191B264F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1979DC-97AD-E660-BA9E-F9E5609FDEC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53BB8F-26F2-D2C0-76C9-61B122D8EA7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B11158-61FF-97AF-68EB-F8B70F69C35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182533-061D-8F4D-2E97-88B968D324B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134F1E5-3BD4-6838-054F-65725E060A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8A600B-91D6-6C8C-2EBB-93F2B811E16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1E73023-66CF-DD80-FD26-016C3B3CB4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10627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6AFDD-522E-6551-6FA3-E436A318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D998C5-2AAF-07E3-2FE4-087497766D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27A970-2339-F351-C1B9-C77EDDA8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B8A69A-7A97-9350-836A-A4EB76B5B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E3DE9C-96C2-94E0-FC3B-F98F0E069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DD6828E-508F-CF38-59E0-3019FD64CA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FC4425-53A7-6D30-B883-AA74358A81A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20847-6683-DF4C-11BE-2A4D8FC7875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5CC57-93B1-F909-2ED5-199CBB53AE3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5A6A2-72DA-F138-AEC1-2544D658F2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87934-BECB-1567-5FB8-1918318D48A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7EECF-CED1-3F08-EBB9-4D1EC0B6268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8411EA-8ACF-16AA-40B1-11530D4092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13C46B-D496-CAE2-F3C0-14E3067CE38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A5FB58-11CF-F6C2-7873-64478675F42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EB13DE-ABC1-F4C1-F7BB-C48CAFE320B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594F05-85DD-F204-FBE9-E287C6A6F49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4A2B70-4211-058C-0434-0CED3C9FC6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EAD666-318C-E0C0-5CC6-2E15B1825D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4071E-8979-10E9-77E8-C7466D59D0D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BC0938-675E-580E-FA3E-AFFC29067FA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71335B-125D-62AF-2049-3E942FEC2CF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7565D1-D4B0-90F3-DB1E-40B82F17246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C249A7-F4D7-CB0F-6320-EBB14FD956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D8CFC-BA9B-5AC1-1E7D-CF010F6C81A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6A29E0-1E9B-1B28-8403-ED9504AD4F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CC96D4-0DD5-0BDD-D46F-EC05A3862A6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0902DD-690A-DD2F-5989-835C9FF23CF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89380-6332-4B74-2DB4-EFD4AEC3FCE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AF044D-1A0B-9F1D-7EEB-8B723663305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6C1102-F24B-9C80-D014-0AE3562107C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5D9B9D-4168-A8DE-71FA-257DFC6724A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11F1DC-5916-A34A-86A2-242BF7E009D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BDBF1F-0897-4022-5BAC-0119580F492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CBD005-FABB-EE79-9A7D-2B9C18FC72D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4B5E98-1EB3-FAEC-38B1-672CBFC41A4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6EC856-2444-5D91-8ACD-CDB7FBC6644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5B2589-EBDB-4F49-76C9-A6F4A5FB864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1EB597-7932-A4DE-42BB-50E6AC91524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85C42C-5F6C-81C3-7061-129732ED417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40858E-1707-05C4-17EB-28BB69AB363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4957AC-E0E5-D79D-0A40-21DF770F2F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CA7AD-2049-E74B-D30B-22F6D39DB7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FA0E0B-F552-1DEE-887B-9EEA5A0BAC2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0EF675-9CE1-F6FD-EF49-9871DED15FA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0EA63E-BDD0-E7C3-94C8-AD2151F7413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6AAD4A-5B00-B88F-0765-E94E087218C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B3EBA-EAF5-414C-939C-96329110BD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6BFAD5-E32C-D4D0-2576-6F8956F38D5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EDDD51-D685-59C2-3DA8-74860A2087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250491-6C31-3C1C-A714-D6E75849EB2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42AE07-4597-D301-21EF-7B5B8154B5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190372-E732-BC76-2E93-9C2E5FC703A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BE1A37-7DF8-8722-7CF8-9AE2B379A57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61CA3E4-B109-351D-CE0F-05B919FCF1A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76B738-4F0E-9C28-8DFD-B5D15581957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C1574F-6C3F-A02F-B810-564AE3437D8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D2B248-54F6-538A-04CE-583CB5E9BC6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471EC0-64D4-05C1-75BD-59BB8B3BB88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57799B-AC0C-4AE5-7F1D-E6A64C7D21E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6B9D7F-2146-0761-4E7C-A576F272BB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CD293F-3A3F-3DAF-34CC-4C0E8B53452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72649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3CE2-6163-52E2-E6B3-FC6116B2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CB1297-FC31-511F-7D7F-1713502F6B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C14D66-19CA-42CF-A4DA-F1F7AD987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769645A-F6A8-E920-5892-8336E03BC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ABE5E6-BB29-0486-8CBA-E1A9E463F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46B422-274F-8BFA-F55E-FC38CAA1B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74CC57-D082-D23C-569D-1B4786867CD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DC22F-F411-30E6-4B4B-464F8BC8D59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9162CC-3004-F7C1-47BD-4B3FA08F14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AC230B-38F0-EF2F-85E9-1972DD03915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E7166-53A2-0A51-BE50-39DE88C05E8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FB2DB-EBE0-CEC9-A0E3-A1A436EDC28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185D23-CB61-5D22-9EEE-F1ABBFBB89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8F1947-7828-CC1C-5B2A-5C7FA954C65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D23666-11F0-A7CD-8A96-E1661A86A6F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71EC24-D7A7-7DB4-D632-FD8C32E416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D6826-CE1E-B3AB-FE65-F2D09A40171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BDF760-2F78-1CC7-8315-F6AE4290CD9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A6FF51-7670-DB7D-0355-5F3F692EA0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9B2596-3AE8-9142-EBFC-36E9355B535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6ADDA6-B94E-6FC4-85B3-FD4AF245A09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762C29-89E0-BF2F-AA43-839A9C7486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4F8108-ECF7-FCCC-C85A-39AF83D10FF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D883C4-E58F-1C58-D0CF-8117CDDBE12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878FEE-0B70-AE8C-21F7-37723B2BB64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72DD5E-3BBE-1858-779B-5D2C0E4612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00A96-72CF-36FB-DDB2-10FCA94CE3A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FA7C00-003A-E9E1-A9F4-00B84933E2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F94818-3782-435A-337F-76C65B8506C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D8AF66-3B80-E652-C645-D68EE7E472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F35DB7-CD42-0531-269A-8E241550280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9F17B2-AC39-B360-000D-26E8EF02276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BD391C-4907-62FF-1544-FA6DBCCB68F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D468F-5BD5-C16C-D3BF-05B7C9FB289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78B822-ECEA-AFA3-D48B-C632C13374E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19A57B-0AC0-B7C8-BA6B-947F648AB4F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B77DD8-1447-34F0-D95D-271FE86B4C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406378-5476-D3CE-6733-14EC8E71DE3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48D2C3-DED0-312D-3191-312E73843F5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590C57-3D27-6AA6-CB72-1A3D1BBB5E0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B17D0F-7BFD-BBFF-4F18-7A918CA0AD5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023FB7-2D67-A0F3-23E8-4B7D8A2752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E9F1E1-DEBA-649F-36F8-9498EEB080E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744BB2-CAA4-49CC-E668-1F057AB6EEF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73227-9FCB-ABF9-7482-07B4DC610AF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5205C-4C4F-BD6F-A26C-777F3F0B023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84E601-C918-C2BA-07C4-7B991A9CD22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BA0EA4-03FB-CA6A-EF80-ABDFBC96C37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B8FFF-B009-B6CB-8F37-8A9AE3A74BC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0FB63A-006D-1871-A961-E8997B26360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4BBA1F-4515-48CA-A97E-FF513715A76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A5ED6C-FEFB-D8EB-0087-83D2088959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BBFA9E-F905-B668-73AD-9A7F5618472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91A711-FBEC-DD36-5487-5A377BA13C3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62D5FE-1F11-DB4E-0236-6100EAD3CFF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C021C8-B6FD-D8CF-10D9-7D4449F3C50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E22DEC-93FE-1187-3E15-956126764BD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62D85C-A2D1-1C77-134B-551C3BE696F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C5EDF2-C68C-4304-7BFB-8C73FDB8098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48AD4B-F622-092F-FF4A-6D7C7DB559F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7264F3-C809-8EA7-6DD7-94D6F39E02D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F5FBCD-4D3E-D59E-E869-DFF036CCA8F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079BD9-F4B6-AEE7-2A88-E82703417D8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BEAE2C2-C2C7-E0C1-B66E-BAAA27760A6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57945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DCF7-2F6A-BF87-9EC9-6D8CA7AA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0C83B1-6973-43BE-5424-97A440185D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AEA0C6-38A2-789E-4642-B47D4FC08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354B4D-F8A5-B75E-66E4-55DC67B12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67A958-551C-48B2-3C29-56E535C57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82C4F1-25D2-EFC7-8CB8-F9E41135B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8F0B2-F71B-B8D4-A486-8EBB2CE7BBB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050CFA-8974-69D8-8C29-3A491505E92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A2115-6795-796A-7FE1-2106A66BEE8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E80BB-1624-B2B5-033D-683D3774B67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75299E-71A2-7863-712F-576467204E1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7EF5B-FD9F-27F3-698E-9049D35A7DC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F3FF0-B63E-77D2-A090-99A243C2DE4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5AD48-34FC-51F4-3AF1-A9A42E53957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D15600-3AA8-B5D8-4310-B359430EBAC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B4E9E7-8A09-D485-57B2-87A8BC3D585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89A94C-5FF3-03E5-6A36-3EDB7999AFB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0EB011-0BE4-F0E4-6B5C-C6B00ED0F25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BAF737-C0D3-53E1-3BA7-2606762DF7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8986AF-2274-A8EA-5205-48D64FFCC1B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CE6F2C-33D8-7C9A-8806-DE351BD54D7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B8D4C0-EF98-BDEA-B53E-C6F47633E77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D2E17A-7933-D4BB-ED0F-F95A65B7369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5471F4-D679-343E-873E-CB27E41BF9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D077FF-5D2D-86DA-EE16-7A0A3307B18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198CC0-D75A-A6F7-FC96-047C60F1B7F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05D6B2-0566-36CE-518F-23446A52CA8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69C0A7-83DB-A4FD-DF46-2746E70A702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9B6529-14C5-438F-8083-ECD9B575716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F1DDE5-FC11-A0E2-D7FF-A9094165A9A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744B66-6A2E-DF25-376C-6CE4755E2B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A2ACEB-5E1B-5F9F-6D6F-E85BFD0AB78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96CBCC-F354-386B-4512-B1D94E853FC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80F00F-3CC6-D542-28E2-6F99CC4D158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9A4509-CB24-CFCE-57D0-8BA77061EB5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1D88B1-32C8-389F-3B5D-DD5D8C4267C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9A076-D568-EA99-9CE4-7BAAC762355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393CA3-7B0A-6510-51EB-74A9AE52814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1A7933-1FCE-60C1-7B96-F656353610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69E474-DD1A-5949-9E99-2BECDEABCC5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ADA0F8-86B4-D4A5-AEEA-7D5B891CB5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6A13CB-B9E8-64F2-A6ED-7454EEDE86E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21B51D-FE25-1AE1-BF18-3BD76CCA69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5196E1-E4B1-E36C-81BC-60C226F7016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1066E-A741-1086-4A49-6A50D44398E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495735-69B9-8555-C1A7-9F7C46913AB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62D165-8D50-6350-A286-582AF6142B5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78B5F-4E98-C80F-704D-8A92036A2AB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C98EA4-9A47-7BB8-CD09-848CA8507B8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35BC16-D13A-CB50-8A3A-EA013E7DDC3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EE1792-25BB-9DB0-9074-178802DD240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87626A-F69E-DBDA-13F2-DB4D7ABF681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891B6A-C720-9F9D-E47D-608A368AEFC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4BDD2E-3390-8335-8EBB-1E8BA53EF1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6BD5CD-C8EF-5786-6389-F11ED92D5CA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85B5EF-58C8-FC00-A2B6-AE8FA89CB7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99B94A-EB24-B748-A91E-BAAA7439B03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71233E-F7B8-6B17-8A76-C467F7A567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3E3EE6-5DDF-C7F3-B11D-F688BED90F3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94622A-DBFE-826A-4436-E451E7326E8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803446-0E2D-2A66-804C-D01DAE06C2B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8AB52CA-A0E5-8FA7-9E70-BEAFF2A678F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B1372D-1DCB-43CE-90B9-466F229AB9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3ABFC6-378A-81EE-9BB5-16BEC635A30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B208FEC-1C65-1697-B1EE-53A169A6DEE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F64698-6934-9BD9-F7B7-6F53AEC9F3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160704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DD1D-993E-CB94-9A18-922F3648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897D7D-228E-1FBD-7165-9FB36A6F88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[18 in 3, no 4, 9] could be 378 or 567. In either case, it must contain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EC56D4-9561-E13B-77FC-44BB11CD3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DF0227-DB1B-4D1D-45F4-B8F2DECEA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BCBAC7-02E4-A90D-8CAA-852BF0CCE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DB215D-D260-05FD-FB69-EDCA400EA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853284-B7DF-587F-CFEA-ECAC3FA7F4D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80B39-317E-C192-3741-AD50CDA09F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3AAA68-CC5C-E0B2-D1FF-4DE64E08799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54DC3-1381-7ACC-DCA5-CE519DD737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E4BF6-6FB8-6CA4-37D1-EABCA9CE57B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2D502-0035-3659-6E51-B21DA0E0C6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27C619-16BA-7FC2-5275-004B2C2CAA9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60BC2-13BD-5C38-8E2B-1EE9286009E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19B7D9-1E6B-8EA8-555E-8449778B129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702F24-8DCF-C0F6-D162-205BC57AE21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2CB7B-1336-EA96-AF72-2BDA9E7F689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F0EE02-EDB3-0462-4898-E435016A125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5F5FE1-AFE3-F007-34EC-D31F95490ED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343569-B951-F9E5-1FE0-B29FED3FF71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DE0272-205A-986C-138D-9714BED1877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B39A97-780A-2283-1BAF-9135A6B034A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AB82A0-AC9A-2A85-AAAB-06D64EFEC52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BBC40B-B2DC-5749-D005-7004143828A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C2B02-324B-CF9B-91F0-60CC6918863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D52A3F-4301-4141-2BA8-3D5700E62E4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13ECB3-1FBB-F5A5-D632-41E58583A72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46FD14-6DCB-C5AB-4315-B03E60BD8B5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7163E7-19F9-4D5A-3268-406EE7BA9FC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FBB1EF-0451-2F0F-B8EE-240487F8EEC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388C24-4BA7-D126-2633-7F1CDF653F9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AE21EF-7DDA-612F-E697-EBBAE475581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53E2C-1F03-BE34-3A4C-9FC72B1DD0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C38432-942C-A7AE-7993-548CAEE3075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73CF03-FF00-A65E-DAA9-87236F1B66A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3F3F12-3716-B15F-3F3A-2353FC73D62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254810-0925-11C2-8BEE-221D73BAE02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3B7CB-9406-A206-5087-98B247B71B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8DFA05-4226-B801-F9AC-B07EF4D235E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ECED77-D2A3-1E1A-5986-F6A06E616ED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01F584-AB03-9D9B-90DF-01E1A3CB395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6049D9-552B-70DA-2E90-0CAB28CB8E1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4D5A1D-3BDF-08EA-54F3-DC076DF2CBB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645E14-20C9-8A93-A599-23AA3CF4D17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573ED-0AC9-06FE-0EC5-E0502CE063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BA4C8-1A84-BD55-ABED-54B8CE44BCA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C576F5-07DA-0811-9D61-61CC7DEBF64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91B21E-1315-1127-6965-89394BBFD10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C6306C-DC9B-AF6B-A5A4-095AC8E2E36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A19637-0008-C584-5DD4-37961CD7A4E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B54F49-EFE2-FBDD-DE5B-1A6E1B39833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612C18-B73A-E7A1-1E89-0EED69670AA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2F5EDD-A3BC-F8DA-0AAF-67F9C059931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7754A1-3CB2-940B-C026-9FA08CA9434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435D8D-0749-D0BA-0C25-E0403688853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CA0FFA-6F27-B19A-3659-531DB33C147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CF41D1-2FC3-DA74-28ED-AF42DF6533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270010-D99E-7B8A-6109-E4D8E59EF7D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FA8F25-042A-0D7F-9135-93999B8E742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C26A05-C103-C303-BBD6-CD5131819FF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DBDF49-3280-5FE6-E903-DB05DEBD184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589B186-BCFA-E0CA-D535-CB21630F882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F8FAC0-7EBC-026F-243C-4BD897BB57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A6AEBA-93C8-8CF1-ADDD-D30503BB242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7D3C98-3AF8-D145-2450-FD7B00A4D80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3507B5-7DEB-8F82-DDFF-6D662D059B1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BF7381-B7DC-4233-C1E3-1B0197F0CB0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64BDA9-3137-5E5C-67CB-721B8A9A0CA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C17EE0-0488-6664-F6F3-171B99F9E2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711516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BFD3-7217-BF74-FBF8-8AE2B5E8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09B6FF-225E-1EB8-E64D-35975F5C59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F1A39E-8CBB-6C4B-9847-1C0E45044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E9D086-A248-5778-10FC-FE53FE25E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0D7314-D752-AE00-8563-B000392DD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71710B-1263-E04B-843E-91FECCD57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64A903-D94F-0D3B-321B-CA33ECCBBC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51529-E41E-9AF3-DC39-7462CEFB701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1104F-0568-5F9E-FAC2-997E8A469F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324D20-60B4-5FE5-4F53-494C6E036FC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18648F-2417-B002-2299-534C98DA85E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865AF-8D75-9974-00DD-9E9ACA782DD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C3538-91F2-8704-856E-D04278DEF05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90D25D-17FE-ED9A-484A-D288CC5EAEC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7FF035-2098-8C6B-84BF-838DB2BD2BA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48A7C8-603B-31B9-0969-49BC3DCDA1E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FFE4CC-ED79-EE80-85E0-08C1979ACD6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1B03A-B923-E567-3EEC-C09869EDF5B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64804C-78C4-54BE-B568-A2DC31FF95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52B8F8-CFF1-F65A-A534-B1DB588A58B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A67F5D-9F35-626C-8977-8FFAE87B8DF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D2495C-E713-44B9-79E9-553F86C4FE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133C8C-FBA5-B760-08E5-8622085E13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C65DCE-B001-AD19-83A4-28F7B6F07FC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2FB933-C537-620B-D374-06B52FF0452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423573-F801-FBC6-A440-776330BD15E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C25C33-AAF7-5EDE-60B8-B0221191297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0995BB-9AA0-C6E7-9B9B-12653F0ED8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2A1C6C-7D24-F7C7-F55A-ACDB9FC8349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3C8372-A5E5-80EB-0D4D-BDC919461B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DAAB22-B12B-2B3E-5F4E-B9730CCC293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A83249-2A34-50B0-77A9-C2317D17490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D39B84-642B-682D-A331-15333189FE1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1CD366-9CC0-0425-CEFD-F5C9FF4FBA5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D07A31-3FC5-23E3-5240-C7733C5BE2D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0DBDFF-A23C-0E1E-B7DA-179B3211A97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16E410-C0ED-5289-86F7-CA1ED4ABA05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5F87AD-6361-4EB6-B39E-9858889CFAB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C38626-3992-B4B0-C7A9-D3B30858AEA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5674E0-BABB-581C-09E1-9A016E3ED75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290298-19F3-C595-34D7-AB8B0AA9DF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2167EE-1D42-012A-B5DE-F79A2F5E213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08D89A-5AA2-AB99-A674-AF6B248380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6729C-CE23-44DE-925D-4F97E8D502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CFDF7-BFC3-5B35-C4F0-65A0C8D63F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227AF-D3DC-5978-BC7C-5BE4199DA38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D00611-DCDB-B684-E5B9-5F6FA4FFFF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8A4C30-EE5E-4017-28B7-2C912A4298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72FBCF-6506-BB75-945E-5C82213722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B8DA5D-AC67-BB69-CBCF-D92C5FEC80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D39E2-C16E-E098-D133-FA1205FEF07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2F21FD-28F0-B36C-E91B-4230EC1AD2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A592E9-A5EF-2978-1FF1-4972B0A731D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3B6BE2-D80E-7C3D-9A0C-164422D7A15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53F9A3-8C49-316A-637E-028A9FFDECC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61CBDB-06C5-912D-AF00-6FEFFBE90E0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D38D01-470C-BB84-12E0-42EE8719B3D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6931C42-6CAE-167F-D2AB-033A9CBF6D0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32454B-2416-7A0F-1309-2A6525C43B0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21F5FE-5C27-A136-B5C7-12ACF9EB1D0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E23E07-54B0-62F8-0C07-50795078EE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D93ED9-C473-43FF-EAF1-9D74AD2E4FC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0FE193-8854-8291-8AEB-D14ADCF6CF5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891D33-C5D0-4AF6-4374-51200148E3D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A35A2E-2A2F-0AC9-CEAF-82FA49A3115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53B0342-F503-980A-7D8E-46273579644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AB8A6A9-557D-68FE-50B4-9A8D33B4FB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A5B688-AF54-BB3A-1234-DAB4FC0C347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6D2346-38B0-0907-987D-5CAB8F1DF7D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6097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471F-048C-8CD7-8FBC-4266E1C9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181D20-42ED-7645-7186-742558ED64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C3EF20-B84F-E5FC-1897-3C1604AA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7AEED9-5F6A-3438-6601-5E7D2FF67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1A53DA-7E3A-B7B4-3FAC-ADCBF269A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CD5C49-B4DE-A015-841E-BC47348DB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B01072-136B-8C49-DA36-0D40D0FADF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E755C-390F-2E78-B1AC-4EDE81500E7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BDB0FD-8EDF-A946-5EE6-E552DB6374F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B3A3F-404A-095B-C9D6-B359B35586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3911A-F90D-1CD3-ED1C-A9C554893E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4A6869-0692-CBF2-60DD-CAB6772C07C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146DEF-E8F0-143B-C94F-410345FCB90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A35C0E-DCCE-1860-1873-D80225BE328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725ED1-B494-61E1-32F4-FD83C0EDE53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86CAA9-CA4C-23FF-8FAB-DADF8CB5809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A2889-43AF-12A0-CE0B-522FBAB0DB5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E373F-318E-2072-0D2C-725B2F3CA14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EB7391-8837-2890-0926-00BB208A87B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22863-36D8-974F-8569-369A40D9C4B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938B01-A1B8-E487-48D2-B418D6423B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AA307D-E9CA-37B2-CFA8-51A3855F7D3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A74361-F1B1-D55E-C58A-DD515D558A9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89315D-6D0D-70B2-A6E4-00BD6880707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7DF9B8-0D81-39D7-B33D-4B79D5B9720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682050-C918-DA7F-03F2-A6AD8CC0834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768251-1B5C-2BFF-8136-AAE0353204E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DF3EA8-4C3B-1EA9-B57A-56D3535D038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4957CF-454F-2459-C367-79274DF2A6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C69401-4D65-BAEB-5C98-B2D8D11CD83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75050D-C4B5-F199-22EB-2004180B4E6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FF9A44-CF90-6EBB-0D83-E610454C8A8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B1992A-2C5B-840D-C6D7-651BC277771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99B5D1-58F6-2C1E-CF61-EF1CB747F35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BC4EE3-9F97-86DA-A8A6-CE6867F965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A3BB5E-F3E2-C282-0C9C-6082FA9B8A3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5115E3-6599-CA5C-6527-EDAF21F41D0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D32FC4-482F-089D-6BDC-F358D051B9C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B05BFC-F3C2-2E44-E4A5-AC1E145C26D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D0DA3-F9CE-858D-CDBB-A27A7507733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0611AC-CA54-D02E-EFAA-CC79733176F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026893-5EA6-2A5F-79A5-F796757702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D7E4E8-DDE6-BBFE-35C2-56CBB1D4F89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6B5848-4300-B083-79C7-DF6A710508D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843C4-EB6C-E6F4-4FCF-084D22A8C2F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E2AE4-C2F4-257C-38C9-E9E40DCA7B2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0D9F55-F645-EFCF-83E2-D8EF375A71A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6C941-86ED-754E-63C0-9D5B20012AD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8BC4E3-54F4-F640-A532-9A228CC6092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A0B1AD-7E42-FFE1-2095-4DC8DC64A4A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419BC0-3D1C-4022-4C29-A806A6F866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AA02A3-9D2D-AD37-520E-9651BCD784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52A521-0384-25E2-15FA-9F61A6E896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4D789E-104A-811E-A656-CCBF752125E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070589-A483-FFBF-3377-98732ED1F74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BD67F7-8924-7CA0-B56C-C6B3C3CFB14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7A6AA4-D8D5-8B90-70C2-12C7C04EF7F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3E29A6-C52B-60ED-100E-731ED91E9C2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F2B2F5-EAAA-76DD-09C6-9236FB313C6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BC70F0-74FA-7D43-2D11-F88FF019983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FE6DE1-3FAB-BE20-AA02-7438C9F87B1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7DA9D5-63E0-1CEF-D22F-08FF90FBC2D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55BEE3-185F-8BC4-96FB-22875EDD88F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CC193C-324A-4C77-8AF3-81F90FC4817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D8BF73-0A24-93B4-6D2B-33A67DE3C0D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F64B9E-AA20-F023-3A55-62B026371F3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FFB6D1-0993-DABF-0642-2888322BB41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6EB4D7-1474-B7A0-919C-11A6C860679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291261-201A-0FEC-C93C-DB56E06358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B10D7A-58B8-7930-7920-4718B3A95DF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9AF58F-C2BE-CD9D-1839-BB4D35E21D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CC120C-CC6B-69F1-7CBC-11202413496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1F8D38-1396-DAA2-B899-1F6CCD391B1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56162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6389-0FBD-C66C-5676-AD0B6388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EF1FC0-E49E-F35D-C970-8B9D2835DF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([13 in 3, no 1] can’t contain 9, because 239=14 &gt; 13.)</a:t>
            </a:r>
          </a:p>
          <a:p>
            <a:r>
              <a:rPr lang="en-US" dirty="0"/>
              <a:t>In bottom center block, 2 is in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83A185-9CCA-652B-C3E8-5D094EFE5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5F9738-05EF-A892-F5DC-FB5E99FFB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C4A5E42-1ACC-86AD-6842-BAF83ED1A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00FAE1-E2F1-559C-78E1-260FE8077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49C4A-79E9-B528-7B93-EA1FCC6B9BB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6625D-B2C5-0835-1DE3-F00BBC51642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8DD88-984E-0373-2ADF-59B73C5A6E8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B773A8-2CEC-F098-480B-41A7C64327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232C75-3907-E978-C180-0FCA3AEEF2A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04A6B2-36F3-A12C-B571-CA53D649EC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88BC12-033E-A120-4F29-A19791C9B8A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0BC814-849B-8E57-6B54-87177310B6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583950-0FC3-5701-FAD6-C4D0FFD8EF2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D3B341-A281-186E-0F47-0ED97BED616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A9C864-04D8-D22F-1B49-C0FD94FE1F7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1F8992-A2D7-944C-A6C5-B19FF05362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859C70-F39D-0AC1-1601-7AF8FDEE8BC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A05E4-4418-D554-0D4A-10B46487F92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5932AE-8FC3-8382-77E8-982842295BE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467521-DC59-235D-EE33-DE0867BEB00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FDC1EA-A42A-4F24-1517-0D05E5404D6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E7328F-4DE6-59F7-489C-1A36BC5CB5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9B8FD3-EAE1-B06D-152E-57BE88DC43C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B00BB3-1583-A7FA-F490-8BDC8E501F5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63EC7-56A7-EEF4-14AD-805EA3E8EB7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BA4A8D-69F0-D6D2-E315-1C5704FD64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3E5DE3-0752-6105-27ED-E7B12629ED1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716EBA-C165-6831-65AC-B1BADC3599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BB900-FA4E-537E-0E4A-2B125ED3001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E2899E-112F-28A6-11AA-DC19A2A8BC0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8406A0-43AB-691C-181A-4DF76B7ECEB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4AC053-6BF8-A85C-B834-ACB3B32225C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6338C7-77B0-0E0F-6443-DEA6B8106C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4E6AC2-956B-9798-F6E4-58ED8024F07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79206A-AEFA-87B0-3254-EBAF31C6906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D007BF-BA70-380F-8F57-7BB5117B97E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7DDFFF-D849-EF6D-1449-C636D4D054A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6FC958-FA97-5BDD-80A4-38496F7B614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5105DE-58B3-DF66-3991-F2CE4AE441E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CFD15B-6014-5C90-5F27-B956E0ABFBE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75C6F4-0486-D9C3-48CD-949BAEC4D01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BFC8AC-30E4-CCC2-FCE4-F17809AC71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88403-6C1F-8228-B743-6063633235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1FFA9-4CBA-C846-51AF-67201AF147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DA4DA-500D-28BF-6B82-FC1DC6F6DB3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3B6664-8553-5F7E-F5E4-C7DBF022E9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BE4CFE-9372-1023-B6D4-7B4A69332AB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699721-3877-330B-EC77-6DE0912F716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002C48-9097-D1BA-15A3-B2E90448C7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ED2213-DE01-E8A6-EF9C-4A74E90FB0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781159-6FE7-2A05-B0C8-790A9F5F8E7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BEC4C4-13F0-77C3-9646-1F91603F57F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05ADB5-D6DF-DB3F-AA6D-AE27F295CEA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6C7068-F284-4C0E-4E1A-7E8EE52F256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164C30-D625-30DB-1A7B-831C7D1AE9F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C86474-6FA3-459B-0073-9064BF619E5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C78A98-923E-E1DC-3715-474DCE52287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082A96-A52A-8819-971C-9D296B96AB4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0D9E52-93DC-3AD5-BB39-C301302719D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37BB35-B670-518E-7AEB-7EBE59475B6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866B10-F1DC-FE72-6203-6EB150D4E22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53E9CB-53FE-3732-095F-3FEAB455914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DE5896-558D-DA70-1339-891461F265F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EFD239-B4AA-9BDC-C25E-BFA4D05FADA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DB4BF4-9D36-4DB6-FF5D-710CA38D06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A11950-F85F-788F-1D04-57BF8D2E1BB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E8C8C1-CEB1-818C-58AC-775E5070A0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715B917-D623-01B8-6CD5-FB1C1F33502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C425B9C-C8DE-C714-9D32-D23BF335A2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EE1271-2AA8-DE5B-9D4A-C5286ADFD7B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617B03-F796-3349-5C04-F614BF12B5F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78688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DCD2-CC03-9EBE-11DB-1ED64671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E432DE-6773-ECA0-D298-39438F16C6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78A4AA-D20E-3110-152F-7E83DAE6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9BADFC-2F7C-CD8E-4D68-829D4828B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AE0C81-0B81-F36F-459D-D3FA45AAE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6ACCAC-AB89-FA81-1414-B95BA6A0A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FAB308-19D6-B88D-BF16-CBBD0C870C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A1CDB-F74D-CC93-90BB-29F125FE3FB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1F08B0-6F43-E0D6-2DF2-BEE1BE371F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1FDFF-C7DD-977E-D628-49698FA8AF0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D2440D-8C07-9494-94A5-00741233E04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27E5C-0D11-78CD-99E0-F7187F64AA8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80292-2860-9A3C-C85B-777926BAF1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194E7-F0CB-5294-70B0-0DCC507AA4C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272BBE-CBC5-F1DF-8894-B9C1A7ECA03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AA5FEB-5E03-60BA-CF83-9DFBFDE1A86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150E8-F9C1-4D84-BD66-3DB2076B54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C897C-5865-04A9-512D-E5C6519F7B9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7369A8-9EA5-B4C3-4E31-476ED183F5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30BBB7-EF54-DA69-898D-C7C00A60588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4881A2-9256-96CF-8BA8-7BB8548DF70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C7A053-BE9A-F85F-CE0C-7D00900A639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CA0EDF2-E0B8-9C25-C8F8-AA5103D56AD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6CFC31-749E-BC00-A5D3-6F1A8B65B5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CB4629-3ECE-0A85-53FA-32AACC413E2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2ACBC9-3DED-B1AA-117D-41EF79ABC2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3918AD-C25B-A095-B468-90DF30D5924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AE5B2A-64DE-53CD-ADBB-3D5C85C5897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6B25C1-5829-2994-51B0-EC435E4C41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16FC07-8A3A-8927-3EB0-137F3F1810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8F1DD3-A065-B0AC-78D6-708424B0A8D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381120-2338-4E0D-6E72-1D9F1D8468E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90613C-C334-4DB4-FE9C-6F11C7DBF4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062ACB-7192-EE33-8830-FFEF85FFCCF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9A5EB6-3A0A-C03C-CBFB-E83F4E5F9C3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3D2983-089C-B02B-AC97-04F964E386D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62AB00-C97C-F4FB-99AB-7025C758772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4C4661-1EA9-BE38-4FC1-AB5A041EE83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6391A7-88BA-DB25-1360-B7A6D6D067B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FC2562-57D1-54DA-98C1-6F95BC94C81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0032C2-40C7-BCDE-7390-7309E933B81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C97FF7-9C4A-CD0E-4AD9-2BB163ED683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913A9C-38B4-FDD7-4285-EACF3B3098C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D87B0A-352D-C280-44EF-48455B8674D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FB0A6-5A4E-A328-B996-B73061106E6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788F3-2BE2-892B-C0C7-AE29004CF5E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6B3D1-1D1D-631A-C39B-028CC8FC01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83A69-26B6-9899-AF63-402187D8BB4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7F0FBF-6317-3097-B2B9-1B261330374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8E48CA-52B9-D271-0725-A9679E21B10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4F5913-66DF-7CE8-1E25-83B7E414B4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2E5CDC-10A4-0C66-7EE1-AEDFCE4F339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21164C-C25F-9F13-EB85-4D6FBCAEEA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D4E2CE-D4BB-413C-24CD-4869925DF0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837347-39DA-D174-6573-D4F44F3F4B2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551BB4-03E3-65FD-F9D8-DC40A883454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08F7A6-0779-4293-80EB-4FA0D6AC52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B754AE-8608-6350-BB6F-82C7DEEF6E0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A4E5BA-66AC-3835-B863-A8E8D9EC128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AC19A7-8A4C-F3A0-B9AF-BD5EB635334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3AB851-2FA7-95FC-CBAD-B1916A93A03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2BA96D-4B25-1AA6-D874-014D15A531C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0D3A89-9D45-A53C-33CB-2E82BD3192E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36A724-56F3-C6BC-6903-3BDDBD44E72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9057C6-C2BC-DF7F-88B7-068874741DA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B380264-58E5-8EA1-2BD6-CAF93EB276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6B56C7-D323-6B64-845B-74813F78C31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07CC54-AD5E-23D1-B4EB-DF60C285EA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EC0F41-3382-958D-AE68-7134394161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DC35C5-F2B9-8803-5071-6B589B72D43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F99D63-343D-4A69-0DD4-6CB681C4D95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E5C0B5-CE08-1E95-442A-2C2DDEC8EB0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27F797-3C5E-2456-8A4D-B8AF3E0C9B4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008844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5F85-46CC-923D-51C1-0CFBC6E5D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8D3983-EF4A-9D21-B891-B3F12C54BF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Columns 1–3.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B2E671-FAD1-668E-35A9-9885B3D46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A4C158-137B-F571-9099-6D973E051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F315F9-C971-9497-636B-86A0A1ADA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0DC201-CE3D-80A9-C75D-457662846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9D8BF3-F79C-DC56-424C-F475148500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02825-3790-7ECA-C03A-5AD05816638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DDEB0B-80F0-B377-CA5F-ACDD0BB2B86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18DE5-C584-419D-2567-5613A9CDFE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53968-3F1B-90D7-6A28-5DD04C6179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FA714-AE91-3D31-2E09-3E516BABA01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767F0B-E567-C955-A862-6909C4C3A9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42B2C-EA02-F5EB-7D24-D1B136349D8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55C23-8E9C-06CA-8D5A-B0C84A69D4E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1D9445-25E1-B30A-C5F9-FB71FC45587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5B6AF-E91D-4FD1-36B3-32E700AE2D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C568EA-919B-E730-B680-6EC81C36458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95EC1E-F56E-F4B2-DC58-47011B0B51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1C7531-A7F6-A576-164B-79E71A2F528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024332-46F8-ADDC-B7D9-5D227173395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5E0819-1535-E334-6FCA-4D9872A0ACB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5A677E-975E-EFC1-8AB3-B240ED470E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7AF04C-59E4-798D-4B60-9A724E7F962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E27D4-BBC5-5E3C-55D0-628E7BA29AB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13D5E7-E21A-B531-6707-B6E20AE697B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CEDAFA-332B-6352-43CF-38F08DBA9DE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C00961-5AE1-2EDF-2A76-0D57CB1E455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97A9F3-8A24-50C6-066F-39D19F7BCA1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0039FE-9638-442B-89E8-3FCB419841D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338187-670C-F80E-5472-E1F8E9E4ECC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4845EF-3F81-F46B-5B25-83A8BF920CE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91B2F0-F8CF-84C7-F0EA-6EACCD1692C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6632F-CB55-4D21-3363-67ACAF93FFC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34ABAE-7A12-97DF-000D-E0D5F1FE221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0CF29D-1D1E-BE73-1EB3-C37688BA29F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7FEEAD-38BC-D5D9-4262-0B808621581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110584-03D9-7D92-B36E-CED0E3FF1B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AD8A35-8C27-35F2-87C1-D7E4478021F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F613F-65FF-0306-801C-270BED00CFE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ADDEF0-73E9-1E1B-728B-564D632B108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D2E67B-B75E-C0C0-BA0F-1658ACA625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BE0B05-0581-DC8A-04CA-76CEA51980A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2A04D7-7F78-3823-C2CA-E1EC50C625D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15C11-E887-EF73-B0BB-29F53DE05A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42A53-7E9A-11AA-CE7B-30F1837EDDA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69D49-D566-F9C5-C8FA-328EF9669B5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FC5C2-BCE3-D323-0E9A-7F1943D7068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F6F630-06FA-F094-28F0-0D7036170C5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7EAF9B-400C-5189-D75C-7391F2CF272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B5F6C9-A9A5-B5C5-E732-F7D576FBA7F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FD97CC-9A62-870B-1C2B-7412CD1FFEA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AC1451-071E-CA22-5A85-D7E87CE190A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F20214-98CA-6EA3-EEC4-A3AA64D0E2E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4BDE62-4B00-AC99-8DEE-FBB35B416B7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851938-504E-8128-C610-C5A79218A05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1C5AFD-C5E8-A3EF-DC82-70DE511D44D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A8DC52-0D5E-3AED-4807-D713AF7BC6A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7331F57-2F54-FBF4-A543-13F46E3E574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D8ABF1-B74F-D216-E764-8E51E91F4C0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F7D70D-75F6-10BD-17F3-9BCB48E3C35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7F2231-F917-E08A-106F-7BB3CA5D417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088231-744A-C295-C66E-AF433FCD9D0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256BC4-092E-B568-C005-898EB5A6C54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0821E9-38D2-7770-83B6-8F1E5348625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235EAD-96A0-51D0-1721-3249359E6EA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500366-665D-E724-DB85-C0DE6F71442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9EEAE4-BDDE-CC38-1F3B-F8849F4EE8B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F7C9AB-EC1B-106F-766F-AEF0A60D7B0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2C217C-417C-F000-FF5E-EB95EF5E4F3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4CF8B4-4A84-1B68-F49E-256BD5E852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554FA6-7386-B1F6-DA6F-BA85397B29E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C32EFA-66B1-1E28-7D38-C6D09B7E37C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7CD88B-6406-7C93-2BD4-67A447843F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B78A6D-05E1-C368-AEB0-1EDF510B1FC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825D06-BBC6-E60B-5A68-01F0F733D06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9FB653-EF95-FCE7-F6D3-9633FE8E3E9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42D83F-9368-F8B9-922B-532BCF6422E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EF0C35-9145-42CF-7F67-E11D7BC29C7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1CFF05-5601-3AB9-5C39-87389434839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32A48B-17D0-9840-3E97-1477CA84DF5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847AB6-09E4-7935-11E1-F1E89C3712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9C71FF-E0C3-D487-2E49-3D61D4C28BF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</p:spTree>
    <p:extLst>
      <p:ext uri="{BB962C8B-B14F-4D97-AF65-F5344CB8AC3E}">
        <p14:creationId xmlns:p14="http://schemas.microsoft.com/office/powerpoint/2010/main" val="14739113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241B-7880-23CF-1E41-E7922761B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30B359-103E-FE90-7F4C-B27D4BF82F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C875A8-F3F3-9021-C978-5D92BB243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C69C88-AD25-AFBA-61C4-FF413FB6A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0B4642-F37E-865D-3019-7FF780540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44EC1D-4714-C7A6-8D4D-4E91F7FF8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8AFFBF-BF74-9BA6-5094-8060462CAAB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5D5BB-4CBC-8042-F20F-9A7B30CBC4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146A28-A85B-6129-A01E-A4582E9B73A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298C1-6E25-7F7D-F279-9C63F8FE862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FCAF3E-EDEA-4F8C-DEBA-1B9531AD4DE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E24A0-0962-7B18-D091-5393963BDD8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5ED274-C6EA-AF3C-AF48-822FF3491C7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96FE9-C9B1-A7B9-FE3C-4078982944E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B684A3-00FD-033F-EAD9-9171FCFAD7B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6C967F-BC04-94A0-536A-FCCBCAD4D20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E2650C-BE7D-25E1-E9A7-5BE9AD85C5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B801F-D9DD-C59F-3C59-5E8B678176F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D7760F-BDBC-048D-9AA7-780AA8A090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3C2717-0F8F-BC89-959F-1BDF1DC1308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4497D7-F96E-5DF3-720F-E61C35DDED4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E84A14-BB63-1C0A-D089-D8741ADAD45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75A40A-F62A-B32C-2D05-9A2D06EE78B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93F6C9-A02F-D3DA-013A-CF66F6B46A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F1594C-D6BC-FB7F-0A6D-0D61219D8C5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43D4E4-2ABA-E5F1-A753-3B7412B9742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9F0CE1-F989-1310-A511-3788A505435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E817B5-D7A0-9B26-C1D3-8052B0639D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364593-39C5-4B25-8BC3-603E4C6DF83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4721F8-4235-6115-BF77-034F603C4F0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5CAB63-8085-99CF-9E84-F8FB19D4076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1B3B0C-97D8-5227-B4F4-E91222554FE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E01D02-562E-6B05-13F9-EC98BF47283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CE1510-60AA-3A63-AD6E-512E82F169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7F6130-EFFD-AC12-B3A1-38AE0B37FB3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9F8299-6821-BE59-20DD-166A96906D2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849630-D2D0-56CA-A1EB-BC3737E8B34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92B1FD-F168-58F7-E2DB-772A4F19BB1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44E1BB-D681-B2B0-771C-B1C1523000D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D95322-0BB6-EF84-CC8F-1445208F622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BB027-B470-A7C2-CA77-B2F3DD324E6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FD7CA5-C94D-A49D-6932-C19ED4B2611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322A86-1C8D-A7DF-E3AD-716EE8E20D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A6AF9F-DF89-AF3A-BCA5-5DEA329931E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D931E-CC5D-EB80-DB6C-D257EB737EA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3FAF2-75ED-1BA3-B10B-104BF1EF0DD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279311-2A69-F6A6-FB31-11BC64BCDDA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9682BE-CF09-EA8E-8287-F5C15D7DEA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7B3C3D-9A7A-525E-40C0-172F82A39A8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EBFD74-E7D6-6337-980F-22FFDA549F6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F7D0AB-7A39-2F6E-84ED-20F152D9E1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AD5FBD-267C-8D40-F9E2-FA66531C91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EBC585-4D9D-5D3B-ED70-0B153501886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58986D-5AE8-C8AA-EC26-231BECE7124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2A55FB-5FB2-3A0F-EC95-386ABEE6D08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BCB5EE-247B-136E-3BED-ECE8D3307B0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0F2272-311A-E238-6E34-60281DB3EA7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5DCE6E-C702-08C8-7ACB-A03D84A7F9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39D712-BF80-1984-9C02-C1B16EC0027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8A6D11-EBD1-3127-19C5-026E3219626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EF02EA-5888-A1B8-8323-D8C2D66845C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4284FD-F85B-DE66-3298-7C763DBF5D3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7C2244-1024-99B7-2427-D9899EDF107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CF1C76-9639-124A-5C5D-3F5844D877C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22DB3B-4EF6-071E-AD5E-E228AE2DA1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266833-B95E-6F7D-E5EA-2F240CFC9D2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620118-A3D3-1A40-2B5A-0287FE9E8FD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26F53D-6237-6C73-8DDF-58F76D4C955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8C4C69-30D8-85B7-361B-6F0D9130CBE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0A83635-5F18-FE63-82C5-A5E6A4DD283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EDA478-E165-F85B-677F-7099B20F31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93D6AE-1622-FBA2-FAE7-3D5A42F3334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322AE8-C22E-9EAC-5B3A-79C3C0E990B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66C0869-AD4C-A686-2EB6-263F91A47F5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D26A56-E62F-6846-D893-B87EA1D918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755E61F-17B9-5C61-0F53-E9F3A94E4DA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5358CF-A392-12FC-6466-4DC101046E2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469625-32CA-50EA-2017-AC96E337977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C3497A-AC22-7A60-AA56-65481A7E741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338EC5A-ABE8-C4A7-391A-4FA93DEF6F9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713B385-CA32-FCA2-342B-99445F5D421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AC6061-5950-B452-53FF-B48A1097B94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6F109CA-4359-B7C1-6A94-8C6F6FF9818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</p:spTree>
    <p:extLst>
      <p:ext uri="{BB962C8B-B14F-4D97-AF65-F5344CB8AC3E}">
        <p14:creationId xmlns:p14="http://schemas.microsoft.com/office/powerpoint/2010/main" val="25970423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CDD1-A67B-4A30-B147-C9AB5E46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F4B95F-8B77-A168-6A3C-7BD397F5AF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1 is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AB5348-916D-F2B3-1726-1D67A923E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CCF586-0FCE-2560-DFE8-05980D8AC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5A193D-3FCB-8392-E6A2-61ECD52DC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E47504-80D8-A7C0-E18A-3D2950EE3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80B41A-636C-41FD-43EE-1067F11C424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C3D6C-C715-B174-8180-A308EB90A0F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8B37C8-7B51-571A-B23D-235EF4EF6A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3C7A6-1618-BE11-BDCD-F034D84B3A0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158B5B-26CB-AB00-BFDC-F4B4571AB56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72D622-8B92-78CC-5DCA-5FAFEF7F8E3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987E9A-4BFA-9BCC-3A7E-DB09B9D2DEB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89AB34-BAE4-24F5-825B-9DBBD8AEDA1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D840F-7E2A-65B6-8084-866E9479D13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2DC3C-18BA-8EE2-5C6A-1130759EC4C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70AF92-CB07-EFF3-D32B-C5CF30827AD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501F2D-0FD1-F675-B312-0D113358F02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7073F5-23D6-A20B-27FE-49BB568FF0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1635A2-E84E-111D-7AF3-FB6A16676AE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76F5B4-C97C-EBF9-3B86-54DAA9B60CA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2B649F-D67F-5579-A85C-B0E8B8A3D2C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19C0FA-712C-3077-1597-E7E2A984521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5F82CF-FB9C-4736-3A85-C015BEA080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3E5EB-51E8-415F-17C4-7220FD187A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66381B-9121-C991-F1D1-D3B26DD2E4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F4F558-9736-949B-AE3E-C78CB15BDF2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95FAB5-8E5D-B5DB-D05A-9A3F0BF50E0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69028F-A83D-D2EE-9529-A20C99A8E9C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7352F2-934F-798D-9608-AB2D436BB69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CC7694-7FCB-9E64-D460-5D3EA50E994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CF674F-37F2-E965-E85D-5EE97E0E432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8115A9-F00A-B8A9-E7CA-E803D245FFE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32E074-5284-E080-EAB6-270810F4FE8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66B6B2-C237-5078-534B-A0AC633670A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1EE309-4810-BB41-CCC6-724D8417B30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964C4C-7B6C-B75F-3372-E22F2029E79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A83FDA-B994-CE11-E55C-F1038EBD71F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C353C8-0EFB-E6AD-C4DE-2D6378808E1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08AEEE-E665-E2F1-D1E8-B04ABFBDAEE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914264-AD27-FD85-A3F2-7B189F9BE2B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60168D7-0F4A-A294-048C-C3FE5F2CE46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0D16F4-C259-F45C-EF43-8533515989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D6EEC3-E913-6261-5426-BE5CB74A911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6A0D2B-C4AE-EE8D-28B9-489C99FBFA3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4230F-F13E-4B36-6BCF-0DDB46F543D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B5A87-2B24-3D59-4FBC-8CEF6A850E0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8D541-2C54-608D-5174-81442A3CEED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04271C-8260-4D99-24DE-071FB46873A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15ACB6-6DCB-0BA6-9028-F290BF3FACF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C0D36F-1605-D931-A3F4-28840C715FA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85DC76-91F7-87E7-01A3-9DEFA50CAF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26C48F-3853-DE03-221A-C1441D2CB9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B1C879-E3F6-55F6-FC3C-2907564360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27BED9-1AEC-98CB-C033-D269F4852EE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46ADBD-AC70-6222-3306-5094291E5D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1DE574-C544-6CF4-2EBC-6733953461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C196A4-7083-0A4B-A997-28A242154AA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38D1E8-5752-1A49-B864-FB7C0F101F0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F0513B-1C5B-6438-3DD9-E25F05F465C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D74810-02D2-EAC1-2115-318D49EE0F2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6F1390-C485-6435-5C2C-00B8EA39E05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822057-7C91-0D52-85FF-618F57ACBC3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D36EAD-DFED-7714-49DF-57D8774D48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F979C0-2A77-5B48-F9CB-B6D783F80DF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8FCAA2-7AE8-58ED-395C-79DCB40751D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E080A6-7B4F-B364-3F68-3969F8D48DD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45B3CD-E78E-2499-8F84-70D9DF4EA4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0AD37E-3B7E-1720-88DA-7B763BFFEC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628999-0C51-EB5D-A8EF-D33F23C650B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E713E0-3E65-14AE-3FC8-454C2540DCD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5D9EEA-4E2A-5AD0-F0C4-3E9BC02FC24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B8CCE1-9601-675C-6453-A49447260B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EDD622-D99B-086D-F11B-BA91A92BFB5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8A9DCD-5CFD-7E2C-B22B-5E64DB861EC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792180-B125-BC9A-C416-77E95A09E9C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0B4E3F-51C3-1104-7D66-E8B1FE9316F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88A68E-4FCC-7EE8-AF52-05A6CEB4B0D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7DD45A-F0B1-00BB-7A6C-CD3238974B0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46F2AC5-68DE-2922-09BA-F2EE3A698F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0D4E8FC-84B0-25C1-A7EE-7AE1DA3405E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BA685A-B754-6DE5-D246-2E142BA0D5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6657740-89E4-9277-EE14-4BC8B9F6990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</p:spTree>
    <p:extLst>
      <p:ext uri="{BB962C8B-B14F-4D97-AF65-F5344CB8AC3E}">
        <p14:creationId xmlns:p14="http://schemas.microsoft.com/office/powerpoint/2010/main" val="12403611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4588-50BD-81AB-966C-EFC3E20D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2D89DA-2808-2C51-D797-AC66F64AFC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[13 in 3]. (1, 2, 3, 4 not possible by Sudoku. 9 not possible because no way to construct 4. 8 not possible because no way to construct 5.)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82E2EB-AE7F-0F94-1086-7097B0CA5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C7DA69-5B96-631A-A9D5-E68A78EC8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6F9D63D-F998-1096-984E-31014B237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103B04-151B-56DA-C0EC-A430FCFB8D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0E6B57-5507-D5F0-6F5D-572BAB59E8C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03E4D-1F30-BCAC-1726-D58BEBC3504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39914-53D6-7F88-8F98-ABB1FBC31BB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9DC42-187C-0455-21E6-D143C5AD02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C43D82-9CBE-18B4-C818-97B0A1989B6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38B102-67A5-49C1-F8D9-39166259B10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91454E-DDC1-F522-8BFC-CC83AAB8A2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4DCF4E-A498-BBCD-F262-B95D809CD31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F8C44-35C3-F37E-10AE-1381C770927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21C07F-6B5C-67DA-58F3-35E80CC7EE8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416BC7-5D84-F48A-78A4-6365291C983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91D191-3205-FC7A-0374-A9F4B954169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0463E9-98FF-867B-4651-FB66B1F0EFD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C042D4-56F2-E6A6-BB19-51ADEC154FB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D89FB0-9484-B276-0B36-A9E9D618B1A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5A96F-AEEA-2895-6807-DB1B8A6D6EE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F38E4F-3F03-2418-E47B-9BAD978195C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DD5B3F-9CDE-4BD1-4DFD-4323FE54F7C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9057AB-3D72-A70C-FFC1-BAA0D869952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4C69F4-FCD4-D554-239D-5910C2ABE7E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9F543C-0856-0DCF-FE51-2F0A3688C53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5A97FB-4965-18C9-3263-DB9EE8F1CA6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B109F0-4C51-FD41-4DDE-14904EEA8C8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6846A9-B063-912F-A353-1B78A015248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8822AC-E446-5174-EF85-62FAB174B77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140A33-982A-E101-B1CD-418397A386A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E2EA27-4F8A-25EE-B43B-FC09AFD0A5D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FA6BFF-967E-FF5E-7D6A-291A097B243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9166C3-936E-1801-53A6-01F7C5DD4C2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7EA3E5-7A4D-EE88-197F-E4F045E0BFF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55202B-1DB0-E789-4261-F2669ABF8D1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0221EF-82AF-07F1-9E54-9F8508105F0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FB5FDA-184B-EDE5-6E31-5FF3F2C6C07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E67A1E-8EDB-0C2E-211D-E9256D8473F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951D04-1ECF-1E12-A258-966D1B7F64F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6215FA-7BCD-1E75-3193-3296B4BDECD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A50B67-E1A4-6E5C-C5AB-D371283B4DD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D2D264-A213-FE52-364E-23F4E5674D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741D1-2798-3C82-A700-9673D946F8A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F7202-7F6B-097E-A36D-AAC83E5DA24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8F04AB-28F9-DF25-D078-8E7C3BDE300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6A184-7068-0C14-EEA5-5915B4E0701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0D064E-5055-B03A-71F7-8B2ADD27887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98200E-AC02-027A-B7A8-39FDAB743CE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C239A1-664C-9D22-65CE-69F0C95DC6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C3DF10-CB22-4F8D-6841-6097ED58E44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111579-CB83-ADA8-EF09-883FABBCA7B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54C677-60F2-A81D-81F1-5C3D2412FE0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AE8CFF-721F-E1C1-0EE9-87FC9AD61A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159662-D4B4-ABFF-5575-7F43D3B81D2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2B5B2AC-40F6-7B57-D133-181EA2BD267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6C20E9-623B-8BFF-0B63-CC4E59716CC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4718550-81B3-3354-AF6F-50A268544EC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57A893-B779-048F-E490-97CDD05913E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0DFA3C-A8BC-6544-A6E8-AC115FF918E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7E9301-C500-2B42-629E-76CC3C6B56E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828898-E22C-FA6B-C460-6579A1138E7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F6E0C2-96B6-CC43-9A0A-F35383F71D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597DFF-5ABC-778D-7CEF-54292CBF6B5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C5F954-E249-9960-F03A-40E5D74EC9A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002695-DE7A-F40B-784F-B9227143177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3C1D60-1C55-5373-8F7E-3A717CC8ACD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03BA4C-D2D2-4295-EAD4-13F9860DAFB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84AAB8-5939-C848-A2ED-494893ACEB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CFC095-3492-9BDE-26FB-3BE2B18D0C3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2E676B-436D-295A-4290-D773BF516D4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FFCFCA-2BA2-722B-1767-573EF874BD1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842B58-E542-BF55-0FA1-3F9738E4ED8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DDD4FC-0C38-2C38-D70B-90542ED7103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02F753-7906-CE97-7559-146FFB1EBF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AB327B-6EAB-2F67-6E17-25383B16CD2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E865F6-0BD8-1527-D8E9-B1C795DF10A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99B47F-CEFA-6436-B6A8-B73F1C6776C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A9E346-F870-B893-037D-0D40B0F623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2E93E2C-D2FF-FB57-C5F5-3340083D03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FE5208-BA86-12CD-8A2C-348680ACBF2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FFD8474-EF46-E7C5-459D-86E0A899162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9EC312-56A9-A5D6-F2E8-80EC5F067D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</p:spTree>
    <p:extLst>
      <p:ext uri="{BB962C8B-B14F-4D97-AF65-F5344CB8AC3E}">
        <p14:creationId xmlns:p14="http://schemas.microsoft.com/office/powerpoint/2010/main" val="12025846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D49C-4F1F-6680-32FD-C8351A25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158C73-C708-5ED7-FE05-6150DF6C3C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7 not possible because no way to construct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597D94-33B6-DBC3-1D86-3CD852DE2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5652DF-CA01-DAB3-2FFB-294E6711E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E2F99D-5333-973D-FC21-C79C3E1ED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2A55F7-2777-DB45-2235-A95F5CD85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0E7811-A6DA-B477-4AC6-318F7B8898F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6B20C-DB72-DC80-6A69-630031FE155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0AFC9-4180-53D7-E2E6-CD160959109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05D4F-EF05-E680-3C23-89ECCCD3BB3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CB18B-196D-87C1-A6A2-635DC48E32B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D32741-CC09-13C0-CAC0-BDDB35ABC7A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40973C-23D6-3DAC-B303-B7418F573F7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6F3F54-84BF-A722-D763-96A1473888D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20901E-F9AB-9C08-A9A2-8DCCA8F4678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3109A-1D2F-B8C2-1CF5-F169566315C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66B9EE-033C-5E10-3728-678E925C93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8C79B0-B746-AF00-F1B1-5B02BCE4026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2257BB-57F2-EB06-9EA3-B27D145B2E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B112E4-7846-6D9C-4B38-4B98E9647DA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70CD9D-02C6-0F72-72FF-854C66895D9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B67C32-5160-AE60-2819-B5BF8654D0F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14B8BF-7934-9CCA-AD02-6FC619FC7D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C77830-4BC1-AE88-5EB3-FD822C13FE1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8571A3-FCA4-29FE-0A2C-6B63B69D3C1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82109C-C469-77D1-3FD4-8BE59893BF2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C8EB0F-0AE5-0B5C-F218-56C32DFE602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B48CF2-1AF6-E8EB-1958-126F0E161F1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B59416-2A2F-B46A-6893-656983DF389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119AA9-876F-B2AB-C632-CB2E865EF3D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A39518-2533-89E3-397A-7E92BA5291B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619E16-F881-F46C-7CB1-1295DB21F40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3BF8BC-AFBB-FC43-80AD-FA98CF19DC9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A7A2C9-497D-54E6-7E09-4C0C3A8B3C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E0103B-6688-8C38-4C69-1E86D126892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91C0EF-247F-2FED-4CF8-60D551D8911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688FA5-6B03-DAE6-5994-B8A83EAF71E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8E74F5-939F-AE87-9F73-A93A79311D7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A4B383-5E11-ECCC-DD4F-6E382D0604F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B04B5E-607F-8351-4F23-89EA1D806EC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1C210D-14E3-80FB-CA9C-18D368A6893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5431D5-A4AF-714B-E1F1-E1E6A0D2F80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F7F501-19F9-CA32-230B-039A9CEE063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3F2C84-B105-F206-1C1F-0326FF603B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539AB-5EC1-1BCD-69E2-14EEEA2152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CBD93-D1E3-A551-DEC5-AB3CF6D69C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12FD19-F77E-E8A2-81E5-5C3173F4E8E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7B7B0E-DA61-FBA5-1629-DFE9A9C146F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002D50-565E-A193-A604-68AD4F1FD7C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F55B04-EA49-9396-A2B9-5872E75FB38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48F075-8C50-E7B1-117E-6B82265513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4B543B-F394-6E71-7BBC-182A570427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F5C7E1-5A69-7980-9CB5-BA9270BDF15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5CF163-A164-9442-BA37-B272F919D0F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FB5535-D1E4-7C10-794C-61258C6400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34D6CF-2DAB-8639-28C2-535DD5CBF3E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37CC1B-F002-6FDA-0333-1B783DEFC0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E4C466-D736-C2E9-E6B7-BAFEEDB97D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AE6431-9E0F-50D9-22ED-E8A5B09951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181744-B075-3199-9557-BEC324D25D7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165E4A-902C-FAE5-83B9-2B133733501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D3A5BA6-B699-1D8E-5E3F-A0E61C837D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7C386F-EAC1-E23B-531C-A51C4E274A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9A2B65-B526-D99B-D099-2BD1B7344B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621C1EF-13D5-46F2-64FE-AA7C206319B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FB50E9-B4F3-634C-6583-50CED678E03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F62906-018A-674B-34EF-01BAD5B74A5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9DE7EF-F9AE-55F1-B8CC-D92496FC3A2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E38445-E92C-CDFE-527C-0027E05E0D1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B9BCE6-E4E3-475C-23F7-3498A64236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936C2DC-6312-C01D-73DC-8D914227433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4613DA-7430-EDA5-5088-113EEB7A4E2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21216F-0263-9FC3-0FD8-6D66CF9ADF7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D41689-FA1A-0BC2-4CD6-38D89B32E7F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CC4E09-4830-2168-372A-64C2747BC9C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8B06BC-A422-D9F9-B8CF-96844F7BBB3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32050B-E110-C1EE-CEC4-5E3DDDE5F10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5B06F6E-5EE5-8050-D77D-B316A916C35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6E66BC-C887-1D51-CBE4-82043B71AD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DABAC6F-4067-A027-CF1F-1083123115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42B33E-EF23-F2FD-F8E3-952EE2C4DD7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6E6F862-CB22-B338-C81B-04F4813F509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60879-8572-9960-8555-6000C1583FB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17EF27-387A-35CB-CD79-6A3DBE274C4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701689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6A12-E359-68D6-A66D-7BCF2A55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6A4F83-944E-8433-5B0B-C89B265C05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D0E278-03C2-34F8-1FAB-A1305201B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381B3C-816C-4FE8-92D1-146F84869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6CD3B6-FC4E-559F-7C27-D821A091D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AB1DD2-6CF9-8C3D-A0DA-974FDE8BEC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8745A9-474C-FDB1-2D1D-165AC8460D6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AF607-094E-DF38-858C-A2250988FB5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5866B-37FC-7C67-51F7-6A95CB3D8A3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7635D-141E-73F2-7EB1-1614E703452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FEDACD-0A87-34CB-D00A-3F864981855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6AA6CB-F45C-98F6-6F63-F528C80F43E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7E9ECD-333E-3DA5-641F-86DD91C0C9D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FCB6A-5352-5FCB-B43D-A26E9C24023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4C9C08-5F05-60D9-1D7E-04C7E6239CB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DF71E5-D8E4-FC1F-E7BD-F5F26AAC52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64DE3A-2004-C5AF-07C8-93C4C5EF99C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89F46E-F4CD-6492-EA00-96E3682D626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963506-7043-DDE3-CD32-68FADDB7945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169604-DF2F-67DA-DC63-5DDF50DB1D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5065B0-00D7-0356-EB1D-7E6F00E720F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50D040-E74C-6FAB-3725-2E5B1E4150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E1B48B-E173-1E7C-15FC-BA3DE708363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EBFFEC-442C-132C-23EA-73D79D408D2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D5687E-C65F-D0D3-C392-C7BC613548E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4E108A-D8FF-75F2-8DA7-F7E95EBC897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BBF134-083C-DF5E-8B0A-FD174D34FE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543468-D382-4431-BD3E-A07DBC41E4E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BA3550-5D98-842B-4FDE-0B7B06FF2B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148BA9-1A9C-3803-E5CA-D4077760C7B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C2415C-C49C-145A-CECB-C5E637C9DAE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1409DF-E8B2-E8BE-811A-0A09D1402A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E8CE1B-F452-6ECD-79B7-49CEEE33F9A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875305-F70E-8965-5172-CB77A7A5EF9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29FC2E-2035-B534-5657-551DB654020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341D6C-9D50-F7F0-4D2E-476BDFED02B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8B3690-B001-41FF-9CB7-9489214B5E3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009D9E-AE32-CE4C-68FD-67277468727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378A60-E1D9-AE5F-D43A-19B25A9C161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62B13A-C520-0669-EB6D-A9896A30D08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0AD309-0A13-2F63-3809-D56806F450F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55EE3-BE72-0AB0-111B-8274FD2A938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841EF-0464-2C43-12F4-BF7D0AA437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D3E97-3B58-46A2-1E17-1E6158E93DB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1BD493-E316-C752-B12F-E024077352F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70BCE-6DEB-289C-C642-DFCF3FE607A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6A3981-5B60-B591-A879-C1E3790980B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ADA343-6DCC-289B-7743-6EB90A2624C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4D90C4-96E1-B691-0507-FADDC78D9C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2FA923-D21A-0902-C1F9-E179243F4C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1DC064-FDAF-3C15-5A6E-D07333AD186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357ED0-85CE-81BE-0121-D53BFC766B0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99FA09-987F-06A8-2A6F-D56B3FF005F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9D6BA6-B302-6039-D70D-76317FBC5A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49823C-E530-FEC6-7014-A2CD20F2CBF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EB06C8-4349-2174-55AC-2A54DD3FF1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7DE9AA-F456-2CB3-B7BB-4120E092D78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B14811-E666-5EE9-CCE1-7FC09999CD5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DF1C30-9352-544A-5496-1AAA75BF096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07E597-844A-365D-3C23-3CDFDEF4257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7CDACD-FB46-B5F6-79DF-B566BCE54D2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325D6C-43DC-D82B-5657-4264D2CD698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3AC918D-6E6E-4191-774B-93E8D25689C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57FCEA-7FB1-FC3F-6383-7BC81635344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00BDF4-34D0-C602-A3DC-1EBB68142AA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E35423-A9D7-D123-6D04-0DA17E49F08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22B3A2-1086-03E3-4156-6AA2382E75C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A513E4-2BFB-878F-0752-4316038EBA5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AF9E86-F1E6-D9E0-1D17-61A55C7AD5A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352EF1-BDFE-8603-A0A8-9902F92098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486D31-4502-381E-0FA8-2A60ACC8BC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E1BB37A-E673-3F8C-2310-012A30A5763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29CAB5-D2CE-075F-3E83-7A53A35D2B0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B1D3CC5-4056-0719-496B-64195EE9715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245AAF3-4605-1304-5FF4-655C0043CC3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4208D9-AED7-A3AE-FCED-0D6C4AFE6F2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89882B-14D5-6478-CCCC-967DE645707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2F1C3B-6476-0B3B-FB72-703D5614D28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4C6C02E-A799-5D54-57BB-9C30829566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1827F47-44D3-8410-2A13-4856D713B0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1B6FE0-D427-7F94-0F7C-F9CB8515B6F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EBE494-0133-28AC-14C1-D2A6D0E8929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713DF9-1EA5-2934-D43B-F50E97C54A3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276599-95B7-B421-0EE7-9A80E5AC700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3188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CFB5-1AD5-CE64-09A8-00C527CE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3037D6-6037-4503-BCFF-AEE0976E88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AF4161-6CDE-D7E0-5C0D-75A778EDD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3E3D31-62E9-99AA-F731-E7185EEAF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AC6C7C-13DE-FD72-58DE-17AF2AB30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047532-1174-C021-8A7F-577C1E50E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6F0771-4D6B-D16F-6B71-137B1FC5B1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67300-6077-778D-68BE-0564BB05F1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3BC90-490F-9D56-913B-293B670149E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E591A-7519-CA8E-001A-B7B471F7BAA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29A6C-E9B1-6707-3DBF-BB7AB279B72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E1C6A8-A325-A9ED-3C9E-61ED687294F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B71360-35AF-07EB-296B-0EB734F305F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9A634E-B1AC-5AF8-6FAE-6CECF13E3B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799C25-B8E4-D1A1-EC96-62B1D560220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F37300-F6D2-72B0-A30F-C7F93447D55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46F17-4F3E-5772-3A33-A100BE534F6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060263-5CB1-C9DD-8026-E0FFF3BEE7E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78FBDA-1339-A225-757C-4B6041E3259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71D15C-0805-670E-1E50-FA4D8E1EF8A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2E6566-3519-2EDA-9B5A-09A52A178CA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86A2BB-EF85-C851-981F-FEF7B7DFB5F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0341D2-3733-38FF-E9E3-3D6E8ABFF64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B442A-3964-CC11-8C36-70696524793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5B2C36-105C-B1C2-333E-1BF909D55D4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956627-42EA-7B2C-A95C-1FD1F9D79DC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616447-17A8-A36C-CDBA-F4C882B2BC0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A28E33-4E4A-0CB4-B5E0-7096010852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804C77-AABF-4A66-D9EF-C6955D5BD84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F43725-337F-46A8-C162-202FF1DD944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3D6DEF-A4CF-F6AC-AE2F-36DA9CA4EC5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43223A-413D-001F-5A01-3C11A6F6E1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E2632B-7957-77BB-51D3-096B161DAF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D87E7A-F8FA-D5EB-3ABB-F60A524A861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6C811C-24AB-C4CD-38A1-48CA0E888E0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353CBD-F98D-F870-B8F2-BD9DEC73DB8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B9D256-9FC5-321E-E67B-24D19DE21D1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1C6FD4-763C-C50F-92AF-F2046617482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259AC2-9448-DCE2-36B8-018974DFB4D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81EDD3-7948-E4A3-4256-6AF33C976A4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13F9C4-47B2-39BD-9B4B-4088B1CF98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1A149F-9366-05AE-6C4D-902ABEDC84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C8D01-9533-2634-890C-06A9A7CC839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795667-94CD-6720-0C10-0B117DAA6AD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C158F7-2DAE-8D99-C3F6-2CDD58AA00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EF0242-AAF4-39E9-43BA-AD2E14E3ABC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111C2-6A71-83EE-3668-07336362328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F3D8D7-1381-496A-E634-E47569FAA00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609ED6-C4B5-5FBA-CF30-2E0D988D003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A2B5E9-D9B3-5162-E404-03CB14C7A99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1688FF-6158-BDA0-CB8D-B6183011E51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8FA676-F648-78B9-ADA7-7E7D9AF5E94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07E3C8-287E-BFE2-7740-145F2E76ED9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A3B4AD-477C-1E5E-0D76-02617F2E932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B3C29C-E055-1A7F-11A5-9DCCAF9305A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CE4EFE-67DA-8280-82AF-EE3DED8C6A4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AAF622-76CC-A280-7790-C2DF020DCB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2600D1-5059-7BC9-39DD-5D23B968720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DDF336-9C36-9245-42DA-3E517F15203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AF6051-0977-8434-7B87-8AD88276108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B863A9-C9B7-CEDD-2F87-A315827500E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864E2F-3368-1DC4-A86D-333D4F4F1ED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9741C7-8601-DF54-2E6C-5594261093A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BFD8CF-5369-DCDE-3274-E5EB065DED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3F749F-7968-AED4-817A-4459C9E61D6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D0291E-3143-7202-DDE9-84A16A9624D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A65B0A-253A-8D34-7307-C6C49005FED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B0FD46-4EF9-1524-1637-DF290A2AFAB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500B18-678C-83B1-E33E-ACA1769F13F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6CCD3E-FCDA-17F3-5260-1FD5A54BFA8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623620-BD40-6847-D429-1FFAD5E13A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54D4E4A-23EA-5EAB-925C-F80CCD4D2C6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74F266-5A8B-B827-314E-DC907D1506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7312F2-572B-6B43-0D2B-2193B302CC0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0F52E3-DFFB-4DEB-48A9-63161EF5714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5B9592-1CFB-415C-B53B-D6C082D269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AEF7A1-44E9-CBEE-16F0-AB2F2C30BC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FFEA9B1-738C-A7F6-699C-7B70776C2C8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36413C-743B-CF0C-517B-C7F7351103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2A2DF9C-F58B-EFEB-DCFB-36EBE524714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E725A-B9A7-3B20-825D-6C1CAF8B80C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EECB58-236B-3603-C0CC-F338891EC73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F29B43-D8B6-F129-BC3E-FD5787BEB4D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5C8B07-3295-80C2-5893-0E84A68B0F0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025412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3925-5359-3EB7-C5DE-D4E690966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D1F7FF-EE7A-0FC0-6DA7-9EAC5EE734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1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7C07F9-A625-F008-7BDF-4A09243C7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09C10C-C3C7-B41E-95BD-DC203FA91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F4FE5D-D959-540A-ADBF-227CB1D41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BA83E7-4EF6-71BA-D655-2054574EE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9C1A3F-68BE-19C7-B6C3-51E77A0EC4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014B9-990F-55DD-8B2D-C47BFD5C69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0A6EB-1CFF-D11F-4B9C-EE3B1DA163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D8DA07-7A89-2490-0D5D-ADED91E6F9E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543817-4CF4-C6F0-927C-1571F6E9566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1A2D6-2396-F1A1-7D05-A950E26DE8B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6A9139-F03E-D0D1-5A0A-68F5886A1C1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1C2280-553D-C6D2-19C9-F131A4BBCC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0105F8-81BA-85A1-9730-CDE17743059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5ACCC5-3E88-764B-4581-2237314514D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5655E7-F814-85CF-266C-50F2D60D2C7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5DDC8F-A628-D511-BC84-BEF87C62788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06D1FF-5B3E-45A9-5403-F925382E50A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6CBDF6-800E-3C3F-20CE-B1838C6B9B6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A6604E-BE7D-401D-9B3B-244BF6166E9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C6405B-00B8-CA18-AD52-16EB610446E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183DE5-1827-8478-595F-22DB4C24832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DCBFAE-A40C-31C8-1B63-B635990978A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4FD01B-A42C-1A3E-5BFC-4D49F9B20D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2E8226-852B-D044-8135-5A573FE8E5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7ED364-6D85-B8B7-4832-C9F48BF6ECD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8A1467-9CF9-1324-4642-C2F23AD85BD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B80A17-1636-ACB4-46AA-70063A3337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619494-4AE6-C1D0-37D5-CF1DEEC8187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A3E667-41C7-9884-B6A7-AF74FC579B1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3006A7-0530-67B7-3BE1-B46BE19F7C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E034D5-54D6-3708-1E90-2910765203D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14856-0C00-58FA-AE45-13066CA510B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BACDA7-FEBA-C17D-7ADA-787B16B350F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945E58-84B1-2CDF-8346-F6817E39D1D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0B4D24-8C63-15DF-2DD6-3EE42A7380A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7BE1EF-5ECC-36D9-87D7-591248F6C19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44DC25-3C95-3790-77AF-577BA9ED2E1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9B98DB-4FE0-6440-8070-460D2B39E4A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649D65-3F69-AF85-22EC-0B2A540B5C2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63FF33-80F7-FE93-CAE5-BE0E3F89A1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D1319-000E-A410-CF17-452021B91E9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2229B-4C42-26FA-0196-76A91C91DF9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64910B-BE55-B978-434B-579704B0CD1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9C0DF-4B61-C31E-5CA4-E280070F02D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4F7183-6373-5E6A-1FDF-6F043AC5E03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9FB9B1-597B-1B27-CFE3-B0E84D41896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52C36-E40F-2256-8CB3-1DC761D0500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1155DF-86B7-5E9F-A4E6-F4A44B08942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275CA9-E9A8-0658-F950-827CE5E584A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BB7680-F20C-DA05-5531-1285EE197DD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AB3938-5D8B-D3D7-A9FA-2D20D2B2C6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2E656F-88A7-3089-DAC2-8A4C303F845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7DF9C2-B380-97B8-0726-156BC2EE926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99B84E-F13F-1C68-FDF7-C5ADC501E96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621EFE-6894-62AC-860B-7AE0D674F06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9FCDB3-C16B-71ED-E32D-13AA215DD0B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4129FC-0B39-6E0A-5FAD-1C0C4B2DF5A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3C0BD5-8643-CD0D-6313-BB2D026712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8248DD-B036-7105-6D6B-7FC19823D6F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ACF820-CE54-8E4C-0B9E-551F83147A8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9C384F-5CF2-37F4-1B4D-D4BC27BA385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D3BE0B-48B4-5455-CAC6-96C97854200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C45741-074C-D54A-4027-D1DE231DA5B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D0FB0B1-9640-57BF-B7B9-4F4E45B07C2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66EA2A-9AD1-8205-3553-E4DF9CF738D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7A896F-F0DF-1108-7B8E-7F4EA6F39EC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0A8F39-4E20-0A43-C4D2-212C0FAC565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4C4375A-FFDC-4E48-E34E-552F27AA81F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C77E3F-B2E9-CA58-16B8-E0C095565FE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E58F2B-312A-C090-1245-8ED7DB43F34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A03F7E-B456-BA02-4854-A904CA49411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B4C3B3-B711-0CCF-5918-B95D3D01C40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7CB370-5144-CBB3-838D-F8C24C5FE2A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4E4BB2D-3A1D-D55A-6156-EC2089A8463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15BC41-A6C8-EF6C-3169-F4FBCCE230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AB0276-602F-1E2D-D59A-4DED9611EBB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023BCE-8412-D5BF-B3FC-1C26D666722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5AF9D-9783-0F34-6D85-287ED991CDA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D995D0-D3B9-79DE-C430-B96D1760D2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F9580D-970A-7636-209D-0AC029F2027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3D8247-32D5-9016-12E2-76D8A25CEAE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3F409-397C-7658-3BC0-D5A0F0BFBBC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47548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7906-6B18-1355-A933-CAEBA711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9DAC2-5C97-FE13-8BA9-561A24555D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3] -&gt;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AA6C876-6EC8-5C0B-489D-FE207AAF0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1D73DB-00C9-6421-83B9-A2EFD47A1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220FB7-0190-755E-DA0F-D0ED16CBD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FE087D-F115-4737-4E96-1CB6678D2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9DEC6-EB3B-8DBA-D3A7-4E57D0EFEFD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BAAAB-4961-0F2A-3E90-EDD65D9700F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A9E2B-0772-237D-1141-CEB5947C5A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ECA5A9-7CC4-3622-205B-98F06148DE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D4A94-C74A-A617-56B0-949C358F2F1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D813B-9076-996F-36EA-94EC0B5FD50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82A4B8-D9DF-0200-00AB-182E1380F37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B980FB-BE9B-4D63-05FA-D70BA3A1884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C9284-540C-DFAC-1E45-909F04D0303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776CFA-E63B-66AC-53F1-B239E7ACEB5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3A211-B287-E208-546C-456C6D54B0C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EB9AF8-DAF0-9DC3-E268-3272FDB812E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154F3F-CA86-29D2-75C4-DAA8B0D558F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CA5138-6463-4686-0FFF-2265FEC50F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D80A68-4DFE-8AF0-0033-76E8CB26B1F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976239-E640-6088-DA47-21DF42E27ED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5697B9-37ED-8054-29CF-53E38AC24BA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451936-DA5C-D4B2-CCAC-296071A4447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35B092-E973-756C-3C4F-19CE2F80375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0744FC-B0C8-637D-8914-1F2F6CFBD5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2B3DFA-C706-1241-3D59-4F9D067E145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D0887-0526-AC48-57AD-37B9DDB681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78F568-6A80-F706-82FF-305EE081AB4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ED76EF-7383-36AA-5181-420B355419E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972976-E322-AC62-0754-EA84C5FFE83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0116C7-BBC2-FBDC-A90B-2075310957E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AF18FF-96DD-0400-9CBC-69337D66E96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5A1E12-B7B3-02C6-3EEF-FEFADBEAD7B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474AB-7FD5-5423-8673-87FACA66453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E0841B-9796-1E31-ADF7-74CB57F66A7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DEE3C3-E821-623B-3FA6-CE98256075E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E558A4-4745-9C42-829D-9AA74955521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0E9BFC-EE7D-F23E-4AC0-C04929B4E4E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E797AC-A5D6-99F5-C36C-5C7123F3EB9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E8E65E-E3CD-C455-0D72-2F68B6E4D95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C79DBD-EA66-AE52-08C6-39F96DB5E91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AEDD2-AC55-1E3E-B388-16C384AD9F0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08A23-4992-4B48-94B3-B68604AAE80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EC3013-CA1D-DACB-F59F-520167873D0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43748D-07C1-4E38-B49A-C65AE96E965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25E4E9-A6E1-78DE-BD15-2143B4C921C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C303A2-D435-47C9-C268-7AF64F544E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5DA81D-4B35-437B-E502-98394DD250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DA92F6-C195-4D5C-5E83-37970576C06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447C9D-347A-A294-A412-03C29579607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127383-912D-67EC-CC24-4DD994038D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30C626-45B6-F13D-46A3-C80E8305CFC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391C58-893B-6798-9211-37BCC558948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1EEDFF-2F1C-A3D6-D09A-AE55E5C05B4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C3C077-709C-CCBE-839E-A9FA4324B38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25FF05-75F6-DD80-1928-3AF6FA5A00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E5C457F-78C9-0B80-AA9C-3C726FE176A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F486F8-1841-4A6B-2F8C-17F0DDDCB5C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0282EF-BEFB-3F6E-0DA4-CC1310932AE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A05EAB-52A3-F022-FECF-5A0E30703F4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DDC9FB-969A-22A9-5D0F-8063FA33036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498CDDC-1889-66B1-AE65-5ECBC03361B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C6B427-8831-CF50-3044-52E3328ED03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8CC9BD-647F-A6C8-DC67-DAD89B0C42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6D9FC3-A3FA-39A4-9408-ED07C009DE8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175BD-09A9-CF05-DCAB-8E27C22054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3B61EA-52AD-CD85-AC5B-A5AA2274BD3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B452AB1-23E6-8300-5DED-E75441E0E0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FD25CF-07E9-E9E8-D69E-E02F46CBB3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B5B432-FA4E-6251-A2F9-8E981872A2E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80BC0B-3A55-E1D6-34CA-342869B20AB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B5B64F-58D1-3EC2-8495-C59FBEE1C66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CCDCF9-7639-48B8-AC27-EE331D48E89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EBF5AED-B34A-0218-0920-952D96443D6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41955E-F56A-7FC1-8DF0-F8AE564811B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4E2B3FA-6525-C8C1-F7F9-1229B7AB8D8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2DECD6-A8E1-F9AF-B960-653D2749525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4254F2A-BC6A-EE53-A23A-D4A0BEE84E8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5CCE9-89EB-A915-ECF2-9B3724DD4E8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361AB6-E6F1-DC90-E46C-B07D043AA26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897F41-8ACC-B4CC-91A2-B200F00FF7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3F0DDC-0FBF-A890-72F8-070906B44E5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1697CB-EFBD-8A35-8B3D-A96DEB2A2CE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97031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3B88-CA2B-DA30-4F93-5942E89C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E62ADC-5200-1BB5-5588-2F6938E7DD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 (764/74/67 in Row 7).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F9076E-D2A1-60FA-83BF-780E1C4E5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5C96DC-1F56-C644-0DEA-B1EACCEDB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9EEA14-D0A3-89FC-A7CC-14258CC6A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DDDE2B-7A71-134E-A1F3-987405A14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14ED88-4368-02C2-CCE6-8ED4C5B2DFD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F6661-B4FA-4EE8-EC99-CFDA392858F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14D20-1A60-3FF4-4D9B-361CDAD0F2B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8CC8D-91F8-6E3F-60EE-FDCB071D6BC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2C8693-CA48-27B2-D55D-BB5C8659B1D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2EEBE5-4A81-7902-9650-400618DD2F8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CACE7-08E2-AAE6-A9DE-90C0616B2BC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AB29A2-A456-C896-8808-4CFDB1CA744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B8748-00F5-37F6-00E5-A19F2EE2C29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B01FD3-9482-DFF3-E596-BB00DF4CB4D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F1351B-8D3B-F16C-5FC0-D0B854B05BF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C7DC58-DF54-D9D8-3DE0-F93EE7B10AC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E25055-2C21-31D4-55C5-CA80C93D8FF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95C0C0-5C9F-1545-1225-83873AFFB5B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E7EA85-86A3-AEF8-D9AD-C4EE74DA90D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A39ACD-BCBB-1627-3299-ABF21291457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71DAD9-E085-AB9D-43A5-58D5472EC6F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CA1C98-C3FB-28F2-175C-F9CB90DCA3C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CFA251-E01C-CB84-ADEA-4ADAD6F83A9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0E36C7-50A4-0EDD-9BE2-98C00053D9E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6620F6-90BE-D162-BB79-D3B8907649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3D4BD0-2046-87A2-8F0C-DE125A3C67C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7A8284-73B1-A900-C65A-F77E83F27CE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35A43E-94CA-9FC2-BBCC-D29D19D9271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2944A4-0513-5C1C-D54C-FD79B23623B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61ABCC-20AD-E249-122E-878AEC06B5F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9549-6F91-1DDC-0E6C-0B80E13071E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F2448A-B402-FDB3-8A81-070BC3FE9E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A33E5B-AE56-3B9C-7999-8BDD50C5BFA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EA4E27-A781-BB9E-5268-F7A4DCBE528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8C199D-E9E7-D345-CF1A-950A41941FC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3C02D6-DDFF-6EF8-F779-F1B530C4506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643F4A-81FE-221B-504A-351ED44A701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A6A3CC-2F50-11BA-6D53-D6DBC3DCB87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789247-084C-5336-6889-B66B146695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3CC871-9A08-C19D-3590-C4EBAF8C652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7CE7E-EF07-A7FF-33AC-EE85A64A28A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233A6-AE55-9DB1-14CB-FAB7342C1B8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E3170F-B66C-81B4-D03A-F402612610B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51762F-70E2-23D3-963C-C21C6238750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74A4A1-A984-7EDD-F7BC-0F538DF5D0B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CD372D-B651-210A-B89A-BDC63543849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8BF44-9FAD-8571-3586-FB7C7E3F4B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D603D1-E39E-0FCE-3409-A7BC8DDA9E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3D3E72-32AE-B1AF-9C58-A7FFBC4245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EABB23-F0FA-5B86-3C7B-1BD9E49F413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01522E0-7C7B-1983-4876-5F9CA50D5BA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3EABE0-3B5F-556A-0299-A5E628B0976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AB97E11-2AE6-E582-40A1-1CA88F63044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AC6E91-6C62-BFFE-9331-9605FD0FA6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72AD0D-75A4-1230-731B-2E4E117EC9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730E9A-D28C-E4C1-6D9A-4380C9A935C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C61235-A1CC-86B9-36D4-1623AA01032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74AAF6-B7EA-C40D-B9AD-4EF4344CF6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6B3A6C-EF19-1A85-820B-E51CA19FFC0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E2309E-2761-0A3F-1B30-7EE1ED9CB94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3DC3C7-DFE3-4C66-74C4-C966E16A97F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075F5A-E327-8FB0-5CE7-CA85DD6BD8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7BF637-8BC4-3502-F9B3-8D6D47B0F59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B9465B-0873-C0DE-A057-E1AF877CFE2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FCBE52-6100-739C-494C-C1A468625A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8253D2-6C7A-7292-62FD-BF6E606BE8F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7F8101-C774-FC60-2E9E-92D8E45544D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201FB5-FB22-0823-7ACA-8B6A2EBC37D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02C34F-1932-4467-9768-130D79AAFDE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0BF7FB-54A3-C889-42E7-7615642A8CD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0DB557-5BFB-8067-A178-E9EDB8A5AF1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93E793-1981-ABE2-D472-67E0D601F5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3EF01C-6F59-96EF-85EE-2DAEDC571FF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99D5C6-3122-9FD9-4550-BB8412C811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13F3BC0-3C65-FBCD-F1C0-BFDFDCCEE83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357BC8-D1BE-15A5-152E-F8215966564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EEE2D7B-BD38-DC26-C39C-443C805D09A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B0E9F9-0178-AF13-129E-1264AD8E6C6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34DE04-557D-EADF-7C7B-833A1BB26C4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5EFC29-C849-BFDA-F507-4C67DF1E4FC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241918-C9DF-E060-1746-A1D693DCCED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AFF44-E159-8239-DAE1-EECAE9267AF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8753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780C-2D36-F9C1-B4EC-1279A981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628908-04F7-5465-F2AC-518FC1F4AC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 (35/53 in Column 2).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1F7913-7032-61A3-CC1D-0BF8DD363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41EB04-F2AA-B03E-6814-FAAE48497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7EE00D-E0AF-3167-85FF-9DE420599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6447C0-AB5C-2EF9-A516-432493AB5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0C97E1-EDFA-80E4-0330-A9C495D2098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E59D0-7E49-B878-7DF1-272FC18BB91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12482-B2AB-5280-324F-66EFFF149DC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A604E5-F449-E482-4AF8-D0002DFE500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F24883-BFCB-5FBF-4433-F4F27D26D4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FD108A-2669-2DE4-2FDB-EB9A32B898E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79CC13-170A-8F22-54F5-4B1D632BEB1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F32DF3-E7AF-6200-7723-DDDEA907BD6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7E6890-A8DC-E3C9-B1EE-5DF978EF8CF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88A5AD-E30F-0B3B-D3CF-93DE550E330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A17EAF-803C-9D36-228A-93A346F8BE1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114658-148C-AAF0-576D-9DAC0179531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836776-DB2F-5F9A-0F5A-9AC44197DD2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FF1F14-7A69-E391-F088-851B4BEA9C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CE3017-17CA-3EA6-AE63-C73306D1395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B35E6E-AF46-7941-AA2F-A069D54F07C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7E645D-F3A1-663E-785A-89A4E05A2A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829D2D-6494-1563-C02C-B61FBF8EB41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5D00DA-5E72-E0B5-4CA9-153399A1415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165B8C-3E15-0707-FE66-BA2D0ECFC32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4331E9-378E-039B-D0A0-2E1F7E0ED4F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F0707F-2A88-11AC-0D49-166CBA3E9D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EE1729-E361-CFCF-D9B7-14745AE20A1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1167C0-E3DF-EBCE-A37A-F3BFFA04B12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6BCA4B-6417-5E4F-92B0-41BC0FB6A1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3B0C31-20FB-5C20-6DB1-78DE1EACE5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DBC220-70BD-EC0A-3898-867E1521008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DEF26C-DD01-EBE5-5215-29A3AEC7583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CC77DD-F953-6A05-3237-1A44A5A6180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73515C-BE1F-51C3-A14E-CD4458AB566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E0708A-0419-D56C-CCDE-95B92DE4125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2535AA-5B09-2BF1-9F10-5C1AECEB5D5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57029D-2255-3A23-C73E-2219EFF1F2E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966F38-FFA1-F67B-4B69-BBA3EDDB10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37EB94-B031-8E37-04FB-012C3B85CEB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8FE787-66E0-5A27-AE51-30D6AFA2393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C1B54-1929-D3D8-338E-9C5FC8CE10C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C57A5-DA94-2880-95A9-754485619C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FDE7A0-64EA-A8F1-BCB6-8C12FBA82CE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D4F05-338C-157E-532D-D71C290E4AE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F3D165-9667-4D4A-C4AA-D67532F35C6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A73564-1F0A-B72C-BF7A-6E515B81DE0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8859B5-983A-00DD-9114-388E9F0739A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5DADA6-E76E-94B1-ABE0-511541C6A8A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7AA426-1C60-3DC9-51E8-0C7C6498869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C9C85E-3DF4-C4A3-4D3A-C277A179394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83FA01-DEB7-44CA-6E7E-EA71D478503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D61538-3913-7B11-BBF7-14E344C17A6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49B846-397E-B4D6-F1B4-70DC12B0ED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9DD10F-51CA-DABC-CEDD-0D19DE2CE4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2EEE50-979E-EED5-1563-44CD736C9CB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163793-7D8E-A2D2-5682-9E9EF3201E9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9DA6FF6-F639-94F7-4E7E-51F45E7F2EE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DC7862-37D3-682B-F9E1-D230D57F952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20CB4F-B6E2-BEBA-F435-98B5F855FC2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D090A3-7BB5-3A0A-6C9A-A4CB0A1DA9A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5B0344-8647-2533-4BDB-AFAACB038E8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841F37-7672-80E6-A4F4-88F9F3C6B0C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FCAF3C-A60A-F98B-F4F5-F1BAD985E7E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F6D837-8A7A-9770-981C-7396276F879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708CA4B-AF0F-6E80-BBE3-9D2B3CFA174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8DBE2E-B0E0-0F14-7495-7DDA81FED55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081A9F-83B4-A74D-5215-E9A8B8414DE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FAE1D9-345B-AADA-F49A-D38089EA49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C18686-888D-4817-F8CD-62F5D7CB373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47B81D-6F46-34D9-EE3E-0C3DC4B1C8C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633878-C414-EACF-FDA0-EAE786B085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957A117-E136-92A6-1559-710DBD940BA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4F887D-D195-FBCE-C2B4-99D72A4EAE5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7DFF3A-3971-B469-71ED-446F734C15A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014F5C4-8E4D-3566-2240-B09411EBB81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E5A907-FD6E-318F-ABB5-7AA5A7DAD9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C7213BF-91DB-3851-EB62-C2FABC6961C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A984FC-62E9-0A0C-68F3-425193B88BF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800252-8028-4A14-F0CC-6D108F99EE0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23B4DA-17C7-99B2-8BF4-65B3F18866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2BEC20-0391-6913-7005-CA3B3ACAE30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A596E-16F6-0BB7-AC0C-282855D88B2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59051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1F3BB-9FEC-95A1-B063-BE1BEADB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996C16-5198-875F-C584-9FDD076E4A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left center block, 4 is in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6573EF-E643-0E4E-C7B2-E63ED635E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B57A0B-8209-F2E3-9029-56EEE580F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F41222-E6B6-2B0A-C90E-90B376C16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606AC3-42CD-0F04-6150-79470011E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B7F3FE-30B1-A0AA-45C2-27AB90BCC5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A97723-4836-0F19-3700-1F82C310BF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1CA4C-972F-2574-5FA1-7DDF20213D1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96495F-F668-8AD6-BB16-FB0DB513523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493E7D-D5B9-DB81-4AB8-FE8D0FE9C4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6425E-D4AD-C74E-F5C5-C7CD15B4AB9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DED1A-50D3-AD19-03AF-023040F73AC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68A6AB-3A46-57E1-21AB-786698A820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0EBCF-5352-9D3C-D31C-34638F07F57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5B65D3-3C0B-C297-0D87-61DE9B712E3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2ACF1D-0DC6-F74E-7C68-3F7FBD01CEF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6A759B-E560-24AB-9598-AFF134C11FD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F5DAEC-170D-70AF-9ECD-87FD4668A82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380958-B30D-74FE-A89B-3E11DD437C9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EA7097-857B-5C45-AE02-1ECD7C7782C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492CE9-4DEE-E539-137D-1159CB7447B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63BD9-E620-1743-AF8E-30D574527A4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AC22AB-510F-9CE7-A271-8C91E19052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FE20FC-61C2-5774-A679-80942D58BDC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CDA350-1685-6B85-3121-796230990EE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942B9E-20B0-CED8-2841-846AEEA5835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85D1A8-8C77-3ED1-6F88-5F1FB2381E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E6F9D5-5332-D27B-C63F-13C05C6C872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7895DA-CD04-D988-73D5-62AD850BC48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C5669B-3B35-1416-1846-9139A9D8486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1260A-D5D5-3E59-A6E9-3C3D72CACBC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D16E72-DA50-83E8-6DC7-6AF3542D813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07DBF0-62B0-7FA8-E99C-ED619B80019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D873B0-383D-CC12-241E-DEC170AB004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3E07C0-8B97-3CDC-D9A7-AA4C6AD5040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A1A2A9-6E89-53C5-AC06-2BE9E0627C9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B6FEF3-F5DF-EF59-0A20-E2FD1F9BEDD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955D19-B432-538C-8005-E897482B39A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F19B01-3B99-60B9-ED97-F9F7F0730B0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FEDC8E-7E52-6CA7-0D91-34DD233CEB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CB9A06-75AF-F24B-9438-4CA21E9156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1B827-C590-5D4E-AE8F-0E80C01CA8A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3AFA78-9C3D-57E9-B02A-F997D87AAED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F12321-84BD-53BC-E4CA-B7C8AED0D62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2602F-0D20-8F94-2F4C-E7763CB939B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B05470-7D33-0520-5502-FCCF68F9715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EEFE27-B76E-433A-4C84-9CE5E2F5BA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9329CE-8640-1318-55AF-B66441BABA5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0625E3-0EE9-B118-F84D-55007BB51B1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E2C1A9-5AF8-3024-F94C-32FAD5CEB2C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689693-47D0-D94D-6A43-1A7949E61A5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E95169-C34C-47BD-3D04-B52BED2F83C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2B133C-3EE9-0878-182B-522D9330C95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DE961A-8CBE-C14D-0FD7-F9747B72FC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C1BBEC-0F56-FB70-FDC8-963C524D278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BF54FA-4880-BF3C-0C96-125F5AFAABC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E98B1C3-BFD6-206A-69E3-B9145A02AC7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1D6CCB-23C5-A4B1-751E-E94B91FCEFE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593DB4-AEFD-7253-9C34-4E8C7EEF9A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8E5508-78D2-D419-5A19-9C1652B7261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EA0142-3242-D6EF-BEE6-4078935DBB7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567DFC9-0CF6-BB88-971A-2F30AFAD10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C6A33C-C7BD-B49E-C5BA-6505026CA24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09A1C7-5796-BBF8-3E75-DD61536FA28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D79DEBF-D9AC-4634-C795-F3F3CA6178F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DFFC68-A06F-14EC-5569-1CC64C6070E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ECE423-C589-4406-7D83-EC24F885F5B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395407-635B-09FA-F879-E401AE18125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FF7AEA3-DA65-D1F4-276D-37377B471DD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DFACF9-90CE-9BB7-4703-BC11CD785CA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10D275F-3095-18CA-D376-689350788F9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70EB0E-4866-BBF0-0BE4-F4E72819C89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A9FBEDB-343C-8A12-3515-FF00F106B4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EBB5D0-DAFE-4CA8-CA06-CD6B015FEC7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3859447-0748-0DA2-9B40-D996B138A03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B94D05-1361-0103-86B2-59576DEC330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CB0C6D-FC6D-C03A-5D34-8141ADD23BD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ED97E-7435-1FF2-4491-C47F12B8C36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A62205-A622-1237-27BF-F827BB565C8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EF0E84-E0CD-C74E-B89E-AE59182035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78359F-B16E-11FA-E360-20B959222B1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2B3BDB-EFAD-0133-338E-637A33A35CA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D0620-334F-917F-9FB6-D340C9182D2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421215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70C9-86BE-E399-9A64-69C74E1B0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3CEF83-1386-2A77-69C3-BCF4DBCCCA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C61180-9D9F-DBF1-5DA9-5CFC3C195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BC18F9-1302-7818-4C78-E7C46289A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71D51E-FAD8-E663-F665-5E6529097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FD3371-5077-72B4-BF80-74677C660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FA3F93-A4B8-CA6F-E46E-AEC15410142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DFF0A-E1AC-ED92-3470-001723143FC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3C744-99CB-4339-F7B8-57972A6EAC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6600C-05DC-65CE-8E6C-530FF0B8BBE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2E9EE8-407A-0411-AEF0-AF972EE897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581135-FD64-254B-9BBD-CEE5639321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266528-75C5-F565-60B1-AF7768BD1A9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0CE66D-5990-88CB-9ED8-5B93F9A1BD1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B9AE21-8384-4673-EC62-6534FD29383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8E61B0-1C93-66C0-B463-65D00AB861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025751-3E34-B0D5-28F7-E2482A88264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71E299-80E5-5E59-1668-F35010AEBF6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33C937-FF4C-2D18-CCCC-76B78EC6489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15794F-6AF8-F460-F8C1-1E87A2323BE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2E2255-F88F-EDC1-8771-CA4F227878C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7E2077-963C-91F2-FC8F-824A5927AE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3EA5A-68F8-3353-187D-D37DDDD286C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7B2C90-DEA1-796D-5695-F7C1904C0AA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A95E16-2562-C9A9-1BD2-8D099100320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DDEE2A-48FC-80AE-CF17-84E28C80A70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297EF1-B65D-A5B0-4B49-812AD67F693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B5FED7-E099-085B-F506-7CF2223B0E6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B3FC7-0E77-7853-FA2D-212F675D2D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AB102-7895-819D-44FE-EA1FFB37071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C82F88-24A5-2B6A-2BEC-24353C3FF5D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B68AFF-1A61-8914-41B1-9704DB5501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D66DAB-0670-DFFE-B632-D534EAE6817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8DE1A9-1A10-C590-534B-12B1D9835B1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03FEEF-C944-D2A3-2265-2C92856ACE2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6C911F-991E-8B7E-B095-1ADF0B8D1E1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0DF2C9-1F13-103F-4757-C838830F0E9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ACEE21-C9BB-B6FD-48A9-21F1E711B4B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91FD67-F269-2EFE-74DD-0338BA410FA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9CFC6A-F068-9A68-15A9-893596333B5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56E4D-0B93-9866-E863-5E62A93FF7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8D6EA-B173-98C4-41A8-26136B1950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EC7C5-594E-7291-0416-F42F37C3BD8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75463-4A4E-274F-A129-DCDD6D05FD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90A675-763A-8A73-51BD-C32D591DE28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F23F71-3E5C-0A40-A3E7-F50EBE5E5F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6A624F-572E-60F9-0696-C51A838FAE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FE9D0C-C6DE-BE2C-11BC-E5F3B62B8D7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F7A112-AB46-61E4-3E21-9D50FA55651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7AD1D7-05DA-F12F-95F5-A9E788ACB1F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F0489F-48F9-A317-EE5B-7A641C5C6CE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9B7844-02CF-96E7-D68C-B7EE8320901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255945-9701-1B98-58F1-8E17CBA6BB0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754C47-427E-D9C4-2CF4-13DF62E45C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C34EE9-C421-A245-368C-56C43259AFD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083411-815E-A58D-7500-0A03082B477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986FD0-CE83-EFF9-B97C-40DF7FC355C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7617AA-0201-245B-E016-75E138311C3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E3DCA6-D140-483F-7C38-314ADC58224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837BDE-0138-ABDE-626E-26A0D430354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67C818-A241-6607-4A20-5FB8E7C9621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975930-AF3D-94C1-1DA4-B93E299DF5F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650BC2-C6C7-4384-71C3-2DAFB03C96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EEAE08-4BAA-175E-DCBB-DD9B303EBD0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884733-2DD1-BFE2-2600-6951CCFB99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3A2FDF-0637-43E2-A446-36B905D89CE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06C7D5-F39F-43E1-B860-4788ADB2BFF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056DF8-A998-C778-10B8-DA19D8AD806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2D1E4AB-09EB-B2B6-13F4-AB42F67DE4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A7CE82-C311-9D2C-B5A2-AF57351CD84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AD381D-9DC7-C016-C167-8DC228DE465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625665-55B1-78BA-6D50-A0A307B22BF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DAEBB53-907F-675F-245B-7C90B746E2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E7F3AF-6775-C2BF-F011-6CC0D9769E3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CA2EEDB-8175-DB1F-A794-C40F11AE508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0ACA4A-DD5B-82A1-F876-23ED830CDC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D7A5AA-C5E8-E589-92A2-6F7A2465131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2FD870-D06F-1558-1725-1D46E262CBB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272441-0E24-4847-9BA4-CA2FC163D82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908BFF-DCAF-9A7C-5D95-4039B7EB635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26B216-8CA9-1C33-8D20-2FF9A3A9C71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1CBA1-826A-5E0A-0885-F7B42E5FD64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9D7142-BBEE-59BB-C624-4D61538D72B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20B5B-B4D7-48AB-1D32-39600FC11C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856238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1427-8BA1-5024-B914-DA557D0C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0D5D69-4CD1-0EAC-C174-6D4977D608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3B42DE-C792-267A-B3D8-CD43D31F7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FCF2CB-B818-FD89-1FF9-C74DBF709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711A31C-1424-E6C5-A931-6BB5CA45C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624D6A-F62A-DB86-1D5C-7704474A5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FE342E-B3EB-55A7-6C35-6BA098D0567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291BC-F297-4756-781D-23FD6A48218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D35C2-C26A-AF71-1F1C-FE2200D7346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55A64-92D7-1616-5CD7-5D6991FF7F7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7E2D2-A504-9932-5593-DDBF51A96C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A4DAC-7035-B57C-F5F2-737D89E770F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0891B-1E6E-8C4B-2281-9A3E301726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38D6A-69F3-503F-B003-0E384279ED7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D446E6-3D99-7194-1C87-A1F5CA0C7E5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52078C-6E1F-D0A4-9A66-436D796D8C5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D05A2C-8C17-BFDB-C57D-38A62D8534D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B12C94-4D09-6E3E-FF53-A35DA2C8C6A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D169C0-10BB-C7D1-6664-C170779F73A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010DE6-820E-52A3-8B1D-239CA3B069E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3B0C9D-7CB3-1B62-5388-03C6489D452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9E92FE-ED03-7336-85D1-AC31263DC3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C2CEE-F98A-3C77-F293-0675EEF544F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21DDA8-21DB-0B3C-C977-1B4F3C83F87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8C3759-ADCF-2761-23CF-98E8AA66869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161B8-F88E-2A80-9E54-31650629980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89A801-A1F6-2E83-3DE8-1FA3C54A894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3384D7-66F3-B85C-8E6C-451550281EC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D7AEC7-3321-2B7B-39C9-19FAF1FA2AB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628ECA-0E1A-5CFE-D85E-3D529DF927C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0FA84E-2276-6825-B930-5A56009A1B2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CAC6BD-3337-E1EA-EC0E-895E38E5B7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319BA9-4E7D-F939-840A-4F1C51F694D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360BE4-EBDC-5D07-2474-CC9556DA738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852869-865B-7070-A162-BB20DB52859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B0CA84-7C68-32A5-9602-FD580B85A24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05F28C-E822-08C6-FDF1-20C6428F8D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0D85E4-1C4B-4645-DBE4-8A6A9929430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E403C3-A9EB-2D7D-3FDC-7D1E9E68E0E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54C605-EC45-0D3A-F91E-756456F585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069F6-CC4A-BE5C-6C3C-3A46FE9DF2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7C301-FF41-DBF9-0EB7-1DCC0C0D5CF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08331-FC4A-8EE2-402A-2B50323A7E3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2CDFF-B828-489A-64EF-B826FD0D8B8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603FAB-70D1-8651-6E1F-0C354B46CD1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6ACD93-67FF-D592-AB43-45C40609FF6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C4E456-9A10-81E0-0997-B4BF57492BD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6395DB-9556-97E8-C8A2-37AFDDF88C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ECD8CB-0941-1726-1E8E-569CA814380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BD05B2-8D27-CD9B-B39A-F782FE6F8A2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1B9E29-E84F-96D1-6B63-718FBD0374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920343-00EE-370D-0B94-81CDDA1B3D3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9ADCCA-1EA4-D114-2E1B-C55760CEB15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50B2FB-1528-BC9C-9BD1-7D865D91184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8B247D-4DFC-31EF-FD09-7C9304C24CA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E9A265-5B63-EE64-AF20-AA8BA7A25DF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FD90D3-DC18-CFA4-E89E-FE0CE9DBDFF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AF7DA8-C532-D635-EC10-70330555334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568F9E-5572-BF62-13EE-5191DF686E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841692-39D9-BE00-6B30-9AAFBF75CF0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0536BA-4169-4ECB-CCF2-1EA4F940EE4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6A95B9-613A-1DFE-915E-F1CA31BD278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785051-CD51-728B-E38A-8DCA0BF4EFE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EA7001-BE81-1217-FBB3-49FCA3C33B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DD0F8E-CC82-506F-009F-04F0D6D8E18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2FD733-E7BA-5F07-450F-6B246547AA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CDE56B-366F-4DB0-5C39-633EBB639F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341546-56E8-6E5B-E133-B730F196C1B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1EF4B3-AA8C-C4E4-4297-840CBE67999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F05D79-7DFB-2F24-A63C-B35E2F7329E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2DFB82-3E5B-D5EA-C906-DE330FA7FA9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F3B9D0-8DFA-42B8-11D0-5E073AC30C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96B310-92A0-093B-5670-B9AACD7B2DF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526065-E4BD-0EFF-6D1D-2A51B20D01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686544-131A-BFF9-A672-D64D905F883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67A7-F707-CB50-36A3-93BE05D141D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054EFB-FB73-B9D9-AC66-9BA4E71998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F15546-8DD9-D457-55D7-A9B2CD67A32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2C87DD-B6F3-B3AC-F7D6-97257F16063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8E91C-D647-1504-0D50-73DF6802AA5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937A7-C5EA-BB60-E1DB-2C58000878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6FFF74-13C8-A1E6-8DC1-7E4EB698C7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7898F7-9ABB-AA93-8C0E-0628AC177C0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E4C35B-E7BE-E7C2-BF6C-ADA62480D91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484294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F7699-FA95-A0E4-051F-BA8075A0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635575-D73E-1316-2CDE-878D2F6313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822A3D-AD95-BBC1-F71C-FA9BC3DB8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ED858E-52D3-577D-C265-EC0C9AFE8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1D378E-69DA-0A93-7F4B-482C41C0C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490FEB-C101-F7FF-AA86-29426F8F0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1C52DE-82E9-19BF-2F03-A19CFA0D1C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1FF6C-1DC9-83A2-FADD-AAA1E359B8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F5418-840A-2C91-581B-7700A9D6B06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3C9594-F891-49FD-DD17-089BFB2D618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C065D-C717-D4B1-AE14-55AC15A3E29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8575C9-1592-8F06-23BA-642857C3305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6D0764-6F62-330D-12D0-F1481B6DB8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6C9548-D381-3841-E8E9-40A516F88F6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F1E19D-316D-B440-EDF4-7219BA8FE6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870738-82EF-9385-A52C-504566FDABA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0B56EC-AB7D-6DCB-F565-B01C24DF4B5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7A0CD4-CB7C-27D7-0670-56D4E39AFE5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7D880-E869-860D-5F32-EACD2AE6EC2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683CA4-9C2C-80DD-32A6-198E2D73A3B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430490-4482-D6A9-B2F3-996E1B425E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8E6BBA-34B2-38BE-3223-569A6E05343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EC886E-A602-5271-92F2-6295BC2875A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6A6630-6961-5348-16A0-E332DA23F3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9901AA-CA1D-B8D3-A51D-F940E10BFA6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2464D8-A9F6-A82D-8A79-3EBBB6B2D3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72E3EA-906C-06A6-5407-1DAEB7800FA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DE3631-14FD-F70C-D51E-D601DC3F63B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000A1D-5E32-F2F1-539E-772DB90CB1C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66FA09-FF4D-C878-8CAA-1DE9578F599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5DB7DC-F4A4-D077-B8EF-13EEE2AD9F4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1A792E-A44F-2902-A690-470564A0D51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B4B705-0628-8FEC-0CC5-B40C72A51A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103C8E-4015-C00A-C431-7DCA719D44D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801520-046B-D733-C11C-BA4FEA277DF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145FBF-C958-2840-1DC8-FC9A96226BB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64CA07-A386-681D-6B78-49B3CF96D01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4086B2-498B-9000-EF12-6BE2AE53485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9182CA-C119-E7A2-591B-3BD6A16E6F4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4B89EC-CC3B-F655-23B8-DCE7A1EEE1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D68F2-45EB-735E-A783-A01F2EE7F6B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AFA11-3914-BD54-AA1D-0903A194506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4E04E1-F18D-C45C-47AB-14A5667B04E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93D34-B0D6-8F47-0783-50135C53C09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D16C2-E8D1-289E-6294-F4AAF77D8A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E975FB-FB04-C5BA-77E1-A7D2FE43AC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CF4C4E-6688-B9DD-8E7B-86D9A2E67AE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7B8D87-7749-4D8D-FDB8-212D9489A9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CEA6B0-EFD2-61F3-2BEF-C40848D4E85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4EEEDB-C61C-4190-AEBD-CB34247920F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3C78FA-49EE-1357-E30E-9CD4B7B717A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D377C0-4EE1-363C-0B43-0BD0FCAB6A7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92F656-5AA2-184F-7AE0-8F352ECFFCF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F3249E-AB97-93C9-7273-5789EA6C58C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A59046-6A55-A7B5-45E5-2F7FD8D88DA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F25281-2320-080B-2F6C-9148922DA34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D078D65-FEAD-DF07-59A1-1C2BD6AA1B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4F6E96-DE32-1D4C-3EBA-173FD4C4E1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F5FE256-67FA-44A5-5874-EBA68B5C0D0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F2C571-07DB-5208-4234-3538D4B04C2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6C5D6B-7BD6-BE99-6CD5-88410694AF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4DA98B-AD30-A340-165B-9A56B8794C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EC54689-7223-1787-06D9-71B188FB59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B7452A-930C-5CCA-E0BA-07C883E265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D9001C-EB8A-B69A-8B5F-95C7250AFF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96FD0A-7EEF-ED84-E520-3CD0562C1FA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E3306C-E993-5496-A400-F68E666B64D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2A7EE40-EA73-22DD-C00B-E26D7FAF470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CA78FA-8290-AA5C-87E4-02AAB81EADB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039038-FB58-A4C6-00BD-5CF4014E543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0AFD240-723E-6BEF-913B-7590D11B918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7663CC-530A-CA4E-3939-E51E0DF7712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F0EFDA5-8312-7E39-B61E-5738701819D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F41BDC-65CA-B2EB-08CF-AC635C6D0C1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FDB734-9721-96C0-9CAE-FA2BD9C8F9A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0B2F96-0805-630E-3EF7-73BDA0D343C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9EB8DE-0EBC-F87F-A121-92D8ABD99E7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BCAF2-119D-677F-117E-970AC52E8C2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2C4A1-5E80-35E2-4FC0-2D8D3B34899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04A734-BC25-6DBD-4655-CD7C6379053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2E32B2-C1F3-C243-DBBF-3BD228806FE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376266-B651-7A2C-2725-1AE0E5CEEC2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F679F7-8B71-8F3F-26ED-16BAD54ED0F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93C64FF-3FAF-EF8F-5DE2-7390F609B31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088998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A740-83FD-96A3-E412-15AF29CA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B5D08F-88B0-E9EE-EE08-4D33552FEC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A8B8CF-DD4C-348C-7621-1368EC3F0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DB1DB0-44A9-BC74-A486-DA12F2C39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7CC616-75CD-A677-8FB5-2626AE588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07ADE26-279F-1230-F19F-F41681EE8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7196B9-6DB8-0FB0-A693-5AEB6ABEFE8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1AD1F-661E-3F0C-A272-43E5939DF84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DA3189-A1B4-AFC3-4B9A-560CCB40C0E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516094-10DF-7382-AFB2-80073FFB392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4E4A4D-7CC1-1A19-AB0E-F622E7D28B1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1CC47-61AB-8038-4555-2BB434CB473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9D406-D97C-8C94-8777-F3D2A0AFCC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79A9CA-FD97-B72E-743A-236BFBA350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DD5E22-AE5F-8BD8-3B61-16B2574929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FBDEF0-888D-07F0-FF89-6D9097311C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CCE301-F5CF-38CE-E7F5-89BFCF83997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E3496F-3F0C-A240-2D9D-30C0B80FB14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EDFFF1-9E23-2DB1-8AAE-F9B3669C6D3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B9C346-98C1-2BF5-B9F1-EB68604EF3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6695F0-A036-DB4A-C858-4101AFE788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4FC8C-A3BB-F97F-6CA0-99B489A874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0018F7-3C44-9C6F-F53B-D24CB3CE2C4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1AD346-9159-1564-2585-C0993CA82A7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6FE0D1-398D-C5BC-5431-A22580FEBCD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AD7093-505B-7AC8-41AD-6A1E45FA4FD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A81D66-CCC3-155D-FEB6-A014E885F8A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2850E-F45D-3140-6457-A2D5EFA3579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2B2BCF-9030-6F06-710E-9D78F05E5AC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D59E2A-74BD-E9F3-25A3-EB38B114D40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8E1CD9-2F1C-4594-CE94-6C5A94DE69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0582FD-6D7A-65F6-A220-0D9A9916FED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5B611-1384-3DD1-8E1C-771F42188AE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DCDDC6-7FBA-6712-FA49-4F265533D01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8025E1-19A3-E774-034E-3E144108489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45F627-3134-C576-B312-5D627C7F06D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A5D779-8000-FEB8-126F-33158904AC6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320A53-CBB6-6352-7759-A53A1E8FA57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8AFEEA-10EF-6F3E-E9CA-E9F055D8F3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2AB488-BE1B-B2C7-F7E8-12B05DD3BC5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9E2FD-B438-FF24-5CAD-E274EE65C3B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575B7-71DC-537F-13AF-04A9788DEBA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830C57-EFD3-5968-966F-437C2A04B2C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FDC0A-5377-565C-515B-CEBE92186AB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85185F-7B1D-1E54-2227-67B86A9DC1A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A23533-2D1C-77E9-25B2-77D6AB8E193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63F2C9-835F-DB0F-147B-5BE55B54A07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5C45B5-919B-1528-6B45-C8E93A938EC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B21AC9-AA10-2C94-41D5-493E9FC36B7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91F2E0-77E3-D422-4F98-33EC01ABE34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B3D90F-F65C-44F4-5AE7-7C70A8A8B27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F95533-9F56-2C78-7AB8-6CE419AAAB2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022AE2-7EC4-A5E0-5200-DAB0920F31B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FFDEC1-BA84-4D8F-2560-FD2193964F1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F8C0A5-0BCE-CC81-DED3-37B2D30737D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E30CB7-0435-F070-B280-00EDC4DBD1A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506BE4-0168-A8EE-F9D5-4ECC18D07FD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78E39C-BD2C-11EC-B896-9654AA9FC2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4DFD1D-3809-1418-4C71-7D7112E8DAE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6C596B6-ED7D-1B7C-0935-CBF2C521D8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3D29E59-1B9C-F73A-E08B-91A34941850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9AA41C-DDE1-5ED0-464B-9EE8DD5AA3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AFCA4B-931F-FFC7-327F-58890D306E7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26D490-433B-4096-6522-0B9E582507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38A77C-1131-5E2D-48D6-6987FD13345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9CB7EE-E7AB-CBD5-D1C4-8034FE3229C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E96FCC-0C9B-8E1A-6472-88DCCE298D6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0C510B8-250D-E4B2-60B0-DEEAF1E6EA3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265005-3AC9-1C47-D2A1-1058E7F550B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921B067-BBFD-B2D5-B869-63986CBF49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69A8EB1-D0C6-C08B-5947-6335861C2D9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59E726F-D1CA-7C35-62EE-EEE88956F7E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CDC8A7-75AF-64ED-CAF8-E288DC085DF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9C89BD-DB47-150A-7E01-8E2115FE6CA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80C0F1-263F-8C0E-40D2-837E980F011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CFCF25-1FB0-2727-419A-F8F290340B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484E3-B3BC-11FF-2D52-08EB6C443B9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918B91-F19F-59CD-4C54-3749A17E330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6BD0A4-EDFC-224A-D336-164EA66A4E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86C777-F744-F0AD-5789-8DC8CA57A84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660D6E-F09E-BD3C-067B-A7B42C30DEA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AD7BDC-9973-F940-E0CE-D3FE117562E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716873-472D-2A67-7E7F-CB974E371F1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5AE586-49EF-8948-228E-A4E428E973F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704611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38D4-A5DC-7424-AC81-133DA7DEE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B4514F-A8A1-7501-C0ED-CADF2BE54C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0DB76E-05E8-73FF-0749-92741734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76302D-3F0E-03ED-FBD9-5C517CFF7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7AB234-6BEC-FD07-0911-63A549FCA9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0B7668-3AAB-ED26-0C10-267C8F845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4EF72C-6B60-7FEC-B2F5-F323EDE6E4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8B4A6-0432-1E94-E439-C41D7462B52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872B0-43CA-171A-3730-E29BAE0D7E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DC8EC5-A8B3-5CFB-46A7-783FD0DFC33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E8BE18-CEEC-8B85-A4A6-09A8AF125A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17EC59-A67E-5D4D-C69C-DBEA82156B6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63FCB0-FF65-B57E-78F4-5347F13C3CF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941B28-11BA-449C-0340-052B378C6ED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3FD2E-E0AE-C0B4-5BCA-8587C84E2C6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E449E-B924-76D5-F2AA-108EF5562F7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682FC6-9312-0AC5-08F4-5CA0DF67876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7AA9B3-CBBC-4C67-3327-64C0337C397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95F556-1D04-9EAD-6A9A-086FE9CAC18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895F10-0D1A-DB90-685A-C5C18A05EEB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8AE23B-849C-BA5F-B686-78513A851EA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F0D791-DADC-8BC3-80E3-A7D6FA0987A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84A2D7-2B39-EA4F-7839-0497A51156E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EE54C8-4B60-72F3-234A-755EF4FDF9A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167E9C-5ECF-B072-B448-4BDCF7BF609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782F4-DB6F-55C4-4995-FF0EBFA5E20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7A34FC-4596-DF32-D950-D9DC458FA77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9F9474-571E-E44D-BF81-4338FA6DEDD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2AA7DC-8C7F-A0F6-D879-83A6B6F28DF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B8D688-DD90-6851-2B43-AB97622B85E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162748-419F-0141-1C5E-0F387642F35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292212-8279-B279-E25A-59B2831443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72A8C1-53A1-5B0B-5CD1-48C81D10A35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EA643A-E8FE-58AF-CC82-9E17E7BA124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435539-540C-8AAF-F253-D9A73073B2F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3130CC-C307-FB92-71B8-2BA23756DD0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ECCC21-9385-B766-998E-0DC9B9D4D2A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8E69A-1CEF-0C5E-C498-77DAF0B3758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43D4E-1CE9-98F7-A845-6431E522619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AC705-D6FC-CC29-4B89-2A9DEAB0421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1D813-9FE8-1E47-AB68-1D8ADE66C1B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232B90-DFE9-63F9-FF16-5E6B8840BBA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A33225-A74A-EB65-1CCE-56B290C749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182510-0486-75C6-385B-CEC91830A26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F2D56F-F281-A92A-6A6F-C722FBB48AA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BB1A88-2CE3-FBD5-E083-366D9B93EBF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3C03E0-2B60-C9A8-9EEC-7BABE77401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AB9A8C-163F-C9EF-B6C3-0DD27859101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9A1775-421A-A73C-0164-389D4896C72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1C7BE0-E1D0-6AB8-BF9A-BFD5EA97A3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06F369-0A97-F97D-E310-7A862FD8986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25840C-C7F9-38F4-E61D-9A9EA21EA5D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A47F50-566C-8D8E-316B-3A46C0FEC19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77E3D5-4C8F-AF2B-B4CA-FCC72AF0A4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BECD4A-E83E-C95A-D779-A1DB744AD55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A8B63F-2BDA-C51B-8678-A781FBAD8C3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66DFA3-2646-FEB2-53DF-2036500953A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5860617-C07F-F33D-2DAB-3C383373869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00A1F7-9298-1A99-5788-D822FE33AF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08E1F7-13DD-9D6C-FB79-28391AD342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B48F09C-8E4C-41E8-FAFA-BE00D1895D3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0B79BD-0D38-3D35-9EE9-C335E5F34B5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414387-9F2B-D652-4E36-AA238504D87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502B6C-476C-19D7-F165-D099E9D3B3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254922-EE0B-E190-293C-A44B4D7D649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DEB27F-BA86-7D14-DAF4-9F62C1AA1E2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73A61C-1A37-5EA2-3F56-9B812428A6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C50B856-0B66-0482-2F8D-53B83D0BDD7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B9C5B3-557A-C09D-884D-50422D913C9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4A0D50-73EA-9471-733A-5474416F254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601724-6BE3-423B-5B12-253E6754748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5F2A62-53BE-6546-76C3-7A818FC181B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9DC58C-AA93-22AF-BEB1-E10942455A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6F0D47-C78F-B502-BBBF-F59BAF39983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620929-D8D6-9593-93BD-AA6ACAE841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2A6324-AB04-5265-308F-9D09EB8609D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7954F7-1987-9346-EA4E-5932F981E66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A6EB6D-9BB3-0C53-8265-B6BFADECC6A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216DCD-8F0B-B7D9-6AF0-DB380122D75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F88A46-3AAB-C8B1-77D8-0DFE54F173F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F42FE1-AD12-1719-0FD2-7E4E04DD7CA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96B7C1-4DCD-F2AB-F82D-A91276D1BD4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66E0CF-2A9A-4ADE-4D33-5F243A988F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1F11CB-2CAF-0331-8CC2-39FF4D58953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913021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F5D3D-DA2F-4060-3DEE-EB897874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79CB32-D465-2042-0455-74DFC3EB1F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DC3D54-B54F-E9BF-C08B-133BAFA58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7C4DDA-FD30-24D1-CF1B-81140153C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BEF08C-29EB-77E8-B47A-C3ED82D93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2FD4F3-84AD-C20B-5815-D6524FB70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5F9BB6-F7B1-7145-A971-B3F297D29C7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6DFB4-8E6B-285D-C5A8-584184B256D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4E73C-BAC3-3B63-8EBD-779310BFCA4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994989-A3D8-A28F-65A7-C77E9E30A0A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35F98B-0AF4-F5AD-033A-77AB97B1D2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E48BBE-E37A-542D-D4EC-06C626DFE51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A5F05C-5E2D-50D0-69B5-884EB46A69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46E040-6B30-93FB-9192-D13FC7385B8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B612FB-0871-A1E1-E042-C780CBAFB79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0BD726-D697-9E12-8D1A-7C8B6AB8824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B188B-F2DC-B2C0-B521-3716BE094A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8E8D6-A80D-A9AF-A76A-2B08DA7FB16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889644-6C82-8DB2-AE97-5FA6FA43A37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93B9B4-B427-55FB-BBD4-406A3D4A777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3B15A-77CC-0B6B-2893-75D5D04568E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CB9384-3CDF-75D1-8DFF-8D592BB2E55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928D90-410F-40C6-B76B-5A449F87544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D69A76-6D83-314C-B2A9-C5A51E39E6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538A33-361C-8F39-368E-9E3C3EDB238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C80F98-4A5D-4310-8367-FFFFE8BE87E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5A8C89-C01D-8DDB-A268-B23F5AEE458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623934-B4E9-A4C8-43D6-481D8DD84C4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1F8096-D8AD-162B-A0E4-A88B02BE4A6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6D553E-F606-395C-9EBF-4DD0FA6B21A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9EDEC9-656A-6999-C8D1-D117DBD16EE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4344B0-B988-B73B-234D-F657C1CCAC3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488CD0-1B56-6BDB-092D-02CDA05CBD4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82BBC-125A-BAB4-597C-624159D388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34F113-AA63-A4AA-23AB-A9A090552E3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9CC33-D8CC-53CB-5B6D-E894FB1A9B2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44555-6801-5D96-021A-6544B1DC28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75DC1-565E-9F3E-67ED-9BC4212F697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D88A8C-4DFD-7CFD-1B5F-125C7DEAEB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E320E0-8B54-F3AD-F468-5A514F2980C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EF3D3C-6F7F-4E69-9C85-8B4D6EC7AE5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8146BB-3EEB-51D5-6E9C-A0F439032A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C4AC74-845E-A674-DE8B-706AC51097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25E47E-1D16-52EE-98E0-591373D94C6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F1A0D9-EC2C-B289-2773-C12CAA22F8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97A84E-F44C-C1A4-51EC-4179EF41CAC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14EBF1E-7D4B-3470-2F5F-B8A1516C0D9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E02DC0-7C23-1071-05D7-F7B6F47F7D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D78D25-32DE-9EF8-20AA-55BF2C5F1A8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5EAE1-D91D-D4FE-D6CE-62D81CFCCB3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7D0943-59AA-EE11-AECF-4F1FF9B68B3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2EC424-F57C-B890-7421-6847176711B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80B387-953F-48AF-E1B3-C9308F79BF6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06F9E0-506F-E0DA-A7AA-5101FA7C031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B3ECEE-3BC1-FCE5-6419-B2C6FFBA1E9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52779C-69CC-9DAB-2EF0-7710B70D411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99201D-F64A-1A2C-E2CB-6C75241CE10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765D102-EAA5-5666-4FDE-E17C3DB394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AD1579-B6A1-832B-7B8E-703182C6643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638C64-239C-45DD-D9E8-830DBBE2A34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F49A66-66F2-9562-26C1-732C9A45216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397A0D-DCFE-2253-77F0-CB78A0E90F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FB5550D-37FF-E46A-75BB-6A820B9F45D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BA198E7-1CBF-CC13-AC95-C8798B6902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46BDC8-F4B7-3A09-B659-AA2579B213A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A2519E9-86C0-1083-13CC-0BBF42FC7C0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696DCDA-9179-210B-EBE8-7F0CABB292A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A34EB-5DB2-29D8-32B9-2A4C54BDA7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C12BA9-72E5-7E10-3342-E3B25360EC0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AD602E-EC3E-EA80-A6A7-E163D0404C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9743FE-5BDB-CEAF-1875-24DC6F32B7D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551E29-7B35-A2BB-6B5D-6DD602D3D97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35D8DB-EF16-6800-C51F-A6D6E93BC31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4E5889-31D1-1575-D556-00A92348CC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46639D1-AD50-020C-E36D-87F30956363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762CD0-236A-26E9-6771-10DFF648BEA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091723-C03C-D170-A8C3-DEF13623CDB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90FFE4-806D-7C63-8F91-77C86A71CFF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2C0D99-404B-40A6-B294-03F92FC18AC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80D02F-4E4E-E841-3C4E-167BFDCA1AD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2DF6AE-28A8-9007-D5DC-F4B37245EA1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2317C0B-121A-8AE9-E8A2-8123275A509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D29AC0-FBCD-1E8B-F638-6818C66787F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BA3A82-32C1-EBCB-D26F-1391BC77808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551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A138-0A0E-BF06-169A-31EB974F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675972-641B-134E-C72F-C68AF99D8A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E160E8-BBE2-9431-A952-FDDB7F06E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1BEBCB-F50E-2441-CF25-E369F8F43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258124-BB25-F7A2-56CA-7F57823EE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AA3775-6E3B-3523-EB48-E26DCD909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20D6F-1541-01AE-FE96-4219BE7AB68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9F405-4805-D99F-AB7D-19ED7CD7C2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4812C6-0248-B63B-089C-2B9086BC96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2B89F9-AF4B-3DFA-301E-5D8B78A4B0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32D81-9205-25AD-0A9A-3253972345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1B70D-E282-C22D-41AF-A1D914AFEA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62B3B8-BD81-FA64-859C-C74C8448B8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6BBC92-AA66-DB96-32F9-D73A24F538F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8B25B4-459C-31A8-0105-F518BAD8D5E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3F835C-5E47-7889-7632-BCCA9411E5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61002-3B44-A73A-88FD-F8A0C1E6B7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8FF50B-C24D-B8FE-FAD8-29CC3CBE2F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E72B38-3EB7-BCA6-C965-786E4C14062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A76C1A-BF99-8003-4011-A4DC34D0A6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F1C866-9286-F5F2-AAF7-0AF5B3C825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534EEB-CE54-60B2-EB3A-779BCE9CD1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5C18CF-75D7-BF50-1129-237546BA7E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C16A41-52C8-9DE6-6A86-FCFE0921641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2469CD-0FD7-1A38-38EB-9E29381046F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D9F06A-CE20-5B43-232A-104849C0387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B5BA61-EDDC-C6E2-B0DD-E8691836709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43D086-395D-B6C4-488F-1C38A8DFF7D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41C164-70B3-5347-4595-6A8B0AB554B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8BFFAE-FCA2-962C-4094-EFA019E5AEC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432AA0-E0AC-FDC1-381E-DA15A74D4F7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9CB060-7F6F-4AC2-AFF6-244EFE7404E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C98748-5375-ACDD-AB19-BBDC4F7A74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BDAA6-83BC-2EF1-6B2B-8347976850D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639BE-3695-84C9-4088-2B48DAE9CF2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EF78B-6845-71C5-B1DE-4BE379355EE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6A8B0-78A6-CC37-F190-3658BACF91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A3FEA8-97CE-4F9D-9B77-DBAEF58F23F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086576-9DF2-477E-9A54-4DFBEB47C1D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B4691B-B641-CA38-BAD2-AAED0B0E207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A300D8-1350-0B9F-FE51-33B1604B485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1202FE-B441-5B63-D887-E388AF9CA4E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D1018F-89F6-0025-66CD-A9731D55BDC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761B82-F0B9-5A12-5B97-5E7F6A2690C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F7E068-80A7-9089-A7B1-9101C538687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059F1D-4223-FBBF-907E-1C39FC0783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1CE7B7-C245-A788-4878-601EC79FC40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169194-E638-FB4A-B0A3-C88E50E0415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29872D-B924-9C4E-DB50-730650475F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A92748-0E74-2BA9-93E1-D47ACE185B9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0750C8-75B6-F118-8558-41E7622785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E9EAF25-2E53-EEA8-74E5-59CA879F6C0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59BE35C-35C7-3133-3F6E-241C5243F6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C4C1E6-83D1-39B8-97D2-D8FA507DFAA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E2202A-73FD-BF59-F469-492E96E75BC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BBAF36-8556-E94D-ADDE-8DC4BBBE65E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F2F4C9-E624-5267-7077-6F287D41C73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CE5813-58B2-9B4E-7736-C9757FF2BB2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B90993-DFE1-5AB7-9C46-73AC5FFB85C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5CCE7E-6F88-6361-716C-A2B69E81F5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700E8D5-8A85-E419-0A4B-6BD6093F38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25FFAB2-3AA5-1D5E-6478-8A283F66D4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BE5F3C-A701-89B2-F730-E63D57F564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A91D00-8997-E0CC-44BE-611320128E5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F2290B-3E3B-CB58-8176-4BFD48D7F72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4FBEEE-0B67-766F-B6A4-75B8D7F85D1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4498B2-12B5-FD0C-8603-685E983805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A7DDA0-6568-DC8C-DF9E-9551ED78E92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0B4D0C-03A0-C95C-7A45-2BD960D083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21E2FA-724E-AEE5-BA1F-885C7135D97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CBE3F1-30D3-8800-EF4F-0CB9D6FECF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6B0B41-B14E-ADFE-5892-8DD915E00DE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D70964-D45B-9B03-2250-5827ABE755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A1D452-0B94-31AB-3494-4AB7E1B7B1A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CD034A-DFE8-33F7-145C-3411122AD7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7825E7-57FA-2DD1-E5D2-81430B30658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E78B0D-AE0A-8B71-0BE0-E1A8D6F840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D57AB8-211F-951C-0AC2-97A1D40CF2E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5F4A6B-F689-A14F-FC17-6A4DB2F40A4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F2D25A-EF3D-BB71-6FBE-0BF53C29E7B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93EA49-635D-D18E-3A61-6517E969078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E8553D-DEC9-B0A7-2001-A5130F6C1C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4D97ED-F1F6-FC9D-33E7-94811F5FB5A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6925CCF-527D-C4B0-A9BD-F30F3165D52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396537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6D83-0D89-4F4A-022E-8456C208D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E44E29-B1C5-6A86-4E4C-4E0CD5D5E6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53/35 in Column 3.)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4AD781-25BE-B3CA-571B-66BCC7CE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535479-E935-8377-43C4-9C62BFB9D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BD4527-51FD-0BD4-8A7A-16C61CC49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F8DF00-4D1D-3B15-1B29-62FBBD3AA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7A4C64-93C2-ABC4-88F8-46BE2AF5339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DAFD1-A9D9-6A9F-E1CD-443E31A8A8C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AAE79C-3552-6FEB-D8E9-72BFE42F2B1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8D0FF6-C708-A616-E7C0-3159287DDB0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77F34F-8D31-6B30-D729-978BCFF5C69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214EC-0010-492D-0BE3-2265287192B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B3AAE8-DC39-460A-94CD-A2E2521B43E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E1BAD-7093-1703-AD81-B624545A12D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C67448-F70E-4047-8911-DD033B1D953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F04199-1D1A-7093-8E0D-ED140DBE2BC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70D44A-C45C-7060-F81D-FEE5BB31074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158887-1DFE-C35C-5AD2-33125414347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CA9B32-11B4-649A-173B-F4C0DBFC5D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06F9E-0209-E35A-1746-32EA6347481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A85ADA-FD7F-5986-01FD-EE0C1B09154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2E5DF9-4995-DDF1-2D80-22A13C1AF46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E1C3B9-7802-AEE4-0B5A-13FAACD63A9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B4896C-C7AF-1AB4-EF19-C6EECF1BF0F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3DE382-A470-9D70-DBE8-D47ED35F4E9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937819-68C8-9A2E-FC82-8E10BE1A8F1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46ADF7-FEF1-1D30-8246-3A5C5D3ED59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E051CE-B192-C7BE-1F95-8DC7932D1B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665122-8B57-FB56-AD3C-5D0BC310C44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CA7F5F-A7B5-ADF0-51D7-3FA6F7054A5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AB49E-7BE7-3F24-3A5E-5FCB11AD40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136D6-3648-1424-9476-517FFD3AA69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58E797-273D-04BF-1BF3-C4BF8456F5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BCF1A-33F7-6294-3FCD-A8B7E7F335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B47E9A-2FAB-0AC6-1109-99D62F7DAF1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BB34A-6460-CB97-0C5E-B7003E5A8C7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25256C-15AB-7B87-D67E-E4607C45E39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A2506C-E648-77C5-7EF8-9E3E5C260E1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683465-8D70-5A88-6B75-254AA1E25EB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ECD5F7-56BC-667D-19E2-31F5D577214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544D53-5C74-7E5A-B2DF-BF90651BB1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554934-00D0-C22F-4548-41DBA08458D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EC917F-5D02-F7B5-85CE-6F16A3E7D55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984B4A-3578-6F9C-4FFA-73465F38057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9991B6-409B-35D4-E424-B027BE3B0A4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08425F-B01B-1AA4-1B98-889BEB13170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D52EBD-C178-CA94-EE59-228551142E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A5C199-D676-9EF8-B6E8-78519943010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2E2975-C422-F963-23F8-41FD5A25C6D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BD3439-A016-221E-4264-1A197B2E87A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D7E40A-E903-1592-C295-B05D137A8A1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3E9399A-C8BB-1E5C-1C61-E4071AC026D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5FCFF8-63A5-DC06-4974-CFABBB98984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3CD9AA1-8C86-7EFE-3745-379B9C3EE3E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C3DB8E3-DDCD-5D9B-1FE4-221A2AF5A49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383F508-75CE-22EA-BAEE-742E0DA318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28B4C9-E814-A831-5724-05E6E7A309B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32E9131-2365-3D77-67AD-EB3F2867A97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C429CF-C23A-3F20-3EB3-801B724132B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D7E5C0-F583-F6D5-B73E-07B5F3012C3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1D8307-E133-D761-25A0-81FAA1144D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E939DA-317D-F6ED-1834-1328BA18C1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3A1CC2-C272-BBAE-3912-26E232AEB0E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A079F3-B3B4-DB7D-6D97-D4B541DEE1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E2086A-4C76-1009-49C4-EC0A33F206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F49A12-E389-73C2-C7A9-4DC2F8788A8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EC5866-A10F-2133-7D4D-130B37A6499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A3CC7C-737A-458B-3E3B-1CF26A7462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18A4BB-3484-9E1B-DF6E-FDE24AC901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F13760-D99F-E69D-E376-AE225B69CCC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AF2A08-8D25-4B88-BC4B-1EE3F5AE54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CB0B2E-1AFE-76A0-9258-1ADA144471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EE0D7FD-407E-51EA-C787-78051F8866A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0851EA-7709-5748-946B-17322EFE14C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89957A-371E-6D60-967A-13AF308C1F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A35220-8DAF-0A23-F9E7-11F94E655F6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122B6F-BDFC-62D0-6729-2325CA51946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45F300-07DB-40B0-2424-D9CDE66C61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6174FC-3D1A-4A65-4D77-C4478C201B5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09016D-0FD8-A78B-949E-E42795E891C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CE3433-353C-107C-2D1B-0F26F9D64D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6E4FCC-AB8F-71B3-0755-1A5DA1AB62B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3AFE80-4217-FF3A-F4F0-2F30CCD1D68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23E146-BD4C-529D-6A10-108355871C2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561331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80F33-004D-8D85-84FF-F1DBB7C4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16747E-444A-2273-B8CC-6A00E3D248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124062-B902-8100-2E9F-4E9CD9669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0BFD67-24A2-F84A-4D03-FDD2D1DEE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9F7391-8E36-D6C7-DD31-78AC18767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5AF63D-CB66-C06B-C518-EFACAFB0E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FA346C-5CFB-8455-C241-0523DC41322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2CCDAA-8719-40A6-7BD9-23B49445E6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43E8F-7D79-951B-F9C0-52121D9E7A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19E461-9434-0D6D-BD65-AFD4040058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6A55B9-99D2-9FAC-0F0A-DD3048C0ECA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34D495-1899-28D4-DF8E-46DF75923C0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92051F-473B-31E4-E320-945A5CEA33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568EC-0BBE-5B89-69DC-A056B30F811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C28429-98C0-40FF-8355-BE722608DCE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5E1136-6923-5630-5A1C-4FB28D7BA14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75A1B9-18F7-4AEB-AAB4-1338CD53795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7F0F61-7614-112A-40AA-708A6A5D52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E9D936-32F7-7FE9-2001-51B7099A06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958300-824D-AE76-9DE0-08A98D1124A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E96EDF-B9F2-0222-FF83-3BC95EA105D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001D9-0D63-21F9-AEE4-01A807B19A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881CCE-2FD4-F96A-9184-C2B7825213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506263-E798-3DA0-643B-351764BC328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E5F9D2-9B8F-31A0-B94C-D654446928C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940AC6-257A-B552-3750-7D38C9D372E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E8B17C-90C7-F42E-BC90-33BA2DF9059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F9773E-0DAB-3AE9-7073-251EB82B0B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85AE6-D3CC-46E1-5869-CFD07E4907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A04CA-9968-C24B-53C5-8B1487B147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747E6F-705C-7024-49E2-54E459965F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01626-411E-A315-6AC9-75191351EF5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48AD3C-B2D9-DA56-0F3F-BD9662FEBEF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766F3F-E3DA-1C5D-8BFB-77235ED597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8ED2BE-201E-90B0-2291-7CEC499426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68538D-FF39-AF26-FCD6-E7790B587D2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098125-F90D-B411-FF0E-E9E3C6E3B64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7AE231-55F7-0ADB-3E6E-C2D760CF1F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35C2C1-3E8B-EE56-43CF-30DD81FC4E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FB14B0-7366-EA35-5B5D-714F00E9AFD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A5673A-1BBE-1779-5A42-F927E43068C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979101-F466-CB1E-058D-BB7433C5707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B09495-0118-7ED0-7BE5-615D3466F99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0868B9-3171-D602-20C0-45B58A62CC6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169F29-2152-51C5-5ACF-7CF58DE6CD7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8CA43BA-5F5F-990A-0DCD-9FD9A09F76B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5A36D4F-E69C-3502-FFAF-26CA8A46D1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E04618-1C03-9054-8487-9C33DD9BE45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26076A-DF22-72CE-0B01-C06D01E3242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FC7C6F-14E4-E775-4D38-01C937DFF71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D1FD37-A96A-93EF-8F62-E29D769DCB9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CE83973-6AFA-8FD1-5DE4-6401006283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23D59C4-52DA-74C3-90D6-19AEE3FCE5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DEF1CD-5309-0BF0-32DC-51BAB69F72B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23CA67-B4A0-ECA3-7987-9A965E5DFAF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9935BE-E77B-0073-D4A6-B29C2895123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1D5555-37D5-E239-5371-AAE824122DB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980F97-372C-6425-C2E2-F3C00F04BF8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CFEA23-7D8F-9BFA-EEAB-32E33623C32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A49286-7871-C00B-1F83-445106DE711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C87746-BAB9-8ECE-B949-5F260134B97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3F7C1C-E850-7990-B271-6A87345642E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35F571-AF1C-786D-B662-89C4ACE9B23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0A6996-03CC-C4AA-714F-5E300D66A0E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65B463-C81D-7259-B606-8ED87A08757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6F5ABA-2087-95BA-E9EE-96277926C00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2B555E-B3E0-7EA7-FBDC-A5FF342C929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F0FE09-6D71-7E9C-7129-52B9882847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ACB65-DD53-29FC-806F-3DC4287AD2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C8535-7AA5-28EE-4258-331C4388470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8546A6-0B4D-802B-90A6-667CF2C4FB8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449783-BCC8-C4AA-6C78-E404C4D236E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1AB49CF-5A2D-54B7-5B2B-B4C6ACC3499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B7B949-F6DA-892A-B4E1-A7FB8570E14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E670108-8E59-92E7-6561-64C3ABCA65B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2DBF3A-BB98-726B-6B0D-7F65198AD18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BA822-9673-9705-2E1C-5F2D58E9A3A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DC795B-3CD4-7DC0-AE61-49BC93A0C99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276ACE-ED7D-8B2B-2C1F-204415B35C7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B09938-DFFF-D5AE-7891-1258648D2A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03F579-8078-E847-D5C6-32BFDBE4D4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D498C82-967C-5876-0230-CCDFAFC3628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60E5300-E215-9948-B1D2-1FAD5D15ABA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EA9E5A-92E2-A871-BB8E-95920B0D464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620783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B156-76AD-1CB1-18BF-5B824F9E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DE285-57CC-76E7-AD8D-C188D90C10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34E714-6578-0E67-8C3D-93AB7691F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D924C1-91A9-F1DB-8082-B83B9D916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0A3334-0CE5-2052-0FC1-F7C515247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5DAB8B-A933-0C71-EFF8-846F1549AB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08B7C2-9318-F15D-40E4-91BD8FF2F4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E59CBF-4F0D-4774-0607-82E63A4053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CC8D4-0D8B-7E63-E1E6-7849F3B1DD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DBF4C-127E-A3E9-0B24-CB5DAF3DAA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C94082-339B-D120-652A-316FF65EC09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E4F3F5-2D28-2DFA-8102-D08C1A0FB77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EE00A3-A6EE-D8A7-B1E9-B22632265A0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E55655-5CB7-CD88-D15F-69AD0CE89C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150C4C-C7C6-6A35-6909-71762EF22FA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975B8A-572B-45A9-B02A-8381E15E93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688282-4DE6-D346-3D5A-899D441D80A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7557C-765E-DF30-4E58-607DA548AF3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0DD669-C441-50D0-184D-134E16CC25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09951-6BE4-D82A-609E-D577A349359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59FC96-D489-6980-BC0F-5721E3B0EBA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3B1DFB-ED9C-AC80-B43F-E18717FA796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100DD24-2751-7BFC-710F-8388A2BED44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DE842B-E011-8A0C-E62F-9ABCCE5B2FE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08C57-4C23-854F-BB01-BD20B302F05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406DA4-B046-ED86-767F-82215AED6F7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68C525-7AE5-C535-DA3B-697FF6DD1A3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2163C7-8199-0A3A-0773-15911F54BDE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A31D8-B31A-5A28-C3B5-12EFA0F915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1DA47-3F74-C8B5-EF2B-451B313A53C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BBD11-1221-46A2-3A9A-3D18765969F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733388-2FCE-5E15-4CAA-366C7471CFB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BACC6-D42D-D60C-9BCF-2E590DFE2E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51015C-4D2A-198D-8478-52C436EF4EC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EAFF4A-64A9-8F95-4B56-40857ABA996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CE7853-D0EC-A6B8-6101-DB3AFACA0AF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50D8A7-7546-15CF-1972-85FF7AC785E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496955-2F0B-6B01-0F84-CF8AD980BE5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9B0EB2-2838-15BE-8ACB-DA5AA88FCBA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E1A613-A48F-3D96-833B-705C10D9B8D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D6EB7A-335D-6545-730B-DC355AAF2C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728AE4-FB96-D918-77D9-FE5DA83C430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D881D0-A66F-EBCB-9DB1-372A51CC5C5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29080B-F65D-3E6D-AF89-78F06DCC944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8E997B2-17BF-E528-E639-89DA985FEE6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B9A474-19F2-432A-E36E-DC41A60355F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0F07CC7-3019-CA1A-8630-0B92F830998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DA7652-966D-8C9D-871E-C59ED0A440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28FEDF-0298-9391-6A78-B24E5BCEB01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8D8306-63F6-BEF0-5902-22D9AB972EA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70B3B4-6832-8B9B-C1BF-91FAA827B83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D290A6-A9FC-D228-38EC-86C4A8B55A3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926523-F2DB-FF6B-3D06-B7294F75E2D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8E2442-71A8-9520-CC4C-41BD4AD9C85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7F55A4-882D-95C5-3C05-0C45B44EBF3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5990B-C59D-9D59-E51D-D8620343D46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176E5B-075E-5699-539A-693E702D09D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380EBD-0796-FF5B-B1B9-A314BA27BDE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3BA223-ADE3-7A7C-90B4-06FF15A60DB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23156E-D942-12C0-ADB5-E5B506EC90E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47D809-25E7-F36B-01EC-FA5AFEB1C1D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C976A2-CD7D-5363-A222-40CD51D66E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E8A140-2715-5A4E-995B-97AFD5333E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FD435F-F3CD-9049-B091-2452FA4C162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CCF8E69-611E-888B-0B4E-F89DD3D64DE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9846E1-D0EE-FEC6-A1C3-3182FB8C38D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75A9BB-97D7-03C5-8C3A-CD649850F25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058699-7F00-6198-1022-ADFE36B783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A3D3A7-4985-1DB5-A977-8F7086C9F2C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6F7744-EA87-C94C-5F4B-8484CD51B33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067FEB-EEE6-2356-EB64-20D5B3903FD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8983B6-C21E-28F8-31BD-8DC33F8017B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38707A-8B0D-7F6A-7691-B27F25F2F64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894173-139A-C4A0-EB72-1152D93101E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0CB550-25A3-AC02-548B-EB5B7FBDB82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7F5FB2-F897-4F3E-A8AA-9321DB7954C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DB052C-E03B-2C8C-DCAE-150CAB1F555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88AF7D-253D-36AF-7BB2-042A4A6DF84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884936-A208-B03D-7821-DB165D811CD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4BDB0B-215C-2C4C-D329-BCBE09FEB38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BEB10E-716F-1C98-912F-3C4357D0162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21EFE8-369E-BE76-E474-75F80618DD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3AC276F-5358-25F9-B15D-2DBEDED2B0A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CB0913-87B8-28D0-71F0-F3EC22EEF7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412136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3EA0-67F1-C4E5-776B-A6ABF312B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D81ABA-7B00-C6EE-E277-C0D5798B4F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4F10D8-2E7A-F8C5-6AC7-E48C8474B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579148-1287-E419-1EC3-4A4F6904B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F895DC-6989-D359-A6B9-DFFD2F10D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F8C558-1F0B-86F8-EFC6-9051C4043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FEBDA4-1166-EC5E-08C3-24C9F67F01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E75CF2-9F5F-E030-5113-17CCAE85EC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5E408-DB3B-5ED1-CA65-D9B55D9595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B2E081-0DCC-65D1-AC63-78D203DEB8C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B7EF9F-8FB0-8346-476F-9BC64D11F29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DBDED9-2D30-9EB7-AFC2-A80B3B3F92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F3F2DD-314D-FB67-CDDB-AA795C00C8F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3966A0-384D-7074-74E9-DCE700DD4FC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6CE0F4-F271-E944-AF0C-3ED2984B2D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A909F1-C185-2E77-FF43-0E1B077582C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40BE1D-FF15-E268-C755-A492ECD5E9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CC53AA-2F4F-8288-3215-3DDC6BAC8A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77CA57-21AA-1F44-8A53-3E129796306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9F9447-C0C1-EEE5-468F-7912F94E62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8AD2EE-02CA-D384-1185-060DE71AEB6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A4DB2A-F1D1-447B-DA1D-C99A2A31A1B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3DE958-8AFA-3605-D808-67A7C0A7D35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3A7FA1-5878-CB9E-3354-D2D1BF57918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CE5818-3778-A306-F17D-93C78A60681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814D66-1FDE-F043-BE90-EB4FA97AEF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EAF811-C4AE-6F92-516B-18B2471C9D1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253DF-898C-09B2-6FD3-51361090148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AF777-59D3-88D8-FD2B-C1B4C8CFB4D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7884EE-E9EC-B613-C9F5-1AD79905203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E10F6-95EE-D454-20D3-B92CE75394F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9A9B06-9B81-A45D-9730-3B658D4E912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13457E-C7F0-582D-77EA-F2A9B1731A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BD24FE-2B1E-022F-A995-32AD78151F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ADC1BC-3E06-447B-B63A-9B62A647790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89A404-9AEF-82B0-F47C-475449FBD7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D54EC3-38D7-D0F7-59C9-E89D8CFFFAC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42F178-9A56-B4A5-856E-930316335D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38641C-D5AD-21A1-9A74-E7EFE1BDA85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ED8F18-97A9-86B2-5B53-AD3500B8CED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B4CC1D-5FFB-A0F7-DC0E-74447B1A7A9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C88089-7F20-99A2-5B81-34DC335B048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426119-84B7-ACDC-F457-C71306819E6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178A65-C0B8-F85B-9BDD-70E5B729DD6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342642-52D9-9AC6-390F-071EB7EE66F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A25369-0C50-34D5-80E8-A290429DD6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7F2028-9FB4-1165-3904-BBF9FC6A114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B9EFB1-7D26-8AE6-6F0B-D5973915641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5163B8F-47D4-0F12-ECFD-801DEF22EA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FAEC26-9B88-F51D-251A-F54A69489A9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75AC2E-CFA3-F456-0883-E415BC5D8E5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20613E-364B-AA87-5721-F32C730FFB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3E58A8-0736-5D0C-3CF3-A3C3172BAF9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7A004-8306-FDB2-4CB0-A115831ECB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9E0ED0-0AA4-3FF1-2E01-6A38E76D782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962011-B8FE-83D2-9A1D-A656FC4A89E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6DD995-E19B-7F6A-F756-CE9554335CD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880ADC-454E-CEC7-8D7E-84BD1281027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3820F4-74FB-7DB7-66C7-5134E5237B6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0EB8BE-230C-CC2D-A891-3019F0405FE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B7AAC1-EE3D-4B9F-8B3A-1FD0C486298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C84DE9-2999-779D-B095-3AFBA410997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756A1C-F038-E596-F38C-6EB78DD1799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0FE8DF1-FADA-873F-6AD3-6BB07C0F371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706EC3-A213-5093-E4ED-A559ED8BB6A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211A72-6A68-35BC-22E0-02B95A556C5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73EE35-0B24-7121-4392-31CD76E6DC3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935FAC-03CD-E197-E458-DEA9A6ED153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1D9B77-6301-17D0-9058-8334A443E7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A407E6-A561-12B7-62C1-002DF11EE3E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13D3B3-6047-520C-7315-9BD370482DD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AF0440-C5DF-72C1-EB82-3F7F1FC3941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4B236F-24C6-1CCF-AE9F-2183B295B62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2508E0-E312-D014-19A1-CC76159D3BD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33AE6B-2F8E-2CE4-EC95-9752F780EBB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F4B4AB-6597-8A76-B0B5-9ABE956046D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470420-8BC2-8BC7-03CC-7FE86F97946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C864BD-EA56-D652-FBAB-0D596CCFD20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C04E3D-C9FF-33CD-5613-C079D6E038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F05AD1-0772-89B9-DB7A-1D0DB77037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B01172-49E6-4982-2078-089DE1D0686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D73776-6FF6-0818-09C1-E34A21D1FE8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765BE30-1F94-C88C-8444-A3435EE25F7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215A6B2-CD52-8302-A841-66A5453481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15825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77B29-353A-1246-43CC-E2FF4658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379A36-D9E0-C837-5DC8-38BE7B3462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Resolve 35 pairs by the group sum in [18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6E4975-5FD4-46CD-D87F-1CF51AE32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F9BB6A-69FE-A40D-D1CF-DD52BFE1A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8A017B-CE63-01C9-4E4D-99D15F815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567FA16-91E2-DD81-E0DA-4D75940A1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47A5E-BBBB-4BA3-3513-2A19A2B45D3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1EF310-2F13-ABF3-477B-7F84A8E0108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AA1701-DB73-8F68-22DF-C0363DF9316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A18A9-DB94-9DE3-4D51-014A1D8BEF1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7F2732-F9EB-B0FD-F2BB-B3EF069EE1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9E6A7C-D354-0E1D-678B-3D6CAEEE3A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4B4132-5DE4-0CBF-9627-9A52C6E9F9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AFE1EE-C812-3394-AF38-D7633FABAD1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29B4A1-B890-1C85-1736-E476163C97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31A5E-9853-5D4E-8616-73E6A07C421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1CC86B-5757-A4D3-64DF-89C9576FF23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6ED5EC-0D99-F137-A125-2BDEE5596E3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04AE91-D089-9FFA-1736-C17119DEA8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0891D8-95B7-5238-6DEB-6E15EE23CD1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2BE17D-5683-80F1-3A44-689D56F16D1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B95FD0-4E81-AAFF-801B-1173B1773E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786698-DBED-4016-E802-BE9197C27F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FC3346-1AE7-17B2-B9EF-3C4A26D04F0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6788EB-630E-7849-4D96-55CC073BCFD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42C390-68CB-C059-5F23-F6B33AC5BB6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60F78B-B75F-AEB1-677E-2E64C22A1A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0367FF-5858-A543-0086-18CFD3ACEE5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59315-7F66-8B37-2A19-F3320A9FAB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01B2A-8BD8-100D-ACB2-E2B4F11CDC4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BADF7-5124-7BD6-9092-FDFA7846BAE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5D2475-718C-D881-4BA8-E077D06C586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31B655-E54B-93CD-EB42-7E984A55EF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043DFD-98BB-B499-B67F-BAFE28BE386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B32E16-EFF2-FC85-C0ED-B2A22CFD212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F43DAA-D2A4-553C-1F3F-12AA21B2864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68BB74-7220-1D81-A537-5781B303F76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7A4AB0-A271-6CDA-8555-BDE8E1C34A1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F25F94-12B1-25FC-DEAF-DA45520CD3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E210ED-7F74-0F81-2738-9B98B62ADC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DCEE6B-4792-5145-47D1-CD9D391CA8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B71448-43AA-56C8-5F6A-04D33F6F97D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0E10F8-C100-B5D1-A6DD-4967405D9D6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734077-653B-E904-0929-02C06861457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43F21A-E317-2B3E-78FE-6870567CFFC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5FCFC0-F7E8-5026-8CF0-6AE23F7A713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DB2027-0D71-9A2E-2A28-252A9B196E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25CF3F-E601-2688-4BF1-F42E1A355F1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80D73-06F0-3AD1-40D5-D16F02FB8FC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B43650-60AB-C6B4-339B-1ABA49D918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012885-C4AA-4ADF-DF66-938D029B339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A598D2-7B9E-02D9-569E-57984D7053B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ED5E1E-6849-05F2-8EA3-C120D9710F6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F65541-7F14-794C-051E-D7C7B17A5A0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6772E8-E619-5C18-D931-64AB58452BE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7E93A-78F0-33D3-BB76-2971484718A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B100B2-6BE9-AB0C-2D7B-FFF769D3531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B89B37-287C-EDAC-69A0-ECCAC1DD066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1AF4A2-4962-F694-B609-73DF350E75B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3A351B1-B98D-6DDE-15AF-F5FC414CAAC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74273-BF22-6FDB-DF4E-CD90271D9EF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FCD189-DC41-0BF5-A850-257FFF0589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E055A1-1164-A3C0-E152-37787BE6E9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116875-9283-CABA-5921-B40CF5B51E6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2C3512-E976-2F39-048B-E455C3EE731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0A7C31-94B8-0B95-FB01-7667A919CEA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15701C-057E-CB0E-BC4D-8CC1837E494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429A92-9413-A2E6-AC08-6CA235DF23A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168519-0780-B852-4679-26CA1500B3A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C355E1-414B-0B0F-E353-753341A610D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9A5CD2-A2F9-788C-A97B-21261ACD80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2AE514-4B0D-A3B4-EF9C-1F55FDBF186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489F38A-ABFD-FFE9-E2BC-59AD5D4586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360C87-E747-4888-4A95-FA57F14FB3D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966582-CEBE-3D70-AF6E-CA9922461C0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5DEEEA-36BA-E289-4D6E-DDF059B934C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AAE9133-AB79-24DE-9E33-6851B37DBB5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2709D3-00F5-4BFB-1529-BE27C9DED1E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32C6D13-BA65-1474-D1A4-7106BD96F48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3AFCD9-6855-146A-EB0C-17ACA6C4108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AC867A-D955-38E3-456B-4EF2554EA8E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BE562-2EE2-198D-76EF-2D39430A07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B743FE-993E-F54B-89D6-C1EEC6B0966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E609EF-9A6D-C492-089E-7B619A3DDB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090393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9566-ED13-4504-D14F-C6851D3E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237B43-7A88-0E9A-64F1-24934B0112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8EBF21-5DFE-5596-080B-20E3FA7AC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36AF3B-6C32-C519-C882-7CBB39222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A56DE0-30E4-0D23-EA41-D7C7BC417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22F281-62A6-9615-D6A1-061CB72A0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0EA507-E552-FB76-8F55-1FB653A3764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3BBDC-C654-A51A-0E56-59D07D90565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05446-F6AB-F98B-D044-C90C526D317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EB2E02-1E12-8250-FF33-DE8EA2A7F43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1EEE93-6857-7273-3E7A-5A5FDD03EE3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4FEF2B-8CF0-655D-9921-A2CA568F442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1AD6F1-4034-EFE3-9AD8-46A9DD59551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B78500-492D-1650-0FED-1E9F53BC8C7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C3100E-9C7F-DD89-4DAD-D534EA44939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E618E-72B4-5106-A663-B2380C6E7E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D0514D-B3AE-0F58-6A67-9EC0E5CE321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023D9E-E824-D7BA-2AC9-1782B88EDDF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96E001-5F1A-E632-3CC3-13668F79F4D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1C7279-5F34-47F3-7140-150BC7C1B57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8E7857-F8A2-562A-1387-B07B2422961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1CC9B4-9540-A334-4E40-4B0C28E7A05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2F6935-D978-04D1-556B-76CABE2BCC0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6456D8-6A6F-49B4-91BC-DFBD3768512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5E1C01-3198-59DB-595F-D7E506021B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466029-B673-0A52-C232-96238E6A1B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677453-6C7F-F418-F538-1623AF8E1F3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B506E-A771-013B-7B2D-39D10A03C55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83C96-A302-DF90-120C-83A83A3405A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A79496-A9BB-CD3A-F257-3E02692E42F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67D1F-789F-224A-2B8B-BE86D1CA188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39E07-06AA-C930-996C-8296295AD20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7A5EE2-67AE-BCC4-8ABC-D1772D0F90E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50FEEA-7B34-6AC3-3AB5-BB9C405FE2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B44EE3-D0AC-53C5-E3D0-B7FA67FFE9C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A57AB0-B3EC-20AD-B552-80661E7A3B3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C5559D-2884-64BB-A2BF-C43160B635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6D1E2F-8E76-6A6C-9134-EF269B8BA1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7F8A0F-D22D-E3ED-E5CE-D796BCA7202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5B52BDE-CBA8-A74A-DF90-D14F1E59C2D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05324D-E7A1-B3F6-390D-BA55013F07A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3AEF55-07D9-B019-3BE1-AD08081E195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570EF5-0157-EB66-2760-EC5D4D336F8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E9DF5A5-B87F-C56C-726F-4ACFF557300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2CCC90B-8004-2CF9-EEF5-9F53B445456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445E3D-8113-5D57-DC95-D88CB2FB308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4BC953-4B24-A8D1-B377-B861A6095F8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5196CC-5BF1-2559-47BB-A6ABE09B470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369840-1639-0378-CB4C-E16FB6454B4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641E79-4CFD-41A1-03B6-A91AB5421C8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E60B54-7A9E-5374-D03A-C9CBBBFB26F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89CC06-0DED-3528-64BF-DB16641BAD6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8AF4CB-4ED6-F6D9-1083-1E50511A0D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448D3D-386E-21F4-0F13-451F040621F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4F06A7-D7AB-3B0A-EC70-0EDB46ADE8E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D7E23-A156-DAE3-3A5B-015AB9AECCE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4394F96-D630-FAF2-FB02-9F249DEF33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3C7FE4-4FAA-B79A-5B0E-3484AF3CBAA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D19DCBC-0E61-F940-E87E-DA0DEC9CBCC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64F026-D7C3-3705-4EFB-19B26135B15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637359-D0C3-724C-C483-BD6C136704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CA7589-27C3-6AD0-485B-333B0A72F2C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163567-5888-4CA7-362A-181C02D27F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145C4C-4B3D-DCE1-7991-293662216A6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3D63D4-2186-7884-1326-F21F7C853EB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E694E9-121E-7758-3F34-93BC541AE9C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650CCA-1A58-5FEB-908F-966A479AB6E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D2DA8A-8427-18F8-8C8A-77F45F7B9E2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8A3AD8-5473-5B10-4047-84743AEC4B7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E9AD85-9386-CC6A-9F6F-2CA5318869A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D008E9-B08E-8E3E-4A62-44C66B1A707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2C0D0B-CABE-6535-A8F4-BBCA988258D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B4B0B1-19AE-667A-E42D-5867D4CCE5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D1661D-D2C4-CAEC-C119-0DF60C87B8F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DF2627-9A0E-781C-552E-EDF92C33B80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77DF48-873C-B484-E481-30DA62C13CF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849EE7-057A-1737-2503-F0795A51261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3EF47E3-E016-C84A-FC18-E97AA0A5086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E3DFCB-98E2-9CEF-6A40-EC6F4F3E1E9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1C31047-A71A-7F6E-84D3-E2B9006D91F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A9C09-8EBF-7492-8796-B0AD39C6DBF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FE6991-3AD9-7C59-07C8-E5CCB44106A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D9046-E659-AA51-F7CE-9960F7FC74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883B2-E281-7768-2CE9-3F6022F78FE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C348D7-131D-70D0-C2A5-AA6BA3EAA21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650360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E9536-AAA0-877F-7C00-DE41555B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D952AC-659E-61A0-1528-AE99D56AD5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584C52-75E2-1201-F108-CFC9678C0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C3021F-BA94-612A-92C3-DDD1C8A32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6FC493-7318-EFDB-0B53-3DB8DCB68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7457D5-2643-F9A0-0EC1-62E217D9E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5DA8E4-52B2-4251-9DFA-A96639AB420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FBA33-DF04-3F78-AFD9-0E78380C2EB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1DE56-6E05-C827-6A9C-5DD81FB88E3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06DAB0-3AD0-CDC8-0E60-651B2A00C3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B6F9E5-565D-EFA0-23D8-D2E6F9EB754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6FF17B-AB63-9E65-783F-7671A2296F1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BBC507-5E48-98FE-90BF-DBEDC2B513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CC0995-B9D1-7740-D03C-8CC303C5EA9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B43B01-9809-26A2-6301-E4595A82872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446C9E-46CC-D1E0-BA10-426209DE247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CAE13D-1D03-592E-3A18-87C5363E173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752342-AD5F-BCBA-A1A8-491949C280E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C7FD18-1E5F-BF82-75AD-06DDC69B411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DBC70F-0F41-7FA6-F64F-1422774D417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CBFB7F-3DB2-60CD-AE9B-0313B36A3C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757E61-AAAA-6782-451C-17764AF864F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FA5C15-D125-A12F-3EBE-DD53F62579A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9EF009-637A-57E0-8E55-34FA5A8A7C0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4EDAA8-7E91-8F1F-A8E0-AFA213073B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0895F8-8479-9BFA-8669-84FD3DDE895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4DB8DD-9EB5-47F4-96F3-221445EA799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8EC8C-B62C-AE46-F6B2-955B307515B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A418FA-4DD4-FEA5-5325-F9CE3378031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843DA-CDFD-BC9C-DFE0-8DF2535D09F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A4696-C539-12A2-5EAA-F8D1045FF0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6C5BD9-AA80-5F6D-EDB6-C1F3D54C1DE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3C0E65-234C-B783-C51D-D1EA1F4B17C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67FD1D-96FE-69BC-B1FE-C0FFD8030B9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B96E94-9AD2-EF14-8A2A-0887191CAB7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C07D95-5C78-D4A1-35F7-7BECA4E40E7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2A27BD-C351-B158-2329-F2AC958166E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86856D-6E9F-5AB3-DF93-1EFD9B8D5C2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BB1057-2612-F735-3141-B756CA327D7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B7F306-E2FC-6831-A566-6305E53504A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FAC482-DC83-4069-8017-C9D6291135F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276E8A5-E297-0C2A-F952-FAC520C7BBF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603ED4-BD3F-FEB9-B925-B61CF9316BD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370B80-DCA5-70B8-4070-035C5F5DB3F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F2DD9C9-ADB4-007E-E122-070EBC88D82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A1A22F-F7E5-66CD-DBEC-5F7F6658F96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CBFA22-B509-806A-1017-647EAC53EB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130CBF-8A21-585A-EA0E-6795BC273BC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46E03-E572-CC88-3EDE-9CD5BF7278D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7F6183-AA91-8898-4FC9-A132D595FF9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B2F3D2-C7EA-92DE-395C-9A6F1B110C4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6FF03C-EC51-A058-7156-38B730FD791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C71DF2-D419-4B47-D775-141B8636D48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69447F-0C3F-5904-1B32-4A0D65F476A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347E0A-E032-6D67-756F-E0503252A20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02A68-DFA4-BEA2-9B9C-9F66BAC324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68448B-E676-3A47-1FCD-792CB6DC12B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A23B9F-8A7E-B6F2-A402-ABA84BB47C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5B120E-9F5A-C302-4967-FF945118759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9488454-DAB7-08E7-4583-AFCEFAFCDE3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801198-F3D1-E13C-3425-CC401A3399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0B3BBB-1B91-3562-7BB4-7201A8B857C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01358C-D9E6-06DA-6A72-DB546EE540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EE43FF-4432-F326-B44A-40BF4368F55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D3406A-9935-D358-4FB2-D3F71831EB9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CE8D4D-3783-DE75-66CB-27FBB1ED4D2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55A4F17-A42A-060A-0A6A-9CE7E636D11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492A8C-4116-8334-4312-94CBEE3ADB7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D93438-9875-B25D-6450-3C7882FA64E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71CC82-64A5-812E-64C7-0DCCE841833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72654D-18EE-79F5-F2A8-BF72E4A17B8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E258A7-70FB-B93C-141D-36C4FCB97DA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B24B9AD-6699-72D9-EE3A-431F1DC4FCC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4278DA-B267-2444-1C04-A4D75E3CE0B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918C6A-40F9-7E45-C985-6FC9EF247D6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4BD0DE-FF08-6DC6-E796-65B65B1A1E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186795-9D82-FADF-4BC1-E2D2B321537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A678BD-96DB-B5E5-42FC-2C5CC3B0C7F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384CED-3210-9FD9-B2E1-D602AC65CE9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05B4B7E-05C8-3858-D98C-C395F208897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13110-5355-7CA1-1FFC-1D20297AA2F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365E4-7E40-E581-6E01-B60971ACB48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7D27D3-4001-5FEC-CB35-5352D71661E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EF5ABE-FC51-5EA4-34AE-BB1BEBA806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D8D040-C625-E37E-0620-DE6BBC616F2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1961AC-96FF-6E29-DEA4-00A7CFD72CB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948518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BBEE7-138C-0B3B-2D2F-0B03FFBA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C6D79A-0381-4ADA-80D1-08657B741E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9182CC-69FA-A988-35AB-1D67DFF6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D0B3CE-97D3-98FD-5FE6-25755D0EB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66AC2B-102F-94AD-ADAB-80DFDCF1E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6C9E37-10D3-96EE-4212-3838A8744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D2B884-BC5B-282B-C10A-C0D20A8BC78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A108FE-2073-8BEA-3313-16553C254F7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A2E4A4-94F6-D88A-A294-DB7CE6B1F4A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465EB9-B4C9-65AF-FCD8-43686EED1B3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DDE820-2875-19C8-8199-80487B120EA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EA89A9-B8C9-0926-1FF1-0DA3895B90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B5DC0-9536-1148-E76A-656084B4D4E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F97BE5-1BA6-273E-EE30-F9940F3B3F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3C7756-FDA9-A620-29B4-7723FE80A75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41899C-E999-055F-2C69-3753921953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FE9345-B460-68D6-4D6B-7B0838B90D5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F6F194-94E6-3757-1469-9C8E8F61E82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BC07B6-6FD3-00BC-F19A-CBD5021DEDE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EC4DE8-C00F-F993-47D5-58E188983F1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283685-1B69-8B3E-37BF-D0F859496A2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9A5832-018E-2C03-B404-F4791240F57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228EA9-ADDC-9E0D-E660-9E6030DFAEF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0F4427-952C-7525-721C-D29D7F58D5F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AAF6E-CFBC-D88E-CEF3-BE276249DF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E3663F-845E-3EA1-66B3-36A131694CF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780852-3671-3A29-787E-496BDB51C29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FBC0A-B0FA-3A7B-0B90-1B678B1CB6D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DD503-3D82-8ADC-A684-08D3B235DAE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776A7F-1CD2-70FE-B483-F48F316D326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52C08-2F4A-8581-CD2C-019E34E0D54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21C20D-86EF-4B33-B668-09FCD75C6B4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B954C-5151-F340-BB16-C0D6AAD3875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ECF2DE-84E8-1E98-2DA6-F148A19DE4B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DDEEB3-9432-DCF4-5664-577AD7F6A01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7D11D1-CBF9-4B98-7CAA-B73CACE4CA1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09965E-D44A-96EF-4710-22A805F671A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B0505C-B3DB-BCC6-2F69-1BFA28A0CA7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548975-370B-1C9F-64AC-6B27BF9B025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2EA61C-AAC5-5B24-EAF1-542880D5B6E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714C3D-1D2D-094D-A1E9-B43689CFF3D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75DC53-C32F-3B38-7B49-E6D3D87A07C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1B7C88C-AA1D-53D5-253D-7000CF11B0A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57FEE5A-37CC-85AE-67C7-6D582C75850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2F8CB4-0304-7681-B2B1-189D8EAD2F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6240A8-B78A-14FD-8066-CC2C7B0B4A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344028-12BA-4748-F019-6600320608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A3EACC-9B87-885C-D059-E35E0AF1AE8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CB72CD-A3BF-BB83-CE3B-D63111E983C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3ABED7-7933-501C-7AB8-7150EE44A3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70A1DE-2C2D-3382-1F57-8EC81051C7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321448-4245-098F-F9BD-E440B91404C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FBB815-D8D4-1B35-2482-B2D16E0E0B5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A59981-7655-778E-D8B8-0D6C5F3944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55F78D-726C-5C2E-AE76-C2831EF5C74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8B7AE-63E3-C071-BBA8-D24B378B85E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BFB6C2-AC87-9D4C-0632-453C7F44961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769AA0-A09D-B358-7BAF-497616BAF49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DD8294-3DCF-7D21-FD5F-66089D850AF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67B950E-882F-D44B-6242-E52C0274085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609F87-5A0B-7511-9471-0A61F597F9C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6233F1-168D-980C-69BF-557E5EB18CE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94FAA1-FC9C-CB56-DB38-E4B9A1E5688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092095-57AD-8D9E-DB0A-5163F125FFE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111934-7E33-5F9D-4051-6FC25718CFA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9E022D-E5EA-14B3-3BF0-46A766C5A2E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54922A-5C65-E471-54DA-CC5D8086E90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FD1B5-15C4-8D0D-6CFD-8E804A2FC55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43C62C-68DD-85A2-964C-B77540E64A9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971195-6A99-80F8-D789-647D1C6F8B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908D69-B5D7-6CBE-30E2-58BAA6BB67B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7F2B2B-28BE-948E-B63F-F4F80101E0D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6298FF-3C5F-B211-9CD4-B9867CC7D73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0C357A-19A2-8FCF-876A-01BB00B3E1E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29C8886-10E7-377D-3AC0-A06A4583FF8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69496-FBCD-05E3-CE43-BBC2FB45DF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A02C94-F830-1767-4A80-F62FE2E0EBB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3CAA8D-F1CB-DC5A-95AD-20266BE5560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F03B0DF-0DF1-BACD-74AE-3A06A1AC64E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30C77E-E743-E8A0-3D74-D2307BAD986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72810-95FE-B441-F63C-D06AAFFC5C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DB005-CDE8-7DDD-D7D6-2960F485BA2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C8558-2947-25F1-9939-E3EB50D8FA8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007C84-5F44-3368-96E5-14AE29FF756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7735CB-A21E-C479-FE53-AAD8EBF3E5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0F95D9-1A55-6E61-8AAE-9C22A8B096A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62DE88-8003-51A2-4A90-53A2671E984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8054948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6230C-C9C1-385C-93CE-7C84E6D7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06FC50-1631-4D44-1753-6078809AD4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[14 in 3] -&gt; [8 in 2]. The only solution is 71.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099F36-8031-D54E-09CF-879BB6B1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16D839-558F-9296-6D1D-F3F2D8CA3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713443-36F6-85AB-31F2-F55F543DF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5DB55A-17E0-3568-8391-A5FA02218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3434E09-57F3-1F6B-BCA3-66D4D347C6F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55CD4C-F039-145B-D511-844B743EE1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AAA0B5-7BFA-4236-5F44-EFC60B5AD8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65A717-8D8E-046C-AF61-49591015ED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00FE0-6562-2B24-2C55-A32C9655904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E973BF-2CFD-1724-527F-661C7B38306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909569-F34B-25A3-ABBA-DAA4E3D239F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0787B1-D2C4-7C3C-F709-AF74047ED1F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CC2EE4-35F9-7224-C1F4-9E2B4DE16F7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FEE5F5-AC78-EB5D-E067-23A2E5DA9D3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83B445-D282-B685-80D6-BACB149F600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5E6454-DEEB-EA01-81DE-F92746B601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FD6813-6555-729D-1734-22E3732CD54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F78EF-CAF4-9E91-15E9-1F90E7A92F0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C6DDE-89FC-E62A-C3FC-96A46C936E1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C9C7E1-B607-17DC-2ECF-7C2C2A1FA4E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25BFB-BC5C-6A64-0936-F18A73FF665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E0C4B2-C0B0-A622-DE8D-B4C2EC53BFA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867375-334D-265F-4CC6-4B598869B8A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6BCA0B-98AC-9BC3-A7B6-5F7D25E1E43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6FAAC9-5320-2B1E-3E1C-E1C66DEA124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E53554-D690-F5AC-B053-8ABA3C3D655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61CD02F-1E6C-6FEE-782B-988E12E343F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DC256D-DA83-C2CC-CD87-27424804829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FF30BA-6360-8867-D766-3AD51B509D7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0B2E90-B9A9-AC90-9ED9-4929404E2D1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9623BE-92B5-A5AF-8EF0-B2D2237BD00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4DA4F6-882F-6086-5ABD-6A9051AB907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4BED47C-C457-99B7-F414-E314DB359B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BC4311-70FF-C6E8-48DC-34774496F0C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C68621-974A-0E22-739D-D5E554E31C8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649331-EF7A-EB05-D980-293BBFBB144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39AB15-B549-FF90-D701-EC6FFDE4898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8D0CDD-F7C4-BF33-EE4F-843A0D48C2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A662F8-9B19-80A6-8A63-EFC985F93C6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8D06F7-9C0D-1006-E0D5-B84946CF47A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36B806-AECD-A9A9-2F71-5D67B5FBA46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2EA698-90C5-AD95-FDDA-9C809572C86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A41D68-3A5E-70FB-296C-A2CFAD52F5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810E81-BA08-F6E8-2679-FE64D06FEF0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EDB322-A0AA-2654-2F9C-3ADD5845513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C8E101-514B-5169-E978-E14173D9E1C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2E37AD-6649-D2A6-2374-33FDA3E6704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760A81-B2C5-DF08-DCE1-7A47785C56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744C75-7021-7EA1-02AA-6ED8F65D70E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2D2288-4487-23FC-C06C-38E666D874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177E285-4758-800D-F84C-8095D879A4C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E89D5D-0E53-F6E1-8F38-62759429F9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761F46-5FA6-EDE9-9C3B-37BF52D7345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8C1491-9EA9-B926-5525-A6AAED8E95D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681AC4-9E36-6CE8-5253-1A29F354BB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1474A5-0B81-FB14-F68E-9CBDB42F6F1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D22EAC-5443-C477-AC54-9B550C359E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C2F4742-4BF8-EF79-58C4-7BE9940EFC3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2F7548-9A40-E443-C1A0-730BC764748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8C18F9-76FA-DCAC-1CF9-20B9872F04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F2BF0DB-EA33-573C-C372-633D22C43D7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5946A4F-5540-BAA7-0F37-6535A2EE5BE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074C29-A272-1717-A816-5CCA705F4D2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FEC4CC-63FA-1842-3ADC-33F3F9843A8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E88854-9974-BCD4-6EBE-7452520FAE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488C5-E2CA-912A-5B22-507168988E7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B2540-8FFF-6A69-4B20-28292D8CD9B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D4163-8BBD-9BF8-2C1D-B5B397C98BA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04C94C-C50D-6B72-1034-1A001E53E46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B946AD-B8E3-12AF-8770-CFE6E712073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99A5E1-D292-832F-11D9-846053DF26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7C2DF6-858C-A08B-DBB3-6E221A7F07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4CEEA2-4A20-0482-D72B-DDF0976E147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B42401F-4B54-BFF8-756A-B558C90FD32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79BA8D8-1122-1070-9FD1-99DA7F65CF8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BA2BC6-186E-69E5-5317-8DEC78BAD4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3240FF-B5B7-2F6A-2266-D0AB3B15E60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7DDA72-FDDA-9C35-CBDE-C6B19B46B8E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8326D8D-6F8F-7478-1C44-FE83AA751E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A8B67CE-FAAB-3F7B-0086-2AF8A5D6E19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D386E6D-E137-3CCB-FC94-4E3F7980814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5FAFC1-82B4-3B1B-D8D0-3A5D3D69D7D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AA58E6-4733-509B-0C92-9B2CE0CF95B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B27C1E6-6869-1121-3699-6E9F1F4BEFC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7ABB8A-DCD3-5987-8190-5486E686AD3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8949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9927</TotalTime>
  <Words>4881</Words>
  <Application>Microsoft Macintosh PowerPoint</Application>
  <PresentationFormat>Widescreen</PresentationFormat>
  <Paragraphs>4333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405</cp:revision>
  <cp:lastPrinted>2025-12-02T00:08:17Z</cp:lastPrinted>
  <dcterms:created xsi:type="dcterms:W3CDTF">2024-03-19T02:13:08Z</dcterms:created>
  <dcterms:modified xsi:type="dcterms:W3CDTF">2026-04-23T23:00:53Z</dcterms:modified>
</cp:coreProperties>
</file>